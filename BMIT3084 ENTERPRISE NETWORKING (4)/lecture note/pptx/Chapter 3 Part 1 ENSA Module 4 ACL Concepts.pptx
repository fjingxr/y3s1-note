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hLOgY4pwkkDgRBrMfrJUW07ZGMn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8A345D-260B-4E79-A705-3A2211E9E459}">
  <a:tblStyle styleId="{028A345D-260B-4E79-A705-3A2211E9E459}"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8EA"/>
          </a:solidFill>
        </a:fill>
      </a:tcStyle>
    </a:wholeTbl>
    <a:band1H>
      <a:tcTxStyle b="off" i="off"/>
      <a:tcStyle>
        <a:tcBdr/>
        <a:fill>
          <a:solidFill>
            <a:srgbClr val="CACED3"/>
          </a:solidFill>
        </a:fill>
      </a:tcStyle>
    </a:band1H>
    <a:band2H>
      <a:tcTxStyle b="off" i="off"/>
      <a:tcStyle>
        <a:tcBdr/>
      </a:tcStyle>
    </a:band2H>
    <a:band1V>
      <a:tcTxStyle b="off" i="off"/>
      <a:tcStyle>
        <a:tcBdr/>
        <a:fill>
          <a:solidFill>
            <a:srgbClr val="CACED3"/>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51" y="261"/>
      </p:cViewPr>
      <p:guideLst>
        <p:guide orient="horz" pos="1620"/>
        <p:guide pos="33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b="0"/>
              <a:t>Cisco Networking Academy Program</a:t>
            </a:r>
            <a:endParaRPr/>
          </a:p>
          <a:p>
            <a:pPr marL="0" lvl="0" indent="0" algn="l" rtl="0">
              <a:lnSpc>
                <a:spcPct val="100000"/>
              </a:lnSpc>
              <a:spcBef>
                <a:spcPts val="0"/>
              </a:spcBef>
              <a:spcAft>
                <a:spcPts val="0"/>
              </a:spcAft>
              <a:buSzPts val="1400"/>
              <a:buNone/>
            </a:pPr>
            <a:r>
              <a:rPr lang="en-US">
                <a:solidFill>
                  <a:srgbClr val="B6DDE7"/>
                </a:solidFill>
              </a:rPr>
              <a:t>Enterprise Networking, Security, and Automationv7.0 (ENSA)</a:t>
            </a:r>
            <a:endParaRPr/>
          </a:p>
          <a:p>
            <a:pPr marL="0" lvl="0" indent="0" algn="l" rtl="0">
              <a:lnSpc>
                <a:spcPct val="100000"/>
              </a:lnSpc>
              <a:spcBef>
                <a:spcPts val="0"/>
              </a:spcBef>
              <a:spcAft>
                <a:spcPts val="0"/>
              </a:spcAft>
              <a:buSzPts val="1400"/>
              <a:buNone/>
            </a:pPr>
            <a:r>
              <a:rPr lang="en-US">
                <a:solidFill>
                  <a:srgbClr val="B6DDE7"/>
                </a:solidFill>
              </a:rPr>
              <a:t>Module 4: ACL Concepts</a:t>
            </a:r>
            <a:endParaRPr/>
          </a:p>
          <a:p>
            <a:pPr marL="0" lvl="0" indent="0" algn="l" rtl="0">
              <a:lnSpc>
                <a:spcPct val="100000"/>
              </a:lnSpc>
              <a:spcBef>
                <a:spcPts val="0"/>
              </a:spcBef>
              <a:spcAft>
                <a:spcPts val="0"/>
              </a:spcAft>
              <a:buSzPts val="1400"/>
              <a:buNone/>
            </a:pPr>
            <a:endParaRPr/>
          </a:p>
        </p:txBody>
      </p:sp>
      <p:sp>
        <p:nvSpPr>
          <p:cNvPr id="236" name="Google Shape;236;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notes"/>
          <p:cNvSpPr txBox="1"/>
          <p:nvPr/>
        </p:nvSpPr>
        <p:spPr>
          <a:xfrm>
            <a:off x="5929313" y="8680450"/>
            <a:ext cx="812800" cy="287338"/>
          </a:xfrm>
          <a:prstGeom prst="rect">
            <a:avLst/>
          </a:prstGeom>
          <a:noFill/>
          <a:ln>
            <a:noFill/>
          </a:ln>
        </p:spPr>
        <p:txBody>
          <a:bodyPr spcFirstLastPara="1" wrap="square" lIns="18800" tIns="0" rIns="18800" bIns="0" anchor="b"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000000"/>
                </a:solidFill>
                <a:latin typeface="Arial"/>
                <a:ea typeface="Arial"/>
                <a:cs typeface="Arial"/>
                <a:sym typeface="Arial"/>
              </a:rPr>
              <a:t>2</a:t>
            </a:fld>
            <a:endParaRPr sz="800" b="0" i="0" u="none" strike="noStrike" cap="none">
              <a:solidFill>
                <a:srgbClr val="000000"/>
              </a:solidFill>
              <a:latin typeface="Arial"/>
              <a:ea typeface="Arial"/>
              <a:cs typeface="Arial"/>
              <a:sym typeface="Arial"/>
            </a:endParaRPr>
          </a:p>
        </p:txBody>
      </p:sp>
      <p:sp>
        <p:nvSpPr>
          <p:cNvPr id="242" name="Google Shape;24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3" name="Google Shape;24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4.1 - Purpose of ACLs</a:t>
            </a:r>
            <a:endParaRPr/>
          </a:p>
        </p:txBody>
      </p:sp>
      <p:sp>
        <p:nvSpPr>
          <p:cNvPr id="251" name="Google Shape;251;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4.1 - Purpose of ACLs</a:t>
            </a:r>
            <a:endParaRPr/>
          </a:p>
          <a:p>
            <a:pPr marL="0" lvl="0" indent="0" algn="l" rtl="0">
              <a:lnSpc>
                <a:spcPct val="100000"/>
              </a:lnSpc>
              <a:spcBef>
                <a:spcPts val="0"/>
              </a:spcBef>
              <a:spcAft>
                <a:spcPts val="0"/>
              </a:spcAft>
              <a:buSzPts val="1400"/>
              <a:buNone/>
            </a:pPr>
            <a:r>
              <a:rPr lang="en-US"/>
              <a:t>4.1.1 - What is an ACL?</a:t>
            </a:r>
            <a:endParaRPr/>
          </a:p>
        </p:txBody>
      </p:sp>
      <p:sp>
        <p:nvSpPr>
          <p:cNvPr id="257" name="Google Shape;25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4.1 - Purpose of ACLs</a:t>
            </a:r>
            <a:endParaRPr/>
          </a:p>
          <a:p>
            <a:pPr marL="0" lvl="0" indent="0" algn="l" rtl="0">
              <a:lnSpc>
                <a:spcPct val="100000"/>
              </a:lnSpc>
              <a:spcBef>
                <a:spcPts val="0"/>
              </a:spcBef>
              <a:spcAft>
                <a:spcPts val="0"/>
              </a:spcAft>
              <a:buSzPts val="1400"/>
              <a:buNone/>
            </a:pPr>
            <a:r>
              <a:rPr lang="en-US"/>
              <a:t>4.1.1 - What is an ACL? (Cont.)</a:t>
            </a:r>
            <a:endParaRPr/>
          </a:p>
        </p:txBody>
      </p:sp>
      <p:sp>
        <p:nvSpPr>
          <p:cNvPr id="264" name="Google Shape;264;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271" name="Google Shape;271;p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Arial"/>
                <a:ea typeface="Arial"/>
                <a:cs typeface="Arial"/>
                <a:sym typeface="Arial"/>
              </a:rPr>
              <a:t>6</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4.1 - Purpose of ACLs</a:t>
            </a:r>
            <a:endParaRPr/>
          </a:p>
          <a:p>
            <a:pPr marL="0" lvl="0" indent="0" algn="l" rtl="0">
              <a:lnSpc>
                <a:spcPct val="100000"/>
              </a:lnSpc>
              <a:spcBef>
                <a:spcPts val="0"/>
              </a:spcBef>
              <a:spcAft>
                <a:spcPts val="0"/>
              </a:spcAft>
              <a:buSzPts val="1400"/>
              <a:buNone/>
            </a:pPr>
            <a:r>
              <a:rPr lang="en-US"/>
              <a:t>4.1.2 - Packet Filtering</a:t>
            </a:r>
            <a:endParaRPr/>
          </a:p>
        </p:txBody>
      </p:sp>
      <p:sp>
        <p:nvSpPr>
          <p:cNvPr id="277" name="Google Shape;277;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4.1 - Purpose of ACLs</a:t>
            </a:r>
            <a:endParaRPr/>
          </a:p>
          <a:p>
            <a:pPr marL="0" lvl="0" indent="0" algn="l" rtl="0">
              <a:lnSpc>
                <a:spcPct val="100000"/>
              </a:lnSpc>
              <a:spcBef>
                <a:spcPts val="0"/>
              </a:spcBef>
              <a:spcAft>
                <a:spcPts val="0"/>
              </a:spcAft>
              <a:buSzPts val="1400"/>
              <a:buNone/>
            </a:pPr>
            <a:r>
              <a:rPr lang="en-US"/>
              <a:t>4.1.3 - ACL Operation</a:t>
            </a:r>
            <a:endParaRPr/>
          </a:p>
        </p:txBody>
      </p:sp>
      <p:sp>
        <p:nvSpPr>
          <p:cNvPr id="285" name="Google Shape;285;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4.1 - Purpose of ACLs</a:t>
            </a:r>
            <a:endParaRPr/>
          </a:p>
          <a:p>
            <a:pPr marL="0" lvl="0" indent="0" algn="l" rtl="0">
              <a:lnSpc>
                <a:spcPct val="100000"/>
              </a:lnSpc>
              <a:spcBef>
                <a:spcPts val="0"/>
              </a:spcBef>
              <a:spcAft>
                <a:spcPts val="0"/>
              </a:spcAft>
              <a:buSzPts val="1400"/>
              <a:buNone/>
            </a:pPr>
            <a:r>
              <a:rPr lang="en-US"/>
              <a:t>4.1.3 - ACL Operation (Cont.)</a:t>
            </a:r>
            <a:endParaRPr/>
          </a:p>
        </p:txBody>
      </p:sp>
      <p:sp>
        <p:nvSpPr>
          <p:cNvPr id="293" name="Google Shape;293;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4.1 - Purpose of ACLs</a:t>
            </a:r>
            <a:endParaRPr/>
          </a:p>
          <a:p>
            <a:pPr marL="0" lvl="0" indent="0" algn="l" rtl="0">
              <a:lnSpc>
                <a:spcPct val="100000"/>
              </a:lnSpc>
              <a:spcBef>
                <a:spcPts val="0"/>
              </a:spcBef>
              <a:spcAft>
                <a:spcPts val="0"/>
              </a:spcAft>
              <a:buSzPts val="1400"/>
              <a:buNone/>
            </a:pPr>
            <a:r>
              <a:rPr lang="en-US"/>
              <a:t>4.1.4 - Packet Tracer - ACL Demonstration</a:t>
            </a:r>
            <a:endParaRPr/>
          </a:p>
          <a:p>
            <a:pPr marL="0" lvl="0" indent="0" algn="l" rtl="0">
              <a:lnSpc>
                <a:spcPct val="100000"/>
              </a:lnSpc>
              <a:spcBef>
                <a:spcPts val="0"/>
              </a:spcBef>
              <a:spcAft>
                <a:spcPts val="0"/>
              </a:spcAft>
              <a:buSzPts val="1400"/>
              <a:buNone/>
            </a:pPr>
            <a:r>
              <a:rPr lang="en-US"/>
              <a:t>4.1.5 - Check Your Understanding - Purpose of ACLs</a:t>
            </a:r>
            <a:endParaRPr/>
          </a:p>
        </p:txBody>
      </p:sp>
      <p:sp>
        <p:nvSpPr>
          <p:cNvPr id="300" name="Google Shape;300;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4.2 - Wildcard Masks in ACLs</a:t>
            </a:r>
            <a:endParaRPr/>
          </a:p>
        </p:txBody>
      </p:sp>
      <p:sp>
        <p:nvSpPr>
          <p:cNvPr id="307" name="Google Shape;307;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4.2 - Wildcard Masks in ACLs</a:t>
            </a:r>
            <a:endParaRPr/>
          </a:p>
          <a:p>
            <a:pPr marL="0" lvl="0" indent="0" algn="l" rtl="0">
              <a:lnSpc>
                <a:spcPct val="100000"/>
              </a:lnSpc>
              <a:spcBef>
                <a:spcPts val="0"/>
              </a:spcBef>
              <a:spcAft>
                <a:spcPts val="0"/>
              </a:spcAft>
              <a:buSzPts val="1400"/>
              <a:buNone/>
            </a:pPr>
            <a:r>
              <a:rPr lang="en-US"/>
              <a:t>4.2.1 - Wildcard Mask Overview</a:t>
            </a:r>
            <a:endParaRPr/>
          </a:p>
        </p:txBody>
      </p:sp>
      <p:sp>
        <p:nvSpPr>
          <p:cNvPr id="313" name="Google Shape;313;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4.2 - Wildcard Masks in ACLs</a:t>
            </a:r>
            <a:endParaRPr/>
          </a:p>
          <a:p>
            <a:pPr marL="0" lvl="0" indent="0" algn="l" rtl="0">
              <a:lnSpc>
                <a:spcPct val="100000"/>
              </a:lnSpc>
              <a:spcBef>
                <a:spcPts val="0"/>
              </a:spcBef>
              <a:spcAft>
                <a:spcPts val="0"/>
              </a:spcAft>
              <a:buSzPts val="1400"/>
              <a:buNone/>
            </a:pPr>
            <a:r>
              <a:rPr lang="en-US"/>
              <a:t>4.2.1 - Wildcard Mask Overview (Cont.)</a:t>
            </a:r>
            <a:endParaRPr/>
          </a:p>
        </p:txBody>
      </p:sp>
      <p:sp>
        <p:nvSpPr>
          <p:cNvPr id="320" name="Google Shape;320;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4.2 - Wildcard Masks in ACLs</a:t>
            </a:r>
            <a:endParaRPr/>
          </a:p>
          <a:p>
            <a:pPr marL="0" lvl="0" indent="0" algn="l" rtl="0">
              <a:lnSpc>
                <a:spcPct val="100000"/>
              </a:lnSpc>
              <a:spcBef>
                <a:spcPts val="0"/>
              </a:spcBef>
              <a:spcAft>
                <a:spcPts val="0"/>
              </a:spcAft>
              <a:buSzPts val="1400"/>
              <a:buNone/>
            </a:pPr>
            <a:r>
              <a:rPr lang="en-US"/>
              <a:t>4.2.2 - Wildcard Mask Types</a:t>
            </a:r>
            <a:endParaRPr/>
          </a:p>
        </p:txBody>
      </p:sp>
      <p:sp>
        <p:nvSpPr>
          <p:cNvPr id="327" name="Google Shape;327;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4.2 - Wildcard Masks in ACLs</a:t>
            </a:r>
            <a:endParaRPr/>
          </a:p>
          <a:p>
            <a:pPr marL="0" lvl="0" indent="0" algn="l" rtl="0">
              <a:lnSpc>
                <a:spcPct val="100000"/>
              </a:lnSpc>
              <a:spcBef>
                <a:spcPts val="0"/>
              </a:spcBef>
              <a:spcAft>
                <a:spcPts val="0"/>
              </a:spcAft>
              <a:buSzPts val="1400"/>
              <a:buNone/>
            </a:pPr>
            <a:r>
              <a:rPr lang="en-US"/>
              <a:t>4.2.2 - Wildcard Mask Types (Cont.)</a:t>
            </a:r>
            <a:endParaRPr/>
          </a:p>
        </p:txBody>
      </p:sp>
      <p:sp>
        <p:nvSpPr>
          <p:cNvPr id="335" name="Google Shape;335;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4.2 - Wildcard Masks in ACLs</a:t>
            </a:r>
            <a:endParaRPr/>
          </a:p>
          <a:p>
            <a:pPr marL="0" lvl="0" indent="0" algn="l" rtl="0">
              <a:lnSpc>
                <a:spcPct val="100000"/>
              </a:lnSpc>
              <a:spcBef>
                <a:spcPts val="0"/>
              </a:spcBef>
              <a:spcAft>
                <a:spcPts val="0"/>
              </a:spcAft>
              <a:buSzPts val="1400"/>
              <a:buNone/>
            </a:pPr>
            <a:r>
              <a:rPr lang="en-US"/>
              <a:t>4.2.2 - Wildcard Mask Types (Cont.)</a:t>
            </a:r>
            <a:endParaRPr/>
          </a:p>
        </p:txBody>
      </p:sp>
      <p:sp>
        <p:nvSpPr>
          <p:cNvPr id="343" name="Google Shape;343;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0" name="Google Shape;350;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4.2 - Wildcard Masks in ACLs</a:t>
            </a:r>
            <a:endParaRPr/>
          </a:p>
          <a:p>
            <a:pPr marL="0" lvl="0" indent="0" algn="l" rtl="0">
              <a:lnSpc>
                <a:spcPct val="100000"/>
              </a:lnSpc>
              <a:spcBef>
                <a:spcPts val="0"/>
              </a:spcBef>
              <a:spcAft>
                <a:spcPts val="0"/>
              </a:spcAft>
              <a:buSzPts val="1400"/>
              <a:buNone/>
            </a:pPr>
            <a:r>
              <a:rPr lang="en-US"/>
              <a:t>4.2.3 - Wildcard Mask Calculation</a:t>
            </a:r>
            <a:endParaRPr/>
          </a:p>
        </p:txBody>
      </p:sp>
      <p:sp>
        <p:nvSpPr>
          <p:cNvPr id="351" name="Google Shape;351;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4.2 - Wildcard Masks in ACLs</a:t>
            </a:r>
            <a:endParaRPr/>
          </a:p>
          <a:p>
            <a:pPr marL="0" lvl="0" indent="0" algn="l" rtl="0">
              <a:lnSpc>
                <a:spcPct val="100000"/>
              </a:lnSpc>
              <a:spcBef>
                <a:spcPts val="0"/>
              </a:spcBef>
              <a:spcAft>
                <a:spcPts val="0"/>
              </a:spcAft>
              <a:buSzPts val="1400"/>
              <a:buNone/>
            </a:pPr>
            <a:r>
              <a:rPr lang="en-US"/>
              <a:t>4.2.4 - Wildcard Mask Keywords</a:t>
            </a:r>
            <a:endParaRPr/>
          </a:p>
          <a:p>
            <a:pPr marL="0" lvl="0" indent="0" algn="l" rtl="0">
              <a:lnSpc>
                <a:spcPct val="100000"/>
              </a:lnSpc>
              <a:spcBef>
                <a:spcPts val="0"/>
              </a:spcBef>
              <a:spcAft>
                <a:spcPts val="0"/>
              </a:spcAft>
              <a:buSzPts val="1400"/>
              <a:buNone/>
            </a:pPr>
            <a:r>
              <a:rPr lang="en-US"/>
              <a:t>4.2.5 - Check Your Understanding - Wildcard Masks in ACLs</a:t>
            </a:r>
            <a:endParaRPr/>
          </a:p>
        </p:txBody>
      </p:sp>
      <p:sp>
        <p:nvSpPr>
          <p:cNvPr id="358" name="Google Shape;358;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4.3 - Guidelines for ACLs</a:t>
            </a:r>
            <a:endParaRPr/>
          </a:p>
        </p:txBody>
      </p:sp>
      <p:sp>
        <p:nvSpPr>
          <p:cNvPr id="365" name="Google Shape;365;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4.3 - Guidelines for ACLs</a:t>
            </a:r>
            <a:endParaRPr/>
          </a:p>
          <a:p>
            <a:pPr marL="0" lvl="0" indent="0" algn="l" rtl="0">
              <a:lnSpc>
                <a:spcPct val="100000"/>
              </a:lnSpc>
              <a:spcBef>
                <a:spcPts val="0"/>
              </a:spcBef>
              <a:spcAft>
                <a:spcPts val="0"/>
              </a:spcAft>
              <a:buSzPts val="1400"/>
              <a:buNone/>
            </a:pPr>
            <a:r>
              <a:rPr lang="en-US"/>
              <a:t>4.3.1 - Limited Number of ACLs per Interface</a:t>
            </a:r>
            <a:endParaRPr/>
          </a:p>
        </p:txBody>
      </p:sp>
      <p:sp>
        <p:nvSpPr>
          <p:cNvPr id="371" name="Google Shape;371;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9" name="Google Shape;379;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4.3 - Guidelines for ACLs</a:t>
            </a:r>
            <a:endParaRPr/>
          </a:p>
          <a:p>
            <a:pPr marL="0" lvl="0" indent="0" algn="l" rtl="0">
              <a:lnSpc>
                <a:spcPct val="100000"/>
              </a:lnSpc>
              <a:spcBef>
                <a:spcPts val="0"/>
              </a:spcBef>
              <a:spcAft>
                <a:spcPts val="0"/>
              </a:spcAft>
              <a:buSzPts val="1400"/>
              <a:buNone/>
            </a:pPr>
            <a:r>
              <a:rPr lang="en-US"/>
              <a:t>4.3.1 - Limited Number of ACLs per Interface</a:t>
            </a:r>
            <a:endParaRPr/>
          </a:p>
          <a:p>
            <a:pPr marL="0" lvl="0" indent="0" algn="l" rtl="0">
              <a:lnSpc>
                <a:spcPct val="100000"/>
              </a:lnSpc>
              <a:spcBef>
                <a:spcPts val="0"/>
              </a:spcBef>
              <a:spcAft>
                <a:spcPts val="0"/>
              </a:spcAft>
              <a:buSzPts val="1400"/>
              <a:buNone/>
            </a:pPr>
            <a:r>
              <a:rPr lang="en-US"/>
              <a:t>4.3.2 - Check Your Understanding - Guidelines for ACL Creation</a:t>
            </a:r>
            <a:endParaRPr/>
          </a:p>
        </p:txBody>
      </p:sp>
      <p:sp>
        <p:nvSpPr>
          <p:cNvPr id="380" name="Google Shape;380;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4.4 - Types of IPv4 ACLs</a:t>
            </a:r>
            <a:endParaRPr/>
          </a:p>
        </p:txBody>
      </p:sp>
      <p:sp>
        <p:nvSpPr>
          <p:cNvPr id="388" name="Google Shape;388;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3" name="Google Shape;393;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4.4 - Types of IPv4 ACLs</a:t>
            </a:r>
            <a:endParaRPr/>
          </a:p>
          <a:p>
            <a:pPr marL="0" lvl="0" indent="0" algn="l" rtl="0">
              <a:lnSpc>
                <a:spcPct val="100000"/>
              </a:lnSpc>
              <a:spcBef>
                <a:spcPts val="0"/>
              </a:spcBef>
              <a:spcAft>
                <a:spcPts val="0"/>
              </a:spcAft>
              <a:buSzPts val="1400"/>
              <a:buNone/>
            </a:pPr>
            <a:r>
              <a:rPr lang="en-US"/>
              <a:t>4.4.1 - Standard and Extended ACLs</a:t>
            </a:r>
            <a:endParaRPr/>
          </a:p>
        </p:txBody>
      </p:sp>
      <p:sp>
        <p:nvSpPr>
          <p:cNvPr id="394" name="Google Shape;394;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4.4 - Types of IPv4 ACLs</a:t>
            </a:r>
            <a:endParaRPr/>
          </a:p>
          <a:p>
            <a:pPr marL="0" lvl="0" indent="0" algn="l" rtl="0">
              <a:lnSpc>
                <a:spcPct val="100000"/>
              </a:lnSpc>
              <a:spcBef>
                <a:spcPts val="0"/>
              </a:spcBef>
              <a:spcAft>
                <a:spcPts val="0"/>
              </a:spcAft>
              <a:buSzPts val="1400"/>
              <a:buNone/>
            </a:pPr>
            <a:r>
              <a:rPr lang="en-US"/>
              <a:t>4.4.2 - Numbered and Named ACLs</a:t>
            </a:r>
            <a:endParaRPr/>
          </a:p>
        </p:txBody>
      </p:sp>
      <p:sp>
        <p:nvSpPr>
          <p:cNvPr id="401" name="Google Shape;401;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4.4 - Types of IPv4 ACLs</a:t>
            </a:r>
            <a:endParaRPr/>
          </a:p>
          <a:p>
            <a:pPr marL="0" lvl="0" indent="0" algn="l" rtl="0">
              <a:lnSpc>
                <a:spcPct val="100000"/>
              </a:lnSpc>
              <a:spcBef>
                <a:spcPts val="0"/>
              </a:spcBef>
              <a:spcAft>
                <a:spcPts val="0"/>
              </a:spcAft>
              <a:buSzPts val="1400"/>
              <a:buNone/>
            </a:pPr>
            <a:r>
              <a:rPr lang="en-US"/>
              <a:t>4.4.2 - Numbered and Named ACLs (Cont.)</a:t>
            </a:r>
            <a:endParaRPr/>
          </a:p>
        </p:txBody>
      </p:sp>
      <p:sp>
        <p:nvSpPr>
          <p:cNvPr id="409" name="Google Shape;409;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4.4 - Types of IPv4 ACLs</a:t>
            </a:r>
            <a:endParaRPr/>
          </a:p>
          <a:p>
            <a:pPr marL="0" lvl="0" indent="0" algn="l" rtl="0">
              <a:lnSpc>
                <a:spcPct val="100000"/>
              </a:lnSpc>
              <a:spcBef>
                <a:spcPts val="0"/>
              </a:spcBef>
              <a:spcAft>
                <a:spcPts val="0"/>
              </a:spcAft>
              <a:buSzPts val="1400"/>
              <a:buNone/>
            </a:pPr>
            <a:r>
              <a:rPr lang="en-US"/>
              <a:t>4.4.3 - Where to Place ACLs</a:t>
            </a:r>
            <a:endParaRPr/>
          </a:p>
        </p:txBody>
      </p:sp>
      <p:sp>
        <p:nvSpPr>
          <p:cNvPr id="417" name="Google Shape;417;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4" name="Google Shape;424;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4.4 - Types of IPv4 ACLs</a:t>
            </a:r>
            <a:endParaRPr/>
          </a:p>
          <a:p>
            <a:pPr marL="0" lvl="0" indent="0" algn="l" rtl="0">
              <a:lnSpc>
                <a:spcPct val="100000"/>
              </a:lnSpc>
              <a:spcBef>
                <a:spcPts val="0"/>
              </a:spcBef>
              <a:spcAft>
                <a:spcPts val="0"/>
              </a:spcAft>
              <a:buSzPts val="1400"/>
              <a:buNone/>
            </a:pPr>
            <a:r>
              <a:rPr lang="en-US"/>
              <a:t>4.4.3 - Where to Place ACLs (Cont.)</a:t>
            </a:r>
            <a:endParaRPr/>
          </a:p>
        </p:txBody>
      </p:sp>
      <p:sp>
        <p:nvSpPr>
          <p:cNvPr id="425" name="Google Shape;425;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4.4 - Types of IPv4 ACLs</a:t>
            </a:r>
            <a:endParaRPr/>
          </a:p>
          <a:p>
            <a:pPr marL="0" lvl="0" indent="0" algn="l" rtl="0">
              <a:lnSpc>
                <a:spcPct val="100000"/>
              </a:lnSpc>
              <a:spcBef>
                <a:spcPts val="0"/>
              </a:spcBef>
              <a:spcAft>
                <a:spcPts val="0"/>
              </a:spcAft>
              <a:buSzPts val="1400"/>
              <a:buNone/>
            </a:pPr>
            <a:r>
              <a:rPr lang="en-US"/>
              <a:t>4.4.4 - Standard ACL Placement Example</a:t>
            </a:r>
            <a:endParaRPr/>
          </a:p>
        </p:txBody>
      </p:sp>
      <p:sp>
        <p:nvSpPr>
          <p:cNvPr id="432" name="Google Shape;432;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9" name="Google Shape;439;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4.4 - Types of IPv4 ACLs</a:t>
            </a:r>
            <a:endParaRPr/>
          </a:p>
          <a:p>
            <a:pPr marL="0" marR="0" lvl="0" indent="0" algn="l" rtl="0">
              <a:lnSpc>
                <a:spcPct val="100000"/>
              </a:lnSpc>
              <a:spcBef>
                <a:spcPts val="0"/>
              </a:spcBef>
              <a:spcAft>
                <a:spcPts val="0"/>
              </a:spcAft>
              <a:buClr>
                <a:schemeClr val="dk1"/>
              </a:buClr>
              <a:buSzPts val="1200"/>
              <a:buFont typeface="Calibri"/>
              <a:buNone/>
            </a:pPr>
            <a:r>
              <a:rPr lang="en-US"/>
              <a:t>4.4.4 - Standard ACL Placement Example (Cont.)</a:t>
            </a:r>
            <a:endParaRPr/>
          </a:p>
        </p:txBody>
      </p:sp>
      <p:sp>
        <p:nvSpPr>
          <p:cNvPr id="440" name="Google Shape;440;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7" name="Google Shape;447;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4.4 - Types of IPv4 ACLs</a:t>
            </a:r>
            <a:endParaRPr/>
          </a:p>
          <a:p>
            <a:pPr marL="0" marR="0" lvl="0" indent="0" algn="l" rtl="0">
              <a:lnSpc>
                <a:spcPct val="100000"/>
              </a:lnSpc>
              <a:spcBef>
                <a:spcPts val="0"/>
              </a:spcBef>
              <a:spcAft>
                <a:spcPts val="0"/>
              </a:spcAft>
              <a:buClr>
                <a:schemeClr val="dk1"/>
              </a:buClr>
              <a:buSzPts val="1200"/>
              <a:buFont typeface="Calibri"/>
              <a:buNone/>
            </a:pPr>
            <a:r>
              <a:rPr lang="en-US"/>
              <a:t>4.4.5 - Extended ACL Placement Example </a:t>
            </a:r>
            <a:endParaRPr/>
          </a:p>
        </p:txBody>
      </p:sp>
      <p:sp>
        <p:nvSpPr>
          <p:cNvPr id="448" name="Google Shape;448;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5" name="Google Shape;455;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4.4 - Types of IPv4 ACLs</a:t>
            </a:r>
            <a:endParaRPr/>
          </a:p>
          <a:p>
            <a:pPr marL="0" marR="0" lvl="0" indent="0" algn="l" rtl="0">
              <a:lnSpc>
                <a:spcPct val="100000"/>
              </a:lnSpc>
              <a:spcBef>
                <a:spcPts val="0"/>
              </a:spcBef>
              <a:spcAft>
                <a:spcPts val="0"/>
              </a:spcAft>
              <a:buClr>
                <a:schemeClr val="dk1"/>
              </a:buClr>
              <a:buSzPts val="1200"/>
              <a:buFont typeface="Calibri"/>
              <a:buNone/>
            </a:pPr>
            <a:r>
              <a:rPr lang="en-US"/>
              <a:t>4.4.5 - Extended ACL Placement Example (Cont.)</a:t>
            </a:r>
            <a:endParaRPr/>
          </a:p>
          <a:p>
            <a:pPr marL="0" marR="0" lvl="0" indent="0" algn="l" rtl="0">
              <a:lnSpc>
                <a:spcPct val="100000"/>
              </a:lnSpc>
              <a:spcBef>
                <a:spcPts val="0"/>
              </a:spcBef>
              <a:spcAft>
                <a:spcPts val="0"/>
              </a:spcAft>
              <a:buClr>
                <a:schemeClr val="dk1"/>
              </a:buClr>
              <a:buSzPts val="1200"/>
              <a:buFont typeface="Calibri"/>
              <a:buNone/>
            </a:pPr>
            <a:r>
              <a:rPr lang="en-US"/>
              <a:t>4.4.5 - Check Your Understanding - Guidelines for ACL Placement</a:t>
            </a:r>
            <a:endParaRPr/>
          </a:p>
        </p:txBody>
      </p:sp>
      <p:sp>
        <p:nvSpPr>
          <p:cNvPr id="456" name="Google Shape;456;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3" name="Google Shape;463;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4.5 - Module Practice and Quiz</a:t>
            </a:r>
            <a:endParaRPr/>
          </a:p>
          <a:p>
            <a:pPr marL="0" lvl="0" indent="0" algn="l" rtl="0">
              <a:lnSpc>
                <a:spcPct val="100000"/>
              </a:lnSpc>
              <a:spcBef>
                <a:spcPts val="0"/>
              </a:spcBef>
              <a:spcAft>
                <a:spcPts val="0"/>
              </a:spcAft>
              <a:buClr>
                <a:schemeClr val="dk1"/>
              </a:buClr>
              <a:buSzPts val="1200"/>
              <a:buFont typeface="Calibri"/>
              <a:buNone/>
            </a:pPr>
            <a:endParaRPr/>
          </a:p>
        </p:txBody>
      </p:sp>
      <p:sp>
        <p:nvSpPr>
          <p:cNvPr id="464" name="Google Shape;464;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33</a:t>
            </a:fld>
            <a:endParaRPr sz="800">
              <a:solidFill>
                <a:srgbClr val="000000"/>
              </a:solidFill>
              <a:latin typeface="Arial"/>
              <a:ea typeface="Arial"/>
              <a:cs typeface="Arial"/>
              <a:sym typeface="Arial"/>
            </a:endParaRPr>
          </a:p>
        </p:txBody>
      </p:sp>
      <p:sp>
        <p:nvSpPr>
          <p:cNvPr id="469" name="Google Shape;469;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0" name="Google Shape;470;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4.5 - Module Practice and Quiz</a:t>
            </a:r>
            <a:endParaRPr/>
          </a:p>
          <a:p>
            <a:pPr marL="0" lvl="0" indent="0" algn="l" rtl="0">
              <a:lnSpc>
                <a:spcPct val="100000"/>
              </a:lnSpc>
              <a:spcBef>
                <a:spcPts val="0"/>
              </a:spcBef>
              <a:spcAft>
                <a:spcPts val="0"/>
              </a:spcAft>
              <a:buSzPts val="1400"/>
              <a:buNone/>
            </a:pPr>
            <a:r>
              <a:rPr lang="en-US"/>
              <a:t>4.5.1 - What Did I Learn In This Module?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34</a:t>
            </a:fld>
            <a:endParaRPr sz="800">
              <a:solidFill>
                <a:srgbClr val="000000"/>
              </a:solidFill>
              <a:latin typeface="Arial"/>
              <a:ea typeface="Arial"/>
              <a:cs typeface="Arial"/>
              <a:sym typeface="Arial"/>
            </a:endParaRPr>
          </a:p>
        </p:txBody>
      </p:sp>
      <p:sp>
        <p:nvSpPr>
          <p:cNvPr id="476" name="Google Shape;4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7" name="Google Shape;477;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4.5 - Module Practice and Quiz</a:t>
            </a:r>
            <a:endParaRPr/>
          </a:p>
          <a:p>
            <a:pPr marL="0" lvl="0" indent="0" algn="l" rtl="0">
              <a:lnSpc>
                <a:spcPct val="100000"/>
              </a:lnSpc>
              <a:spcBef>
                <a:spcPts val="0"/>
              </a:spcBef>
              <a:spcAft>
                <a:spcPts val="0"/>
              </a:spcAft>
              <a:buSzPts val="1400"/>
              <a:buNone/>
            </a:pPr>
            <a:r>
              <a:rPr lang="en-US"/>
              <a:t>4.5.1 - What Did I Learn In This Module? (Cont.)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35</a:t>
            </a:fld>
            <a:endParaRPr sz="800">
              <a:solidFill>
                <a:srgbClr val="000000"/>
              </a:solidFill>
              <a:latin typeface="Arial"/>
              <a:ea typeface="Arial"/>
              <a:cs typeface="Arial"/>
              <a:sym typeface="Arial"/>
            </a:endParaRPr>
          </a:p>
        </p:txBody>
      </p:sp>
      <p:sp>
        <p:nvSpPr>
          <p:cNvPr id="483" name="Google Shape;48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4" name="Google Shape;484;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4 - ACL Concepts</a:t>
            </a:r>
            <a:endParaRPr/>
          </a:p>
          <a:p>
            <a:pPr marL="0" lvl="0" indent="0" algn="l" rtl="0">
              <a:lnSpc>
                <a:spcPct val="100000"/>
              </a:lnSpc>
              <a:spcBef>
                <a:spcPts val="0"/>
              </a:spcBef>
              <a:spcAft>
                <a:spcPts val="0"/>
              </a:spcAft>
              <a:buSzPts val="1400"/>
              <a:buNone/>
            </a:pPr>
            <a:r>
              <a:rPr lang="en-US"/>
              <a:t>4.5 - Module Practice and Quiz</a:t>
            </a:r>
            <a:endParaRPr/>
          </a:p>
          <a:p>
            <a:pPr marL="0" lvl="0" indent="0" algn="l" rtl="0">
              <a:lnSpc>
                <a:spcPct val="100000"/>
              </a:lnSpc>
              <a:spcBef>
                <a:spcPts val="0"/>
              </a:spcBef>
              <a:spcAft>
                <a:spcPts val="0"/>
              </a:spcAft>
              <a:buSzPts val="1400"/>
              <a:buNone/>
            </a:pPr>
            <a:r>
              <a:rPr lang="en-US"/>
              <a:t>4.5.1 - What Did I Learn In This Module? (Cont.)</a:t>
            </a:r>
            <a:endParaRPr/>
          </a:p>
          <a:p>
            <a:pPr marL="0" lvl="0" indent="0" algn="l" rtl="0">
              <a:lnSpc>
                <a:spcPct val="100000"/>
              </a:lnSpc>
              <a:spcBef>
                <a:spcPts val="0"/>
              </a:spcBef>
              <a:spcAft>
                <a:spcPts val="0"/>
              </a:spcAft>
              <a:buSzPts val="1400"/>
              <a:buNone/>
            </a:pPr>
            <a:r>
              <a:rPr lang="en-US"/>
              <a:t>4.5.2 - Module Quiz - ACL Concepts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36</a:t>
            </a:fld>
            <a:endParaRPr sz="800">
              <a:solidFill>
                <a:srgbClr val="000000"/>
              </a:solidFill>
              <a:latin typeface="Arial"/>
              <a:ea typeface="Arial"/>
              <a:cs typeface="Arial"/>
              <a:sym typeface="Arial"/>
            </a:endParaRPr>
          </a:p>
        </p:txBody>
      </p:sp>
      <p:sp>
        <p:nvSpPr>
          <p:cNvPr id="490" name="Google Shape;490;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1" name="Google Shape;491;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chemeClr val="dk1"/>
              </a:buClr>
              <a:buSzPts val="1200"/>
              <a:buFont typeface="Calibri"/>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7" name="Google Shape;497;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8" name="Google Shape;498;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3_Title Slide-animated gradient">
  <p:cSld name="3_Title Slide-animated gradient">
    <p:bg>
      <p:bgPr>
        <a:solidFill>
          <a:schemeClr val="accent5"/>
        </a:solidFill>
        <a:effectLst/>
      </p:bgPr>
    </p:bg>
    <p:spTree>
      <p:nvGrpSpPr>
        <p:cNvPr id="1" name="Shape 28"/>
        <p:cNvGrpSpPr/>
        <p:nvPr/>
      </p:nvGrpSpPr>
      <p:grpSpPr>
        <a:xfrm>
          <a:off x="0" y="0"/>
          <a:ext cx="0" cy="0"/>
          <a:chOff x="0" y="0"/>
          <a:chExt cx="0" cy="0"/>
        </a:xfrm>
      </p:grpSpPr>
      <p:pic>
        <p:nvPicPr>
          <p:cNvPr id="29" name="Google Shape;29;p38"/>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0" name="Google Shape;30;p38"/>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lnSpc>
                <a:spcPct val="100000"/>
              </a:lnSpc>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lnSpc>
                <a:spcPct val="100000"/>
              </a:lnSpc>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lnSpc>
                <a:spcPct val="100000"/>
              </a:lnSpc>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lnSpc>
                <a:spcPct val="100000"/>
              </a:lnSpc>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31" name="Google Shape;31;p38"/>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2" name="Google Shape;32;p38"/>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3" name="Google Shape;33;p38"/>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lt2"/>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4" name="Google Shape;34;p38"/>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rgbClr val="38C6F4"/>
              </a:buClr>
              <a:buSzPts val="3600"/>
              <a:buFont typeface="Arial"/>
              <a:buNone/>
              <a:defRPr sz="3600" b="0" i="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grpSp>
        <p:nvGrpSpPr>
          <p:cNvPr id="35" name="Google Shape;35;p38"/>
          <p:cNvGrpSpPr/>
          <p:nvPr/>
        </p:nvGrpSpPr>
        <p:grpSpPr>
          <a:xfrm>
            <a:off x="492125" y="395288"/>
            <a:ext cx="796924" cy="423863"/>
            <a:chOff x="310" y="249"/>
            <a:chExt cx="502" cy="267"/>
          </a:xfrm>
        </p:grpSpPr>
        <p:sp>
          <p:nvSpPr>
            <p:cNvPr id="36" name="Google Shape;36;p38"/>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7" name="Google Shape;37;p38"/>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8" name="Google Shape;38;p38"/>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9" name="Google Shape;39;p38"/>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0" name="Google Shape;40;p38"/>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1" name="Google Shape;41;p38"/>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2" name="Google Shape;42;p38"/>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3" name="Google Shape;43;p38"/>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4" name="Google Shape;44;p38"/>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5" name="Google Shape;45;p38"/>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38"/>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7" name="Google Shape;47;p38"/>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8" name="Google Shape;48;p38"/>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9" name="Google Shape;49;p38"/>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0"/>
        <p:cNvGrpSpPr/>
        <p:nvPr/>
      </p:nvGrpSpPr>
      <p:grpSpPr>
        <a:xfrm>
          <a:off x="0" y="0"/>
          <a:ext cx="0" cy="0"/>
          <a:chOff x="0" y="0"/>
          <a:chExt cx="0" cy="0"/>
        </a:xfrm>
      </p:grpSpPr>
      <p:sp>
        <p:nvSpPr>
          <p:cNvPr id="51" name="Google Shape;51;p39"/>
          <p:cNvSpPr txBox="1">
            <a:spLocks noGrp="1"/>
          </p:cNvSpPr>
          <p:nvPr>
            <p:ph type="sldNum" idx="12"/>
          </p:nvPr>
        </p:nvSpPr>
        <p:spPr>
          <a:xfrm>
            <a:off x="8473441" y="4954263"/>
            <a:ext cx="676910" cy="189238"/>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25"/>
              <a:buFont typeface="Arial"/>
              <a:buNone/>
              <a:defRPr sz="525"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525"/>
              <a:buFont typeface="Arial"/>
              <a:buNone/>
              <a:defRPr sz="525"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525"/>
              <a:buFont typeface="Arial"/>
              <a:buNone/>
              <a:defRPr sz="525"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525"/>
              <a:buFont typeface="Arial"/>
              <a:buNone/>
              <a:defRPr sz="525"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525"/>
              <a:buFont typeface="Arial"/>
              <a:buNone/>
              <a:defRPr sz="525"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525"/>
              <a:buFont typeface="Arial"/>
              <a:buNone/>
              <a:defRPr sz="525"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525"/>
              <a:buFont typeface="Arial"/>
              <a:buNone/>
              <a:defRPr sz="525"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525"/>
              <a:buFont typeface="Arial"/>
              <a:buNone/>
              <a:defRPr sz="525"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525"/>
              <a:buFont typeface="Arial"/>
              <a:buNone/>
              <a:defRPr sz="525"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52" name="Google Shape;52;p39"/>
          <p:cNvSpPr txBox="1">
            <a:spLocks noGrp="1"/>
          </p:cNvSpPr>
          <p:nvPr>
            <p:ph type="body" idx="1"/>
          </p:nvPr>
        </p:nvSpPr>
        <p:spPr>
          <a:xfrm>
            <a:off x="144065" y="798944"/>
            <a:ext cx="8853286" cy="4155319"/>
          </a:xfrm>
          <a:prstGeom prst="rect">
            <a:avLst/>
          </a:prstGeom>
          <a:noFill/>
          <a:ln>
            <a:noFill/>
          </a:ln>
        </p:spPr>
        <p:txBody>
          <a:bodyPr spcFirstLastPara="1" wrap="square" lIns="91425" tIns="45700" rIns="182875" bIns="45700" anchor="t" anchorCtr="0">
            <a:noAutofit/>
          </a:bodyPr>
          <a:lstStyle>
            <a:lvl1pPr marL="457200" marR="0" lvl="0" indent="-314325" algn="l" rtl="0">
              <a:lnSpc>
                <a:spcPct val="100000"/>
              </a:lnSpc>
              <a:spcBef>
                <a:spcPts val="600"/>
              </a:spcBef>
              <a:spcAft>
                <a:spcPts val="0"/>
              </a:spcAft>
              <a:buClr>
                <a:schemeClr val="dk2"/>
              </a:buClr>
              <a:buSzPts val="1350"/>
              <a:buFont typeface="Noto Sans Symbols"/>
              <a:buChar char="▪"/>
              <a:defRPr sz="1500" b="0" i="0" u="none" strike="noStrike" cap="none">
                <a:solidFill>
                  <a:srgbClr val="000000"/>
                </a:solidFill>
                <a:latin typeface="Arial"/>
                <a:ea typeface="Arial"/>
                <a:cs typeface="Arial"/>
                <a:sym typeface="Arial"/>
              </a:defRPr>
            </a:lvl1pPr>
            <a:lvl2pPr marL="914400" marR="0" lvl="1" indent="-317500" algn="l" rtl="0">
              <a:lnSpc>
                <a:spcPct val="100000"/>
              </a:lnSpc>
              <a:spcBef>
                <a:spcPts val="6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04800" algn="l" rtl="0">
              <a:lnSpc>
                <a:spcPct val="100000"/>
              </a:lnSpc>
              <a:spcBef>
                <a:spcPts val="3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3pPr>
            <a:lvl4pPr marL="1828800" marR="0" lvl="3" indent="-298450" algn="l" rtl="0">
              <a:lnSpc>
                <a:spcPct val="10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3" name="Google Shape;53;p39"/>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2400"/>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3_Segue">
  <p:cSld name="3_Segue">
    <p:bg>
      <p:bgPr>
        <a:solidFill>
          <a:schemeClr val="lt1"/>
        </a:solidFill>
        <a:effectLst/>
      </p:bgPr>
    </p:bg>
    <p:spTree>
      <p:nvGrpSpPr>
        <p:cNvPr id="1" name="Shape 54"/>
        <p:cNvGrpSpPr/>
        <p:nvPr/>
      </p:nvGrpSpPr>
      <p:grpSpPr>
        <a:xfrm>
          <a:off x="0" y="0"/>
          <a:ext cx="0" cy="0"/>
          <a:chOff x="0" y="0"/>
          <a:chExt cx="0" cy="0"/>
        </a:xfrm>
      </p:grpSpPr>
      <p:sp>
        <p:nvSpPr>
          <p:cNvPr id="55" name="Google Shape;55;p40"/>
          <p:cNvSpPr/>
          <p:nvPr/>
        </p:nvSpPr>
        <p:spPr>
          <a:xfrm>
            <a:off x="0" y="0"/>
            <a:ext cx="9144000" cy="5143499"/>
          </a:xfrm>
          <a:prstGeom prst="rect">
            <a:avLst/>
          </a:prstGeom>
          <a:solidFill>
            <a:srgbClr val="00394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6" name="Google Shape;56;p40"/>
          <p:cNvSpPr txBox="1">
            <a:spLocks noGrp="1"/>
          </p:cNvSpPr>
          <p:nvPr>
            <p:ph type="ctrTitle"/>
          </p:nvPr>
        </p:nvSpPr>
        <p:spPr>
          <a:xfrm>
            <a:off x="416425" y="915409"/>
            <a:ext cx="7598042" cy="2569946"/>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chemeClr val="accent5"/>
              </a:buClr>
              <a:buSzPts val="4600"/>
              <a:buFont typeface="Arial"/>
              <a:buNone/>
              <a:defRPr sz="4600" b="0" i="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57" name="Google Shape;57;p40"/>
          <p:cNvSpPr/>
          <p:nvPr/>
        </p:nvSpPr>
        <p:spPr>
          <a:xfrm>
            <a:off x="8515707" y="4742907"/>
            <a:ext cx="218414" cy="154518"/>
          </a:xfrm>
          <a:prstGeom prst="rect">
            <a:avLst/>
          </a:prstGeom>
          <a:noFill/>
          <a:ln>
            <a:noFill/>
          </a:ln>
        </p:spPr>
        <p:txBody>
          <a:bodyPr spcFirstLastPara="1" wrap="square" lIns="61575" tIns="30775" rIns="61575" bIns="30775" anchor="b" anchorCtr="0">
            <a:spAutoFit/>
          </a:bodyPr>
          <a:lstStyle/>
          <a:p>
            <a:pPr marL="0" marR="0" lvl="0" indent="0" algn="r" rtl="0">
              <a:lnSpc>
                <a:spcPct val="100000"/>
              </a:lnSpc>
              <a:spcBef>
                <a:spcPts val="0"/>
              </a:spcBef>
              <a:spcAft>
                <a:spcPts val="0"/>
              </a:spcAft>
              <a:buClr>
                <a:srgbClr val="000000"/>
              </a:buClr>
              <a:buSzPts val="600"/>
              <a:buFont typeface="Arial"/>
              <a:buNone/>
            </a:pPr>
            <a:fld id="{00000000-1234-1234-1234-123412341234}" type="slidenum">
              <a:rPr lang="en-US" sz="600" b="0" i="0" u="none" strike="noStrike" cap="none">
                <a:solidFill>
                  <a:srgbClr val="076D8E"/>
                </a:solidFill>
                <a:latin typeface="Arial"/>
                <a:ea typeface="Arial"/>
                <a:cs typeface="Arial"/>
                <a:sym typeface="Arial"/>
              </a:rPr>
              <a:t>‹#›</a:t>
            </a:fld>
            <a:endParaRPr sz="600" b="0" i="0" u="none" strike="noStrike" cap="none">
              <a:solidFill>
                <a:srgbClr val="076D8E"/>
              </a:solidFill>
              <a:latin typeface="Arial"/>
              <a:ea typeface="Arial"/>
              <a:cs typeface="Arial"/>
              <a:sym typeface="Arial"/>
            </a:endParaRPr>
          </a:p>
        </p:txBody>
      </p:sp>
      <p:sp>
        <p:nvSpPr>
          <p:cNvPr id="58" name="Google Shape;58;p40"/>
          <p:cNvSpPr/>
          <p:nvPr/>
        </p:nvSpPr>
        <p:spPr>
          <a:xfrm>
            <a:off x="5867508" y="4741653"/>
            <a:ext cx="2658018" cy="154518"/>
          </a:xfrm>
          <a:prstGeom prst="rect">
            <a:avLst/>
          </a:prstGeom>
          <a:noFill/>
          <a:ln>
            <a:noFill/>
          </a:ln>
        </p:spPr>
        <p:txBody>
          <a:bodyPr spcFirstLastPara="1" wrap="square" lIns="61575" tIns="30775" rIns="61575" bIns="30775" anchor="b"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076D8E"/>
                </a:solidFill>
                <a:latin typeface="Arial"/>
                <a:ea typeface="Arial"/>
                <a:cs typeface="Arial"/>
                <a:sym typeface="Arial"/>
              </a:rPr>
              <a:t>© 2016  Cisco and/or its affiliates. All rights reserved.   Cisco Confidential</a:t>
            </a:r>
            <a:endParaRPr sz="1400" b="0" i="0" u="none" strike="noStrike" cap="none">
              <a:solidFill>
                <a:srgbClr val="000000"/>
              </a:solidFill>
              <a:latin typeface="Arial"/>
              <a:ea typeface="Arial"/>
              <a:cs typeface="Arial"/>
              <a:sym typeface="Arial"/>
            </a:endParaRPr>
          </a:p>
        </p:txBody>
      </p:sp>
      <p:grpSp>
        <p:nvGrpSpPr>
          <p:cNvPr id="59" name="Google Shape;59;p40"/>
          <p:cNvGrpSpPr/>
          <p:nvPr/>
        </p:nvGrpSpPr>
        <p:grpSpPr>
          <a:xfrm>
            <a:off x="508039" y="4715197"/>
            <a:ext cx="340257" cy="180974"/>
            <a:chOff x="310" y="249"/>
            <a:chExt cx="502" cy="267"/>
          </a:xfrm>
        </p:grpSpPr>
        <p:sp>
          <p:nvSpPr>
            <p:cNvPr id="60" name="Google Shape;60;p40"/>
            <p:cNvSpPr/>
            <p:nvPr/>
          </p:nvSpPr>
          <p:spPr>
            <a:xfrm>
              <a:off x="452" y="426"/>
              <a:ext cx="22" cy="88"/>
            </a:xfrm>
            <a:prstGeom prst="rect">
              <a:avLst/>
            </a:prstGeom>
            <a:solidFill>
              <a:srgbClr val="086D8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1" name="Google Shape;61;p40"/>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2" name="Google Shape;62;p40"/>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3" name="Google Shape;63;p40"/>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 name="Google Shape;64;p40"/>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5" name="Google Shape;65;p40"/>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6" name="Google Shape;66;p40"/>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7" name="Google Shape;67;p40"/>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8" name="Google Shape;68;p40"/>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9" name="Google Shape;69;p40"/>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0" name="Google Shape;70;p40"/>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1" name="Google Shape;71;p40"/>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2" name="Google Shape;72;p40"/>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3" name="Google Shape;73;p40"/>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ulti_Slide">
  <p:cSld name="Multi_Slide">
    <p:spTree>
      <p:nvGrpSpPr>
        <p:cNvPr id="1" name="Shape 74"/>
        <p:cNvGrpSpPr/>
        <p:nvPr/>
      </p:nvGrpSpPr>
      <p:grpSpPr>
        <a:xfrm>
          <a:off x="0" y="0"/>
          <a:ext cx="0" cy="0"/>
          <a:chOff x="0" y="0"/>
          <a:chExt cx="0" cy="0"/>
        </a:xfrm>
      </p:grpSpPr>
      <p:sp>
        <p:nvSpPr>
          <p:cNvPr id="75" name="Google Shape;75;p41"/>
          <p:cNvSpPr txBox="1">
            <a:spLocks noGrp="1"/>
          </p:cNvSpPr>
          <p:nvPr>
            <p:ph type="body" idx="1"/>
          </p:nvPr>
        </p:nvSpPr>
        <p:spPr>
          <a:xfrm>
            <a:off x="474662" y="1347788"/>
            <a:ext cx="8280057" cy="3073946"/>
          </a:xfrm>
          <a:prstGeom prst="rect">
            <a:avLst/>
          </a:prstGeom>
          <a:noFill/>
          <a:ln>
            <a:noFill/>
          </a:ln>
        </p:spPr>
        <p:txBody>
          <a:bodyPr spcFirstLastPara="1" wrap="square" lIns="91400" tIns="45700" rIns="91400" bIns="45700" anchor="t" anchorCtr="0">
            <a:noAutofit/>
          </a:bodyPr>
          <a:lstStyle>
            <a:lvl1pPr marL="457200" marR="0" lvl="0" indent="-228600" algn="ctr" rtl="0">
              <a:lnSpc>
                <a:spcPct val="100000"/>
              </a:lnSpc>
              <a:spcBef>
                <a:spcPts val="4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04800"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6" name="Google Shape;76;p41"/>
          <p:cNvSpPr txBox="1">
            <a:spLocks noGrp="1"/>
          </p:cNvSpPr>
          <p:nvPr>
            <p:ph type="title"/>
          </p:nvPr>
        </p:nvSpPr>
        <p:spPr>
          <a:xfrm>
            <a:off x="437766"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1_Closing Slide">
  <p:cSld name="1_Closing Slide">
    <p:bg>
      <p:bgPr>
        <a:solidFill>
          <a:schemeClr val="accent5"/>
        </a:solidFill>
        <a:effectLst/>
      </p:bgPr>
    </p:bg>
    <p:spTree>
      <p:nvGrpSpPr>
        <p:cNvPr id="1" name="Shape 77"/>
        <p:cNvGrpSpPr/>
        <p:nvPr/>
      </p:nvGrpSpPr>
      <p:grpSpPr>
        <a:xfrm>
          <a:off x="0" y="0"/>
          <a:ext cx="0" cy="0"/>
          <a:chOff x="0" y="0"/>
          <a:chExt cx="0" cy="0"/>
        </a:xfrm>
      </p:grpSpPr>
      <p:pic>
        <p:nvPicPr>
          <p:cNvPr id="78" name="Google Shape;78;p42"/>
          <p:cNvPicPr preferRelativeResize="0"/>
          <p:nvPr/>
        </p:nvPicPr>
        <p:blipFill rotWithShape="1">
          <a:blip r:embed="rId2">
            <a:alphaModFix/>
          </a:blip>
          <a:srcRect/>
          <a:stretch/>
        </p:blipFill>
        <p:spPr>
          <a:xfrm>
            <a:off x="0" y="1"/>
            <a:ext cx="9143999" cy="5165874"/>
          </a:xfrm>
          <a:prstGeom prst="rect">
            <a:avLst/>
          </a:prstGeom>
          <a:noFill/>
          <a:ln>
            <a:noFill/>
          </a:ln>
        </p:spPr>
      </p:pic>
      <p:grpSp>
        <p:nvGrpSpPr>
          <p:cNvPr id="79" name="Google Shape;79;p42"/>
          <p:cNvGrpSpPr/>
          <p:nvPr/>
        </p:nvGrpSpPr>
        <p:grpSpPr>
          <a:xfrm>
            <a:off x="3746294" y="2129856"/>
            <a:ext cx="1617944" cy="860542"/>
            <a:chOff x="310" y="249"/>
            <a:chExt cx="502" cy="267"/>
          </a:xfrm>
        </p:grpSpPr>
        <p:sp>
          <p:nvSpPr>
            <p:cNvPr id="80" name="Google Shape;80;p42"/>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1" name="Google Shape;81;p42"/>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2" name="Google Shape;82;p42"/>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3" name="Google Shape;83;p42"/>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4" name="Google Shape;84;p42"/>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5" name="Google Shape;85;p42"/>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6" name="Google Shape;86;p42"/>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7" name="Google Shape;87;p42"/>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8" name="Google Shape;88;p42"/>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9" name="Google Shape;89;p42"/>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0" name="Google Shape;90;p42"/>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1" name="Google Shape;91;p42"/>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2" name="Google Shape;92;p42"/>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3" name="Google Shape;93;p42"/>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5_Title Slide-animated gradient">
  <p:cSld name="5_Title Slide-animated gradient">
    <p:bg>
      <p:bgPr>
        <a:solidFill>
          <a:schemeClr val="accent5"/>
        </a:solidFill>
        <a:effectLst/>
      </p:bgPr>
    </p:bg>
    <p:spTree>
      <p:nvGrpSpPr>
        <p:cNvPr id="1" name="Shape 94"/>
        <p:cNvGrpSpPr/>
        <p:nvPr/>
      </p:nvGrpSpPr>
      <p:grpSpPr>
        <a:xfrm>
          <a:off x="0" y="0"/>
          <a:ext cx="0" cy="0"/>
          <a:chOff x="0" y="0"/>
          <a:chExt cx="0" cy="0"/>
        </a:xfrm>
      </p:grpSpPr>
      <p:sp>
        <p:nvSpPr>
          <p:cNvPr id="95" name="Google Shape;95;p43"/>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lnSpc>
                <a:spcPct val="100000"/>
              </a:lnSpc>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lnSpc>
                <a:spcPct val="100000"/>
              </a:lnSpc>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lnSpc>
                <a:spcPct val="100000"/>
              </a:lnSpc>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lnSpc>
                <a:spcPct val="100000"/>
              </a:lnSpc>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96" name="Google Shape;96;p43"/>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97" name="Google Shape;97;p43"/>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grpSp>
        <p:nvGrpSpPr>
          <p:cNvPr id="98" name="Google Shape;98;p43"/>
          <p:cNvGrpSpPr/>
          <p:nvPr/>
        </p:nvGrpSpPr>
        <p:grpSpPr>
          <a:xfrm>
            <a:off x="492125" y="395288"/>
            <a:ext cx="796924" cy="423863"/>
            <a:chOff x="310" y="249"/>
            <a:chExt cx="502" cy="267"/>
          </a:xfrm>
        </p:grpSpPr>
        <p:sp>
          <p:nvSpPr>
            <p:cNvPr id="99" name="Google Shape;99;p43"/>
            <p:cNvSpPr/>
            <p:nvPr/>
          </p:nvSpPr>
          <p:spPr>
            <a:xfrm>
              <a:off x="452" y="426"/>
              <a:ext cx="22" cy="88"/>
            </a:xfrm>
            <a:prstGeom prst="rect">
              <a:avLst/>
            </a:prstGeom>
            <a:solidFill>
              <a:srgbClr val="004C6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0" name="Google Shape;100;p43"/>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1" name="Google Shape;101;p43"/>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43"/>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3" name="Google Shape;103;p43"/>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4" name="Google Shape;104;p43"/>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5" name="Google Shape;105;p43"/>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6" name="Google Shape;106;p43"/>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7" name="Google Shape;107;p43"/>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8" name="Google Shape;108;p43"/>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9" name="Google Shape;109;p43"/>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0" name="Google Shape;110;p43"/>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1" name="Google Shape;111;p43"/>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2" name="Google Shape;112;p43"/>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113" name="Google Shape;113;p43"/>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14" name="Google Shape;114;p43"/>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chemeClr val="accent1"/>
              </a:buClr>
              <a:buSzPts val="3600"/>
              <a:buFont typeface="Arial"/>
              <a:buNone/>
              <a:defRPr sz="3600" b="0" i="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6_Title Slide-animated gradient">
  <p:cSld name="6_Title Slide-animated gradient">
    <p:bg>
      <p:bgPr>
        <a:solidFill>
          <a:schemeClr val="accent5"/>
        </a:solidFill>
        <a:effectLst/>
      </p:bgPr>
    </p:bg>
    <p:spTree>
      <p:nvGrpSpPr>
        <p:cNvPr id="1" name="Shape 115"/>
        <p:cNvGrpSpPr/>
        <p:nvPr/>
      </p:nvGrpSpPr>
      <p:grpSpPr>
        <a:xfrm>
          <a:off x="0" y="0"/>
          <a:ext cx="0" cy="0"/>
          <a:chOff x="0" y="0"/>
          <a:chExt cx="0" cy="0"/>
        </a:xfrm>
      </p:grpSpPr>
      <p:sp>
        <p:nvSpPr>
          <p:cNvPr id="116" name="Google Shape;116;p44"/>
          <p:cNvSpPr/>
          <p:nvPr/>
        </p:nvSpPr>
        <p:spPr>
          <a:xfrm>
            <a:off x="0" y="0"/>
            <a:ext cx="91440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7" name="Google Shape;117;p44"/>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lnSpc>
                <a:spcPct val="100000"/>
              </a:lnSpc>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lnSpc>
                <a:spcPct val="100000"/>
              </a:lnSpc>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lnSpc>
                <a:spcPct val="100000"/>
              </a:lnSpc>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lnSpc>
                <a:spcPct val="100000"/>
              </a:lnSpc>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118" name="Google Shape;118;p44"/>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19" name="Google Shape;119;p44"/>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grpSp>
        <p:nvGrpSpPr>
          <p:cNvPr id="120" name="Google Shape;120;p44"/>
          <p:cNvGrpSpPr/>
          <p:nvPr/>
        </p:nvGrpSpPr>
        <p:grpSpPr>
          <a:xfrm>
            <a:off x="492125" y="395288"/>
            <a:ext cx="796924" cy="423863"/>
            <a:chOff x="310" y="249"/>
            <a:chExt cx="502" cy="267"/>
          </a:xfrm>
        </p:grpSpPr>
        <p:sp>
          <p:nvSpPr>
            <p:cNvPr id="121" name="Google Shape;121;p44"/>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2" name="Google Shape;122;p44"/>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3" name="Google Shape;123;p44"/>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4" name="Google Shape;124;p44"/>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5" name="Google Shape;125;p44"/>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6" name="Google Shape;126;p44"/>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7" name="Google Shape;127;p44"/>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8" name="Google Shape;128;p44"/>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9" name="Google Shape;129;p44"/>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0" name="Google Shape;130;p44"/>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1" name="Google Shape;131;p44"/>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2" name="Google Shape;132;p44"/>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3" name="Google Shape;133;p44"/>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4" name="Google Shape;134;p44"/>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135" name="Google Shape;135;p44"/>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lt2"/>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36" name="Google Shape;136;p44"/>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rgbClr val="38C6F4"/>
              </a:buClr>
              <a:buSzPts val="3600"/>
              <a:buFont typeface="Arial"/>
              <a:buNone/>
              <a:defRPr sz="3600" b="0" i="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137"/>
        <p:cNvGrpSpPr/>
        <p:nvPr/>
      </p:nvGrpSpPr>
      <p:grpSpPr>
        <a:xfrm>
          <a:off x="0" y="0"/>
          <a:ext cx="0" cy="0"/>
          <a:chOff x="0" y="0"/>
          <a:chExt cx="0" cy="0"/>
        </a:xfrm>
      </p:grpSpPr>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Circled_Bullets">
  <p:cSld name="2_Circled_Bullets">
    <p:spTree>
      <p:nvGrpSpPr>
        <p:cNvPr id="1" name="Shape 138"/>
        <p:cNvGrpSpPr/>
        <p:nvPr/>
      </p:nvGrpSpPr>
      <p:grpSpPr>
        <a:xfrm>
          <a:off x="0" y="0"/>
          <a:ext cx="0" cy="0"/>
          <a:chOff x="0" y="0"/>
          <a:chExt cx="0" cy="0"/>
        </a:xfrm>
      </p:grpSpPr>
      <p:sp>
        <p:nvSpPr>
          <p:cNvPr id="139" name="Google Shape;139;p46"/>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140" name="Google Shape;140;p46"/>
          <p:cNvSpPr/>
          <p:nvPr/>
        </p:nvSpPr>
        <p:spPr>
          <a:xfrm>
            <a:off x="575610" y="2552550"/>
            <a:ext cx="698624" cy="698624"/>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rgbClr val="FFFFFF"/>
              </a:solidFill>
              <a:latin typeface="Arial"/>
              <a:ea typeface="Arial"/>
              <a:cs typeface="Arial"/>
              <a:sym typeface="Arial"/>
            </a:endParaRPr>
          </a:p>
        </p:txBody>
      </p:sp>
      <p:sp>
        <p:nvSpPr>
          <p:cNvPr id="141" name="Google Shape;141;p46"/>
          <p:cNvSpPr/>
          <p:nvPr/>
        </p:nvSpPr>
        <p:spPr>
          <a:xfrm>
            <a:off x="575610" y="1426607"/>
            <a:ext cx="698624" cy="698624"/>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lt1"/>
              </a:solidFill>
              <a:latin typeface="Arial"/>
              <a:ea typeface="Arial"/>
              <a:cs typeface="Arial"/>
              <a:sym typeface="Arial"/>
            </a:endParaRPr>
          </a:p>
        </p:txBody>
      </p:sp>
      <p:sp>
        <p:nvSpPr>
          <p:cNvPr id="142" name="Google Shape;142;p46"/>
          <p:cNvSpPr/>
          <p:nvPr/>
        </p:nvSpPr>
        <p:spPr>
          <a:xfrm>
            <a:off x="575610" y="3653093"/>
            <a:ext cx="698624" cy="698624"/>
          </a:xfrm>
          <a:prstGeom prst="ellipse">
            <a:avLst/>
          </a:prstGeom>
          <a:solidFill>
            <a:schemeClr val="accent5"/>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rgbClr val="049FD9"/>
              </a:solidFill>
              <a:latin typeface="Arial"/>
              <a:ea typeface="Arial"/>
              <a:cs typeface="Arial"/>
              <a:sym typeface="Arial"/>
            </a:endParaRPr>
          </a:p>
        </p:txBody>
      </p:sp>
      <p:sp>
        <p:nvSpPr>
          <p:cNvPr id="143" name="Google Shape;143;p46"/>
          <p:cNvSpPr txBox="1">
            <a:spLocks noGrp="1"/>
          </p:cNvSpPr>
          <p:nvPr>
            <p:ph type="body" idx="1"/>
          </p:nvPr>
        </p:nvSpPr>
        <p:spPr>
          <a:xfrm>
            <a:off x="1365250" y="1432522"/>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4" name="Google Shape;144;p46"/>
          <p:cNvSpPr txBox="1">
            <a:spLocks noGrp="1"/>
          </p:cNvSpPr>
          <p:nvPr>
            <p:ph type="body" idx="2"/>
          </p:nvPr>
        </p:nvSpPr>
        <p:spPr>
          <a:xfrm>
            <a:off x="1365250" y="2557793"/>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5" name="Google Shape;145;p46"/>
          <p:cNvSpPr txBox="1">
            <a:spLocks noGrp="1"/>
          </p:cNvSpPr>
          <p:nvPr>
            <p:ph type="body" idx="3"/>
          </p:nvPr>
        </p:nvSpPr>
        <p:spPr>
          <a:xfrm>
            <a:off x="1365250" y="3653093"/>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6" name="Google Shape;146;p46"/>
          <p:cNvSpPr txBox="1">
            <a:spLocks noGrp="1"/>
          </p:cNvSpPr>
          <p:nvPr>
            <p:ph type="body" idx="4"/>
          </p:nvPr>
        </p:nvSpPr>
        <p:spPr>
          <a:xfrm>
            <a:off x="575610" y="2552550"/>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7" name="Google Shape;147;p46"/>
          <p:cNvSpPr txBox="1">
            <a:spLocks noGrp="1"/>
          </p:cNvSpPr>
          <p:nvPr>
            <p:ph type="body" idx="5"/>
          </p:nvPr>
        </p:nvSpPr>
        <p:spPr>
          <a:xfrm>
            <a:off x="575611" y="3651140"/>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8" name="Google Shape;148;p46"/>
          <p:cNvSpPr txBox="1">
            <a:spLocks noGrp="1"/>
          </p:cNvSpPr>
          <p:nvPr>
            <p:ph type="body" idx="6"/>
          </p:nvPr>
        </p:nvSpPr>
        <p:spPr>
          <a:xfrm>
            <a:off x="575610" y="1427248"/>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5_Circled_Bullets">
  <p:cSld name="5_Circled_Bullets">
    <p:spTree>
      <p:nvGrpSpPr>
        <p:cNvPr id="1" name="Shape 149"/>
        <p:cNvGrpSpPr/>
        <p:nvPr/>
      </p:nvGrpSpPr>
      <p:grpSpPr>
        <a:xfrm>
          <a:off x="0" y="0"/>
          <a:ext cx="0" cy="0"/>
          <a:chOff x="0" y="0"/>
          <a:chExt cx="0" cy="0"/>
        </a:xfrm>
      </p:grpSpPr>
      <p:sp>
        <p:nvSpPr>
          <p:cNvPr id="150" name="Google Shape;150;p47"/>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151" name="Google Shape;151;p47"/>
          <p:cNvSpPr/>
          <p:nvPr/>
        </p:nvSpPr>
        <p:spPr>
          <a:xfrm>
            <a:off x="575611" y="1979318"/>
            <a:ext cx="464815" cy="464815"/>
          </a:xfrm>
          <a:prstGeom prst="ellipse">
            <a:avLst/>
          </a:prstGeom>
          <a:solidFill>
            <a:srgbClr val="38C6F4"/>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accent5"/>
              </a:solidFill>
              <a:latin typeface="Arial"/>
              <a:ea typeface="Arial"/>
              <a:cs typeface="Arial"/>
              <a:sym typeface="Arial"/>
            </a:endParaRPr>
          </a:p>
        </p:txBody>
      </p:sp>
      <p:sp>
        <p:nvSpPr>
          <p:cNvPr id="152" name="Google Shape;152;p47"/>
          <p:cNvSpPr/>
          <p:nvPr/>
        </p:nvSpPr>
        <p:spPr>
          <a:xfrm>
            <a:off x="575610" y="1328927"/>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accent5"/>
              </a:solidFill>
              <a:latin typeface="Arial"/>
              <a:ea typeface="Arial"/>
              <a:cs typeface="Arial"/>
              <a:sym typeface="Arial"/>
            </a:endParaRPr>
          </a:p>
        </p:txBody>
      </p:sp>
      <p:sp>
        <p:nvSpPr>
          <p:cNvPr id="153" name="Google Shape;153;p47"/>
          <p:cNvSpPr/>
          <p:nvPr/>
        </p:nvSpPr>
        <p:spPr>
          <a:xfrm>
            <a:off x="575611" y="2627446"/>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accent5"/>
              </a:solidFill>
              <a:latin typeface="Arial"/>
              <a:ea typeface="Arial"/>
              <a:cs typeface="Arial"/>
              <a:sym typeface="Arial"/>
            </a:endParaRPr>
          </a:p>
        </p:txBody>
      </p:sp>
      <p:sp>
        <p:nvSpPr>
          <p:cNvPr id="154" name="Google Shape;154;p47"/>
          <p:cNvSpPr txBox="1">
            <a:spLocks noGrp="1"/>
          </p:cNvSpPr>
          <p:nvPr>
            <p:ph type="body" idx="1"/>
          </p:nvPr>
        </p:nvSpPr>
        <p:spPr>
          <a:xfrm>
            <a:off x="1172384" y="1334842"/>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5" name="Google Shape;155;p47"/>
          <p:cNvSpPr txBox="1">
            <a:spLocks noGrp="1"/>
          </p:cNvSpPr>
          <p:nvPr>
            <p:ph type="body" idx="2"/>
          </p:nvPr>
        </p:nvSpPr>
        <p:spPr>
          <a:xfrm>
            <a:off x="1172385" y="1984561"/>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6" name="Google Shape;156;p47"/>
          <p:cNvSpPr txBox="1">
            <a:spLocks noGrp="1"/>
          </p:cNvSpPr>
          <p:nvPr>
            <p:ph type="body" idx="3"/>
          </p:nvPr>
        </p:nvSpPr>
        <p:spPr>
          <a:xfrm>
            <a:off x="1172385" y="2627446"/>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7" name="Google Shape;157;p47"/>
          <p:cNvSpPr txBox="1">
            <a:spLocks noGrp="1"/>
          </p:cNvSpPr>
          <p:nvPr>
            <p:ph type="body" idx="4"/>
          </p:nvPr>
        </p:nvSpPr>
        <p:spPr>
          <a:xfrm>
            <a:off x="575611" y="1327521"/>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8" name="Google Shape;158;p47"/>
          <p:cNvSpPr txBox="1">
            <a:spLocks noGrp="1"/>
          </p:cNvSpPr>
          <p:nvPr>
            <p:ph type="body" idx="5"/>
          </p:nvPr>
        </p:nvSpPr>
        <p:spPr>
          <a:xfrm>
            <a:off x="575611" y="197931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9" name="Google Shape;159;p47"/>
          <p:cNvSpPr txBox="1">
            <a:spLocks noGrp="1"/>
          </p:cNvSpPr>
          <p:nvPr>
            <p:ph type="body" idx="6"/>
          </p:nvPr>
        </p:nvSpPr>
        <p:spPr>
          <a:xfrm>
            <a:off x="575612" y="262549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0" name="Google Shape;160;p47"/>
          <p:cNvSpPr/>
          <p:nvPr/>
        </p:nvSpPr>
        <p:spPr>
          <a:xfrm>
            <a:off x="575612" y="3274581"/>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accent5"/>
              </a:solidFill>
              <a:latin typeface="Arial"/>
              <a:ea typeface="Arial"/>
              <a:cs typeface="Arial"/>
              <a:sym typeface="Arial"/>
            </a:endParaRPr>
          </a:p>
        </p:txBody>
      </p:sp>
      <p:sp>
        <p:nvSpPr>
          <p:cNvPr id="161" name="Google Shape;161;p47"/>
          <p:cNvSpPr txBox="1">
            <a:spLocks noGrp="1"/>
          </p:cNvSpPr>
          <p:nvPr>
            <p:ph type="body" idx="7"/>
          </p:nvPr>
        </p:nvSpPr>
        <p:spPr>
          <a:xfrm>
            <a:off x="1172386" y="3274581"/>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2" name="Google Shape;162;p47"/>
          <p:cNvSpPr txBox="1">
            <a:spLocks noGrp="1"/>
          </p:cNvSpPr>
          <p:nvPr>
            <p:ph type="body" idx="8"/>
          </p:nvPr>
        </p:nvSpPr>
        <p:spPr>
          <a:xfrm>
            <a:off x="575613" y="327262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3" name="Google Shape;163;p47"/>
          <p:cNvSpPr/>
          <p:nvPr/>
        </p:nvSpPr>
        <p:spPr>
          <a:xfrm>
            <a:off x="575613" y="3921716"/>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accent5"/>
              </a:solidFill>
              <a:latin typeface="Arial"/>
              <a:ea typeface="Arial"/>
              <a:cs typeface="Arial"/>
              <a:sym typeface="Arial"/>
            </a:endParaRPr>
          </a:p>
        </p:txBody>
      </p:sp>
      <p:sp>
        <p:nvSpPr>
          <p:cNvPr id="164" name="Google Shape;164;p47"/>
          <p:cNvSpPr txBox="1">
            <a:spLocks noGrp="1"/>
          </p:cNvSpPr>
          <p:nvPr>
            <p:ph type="body" idx="9"/>
          </p:nvPr>
        </p:nvSpPr>
        <p:spPr>
          <a:xfrm>
            <a:off x="1172387" y="3921716"/>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5" name="Google Shape;165;p47"/>
          <p:cNvSpPr txBox="1">
            <a:spLocks noGrp="1"/>
          </p:cNvSpPr>
          <p:nvPr>
            <p:ph type="body" idx="13"/>
          </p:nvPr>
        </p:nvSpPr>
        <p:spPr>
          <a:xfrm>
            <a:off x="575614" y="391976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6_Circled_Bullets">
  <p:cSld name="6_Circled_Bullets">
    <p:spTree>
      <p:nvGrpSpPr>
        <p:cNvPr id="1" name="Shape 166"/>
        <p:cNvGrpSpPr/>
        <p:nvPr/>
      </p:nvGrpSpPr>
      <p:grpSpPr>
        <a:xfrm>
          <a:off x="0" y="0"/>
          <a:ext cx="0" cy="0"/>
          <a:chOff x="0" y="0"/>
          <a:chExt cx="0" cy="0"/>
        </a:xfrm>
      </p:grpSpPr>
      <p:sp>
        <p:nvSpPr>
          <p:cNvPr id="167" name="Google Shape;167;p48"/>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168" name="Google Shape;168;p48"/>
          <p:cNvSpPr/>
          <p:nvPr/>
        </p:nvSpPr>
        <p:spPr>
          <a:xfrm>
            <a:off x="575611" y="1979318"/>
            <a:ext cx="464815" cy="464815"/>
          </a:xfrm>
          <a:prstGeom prst="ellipse">
            <a:avLst/>
          </a:prstGeom>
          <a:solidFill>
            <a:srgbClr val="38C6F4"/>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2"/>
              </a:solidFill>
              <a:latin typeface="Arial"/>
              <a:ea typeface="Arial"/>
              <a:cs typeface="Arial"/>
              <a:sym typeface="Arial"/>
            </a:endParaRPr>
          </a:p>
        </p:txBody>
      </p:sp>
      <p:sp>
        <p:nvSpPr>
          <p:cNvPr id="169" name="Google Shape;169;p48"/>
          <p:cNvSpPr/>
          <p:nvPr/>
        </p:nvSpPr>
        <p:spPr>
          <a:xfrm>
            <a:off x="575610" y="1328927"/>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70" name="Google Shape;170;p48"/>
          <p:cNvSpPr/>
          <p:nvPr/>
        </p:nvSpPr>
        <p:spPr>
          <a:xfrm>
            <a:off x="575611" y="2627446"/>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2"/>
              </a:solidFill>
              <a:latin typeface="Arial"/>
              <a:ea typeface="Arial"/>
              <a:cs typeface="Arial"/>
              <a:sym typeface="Arial"/>
            </a:endParaRPr>
          </a:p>
        </p:txBody>
      </p:sp>
      <p:sp>
        <p:nvSpPr>
          <p:cNvPr id="171" name="Google Shape;171;p48"/>
          <p:cNvSpPr txBox="1">
            <a:spLocks noGrp="1"/>
          </p:cNvSpPr>
          <p:nvPr>
            <p:ph type="body" idx="1"/>
          </p:nvPr>
        </p:nvSpPr>
        <p:spPr>
          <a:xfrm>
            <a:off x="1172384" y="133484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2" name="Google Shape;172;p48"/>
          <p:cNvSpPr txBox="1">
            <a:spLocks noGrp="1"/>
          </p:cNvSpPr>
          <p:nvPr>
            <p:ph type="body" idx="2"/>
          </p:nvPr>
        </p:nvSpPr>
        <p:spPr>
          <a:xfrm>
            <a:off x="1172385" y="1984561"/>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3" name="Google Shape;173;p48"/>
          <p:cNvSpPr txBox="1">
            <a:spLocks noGrp="1"/>
          </p:cNvSpPr>
          <p:nvPr>
            <p:ph type="body" idx="3"/>
          </p:nvPr>
        </p:nvSpPr>
        <p:spPr>
          <a:xfrm>
            <a:off x="1172385" y="2627446"/>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4" name="Google Shape;174;p48"/>
          <p:cNvSpPr txBox="1">
            <a:spLocks noGrp="1"/>
          </p:cNvSpPr>
          <p:nvPr>
            <p:ph type="body" idx="4"/>
          </p:nvPr>
        </p:nvSpPr>
        <p:spPr>
          <a:xfrm>
            <a:off x="575611" y="1327521"/>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5" name="Google Shape;175;p48"/>
          <p:cNvSpPr txBox="1">
            <a:spLocks noGrp="1"/>
          </p:cNvSpPr>
          <p:nvPr>
            <p:ph type="body" idx="5"/>
          </p:nvPr>
        </p:nvSpPr>
        <p:spPr>
          <a:xfrm>
            <a:off x="575611" y="197931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6" name="Google Shape;176;p48"/>
          <p:cNvSpPr txBox="1">
            <a:spLocks noGrp="1"/>
          </p:cNvSpPr>
          <p:nvPr>
            <p:ph type="body" idx="6"/>
          </p:nvPr>
        </p:nvSpPr>
        <p:spPr>
          <a:xfrm>
            <a:off x="575612" y="262549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7" name="Google Shape;177;p48"/>
          <p:cNvSpPr/>
          <p:nvPr/>
        </p:nvSpPr>
        <p:spPr>
          <a:xfrm>
            <a:off x="575612" y="3274581"/>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2"/>
              </a:solidFill>
              <a:latin typeface="Arial"/>
              <a:ea typeface="Arial"/>
              <a:cs typeface="Arial"/>
              <a:sym typeface="Arial"/>
            </a:endParaRPr>
          </a:p>
        </p:txBody>
      </p:sp>
      <p:sp>
        <p:nvSpPr>
          <p:cNvPr id="178" name="Google Shape;178;p48"/>
          <p:cNvSpPr txBox="1">
            <a:spLocks noGrp="1"/>
          </p:cNvSpPr>
          <p:nvPr>
            <p:ph type="body" idx="7"/>
          </p:nvPr>
        </p:nvSpPr>
        <p:spPr>
          <a:xfrm>
            <a:off x="1172386" y="3274581"/>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9" name="Google Shape;179;p48"/>
          <p:cNvSpPr txBox="1">
            <a:spLocks noGrp="1"/>
          </p:cNvSpPr>
          <p:nvPr>
            <p:ph type="body" idx="8"/>
          </p:nvPr>
        </p:nvSpPr>
        <p:spPr>
          <a:xfrm>
            <a:off x="575613" y="327262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0" name="Google Shape;180;p48"/>
          <p:cNvSpPr/>
          <p:nvPr/>
        </p:nvSpPr>
        <p:spPr>
          <a:xfrm>
            <a:off x="575613" y="3921716"/>
            <a:ext cx="464815" cy="464815"/>
          </a:xfrm>
          <a:prstGeom prst="ellipse">
            <a:avLst/>
          </a:prstGeom>
          <a:solidFill>
            <a:srgbClr val="00384E"/>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2"/>
              </a:solidFill>
              <a:latin typeface="Arial"/>
              <a:ea typeface="Arial"/>
              <a:cs typeface="Arial"/>
              <a:sym typeface="Arial"/>
            </a:endParaRPr>
          </a:p>
        </p:txBody>
      </p:sp>
      <p:sp>
        <p:nvSpPr>
          <p:cNvPr id="181" name="Google Shape;181;p48"/>
          <p:cNvSpPr txBox="1">
            <a:spLocks noGrp="1"/>
          </p:cNvSpPr>
          <p:nvPr>
            <p:ph type="body" idx="9"/>
          </p:nvPr>
        </p:nvSpPr>
        <p:spPr>
          <a:xfrm>
            <a:off x="1172387" y="3921716"/>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2" name="Google Shape;182;p48"/>
          <p:cNvSpPr txBox="1">
            <a:spLocks noGrp="1"/>
          </p:cNvSpPr>
          <p:nvPr>
            <p:ph type="body" idx="13"/>
          </p:nvPr>
        </p:nvSpPr>
        <p:spPr>
          <a:xfrm>
            <a:off x="575614" y="391976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3" name="Google Shape;183;p48"/>
          <p:cNvSpPr/>
          <p:nvPr/>
        </p:nvSpPr>
        <p:spPr>
          <a:xfrm>
            <a:off x="4414576" y="1983084"/>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2"/>
              </a:solidFill>
              <a:latin typeface="Arial"/>
              <a:ea typeface="Arial"/>
              <a:cs typeface="Arial"/>
              <a:sym typeface="Arial"/>
            </a:endParaRPr>
          </a:p>
        </p:txBody>
      </p:sp>
      <p:sp>
        <p:nvSpPr>
          <p:cNvPr id="184" name="Google Shape;184;p48"/>
          <p:cNvSpPr/>
          <p:nvPr/>
        </p:nvSpPr>
        <p:spPr>
          <a:xfrm>
            <a:off x="4414575" y="1332693"/>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2"/>
              </a:solidFill>
              <a:latin typeface="Arial"/>
              <a:ea typeface="Arial"/>
              <a:cs typeface="Arial"/>
              <a:sym typeface="Arial"/>
            </a:endParaRPr>
          </a:p>
        </p:txBody>
      </p:sp>
      <p:sp>
        <p:nvSpPr>
          <p:cNvPr id="185" name="Google Shape;185;p48"/>
          <p:cNvSpPr/>
          <p:nvPr/>
        </p:nvSpPr>
        <p:spPr>
          <a:xfrm>
            <a:off x="4414576" y="2631212"/>
            <a:ext cx="464815" cy="464815"/>
          </a:xfrm>
          <a:prstGeom prst="ellipse">
            <a:avLst/>
          </a:prstGeom>
          <a:solidFill>
            <a:schemeClr val="accent5"/>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2"/>
              </a:solidFill>
              <a:latin typeface="Arial"/>
              <a:ea typeface="Arial"/>
              <a:cs typeface="Arial"/>
              <a:sym typeface="Arial"/>
            </a:endParaRPr>
          </a:p>
        </p:txBody>
      </p:sp>
      <p:sp>
        <p:nvSpPr>
          <p:cNvPr id="186" name="Google Shape;186;p48"/>
          <p:cNvSpPr txBox="1">
            <a:spLocks noGrp="1"/>
          </p:cNvSpPr>
          <p:nvPr>
            <p:ph type="body" idx="14"/>
          </p:nvPr>
        </p:nvSpPr>
        <p:spPr>
          <a:xfrm>
            <a:off x="5011349" y="1338608"/>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7" name="Google Shape;187;p48"/>
          <p:cNvSpPr txBox="1">
            <a:spLocks noGrp="1"/>
          </p:cNvSpPr>
          <p:nvPr>
            <p:ph type="body" idx="15"/>
          </p:nvPr>
        </p:nvSpPr>
        <p:spPr>
          <a:xfrm>
            <a:off x="5011350" y="1988327"/>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8" name="Google Shape;188;p48"/>
          <p:cNvSpPr txBox="1">
            <a:spLocks noGrp="1"/>
          </p:cNvSpPr>
          <p:nvPr>
            <p:ph type="body" idx="16"/>
          </p:nvPr>
        </p:nvSpPr>
        <p:spPr>
          <a:xfrm>
            <a:off x="5011350" y="263121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9" name="Google Shape;189;p48"/>
          <p:cNvSpPr txBox="1">
            <a:spLocks noGrp="1"/>
          </p:cNvSpPr>
          <p:nvPr>
            <p:ph type="body" idx="17"/>
          </p:nvPr>
        </p:nvSpPr>
        <p:spPr>
          <a:xfrm>
            <a:off x="4414576" y="1331287"/>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0" name="Google Shape;190;p48"/>
          <p:cNvSpPr txBox="1">
            <a:spLocks noGrp="1"/>
          </p:cNvSpPr>
          <p:nvPr>
            <p:ph type="body" idx="18"/>
          </p:nvPr>
        </p:nvSpPr>
        <p:spPr>
          <a:xfrm>
            <a:off x="4414576" y="1983084"/>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1" name="Google Shape;191;p48"/>
          <p:cNvSpPr txBox="1">
            <a:spLocks noGrp="1"/>
          </p:cNvSpPr>
          <p:nvPr>
            <p:ph type="body" idx="19"/>
          </p:nvPr>
        </p:nvSpPr>
        <p:spPr>
          <a:xfrm>
            <a:off x="4414577" y="2629259"/>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2" name="Google Shape;192;p48"/>
          <p:cNvSpPr/>
          <p:nvPr/>
        </p:nvSpPr>
        <p:spPr>
          <a:xfrm>
            <a:off x="4414577" y="3278347"/>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2"/>
              </a:solidFill>
              <a:latin typeface="Arial"/>
              <a:ea typeface="Arial"/>
              <a:cs typeface="Arial"/>
              <a:sym typeface="Arial"/>
            </a:endParaRPr>
          </a:p>
        </p:txBody>
      </p:sp>
      <p:sp>
        <p:nvSpPr>
          <p:cNvPr id="193" name="Google Shape;193;p48"/>
          <p:cNvSpPr txBox="1">
            <a:spLocks noGrp="1"/>
          </p:cNvSpPr>
          <p:nvPr>
            <p:ph type="body" idx="20"/>
          </p:nvPr>
        </p:nvSpPr>
        <p:spPr>
          <a:xfrm>
            <a:off x="5011351" y="3278347"/>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4" name="Google Shape;194;p48"/>
          <p:cNvSpPr txBox="1">
            <a:spLocks noGrp="1"/>
          </p:cNvSpPr>
          <p:nvPr>
            <p:ph type="body" idx="21"/>
          </p:nvPr>
        </p:nvSpPr>
        <p:spPr>
          <a:xfrm>
            <a:off x="4414578" y="3276394"/>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5" name="Google Shape;195;p48"/>
          <p:cNvSpPr/>
          <p:nvPr/>
        </p:nvSpPr>
        <p:spPr>
          <a:xfrm>
            <a:off x="4414578" y="3925482"/>
            <a:ext cx="464815" cy="464815"/>
          </a:xfrm>
          <a:prstGeom prst="ellipse">
            <a:avLst/>
          </a:prstGeom>
          <a:solidFill>
            <a:srgbClr val="00384E"/>
          </a:solidFill>
          <a:ln>
            <a:noFill/>
          </a:ln>
        </p:spPr>
        <p:txBody>
          <a:bodyPr spcFirstLastPara="1" wrap="square" lIns="91425" tIns="45700"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2"/>
              </a:solidFill>
              <a:latin typeface="Arial"/>
              <a:ea typeface="Arial"/>
              <a:cs typeface="Arial"/>
              <a:sym typeface="Arial"/>
            </a:endParaRPr>
          </a:p>
        </p:txBody>
      </p:sp>
      <p:sp>
        <p:nvSpPr>
          <p:cNvPr id="196" name="Google Shape;196;p48"/>
          <p:cNvSpPr txBox="1">
            <a:spLocks noGrp="1"/>
          </p:cNvSpPr>
          <p:nvPr>
            <p:ph type="body" idx="22"/>
          </p:nvPr>
        </p:nvSpPr>
        <p:spPr>
          <a:xfrm>
            <a:off x="5011352" y="392548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7" name="Google Shape;197;p48"/>
          <p:cNvSpPr txBox="1">
            <a:spLocks noGrp="1"/>
          </p:cNvSpPr>
          <p:nvPr>
            <p:ph type="body" idx="23"/>
          </p:nvPr>
        </p:nvSpPr>
        <p:spPr>
          <a:xfrm>
            <a:off x="4414579" y="3923529"/>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lnSpc>
                <a:spcPct val="100000"/>
              </a:lnSpc>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lnSpc>
                <a:spcPct val="100000"/>
              </a:lnSpc>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accent5"/>
        </a:solidFill>
        <a:effectLst/>
      </p:bgPr>
    </p:bg>
    <p:spTree>
      <p:nvGrpSpPr>
        <p:cNvPr id="1" name="Shape 198"/>
        <p:cNvGrpSpPr/>
        <p:nvPr/>
      </p:nvGrpSpPr>
      <p:grpSpPr>
        <a:xfrm>
          <a:off x="0" y="0"/>
          <a:ext cx="0" cy="0"/>
          <a:chOff x="0" y="0"/>
          <a:chExt cx="0" cy="0"/>
        </a:xfrm>
      </p:grpSpPr>
      <p:sp>
        <p:nvSpPr>
          <p:cNvPr id="199" name="Google Shape;199;p49"/>
          <p:cNvSpPr/>
          <p:nvPr/>
        </p:nvSpPr>
        <p:spPr>
          <a:xfrm>
            <a:off x="0" y="0"/>
            <a:ext cx="9144000" cy="5143500"/>
          </a:xfrm>
          <a:prstGeom prst="rect">
            <a:avLst/>
          </a:prstGeom>
          <a:solidFill>
            <a:srgbClr val="00394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200" name="Google Shape;200;p49"/>
          <p:cNvGrpSpPr/>
          <p:nvPr/>
        </p:nvGrpSpPr>
        <p:grpSpPr>
          <a:xfrm>
            <a:off x="3746294" y="2129856"/>
            <a:ext cx="1617944" cy="860542"/>
            <a:chOff x="310" y="249"/>
            <a:chExt cx="502" cy="267"/>
          </a:xfrm>
        </p:grpSpPr>
        <p:sp>
          <p:nvSpPr>
            <p:cNvPr id="201" name="Google Shape;201;p49"/>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2" name="Google Shape;202;p49"/>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3" name="Google Shape;203;p49"/>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4" name="Google Shape;204;p49"/>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5" name="Google Shape;205;p49"/>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6" name="Google Shape;206;p49"/>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7" name="Google Shape;207;p49"/>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8" name="Google Shape;208;p49"/>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9" name="Google Shape;209;p49"/>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0" name="Google Shape;210;p49"/>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1" name="Google Shape;211;p49"/>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2" name="Google Shape;212;p49"/>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3" name="Google Shape;213;p49"/>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4" name="Google Shape;214;p49"/>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3_Closing Slide">
  <p:cSld name="3_Closing Slide">
    <p:bg>
      <p:bgPr>
        <a:solidFill>
          <a:schemeClr val="accent5"/>
        </a:solidFill>
        <a:effectLst/>
      </p:bgPr>
    </p:bg>
    <p:spTree>
      <p:nvGrpSpPr>
        <p:cNvPr id="1" name="Shape 215"/>
        <p:cNvGrpSpPr/>
        <p:nvPr/>
      </p:nvGrpSpPr>
      <p:grpSpPr>
        <a:xfrm>
          <a:off x="0" y="0"/>
          <a:ext cx="0" cy="0"/>
          <a:chOff x="0" y="0"/>
          <a:chExt cx="0" cy="0"/>
        </a:xfrm>
      </p:grpSpPr>
      <p:grpSp>
        <p:nvGrpSpPr>
          <p:cNvPr id="216" name="Google Shape;216;p50"/>
          <p:cNvGrpSpPr/>
          <p:nvPr/>
        </p:nvGrpSpPr>
        <p:grpSpPr>
          <a:xfrm>
            <a:off x="3746294" y="2129856"/>
            <a:ext cx="1617944" cy="860542"/>
            <a:chOff x="310" y="249"/>
            <a:chExt cx="502" cy="267"/>
          </a:xfrm>
        </p:grpSpPr>
        <p:sp>
          <p:nvSpPr>
            <p:cNvPr id="217" name="Google Shape;217;p50"/>
            <p:cNvSpPr/>
            <p:nvPr/>
          </p:nvSpPr>
          <p:spPr>
            <a:xfrm>
              <a:off x="452" y="426"/>
              <a:ext cx="22" cy="88"/>
            </a:xfrm>
            <a:prstGeom prst="rect">
              <a:avLst/>
            </a:prstGeom>
            <a:solidFill>
              <a:srgbClr val="0038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8" name="Google Shape;218;p50"/>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9" name="Google Shape;219;p50"/>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0" name="Google Shape;220;p50"/>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1" name="Google Shape;221;p50"/>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2" name="Google Shape;222;p50"/>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3" name="Google Shape;223;p50"/>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4" name="Google Shape;224;p50"/>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5" name="Google Shape;225;p50"/>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6" name="Google Shape;226;p50"/>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7" name="Google Shape;227;p50"/>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8" name="Google Shape;228;p50"/>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9" name="Google Shape;229;p50"/>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30" name="Google Shape;230;p50"/>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1"/>
        <p:cNvGrpSpPr/>
        <p:nvPr/>
      </p:nvGrpSpPr>
      <p:grpSpPr>
        <a:xfrm>
          <a:off x="0" y="0"/>
          <a:ext cx="0" cy="0"/>
          <a:chOff x="0" y="0"/>
          <a:chExt cx="0" cy="0"/>
        </a:xfrm>
      </p:grpSpPr>
      <p:sp>
        <p:nvSpPr>
          <p:cNvPr id="232" name="Google Shape;232;p51"/>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7"/>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marR="0" lvl="0" algn="l" rtl="0">
              <a:lnSpc>
                <a:spcPct val="80000"/>
              </a:lnSpc>
              <a:spcBef>
                <a:spcPts val="0"/>
              </a:spcBef>
              <a:spcAft>
                <a:spcPts val="0"/>
              </a:spcAft>
              <a:buClr>
                <a:srgbClr val="000000"/>
              </a:buClr>
              <a:buSzPts val="1400"/>
              <a:buFont typeface="Arial"/>
              <a:buNone/>
              <a:defRPr sz="3200" b="0" i="0" u="none" strike="noStrike" cap="none">
                <a:solidFill>
                  <a:schemeClr val="accent4"/>
                </a:solidFill>
                <a:latin typeface="Arial"/>
                <a:ea typeface="Arial"/>
                <a:cs typeface="Arial"/>
                <a:sym typeface="Arial"/>
              </a:defRPr>
            </a:lvl1pPr>
            <a:lvl2pPr marR="0" lvl="1" algn="l" rtl="0">
              <a:lnSpc>
                <a:spcPct val="80000"/>
              </a:lnSpc>
              <a:spcBef>
                <a:spcPts val="0"/>
              </a:spcBef>
              <a:spcAft>
                <a:spcPts val="0"/>
              </a:spcAft>
              <a:buClr>
                <a:srgbClr val="000000"/>
              </a:buClr>
              <a:buSzPts val="1400"/>
              <a:buFont typeface="Arial"/>
              <a:buNone/>
              <a:defRPr sz="3200" b="0" i="0" u="none" strike="noStrike" cap="none">
                <a:solidFill>
                  <a:srgbClr val="676767"/>
                </a:solidFill>
                <a:latin typeface="Arial"/>
                <a:ea typeface="Arial"/>
                <a:cs typeface="Arial"/>
                <a:sym typeface="Arial"/>
              </a:defRPr>
            </a:lvl2pPr>
            <a:lvl3pPr marR="0" lvl="2" algn="l" rtl="0">
              <a:lnSpc>
                <a:spcPct val="80000"/>
              </a:lnSpc>
              <a:spcBef>
                <a:spcPts val="0"/>
              </a:spcBef>
              <a:spcAft>
                <a:spcPts val="0"/>
              </a:spcAft>
              <a:buClr>
                <a:srgbClr val="000000"/>
              </a:buClr>
              <a:buSzPts val="1400"/>
              <a:buFont typeface="Arial"/>
              <a:buNone/>
              <a:defRPr sz="3200" b="0" i="0" u="none" strike="noStrike" cap="none">
                <a:solidFill>
                  <a:srgbClr val="676767"/>
                </a:solidFill>
                <a:latin typeface="Arial"/>
                <a:ea typeface="Arial"/>
                <a:cs typeface="Arial"/>
                <a:sym typeface="Arial"/>
              </a:defRPr>
            </a:lvl3pPr>
            <a:lvl4pPr marR="0" lvl="3" algn="l" rtl="0">
              <a:lnSpc>
                <a:spcPct val="80000"/>
              </a:lnSpc>
              <a:spcBef>
                <a:spcPts val="0"/>
              </a:spcBef>
              <a:spcAft>
                <a:spcPts val="0"/>
              </a:spcAft>
              <a:buClr>
                <a:srgbClr val="000000"/>
              </a:buClr>
              <a:buSzPts val="1400"/>
              <a:buFont typeface="Arial"/>
              <a:buNone/>
              <a:defRPr sz="3200" b="0" i="0" u="none" strike="noStrike" cap="none">
                <a:solidFill>
                  <a:srgbClr val="676767"/>
                </a:solidFill>
                <a:latin typeface="Arial"/>
                <a:ea typeface="Arial"/>
                <a:cs typeface="Arial"/>
                <a:sym typeface="Arial"/>
              </a:defRPr>
            </a:lvl4pPr>
            <a:lvl5pPr marR="0" lvl="4" algn="l" rtl="0">
              <a:lnSpc>
                <a:spcPct val="80000"/>
              </a:lnSpc>
              <a:spcBef>
                <a:spcPts val="0"/>
              </a:spcBef>
              <a:spcAft>
                <a:spcPts val="0"/>
              </a:spcAft>
              <a:buClr>
                <a:srgbClr val="000000"/>
              </a:buClr>
              <a:buSzPts val="1400"/>
              <a:buFont typeface="Arial"/>
              <a:buNone/>
              <a:defRPr sz="3200" b="0" i="0" u="none" strike="noStrike" cap="none">
                <a:solidFill>
                  <a:srgbClr val="676767"/>
                </a:solidFill>
                <a:latin typeface="Arial"/>
                <a:ea typeface="Arial"/>
                <a:cs typeface="Arial"/>
                <a:sym typeface="Arial"/>
              </a:defRPr>
            </a:lvl5pPr>
            <a:lvl6pPr marR="0" lvl="5" algn="l" rtl="0">
              <a:lnSpc>
                <a:spcPct val="80000"/>
              </a:lnSpc>
              <a:spcBef>
                <a:spcPts val="0"/>
              </a:spcBef>
              <a:spcAft>
                <a:spcPts val="0"/>
              </a:spcAft>
              <a:buClr>
                <a:srgbClr val="000000"/>
              </a:buClr>
              <a:buSzPts val="1400"/>
              <a:buFont typeface="Arial"/>
              <a:buNone/>
              <a:defRPr sz="3200" b="0" i="0" u="none" strike="noStrike" cap="none">
                <a:solidFill>
                  <a:srgbClr val="676767"/>
                </a:solidFill>
                <a:latin typeface="Arial"/>
                <a:ea typeface="Arial"/>
                <a:cs typeface="Arial"/>
                <a:sym typeface="Arial"/>
              </a:defRPr>
            </a:lvl6pPr>
            <a:lvl7pPr marR="0" lvl="6" algn="l" rtl="0">
              <a:lnSpc>
                <a:spcPct val="80000"/>
              </a:lnSpc>
              <a:spcBef>
                <a:spcPts val="0"/>
              </a:spcBef>
              <a:spcAft>
                <a:spcPts val="0"/>
              </a:spcAft>
              <a:buClr>
                <a:srgbClr val="000000"/>
              </a:buClr>
              <a:buSzPts val="1400"/>
              <a:buFont typeface="Arial"/>
              <a:buNone/>
              <a:defRPr sz="3200" b="0" i="0" u="none" strike="noStrike" cap="none">
                <a:solidFill>
                  <a:srgbClr val="676767"/>
                </a:solidFill>
                <a:latin typeface="Arial"/>
                <a:ea typeface="Arial"/>
                <a:cs typeface="Arial"/>
                <a:sym typeface="Arial"/>
              </a:defRPr>
            </a:lvl7pPr>
            <a:lvl8pPr marR="0" lvl="7" algn="l" rtl="0">
              <a:lnSpc>
                <a:spcPct val="80000"/>
              </a:lnSpc>
              <a:spcBef>
                <a:spcPts val="0"/>
              </a:spcBef>
              <a:spcAft>
                <a:spcPts val="0"/>
              </a:spcAft>
              <a:buClr>
                <a:srgbClr val="000000"/>
              </a:buClr>
              <a:buSzPts val="1400"/>
              <a:buFont typeface="Arial"/>
              <a:buNone/>
              <a:defRPr sz="3200" b="0" i="0" u="none" strike="noStrike" cap="none">
                <a:solidFill>
                  <a:srgbClr val="676767"/>
                </a:solidFill>
                <a:latin typeface="Arial"/>
                <a:ea typeface="Arial"/>
                <a:cs typeface="Arial"/>
                <a:sym typeface="Arial"/>
              </a:defRPr>
            </a:lvl8pPr>
            <a:lvl9pPr marR="0" lvl="8" algn="l" rtl="0">
              <a:lnSpc>
                <a:spcPct val="80000"/>
              </a:lnSpc>
              <a:spcBef>
                <a:spcPts val="0"/>
              </a:spcBef>
              <a:spcAft>
                <a:spcPts val="0"/>
              </a:spcAft>
              <a:buClr>
                <a:srgbClr val="000000"/>
              </a:buClr>
              <a:buSzPts val="1400"/>
              <a:buFont typeface="Arial"/>
              <a:buNone/>
              <a:defRPr sz="3200" b="0" i="0" u="none" strike="noStrike" cap="none">
                <a:solidFill>
                  <a:srgbClr val="676767"/>
                </a:solidFill>
                <a:latin typeface="Arial"/>
                <a:ea typeface="Arial"/>
                <a:cs typeface="Arial"/>
                <a:sym typeface="Arial"/>
              </a:defRPr>
            </a:lvl9pPr>
          </a:lstStyle>
          <a:p>
            <a:endParaRPr/>
          </a:p>
        </p:txBody>
      </p:sp>
      <p:sp>
        <p:nvSpPr>
          <p:cNvPr id="11" name="Google Shape;11;p37"/>
          <p:cNvSpPr/>
          <p:nvPr/>
        </p:nvSpPr>
        <p:spPr>
          <a:xfrm>
            <a:off x="8515707" y="4742907"/>
            <a:ext cx="218414" cy="154518"/>
          </a:xfrm>
          <a:prstGeom prst="rect">
            <a:avLst/>
          </a:prstGeom>
          <a:noFill/>
          <a:ln>
            <a:noFill/>
          </a:ln>
        </p:spPr>
        <p:txBody>
          <a:bodyPr spcFirstLastPara="1" wrap="square" lIns="61575" tIns="30775" rIns="61575" bIns="30775" anchor="b" anchorCtr="0">
            <a:spAutoFit/>
          </a:bodyPr>
          <a:lstStyle/>
          <a:p>
            <a:pPr marL="0" marR="0" lvl="0" indent="0" algn="r" rtl="0">
              <a:lnSpc>
                <a:spcPct val="100000"/>
              </a:lnSpc>
              <a:spcBef>
                <a:spcPts val="0"/>
              </a:spcBef>
              <a:spcAft>
                <a:spcPts val="0"/>
              </a:spcAft>
              <a:buClr>
                <a:srgbClr val="000000"/>
              </a:buClr>
              <a:buSzPts val="600"/>
              <a:buFont typeface="Arial"/>
              <a:buNone/>
            </a:pPr>
            <a:fld id="{00000000-1234-1234-1234-123412341234}" type="slidenum">
              <a:rPr lang="en-US" sz="600" b="0" i="0" u="none" strike="noStrike" cap="none">
                <a:solidFill>
                  <a:srgbClr val="D8D8D8"/>
                </a:solidFill>
                <a:latin typeface="Arial"/>
                <a:ea typeface="Arial"/>
                <a:cs typeface="Arial"/>
                <a:sym typeface="Arial"/>
              </a:rPr>
              <a:t>‹#›</a:t>
            </a:fld>
            <a:endParaRPr sz="600" b="0" i="0" u="none" strike="noStrike" cap="none">
              <a:solidFill>
                <a:srgbClr val="D8D8D8"/>
              </a:solidFill>
              <a:latin typeface="Arial"/>
              <a:ea typeface="Arial"/>
              <a:cs typeface="Arial"/>
              <a:sym typeface="Arial"/>
            </a:endParaRPr>
          </a:p>
        </p:txBody>
      </p:sp>
      <p:sp>
        <p:nvSpPr>
          <p:cNvPr id="12" name="Google Shape;12;p37"/>
          <p:cNvSpPr/>
          <p:nvPr/>
        </p:nvSpPr>
        <p:spPr>
          <a:xfrm>
            <a:off x="5867508" y="4741653"/>
            <a:ext cx="2658018" cy="154518"/>
          </a:xfrm>
          <a:prstGeom prst="rect">
            <a:avLst/>
          </a:prstGeom>
          <a:noFill/>
          <a:ln>
            <a:noFill/>
          </a:ln>
        </p:spPr>
        <p:txBody>
          <a:bodyPr spcFirstLastPara="1" wrap="square" lIns="61575" tIns="30775" rIns="61575" bIns="30775" anchor="b"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D8D8D8"/>
                </a:solidFill>
                <a:latin typeface="Arial"/>
                <a:ea typeface="Arial"/>
                <a:cs typeface="Arial"/>
                <a:sym typeface="Arial"/>
              </a:rPr>
              <a:t>© 2019  Cisco and/or its affiliates. All rights reserved.   Cisco Confidential</a:t>
            </a:r>
            <a:endParaRPr sz="1400" b="0" i="0" u="none" strike="noStrike" cap="none">
              <a:solidFill>
                <a:srgbClr val="000000"/>
              </a:solidFill>
              <a:latin typeface="Arial"/>
              <a:ea typeface="Arial"/>
              <a:cs typeface="Arial"/>
              <a:sym typeface="Arial"/>
            </a:endParaRPr>
          </a:p>
        </p:txBody>
      </p:sp>
      <p:grpSp>
        <p:nvGrpSpPr>
          <p:cNvPr id="13" name="Google Shape;13;p37"/>
          <p:cNvGrpSpPr/>
          <p:nvPr/>
        </p:nvGrpSpPr>
        <p:grpSpPr>
          <a:xfrm>
            <a:off x="508039" y="4715197"/>
            <a:ext cx="340257" cy="180974"/>
            <a:chOff x="310" y="249"/>
            <a:chExt cx="502" cy="267"/>
          </a:xfrm>
        </p:grpSpPr>
        <p:sp>
          <p:nvSpPr>
            <p:cNvPr id="14" name="Google Shape;14;p37"/>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 name="Google Shape;15;p37"/>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 name="Google Shape;16;p37"/>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 name="Google Shape;17;p37"/>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 name="Google Shape;18;p37"/>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 name="Google Shape;19;p37"/>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 name="Google Shape;20;p37"/>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 name="Google Shape;21;p37"/>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 name="Google Shape;22;p37"/>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3" name="Google Shape;23;p37"/>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 name="Google Shape;24;p37"/>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 name="Google Shape;25;p37"/>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 name="Google Shape;26;p37"/>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7" name="Google Shape;27;p37"/>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
          <p:cNvSpPr txBox="1">
            <a:spLocks noGrp="1"/>
          </p:cNvSpPr>
          <p:nvPr>
            <p:ph type="ctrTitle"/>
          </p:nvPr>
        </p:nvSpPr>
        <p:spPr>
          <a:xfrm>
            <a:off x="469497" y="2316480"/>
            <a:ext cx="6672708" cy="1080143"/>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3600"/>
              <a:buFont typeface="Arial"/>
              <a:buNone/>
            </a:pPr>
            <a:r>
              <a:rPr lang="en-US">
                <a:solidFill>
                  <a:srgbClr val="AEE8FA"/>
                </a:solidFill>
              </a:rPr>
              <a:t>Module 4: ACL Concepts</a:t>
            </a:r>
            <a:endParaRPr/>
          </a:p>
        </p:txBody>
      </p:sp>
      <p:sp>
        <p:nvSpPr>
          <p:cNvPr id="239" name="Google Shape;239;p1"/>
          <p:cNvSpPr txBox="1">
            <a:spLocks noGrp="1"/>
          </p:cNvSpPr>
          <p:nvPr>
            <p:ph type="subTitle" idx="1"/>
          </p:nvPr>
        </p:nvSpPr>
        <p:spPr>
          <a:xfrm>
            <a:off x="469496" y="3809526"/>
            <a:ext cx="3804791" cy="902174"/>
          </a:xfrm>
          <a:prstGeom prst="rect">
            <a:avLst/>
          </a:prstGeom>
          <a:noFill/>
          <a:ln>
            <a:noFill/>
          </a:ln>
        </p:spPr>
        <p:txBody>
          <a:bodyPr spcFirstLastPara="1" wrap="square" lIns="91400" tIns="45700" rIns="91400" bIns="45700" anchor="b" anchorCtr="0">
            <a:noAutofit/>
          </a:bodyPr>
          <a:lstStyle/>
          <a:p>
            <a:pPr marL="0" lvl="0" indent="0" algn="l" rtl="0">
              <a:lnSpc>
                <a:spcPct val="95000"/>
              </a:lnSpc>
              <a:spcBef>
                <a:spcPts val="0"/>
              </a:spcBef>
              <a:spcAft>
                <a:spcPts val="0"/>
              </a:spcAft>
              <a:buSzPts val="1080"/>
              <a:buNone/>
            </a:pPr>
            <a:r>
              <a:rPr lang="en-US">
                <a:solidFill>
                  <a:srgbClr val="AEE8FA"/>
                </a:solidFill>
              </a:rPr>
              <a:t>Enterprise Networking, Security, and Automation v7.0</a:t>
            </a:r>
            <a:endParaRPr/>
          </a:p>
          <a:p>
            <a:pPr marL="0" lvl="0" indent="0" algn="l" rtl="0">
              <a:lnSpc>
                <a:spcPct val="95000"/>
              </a:lnSpc>
              <a:spcBef>
                <a:spcPts val="0"/>
              </a:spcBef>
              <a:spcAft>
                <a:spcPts val="0"/>
              </a:spcAft>
              <a:buSzPts val="1080"/>
              <a:buNone/>
            </a:pPr>
            <a:r>
              <a:rPr lang="en-US">
                <a:solidFill>
                  <a:srgbClr val="AEE8FA"/>
                </a:solidFill>
              </a:rPr>
              <a:t>(ENSA)</a:t>
            </a:r>
            <a:endParaRPr/>
          </a:p>
          <a:p>
            <a:pPr marL="0" lvl="0" indent="0" algn="l" rtl="0">
              <a:lnSpc>
                <a:spcPct val="95000"/>
              </a:lnSpc>
              <a:spcBef>
                <a:spcPts val="1075"/>
              </a:spcBef>
              <a:spcAft>
                <a:spcPts val="0"/>
              </a:spcAft>
              <a:buSzPts val="1080"/>
              <a:buNone/>
            </a:pPr>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Module Objectives</a:t>
            </a:r>
            <a:endParaRPr/>
          </a:p>
        </p:txBody>
      </p:sp>
      <p:sp>
        <p:nvSpPr>
          <p:cNvPr id="246" name="Google Shape;246;p2"/>
          <p:cNvSpPr txBox="1">
            <a:spLocks noGrp="1"/>
          </p:cNvSpPr>
          <p:nvPr>
            <p:ph type="body" idx="1"/>
          </p:nvPr>
        </p:nvSpPr>
        <p:spPr>
          <a:xfrm>
            <a:off x="144065" y="798944"/>
            <a:ext cx="8853286" cy="757551"/>
          </a:xfrm>
          <a:prstGeom prst="rect">
            <a:avLst/>
          </a:prstGeom>
          <a:noFill/>
          <a:ln>
            <a:noFill/>
          </a:ln>
        </p:spPr>
        <p:txBody>
          <a:bodyPr spcFirstLastPara="1" wrap="square" lIns="91425" tIns="45700" rIns="182875" bIns="45700" anchor="t" anchorCtr="0">
            <a:noAutofit/>
          </a:bodyPr>
          <a:lstStyle/>
          <a:p>
            <a:pPr marL="0" lvl="0" indent="0" algn="l" rtl="0">
              <a:lnSpc>
                <a:spcPct val="100000"/>
              </a:lnSpc>
              <a:spcBef>
                <a:spcPts val="0"/>
              </a:spcBef>
              <a:spcAft>
                <a:spcPts val="0"/>
              </a:spcAft>
              <a:buClr>
                <a:schemeClr val="dk1"/>
              </a:buClr>
              <a:buSzPts val="1400"/>
              <a:buNone/>
            </a:pPr>
            <a:r>
              <a:rPr lang="en-US" sz="1400" b="1">
                <a:solidFill>
                  <a:schemeClr val="dk1"/>
                </a:solidFill>
              </a:rPr>
              <a:t>Module Title: </a:t>
            </a:r>
            <a:r>
              <a:rPr lang="en-US" sz="1400">
                <a:solidFill>
                  <a:schemeClr val="dk1"/>
                </a:solidFill>
              </a:rPr>
              <a:t>ACL Concepts</a:t>
            </a:r>
            <a:endParaRPr/>
          </a:p>
          <a:p>
            <a:pPr marL="0" lvl="0" indent="0" algn="l" rtl="0">
              <a:lnSpc>
                <a:spcPct val="100000"/>
              </a:lnSpc>
              <a:spcBef>
                <a:spcPts val="0"/>
              </a:spcBef>
              <a:spcAft>
                <a:spcPts val="0"/>
              </a:spcAft>
              <a:buClr>
                <a:srgbClr val="000000"/>
              </a:buClr>
              <a:buSzPts val="1400"/>
              <a:buNone/>
            </a:pPr>
            <a:endParaRPr sz="1400">
              <a:solidFill>
                <a:schemeClr val="dk1"/>
              </a:solidFill>
            </a:endParaRPr>
          </a:p>
          <a:p>
            <a:pPr marL="0" lvl="0" indent="0" algn="l" rtl="0">
              <a:lnSpc>
                <a:spcPct val="100000"/>
              </a:lnSpc>
              <a:spcBef>
                <a:spcPts val="0"/>
              </a:spcBef>
              <a:spcAft>
                <a:spcPts val="0"/>
              </a:spcAft>
              <a:buClr>
                <a:schemeClr val="dk1"/>
              </a:buClr>
              <a:buSzPts val="1400"/>
              <a:buNone/>
            </a:pPr>
            <a:r>
              <a:rPr lang="en-US" sz="1400" b="1">
                <a:solidFill>
                  <a:schemeClr val="dk1"/>
                </a:solidFill>
              </a:rPr>
              <a:t>Module Objective</a:t>
            </a:r>
            <a:r>
              <a:rPr lang="en-US" sz="1400">
                <a:solidFill>
                  <a:schemeClr val="dk1"/>
                </a:solidFill>
              </a:rPr>
              <a:t>: </a:t>
            </a:r>
            <a:r>
              <a:rPr lang="en-US"/>
              <a:t>Explain how ACLs are used as part of a network security policy.</a:t>
            </a:r>
            <a:endParaRPr/>
          </a:p>
        </p:txBody>
      </p:sp>
      <p:graphicFrame>
        <p:nvGraphicFramePr>
          <p:cNvPr id="247" name="Google Shape;247;p2"/>
          <p:cNvGraphicFramePr/>
          <p:nvPr/>
        </p:nvGraphicFramePr>
        <p:xfrm>
          <a:off x="450866" y="1832941"/>
          <a:ext cx="7896825" cy="1695450"/>
        </p:xfrm>
        <a:graphic>
          <a:graphicData uri="http://schemas.openxmlformats.org/drawingml/2006/table">
            <a:tbl>
              <a:tblPr firstRow="1" bandRow="1">
                <a:noFill/>
                <a:tableStyleId>{028A345D-260B-4E79-A705-3A2211E9E459}</a:tableStyleId>
              </a:tblPr>
              <a:tblGrid>
                <a:gridCol w="3014825">
                  <a:extLst>
                    <a:ext uri="{9D8B030D-6E8A-4147-A177-3AD203B41FA5}">
                      <a16:colId xmlns:a16="http://schemas.microsoft.com/office/drawing/2014/main" val="20000"/>
                    </a:ext>
                  </a:extLst>
                </a:gridCol>
                <a:gridCol w="4882000">
                  <a:extLst>
                    <a:ext uri="{9D8B030D-6E8A-4147-A177-3AD203B41FA5}">
                      <a16:colId xmlns:a16="http://schemas.microsoft.com/office/drawing/2014/main" val="20001"/>
                    </a:ext>
                  </a:extLst>
                </a:gridCol>
              </a:tblGrid>
              <a:tr h="272850">
                <a:tc>
                  <a:txBody>
                    <a:bodyPr/>
                    <a:lstStyle/>
                    <a:p>
                      <a:pPr marL="0" marR="0" lvl="0" indent="0" algn="l" rtl="0">
                        <a:lnSpc>
                          <a:spcPct val="100000"/>
                        </a:lnSpc>
                        <a:spcBef>
                          <a:spcPts val="0"/>
                        </a:spcBef>
                        <a:spcAft>
                          <a:spcPts val="0"/>
                        </a:spcAft>
                        <a:buClr>
                          <a:srgbClr val="000000"/>
                        </a:buClr>
                        <a:buSzPts val="1600"/>
                        <a:buFont typeface="Arial"/>
                        <a:buNone/>
                      </a:pPr>
                      <a:r>
                        <a:rPr lang="en-US" sz="1600" b="1" u="none" strike="noStrike" cap="none"/>
                        <a:t>Topic Title</a:t>
                      </a:r>
                      <a:endParaRPr sz="16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1" u="none" strike="noStrike" cap="none"/>
                        <a:t>Topic Objective</a:t>
                      </a:r>
                      <a:endParaRPr sz="1600" u="none" strike="noStrike" cap="none"/>
                    </a:p>
                  </a:txBody>
                  <a:tcPr marL="47625" marR="47625" marT="47625" marB="47625" anchor="ctr"/>
                </a:tc>
                <a:extLst>
                  <a:ext uri="{0D108BD9-81ED-4DB2-BD59-A6C34878D82A}">
                    <a16:rowId xmlns:a16="http://schemas.microsoft.com/office/drawing/2014/main" val="10000"/>
                  </a:ext>
                </a:extLst>
              </a:tr>
              <a:tr h="272850">
                <a:tc>
                  <a:txBody>
                    <a:bodyPr/>
                    <a:lstStyle/>
                    <a:p>
                      <a:pPr marL="0" marR="0" lvl="0" indent="0" algn="l" rtl="0">
                        <a:lnSpc>
                          <a:spcPct val="100000"/>
                        </a:lnSpc>
                        <a:spcBef>
                          <a:spcPts val="0"/>
                        </a:spcBef>
                        <a:spcAft>
                          <a:spcPts val="0"/>
                        </a:spcAft>
                        <a:buClr>
                          <a:srgbClr val="000000"/>
                        </a:buClr>
                        <a:buSzPts val="1600"/>
                        <a:buFont typeface="Arial"/>
                        <a:buNone/>
                      </a:pPr>
                      <a:r>
                        <a:rPr lang="en-US" sz="1600" b="1" u="none" strike="noStrike" cap="none">
                          <a:solidFill>
                            <a:schemeClr val="lt1"/>
                          </a:solidFill>
                        </a:rPr>
                        <a:t>Purpose of ACLs</a:t>
                      </a:r>
                      <a:endParaRPr sz="16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u="none" strike="noStrike" cap="none"/>
                        <a:t>Explain how ACLs filter traffic.</a:t>
                      </a:r>
                      <a:endParaRPr sz="1400" u="none" strike="noStrike" cap="none"/>
                    </a:p>
                  </a:txBody>
                  <a:tcPr marL="47625" marR="47625" marT="47625" marB="47625" anchor="ctr"/>
                </a:tc>
                <a:extLst>
                  <a:ext uri="{0D108BD9-81ED-4DB2-BD59-A6C34878D82A}">
                    <a16:rowId xmlns:a16="http://schemas.microsoft.com/office/drawing/2014/main" val="10001"/>
                  </a:ext>
                </a:extLst>
              </a:tr>
              <a:tr h="272850">
                <a:tc>
                  <a:txBody>
                    <a:bodyPr/>
                    <a:lstStyle/>
                    <a:p>
                      <a:pPr marL="0" marR="0" lvl="0" indent="0" algn="l" rtl="0">
                        <a:lnSpc>
                          <a:spcPct val="100000"/>
                        </a:lnSpc>
                        <a:spcBef>
                          <a:spcPts val="0"/>
                        </a:spcBef>
                        <a:spcAft>
                          <a:spcPts val="0"/>
                        </a:spcAft>
                        <a:buClr>
                          <a:srgbClr val="000000"/>
                        </a:buClr>
                        <a:buSzPts val="1600"/>
                        <a:buFont typeface="Arial"/>
                        <a:buNone/>
                      </a:pPr>
                      <a:r>
                        <a:rPr lang="en-US" sz="1600" b="1" u="none" strike="noStrike" cap="none">
                          <a:solidFill>
                            <a:schemeClr val="lt1"/>
                          </a:solidFill>
                        </a:rPr>
                        <a:t>Wildcard Masks in ACLs</a:t>
                      </a:r>
                      <a:endParaRPr sz="16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u="none" strike="noStrike" cap="none"/>
                        <a:t>Explain how ACLs use wildcard masks.</a:t>
                      </a:r>
                      <a:endParaRPr sz="1400" u="none" strike="noStrike" cap="none"/>
                    </a:p>
                  </a:txBody>
                  <a:tcPr marL="47625" marR="47625" marT="47625" marB="47625" anchor="ctr"/>
                </a:tc>
                <a:extLst>
                  <a:ext uri="{0D108BD9-81ED-4DB2-BD59-A6C34878D82A}">
                    <a16:rowId xmlns:a16="http://schemas.microsoft.com/office/drawing/2014/main" val="10002"/>
                  </a:ext>
                </a:extLst>
              </a:tr>
              <a:tr h="272850">
                <a:tc>
                  <a:txBody>
                    <a:bodyPr/>
                    <a:lstStyle/>
                    <a:p>
                      <a:pPr marL="0" marR="0" lvl="0" indent="0" algn="l" rtl="0">
                        <a:lnSpc>
                          <a:spcPct val="100000"/>
                        </a:lnSpc>
                        <a:spcBef>
                          <a:spcPts val="0"/>
                        </a:spcBef>
                        <a:spcAft>
                          <a:spcPts val="0"/>
                        </a:spcAft>
                        <a:buClr>
                          <a:srgbClr val="000000"/>
                        </a:buClr>
                        <a:buSzPts val="1600"/>
                        <a:buFont typeface="Arial"/>
                        <a:buNone/>
                      </a:pPr>
                      <a:r>
                        <a:rPr lang="en-US" sz="1600" b="1" u="none" strike="noStrike" cap="none">
                          <a:solidFill>
                            <a:schemeClr val="lt1"/>
                          </a:solidFill>
                        </a:rPr>
                        <a:t>Guidelines for ACL Creation</a:t>
                      </a:r>
                      <a:endParaRPr sz="16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u="none" strike="noStrike" cap="none"/>
                        <a:t>Explain how to create ACLs.</a:t>
                      </a:r>
                      <a:endParaRPr sz="1400" u="none" strike="noStrike" cap="none"/>
                    </a:p>
                  </a:txBody>
                  <a:tcPr marL="47625" marR="47625" marT="47625" marB="47625" anchor="ctr"/>
                </a:tc>
                <a:extLst>
                  <a:ext uri="{0D108BD9-81ED-4DB2-BD59-A6C34878D82A}">
                    <a16:rowId xmlns:a16="http://schemas.microsoft.com/office/drawing/2014/main" val="10003"/>
                  </a:ext>
                </a:extLst>
              </a:tr>
              <a:tr h="272850">
                <a:tc>
                  <a:txBody>
                    <a:bodyPr/>
                    <a:lstStyle/>
                    <a:p>
                      <a:pPr marL="0" marR="0" lvl="0" indent="0" algn="l" rtl="0">
                        <a:lnSpc>
                          <a:spcPct val="100000"/>
                        </a:lnSpc>
                        <a:spcBef>
                          <a:spcPts val="0"/>
                        </a:spcBef>
                        <a:spcAft>
                          <a:spcPts val="0"/>
                        </a:spcAft>
                        <a:buClr>
                          <a:srgbClr val="000000"/>
                        </a:buClr>
                        <a:buSzPts val="1600"/>
                        <a:buFont typeface="Arial"/>
                        <a:buNone/>
                      </a:pPr>
                      <a:r>
                        <a:rPr lang="en-US" sz="1600" b="1" u="none" strike="noStrike" cap="none">
                          <a:solidFill>
                            <a:schemeClr val="lt1"/>
                          </a:solidFill>
                        </a:rPr>
                        <a:t>Types of IPv4 ACLs</a:t>
                      </a:r>
                      <a:endParaRPr sz="16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u="none" strike="noStrike" cap="none"/>
                        <a:t>Compare standard and extended IPv4 ACLs.</a:t>
                      </a:r>
                      <a:endParaRPr sz="1400" u="none" strike="noStrike" cap="none"/>
                    </a:p>
                  </a:txBody>
                  <a:tcPr marL="47625" marR="47625" marT="47625" marB="47625" anchor="ctr"/>
                </a:tc>
                <a:extLst>
                  <a:ext uri="{0D108BD9-81ED-4DB2-BD59-A6C34878D82A}">
                    <a16:rowId xmlns:a16="http://schemas.microsoft.com/office/drawing/2014/main" val="10004"/>
                  </a:ext>
                </a:extLst>
              </a:tr>
            </a:tbl>
          </a:graphicData>
        </a:graphic>
      </p:graphicFrame>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
          <p:cNvSpPr txBox="1">
            <a:spLocks noGrp="1"/>
          </p:cNvSpPr>
          <p:nvPr>
            <p:ph type="ctrTitle"/>
          </p:nvPr>
        </p:nvSpPr>
        <p:spPr>
          <a:xfrm>
            <a:off x="416425" y="1788160"/>
            <a:ext cx="7598042"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4.1 Purpose of ACLs</a:t>
            </a:r>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Purpose of ACLs</a:t>
            </a:r>
            <a:br>
              <a:rPr lang="en-US"/>
            </a:br>
            <a:r>
              <a:rPr lang="en-US" sz="2400"/>
              <a:t>What is an ACL?</a:t>
            </a:r>
            <a:endParaRPr/>
          </a:p>
        </p:txBody>
      </p:sp>
      <p:sp>
        <p:nvSpPr>
          <p:cNvPr id="260" name="Google Shape;260;p4"/>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dirty="0">
                <a:solidFill>
                  <a:srgbClr val="000000"/>
                </a:solidFill>
              </a:rPr>
              <a:t>An ACL is a series of IOS commands that are used to filter packets based on information found in the packet header. By default, a router does not have any ACLs configured. When an ACL is applied to an interface, the router performs the additional task of evaluating all network packets as they pass through the interface to determine if the packet can be forwarded.</a:t>
            </a:r>
            <a:endParaRPr dirty="0"/>
          </a:p>
          <a:p>
            <a:pPr marL="342900" lvl="0" indent="-342900" algn="l" rtl="0">
              <a:lnSpc>
                <a:spcPct val="100000"/>
              </a:lnSpc>
              <a:spcBef>
                <a:spcPts val="320"/>
              </a:spcBef>
              <a:spcAft>
                <a:spcPts val="0"/>
              </a:spcAft>
              <a:buSzPts val="1600"/>
              <a:buFont typeface="Arial"/>
              <a:buChar char="•"/>
            </a:pPr>
            <a:r>
              <a:rPr lang="en-US" sz="1600" dirty="0">
                <a:solidFill>
                  <a:srgbClr val="000000"/>
                </a:solidFill>
              </a:rPr>
              <a:t>An ACL uses a sequential list of permit or deny statements, known as access control entries (ACEs).</a:t>
            </a:r>
            <a:endParaRPr dirty="0"/>
          </a:p>
          <a:p>
            <a:pPr marL="0" lvl="0" indent="0" algn="l" rtl="0">
              <a:lnSpc>
                <a:spcPct val="100000"/>
              </a:lnSpc>
              <a:spcBef>
                <a:spcPts val="320"/>
              </a:spcBef>
              <a:spcAft>
                <a:spcPts val="0"/>
              </a:spcAft>
              <a:buSzPts val="1600"/>
              <a:buNone/>
            </a:pPr>
            <a:r>
              <a:rPr lang="en-US" sz="1600" b="1" dirty="0">
                <a:solidFill>
                  <a:srgbClr val="000000"/>
                </a:solidFill>
              </a:rPr>
              <a:t>Note:</a:t>
            </a:r>
            <a:r>
              <a:rPr lang="en-US" sz="1600" dirty="0">
                <a:solidFill>
                  <a:srgbClr val="000000"/>
                </a:solidFill>
              </a:rPr>
              <a:t> ACEs are also commonly called ACL statements.</a:t>
            </a:r>
            <a:endParaRPr dirty="0"/>
          </a:p>
          <a:p>
            <a:pPr marL="342900" lvl="0" indent="-342900" algn="l" rtl="0">
              <a:lnSpc>
                <a:spcPct val="100000"/>
              </a:lnSpc>
              <a:spcBef>
                <a:spcPts val="320"/>
              </a:spcBef>
              <a:spcAft>
                <a:spcPts val="0"/>
              </a:spcAft>
              <a:buSzPts val="1600"/>
              <a:buFont typeface="Arial"/>
              <a:buChar char="•"/>
            </a:pPr>
            <a:r>
              <a:rPr lang="en-US" sz="1600" dirty="0">
                <a:solidFill>
                  <a:srgbClr val="000000"/>
                </a:solidFill>
              </a:rPr>
              <a:t>When network traffic passes through an interface configured with an ACL, the router compares the information within the packet against each ACE, in sequential order, to determine if the packet matches one of the ACEs. This process is called packet filtering.</a:t>
            </a:r>
            <a:endParaRPr dirty="0"/>
          </a:p>
          <a:p>
            <a:pPr marL="342900" lvl="0" indent="-241300" algn="l" rtl="0">
              <a:lnSpc>
                <a:spcPct val="100000"/>
              </a:lnSpc>
              <a:spcBef>
                <a:spcPts val="320"/>
              </a:spcBef>
              <a:spcAft>
                <a:spcPts val="0"/>
              </a:spcAft>
              <a:buSzPts val="1600"/>
              <a:buFont typeface="Arial"/>
              <a:buNone/>
            </a:pPr>
            <a:endParaRPr sz="1600"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Purpose of ACLs</a:t>
            </a:r>
            <a:br>
              <a:rPr lang="en-US"/>
            </a:br>
            <a:r>
              <a:rPr lang="en-US" sz="2400"/>
              <a:t>What is an ACL? (Cont.)</a:t>
            </a:r>
            <a:endParaRPr/>
          </a:p>
        </p:txBody>
      </p:sp>
      <p:sp>
        <p:nvSpPr>
          <p:cNvPr id="267" name="Google Shape;267;p5"/>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2000"/>
              <a:buNone/>
            </a:pPr>
            <a:r>
              <a:rPr lang="en-US">
                <a:solidFill>
                  <a:srgbClr val="000000"/>
                </a:solidFill>
              </a:rPr>
              <a:t>Several tasks performed by routers require the use of ACLs to identify traffic:</a:t>
            </a:r>
            <a:endParaRPr/>
          </a:p>
          <a:p>
            <a:pPr marL="342900" lvl="0" indent="-342900" algn="l" rtl="0">
              <a:lnSpc>
                <a:spcPct val="100000"/>
              </a:lnSpc>
              <a:spcBef>
                <a:spcPts val="400"/>
              </a:spcBef>
              <a:spcAft>
                <a:spcPts val="0"/>
              </a:spcAft>
              <a:buSzPts val="2000"/>
              <a:buFont typeface="Arial"/>
              <a:buChar char="•"/>
            </a:pPr>
            <a:r>
              <a:rPr lang="en-US">
                <a:solidFill>
                  <a:srgbClr val="000000"/>
                </a:solidFill>
              </a:rPr>
              <a:t>Limit network traffic to increase network performance</a:t>
            </a:r>
            <a:endParaRPr/>
          </a:p>
          <a:p>
            <a:pPr marL="342900" lvl="0" indent="-342900" algn="l" rtl="0">
              <a:lnSpc>
                <a:spcPct val="100000"/>
              </a:lnSpc>
              <a:spcBef>
                <a:spcPts val="400"/>
              </a:spcBef>
              <a:spcAft>
                <a:spcPts val="0"/>
              </a:spcAft>
              <a:buSzPts val="2000"/>
              <a:buFont typeface="Arial"/>
              <a:buChar char="•"/>
            </a:pPr>
            <a:r>
              <a:rPr lang="en-US">
                <a:solidFill>
                  <a:srgbClr val="000000"/>
                </a:solidFill>
              </a:rPr>
              <a:t>Provide traffic flow control</a:t>
            </a:r>
            <a:endParaRPr/>
          </a:p>
          <a:p>
            <a:pPr marL="342900" lvl="0" indent="-342900" algn="l" rtl="0">
              <a:lnSpc>
                <a:spcPct val="100000"/>
              </a:lnSpc>
              <a:spcBef>
                <a:spcPts val="400"/>
              </a:spcBef>
              <a:spcAft>
                <a:spcPts val="0"/>
              </a:spcAft>
              <a:buSzPts val="2000"/>
              <a:buFont typeface="Arial"/>
              <a:buChar char="•"/>
            </a:pPr>
            <a:r>
              <a:rPr lang="en-US">
                <a:solidFill>
                  <a:srgbClr val="000000"/>
                </a:solidFill>
              </a:rPr>
              <a:t>Provide a basic level of security for network access</a:t>
            </a:r>
            <a:endParaRPr/>
          </a:p>
          <a:p>
            <a:pPr marL="342900" lvl="0" indent="-342900" algn="l" rtl="0">
              <a:lnSpc>
                <a:spcPct val="100000"/>
              </a:lnSpc>
              <a:spcBef>
                <a:spcPts val="400"/>
              </a:spcBef>
              <a:spcAft>
                <a:spcPts val="0"/>
              </a:spcAft>
              <a:buSzPts val="2000"/>
              <a:buFont typeface="Arial"/>
              <a:buChar char="•"/>
            </a:pPr>
            <a:r>
              <a:rPr lang="en-US">
                <a:solidFill>
                  <a:srgbClr val="000000"/>
                </a:solidFill>
              </a:rPr>
              <a:t>Filter traffic based on traffic type</a:t>
            </a:r>
            <a:endParaRPr/>
          </a:p>
          <a:p>
            <a:pPr marL="342900" lvl="0" indent="-342900" algn="l" rtl="0">
              <a:lnSpc>
                <a:spcPct val="100000"/>
              </a:lnSpc>
              <a:spcBef>
                <a:spcPts val="400"/>
              </a:spcBef>
              <a:spcAft>
                <a:spcPts val="0"/>
              </a:spcAft>
              <a:buSzPts val="2000"/>
              <a:buFont typeface="Arial"/>
              <a:buChar char="•"/>
            </a:pPr>
            <a:r>
              <a:rPr lang="en-US">
                <a:solidFill>
                  <a:srgbClr val="000000"/>
                </a:solidFill>
              </a:rPr>
              <a:t>Screen hosts to permit or deny access to network services</a:t>
            </a:r>
            <a:endParaRPr/>
          </a:p>
          <a:p>
            <a:pPr marL="342900" lvl="0" indent="-342900" algn="l" rtl="0">
              <a:lnSpc>
                <a:spcPct val="100000"/>
              </a:lnSpc>
              <a:spcBef>
                <a:spcPts val="400"/>
              </a:spcBef>
              <a:spcAft>
                <a:spcPts val="0"/>
              </a:spcAft>
              <a:buSzPts val="2000"/>
              <a:buFont typeface="Arial"/>
              <a:buChar char="•"/>
            </a:pPr>
            <a:r>
              <a:rPr lang="en-US">
                <a:solidFill>
                  <a:srgbClr val="000000"/>
                </a:solidFill>
              </a:rPr>
              <a:t>Provide priority to certain classes of network traffic</a:t>
            </a:r>
            <a:endParaRPr/>
          </a:p>
          <a:p>
            <a:pPr marL="342900" lvl="0" indent="-215900" algn="l" rtl="0">
              <a:lnSpc>
                <a:spcPct val="100000"/>
              </a:lnSpc>
              <a:spcBef>
                <a:spcPts val="400"/>
              </a:spcBef>
              <a:spcAft>
                <a:spcPts val="0"/>
              </a:spcAft>
              <a:buSzPts val="2000"/>
              <a:buFont typeface="Arial"/>
              <a:buNone/>
            </a:pPr>
            <a:endParaRPr>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graphicFrame>
        <p:nvGraphicFramePr>
          <p:cNvPr id="273" name="Google Shape;273;p52"/>
          <p:cNvGraphicFramePr/>
          <p:nvPr/>
        </p:nvGraphicFramePr>
        <p:xfrm>
          <a:off x="418289" y="177800"/>
          <a:ext cx="8307425" cy="4546670"/>
        </p:xfrm>
        <a:graphic>
          <a:graphicData uri="http://schemas.openxmlformats.org/drawingml/2006/table">
            <a:tbl>
              <a:tblPr firstRow="1" bandRow="1">
                <a:noFill/>
                <a:tableStyleId>{028A345D-260B-4E79-A705-3A2211E9E459}</a:tableStyleId>
              </a:tblPr>
              <a:tblGrid>
                <a:gridCol w="3106575">
                  <a:extLst>
                    <a:ext uri="{9D8B030D-6E8A-4147-A177-3AD203B41FA5}">
                      <a16:colId xmlns:a16="http://schemas.microsoft.com/office/drawing/2014/main" val="20000"/>
                    </a:ext>
                  </a:extLst>
                </a:gridCol>
                <a:gridCol w="520085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None/>
                      </a:pPr>
                      <a:r>
                        <a:rPr lang="en-US" sz="1400" u="none" strike="noStrike" cap="none"/>
                        <a:t>Application of ACL on router</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Example</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000000"/>
                          </a:solidFill>
                        </a:rPr>
                        <a:t>Limit network traffic to increase network performance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 policy can be enforced using ACL to block video traffic to reduce network load.</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000000"/>
                          </a:solidFill>
                        </a:rPr>
                        <a:t>Provide traffic flow control</a:t>
                      </a:r>
                      <a:endParaRPr sz="1400" u="none" strike="noStrike" cap="none"/>
                    </a:p>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A policy can be implemented using ACLS to restrict the delivery of routing updates to only those that come from a known source.</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000000"/>
                          </a:solidFill>
                        </a:rPr>
                        <a:t>Provide a basic level of security for network access</a:t>
                      </a:r>
                      <a:endParaRPr sz="1400" u="none" strike="noStrike" cap="none"/>
                    </a:p>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A policy can be enforced using ACLS to limit access to specified networks such as Human Resources for authorized users only.</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000000"/>
                          </a:solidFill>
                        </a:rPr>
                        <a:t>Filter traffic based on traffic type</a:t>
                      </a:r>
                      <a:endParaRPr sz="1400" u="none" strike="noStrike" cap="none"/>
                    </a:p>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A policy can be implemented using ACL to filter traffic by type (email traffic be permitted into a network but Telnet access be denied)</a:t>
                      </a:r>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000000"/>
                          </a:solidFill>
                        </a:rPr>
                        <a:t>Screen hosts to permit or deny access to network services</a:t>
                      </a:r>
                      <a:endParaRPr sz="1400" u="none" strike="noStrike" cap="none"/>
                    </a:p>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ACL to filter user access to services. Example FTP or HTTP be limited to user groups</a:t>
                      </a:r>
                      <a:endParaRPr/>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000000"/>
                          </a:solidFill>
                        </a:rPr>
                        <a:t>Provide priority to certain classes of network traffic</a:t>
                      </a:r>
                      <a:endParaRPr sz="1400" u="none" strike="noStrike" cap="none"/>
                    </a:p>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Use ACL and QoS services to identify voice traffic and process it immediately to avoid any interruptions</a:t>
                      </a:r>
                      <a:endParaRPr/>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6"/>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Purpose of ACLs</a:t>
            </a:r>
            <a:br>
              <a:rPr lang="en-US"/>
            </a:br>
            <a:r>
              <a:rPr lang="en-US" sz="2400"/>
              <a:t>Packet Filtering</a:t>
            </a:r>
            <a:endParaRPr/>
          </a:p>
        </p:txBody>
      </p:sp>
      <p:sp>
        <p:nvSpPr>
          <p:cNvPr id="280" name="Google Shape;280;p6"/>
          <p:cNvSpPr txBox="1">
            <a:spLocks noGrp="1"/>
          </p:cNvSpPr>
          <p:nvPr>
            <p:ph type="body" idx="1"/>
          </p:nvPr>
        </p:nvSpPr>
        <p:spPr>
          <a:xfrm>
            <a:off x="474663" y="731837"/>
            <a:ext cx="4413426"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Packet filtering controls access to a network by analyzing the incoming and/or outgoing packets and forwarding them or discarding them based on given criteria. </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Packet filtering can occur at Layer 3 or Layer 4.</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Cisco routers support two types of ACLs:</a:t>
            </a:r>
            <a:endParaRPr/>
          </a:p>
          <a:p>
            <a:pPr marL="415984" lvl="1" indent="-342899" algn="l" rtl="0">
              <a:lnSpc>
                <a:spcPct val="95000"/>
              </a:lnSpc>
              <a:spcBef>
                <a:spcPts val="600"/>
              </a:spcBef>
              <a:spcAft>
                <a:spcPts val="0"/>
              </a:spcAft>
              <a:buSzPts val="1400"/>
              <a:buFont typeface="Arial"/>
              <a:buChar char="•"/>
            </a:pPr>
            <a:r>
              <a:rPr lang="en-US" b="1">
                <a:solidFill>
                  <a:srgbClr val="000000"/>
                </a:solidFill>
              </a:rPr>
              <a:t>Standard ACLs</a:t>
            </a:r>
            <a:r>
              <a:rPr lang="en-US">
                <a:solidFill>
                  <a:srgbClr val="000000"/>
                </a:solidFill>
              </a:rPr>
              <a:t> - ACLs only filter at Layer 3 using the source IPv4 address only.</a:t>
            </a:r>
            <a:endParaRPr/>
          </a:p>
          <a:p>
            <a:pPr marL="415984" lvl="1" indent="-342899" algn="l" rtl="0">
              <a:lnSpc>
                <a:spcPct val="95000"/>
              </a:lnSpc>
              <a:spcBef>
                <a:spcPts val="600"/>
              </a:spcBef>
              <a:spcAft>
                <a:spcPts val="0"/>
              </a:spcAft>
              <a:buSzPts val="1400"/>
              <a:buFont typeface="Arial"/>
              <a:buChar char="•"/>
            </a:pPr>
            <a:r>
              <a:rPr lang="en-US" b="1">
                <a:solidFill>
                  <a:srgbClr val="000000"/>
                </a:solidFill>
              </a:rPr>
              <a:t>Extended ACLs</a:t>
            </a:r>
            <a:r>
              <a:rPr lang="en-US">
                <a:solidFill>
                  <a:srgbClr val="000000"/>
                </a:solidFill>
              </a:rPr>
              <a:t> - ACLs filter at Layer 3 using the source and / or destination IPv4 address. They can also filter at Layer 4 using TCP, UDP ports, and optional protocol type information for finer control.</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pic>
        <p:nvPicPr>
          <p:cNvPr id="281" name="Google Shape;281;p6"/>
          <p:cNvPicPr preferRelativeResize="0"/>
          <p:nvPr/>
        </p:nvPicPr>
        <p:blipFill rotWithShape="1">
          <a:blip r:embed="rId3">
            <a:alphaModFix/>
          </a:blip>
          <a:srcRect/>
          <a:stretch/>
        </p:blipFill>
        <p:spPr>
          <a:xfrm>
            <a:off x="4868199" y="1154561"/>
            <a:ext cx="4121802" cy="299861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7"/>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Purpose of ACLs</a:t>
            </a:r>
            <a:br>
              <a:rPr lang="en-US"/>
            </a:br>
            <a:r>
              <a:rPr lang="en-US" sz="2400"/>
              <a:t>ACL Operation</a:t>
            </a:r>
            <a:endParaRPr/>
          </a:p>
        </p:txBody>
      </p:sp>
      <p:sp>
        <p:nvSpPr>
          <p:cNvPr id="288" name="Google Shape;288;p7"/>
          <p:cNvSpPr txBox="1">
            <a:spLocks noGrp="1"/>
          </p:cNvSpPr>
          <p:nvPr>
            <p:ph type="body" idx="1"/>
          </p:nvPr>
        </p:nvSpPr>
        <p:spPr>
          <a:xfrm>
            <a:off x="474662" y="731837"/>
            <a:ext cx="8280057" cy="278787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ACLs define the set of rules that give added control for packets that enter inbound interfaces, packets that relay through the router, and packets that exit outbound interfaces of the router.</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ACLs can be configured to apply to inbound traffic and outbound traffic.</a:t>
            </a:r>
            <a:endParaRPr/>
          </a:p>
          <a:p>
            <a:pPr marL="0" lvl="0" indent="0" algn="l" rtl="0">
              <a:lnSpc>
                <a:spcPct val="100000"/>
              </a:lnSpc>
              <a:spcBef>
                <a:spcPts val="320"/>
              </a:spcBef>
              <a:spcAft>
                <a:spcPts val="0"/>
              </a:spcAft>
              <a:buSzPts val="1600"/>
              <a:buNone/>
            </a:pPr>
            <a:r>
              <a:rPr lang="en-US" sz="1600" b="1">
                <a:solidFill>
                  <a:srgbClr val="000000"/>
                </a:solidFill>
              </a:rPr>
              <a:t>Note</a:t>
            </a:r>
            <a:r>
              <a:rPr lang="en-US" sz="1600">
                <a:solidFill>
                  <a:srgbClr val="000000"/>
                </a:solidFill>
              </a:rPr>
              <a:t>: ACLs do not act on packets that originate from the router itself.</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An inbound ACL filters packets before they are routed to the outbound interface. An inbound ACL is efficient because it saves the overhead of routing lookups if the packet is discarded.</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An outbound ACL filters packets after being routed, regardless of the inbound interface.</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pic>
        <p:nvPicPr>
          <p:cNvPr id="289" name="Google Shape;289;p7"/>
          <p:cNvPicPr preferRelativeResize="0"/>
          <p:nvPr/>
        </p:nvPicPr>
        <p:blipFill rotWithShape="1">
          <a:blip r:embed="rId3">
            <a:alphaModFix/>
          </a:blip>
          <a:srcRect/>
          <a:stretch/>
        </p:blipFill>
        <p:spPr>
          <a:xfrm>
            <a:off x="1021291" y="3663491"/>
            <a:ext cx="7101417" cy="110536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8"/>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Purpose of ACLs</a:t>
            </a:r>
            <a:br>
              <a:rPr lang="en-US"/>
            </a:br>
            <a:r>
              <a:rPr lang="en-US" sz="2400"/>
              <a:t>ACL Operation (Cont.)</a:t>
            </a:r>
            <a:endParaRPr/>
          </a:p>
        </p:txBody>
      </p:sp>
      <p:sp>
        <p:nvSpPr>
          <p:cNvPr id="296" name="Google Shape;296;p8"/>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When an ACL is applied to an interface, it follows a specific operating procedure. Here are the operational steps used when traffic has entered a router interface with an inbound standard IPv4 ACL configured:</a:t>
            </a:r>
            <a:endParaRPr/>
          </a:p>
          <a:p>
            <a:pPr marL="415984" lvl="1" indent="-342899" algn="l" rtl="0">
              <a:lnSpc>
                <a:spcPct val="95000"/>
              </a:lnSpc>
              <a:spcBef>
                <a:spcPts val="600"/>
              </a:spcBef>
              <a:spcAft>
                <a:spcPts val="0"/>
              </a:spcAft>
              <a:buSzPts val="1400"/>
              <a:buFont typeface="Arial"/>
              <a:buAutoNum type="arabicPeriod"/>
            </a:pPr>
            <a:r>
              <a:rPr lang="en-US">
                <a:solidFill>
                  <a:srgbClr val="000000"/>
                </a:solidFill>
              </a:rPr>
              <a:t>The router extracts the source IPv4 address from the packet header.</a:t>
            </a:r>
            <a:endParaRPr/>
          </a:p>
          <a:p>
            <a:pPr marL="415984" lvl="1" indent="-342899" algn="l" rtl="0">
              <a:lnSpc>
                <a:spcPct val="95000"/>
              </a:lnSpc>
              <a:spcBef>
                <a:spcPts val="600"/>
              </a:spcBef>
              <a:spcAft>
                <a:spcPts val="0"/>
              </a:spcAft>
              <a:buSzPts val="1400"/>
              <a:buFont typeface="Arial"/>
              <a:buAutoNum type="arabicPeriod"/>
            </a:pPr>
            <a:r>
              <a:rPr lang="en-US">
                <a:solidFill>
                  <a:srgbClr val="000000"/>
                </a:solidFill>
              </a:rPr>
              <a:t>The router starts at the top of the ACL and compares the source IPv4 address to each ACE in a sequential order.</a:t>
            </a:r>
            <a:endParaRPr/>
          </a:p>
          <a:p>
            <a:pPr marL="415984" lvl="1" indent="-342899" algn="l" rtl="0">
              <a:lnSpc>
                <a:spcPct val="95000"/>
              </a:lnSpc>
              <a:spcBef>
                <a:spcPts val="600"/>
              </a:spcBef>
              <a:spcAft>
                <a:spcPts val="0"/>
              </a:spcAft>
              <a:buSzPts val="1400"/>
              <a:buFont typeface="Arial"/>
              <a:buAutoNum type="arabicPeriod"/>
            </a:pPr>
            <a:r>
              <a:rPr lang="en-US">
                <a:solidFill>
                  <a:srgbClr val="000000"/>
                </a:solidFill>
              </a:rPr>
              <a:t>When a match is made, the router carries out the instruction, either permitting or denying the packet, and the remaining ACEs in the ACL, if any, are not analyzed.</a:t>
            </a:r>
            <a:endParaRPr/>
          </a:p>
          <a:p>
            <a:pPr marL="415984" lvl="1" indent="-342899" algn="l" rtl="0">
              <a:lnSpc>
                <a:spcPct val="95000"/>
              </a:lnSpc>
              <a:spcBef>
                <a:spcPts val="600"/>
              </a:spcBef>
              <a:spcAft>
                <a:spcPts val="0"/>
              </a:spcAft>
              <a:buSzPts val="1400"/>
              <a:buFont typeface="Arial"/>
              <a:buAutoNum type="arabicPeriod"/>
            </a:pPr>
            <a:r>
              <a:rPr lang="en-US">
                <a:solidFill>
                  <a:srgbClr val="000000"/>
                </a:solidFill>
              </a:rPr>
              <a:t>If the source IPv4 address does not match any ACEs in the ACL, the packet is discarded because there is an implicit deny ACE automatically applied to all ACLs.</a:t>
            </a:r>
            <a:endParaRPr/>
          </a:p>
          <a:p>
            <a:pPr marL="0" lvl="0" indent="0" algn="l" rtl="0">
              <a:lnSpc>
                <a:spcPct val="100000"/>
              </a:lnSpc>
              <a:spcBef>
                <a:spcPts val="320"/>
              </a:spcBef>
              <a:spcAft>
                <a:spcPts val="0"/>
              </a:spcAft>
              <a:buSzPts val="1600"/>
              <a:buNone/>
            </a:pPr>
            <a:r>
              <a:rPr lang="en-US" sz="1600">
                <a:solidFill>
                  <a:srgbClr val="000000"/>
                </a:solidFill>
              </a:rPr>
              <a:t>The last ACE statement of an ACL is always an implicit deny that blocks all traffic. It is hidden and not displayed in the configuration.</a:t>
            </a:r>
            <a:endParaRPr/>
          </a:p>
          <a:p>
            <a:pPr marL="73085" lvl="1" indent="0" algn="l" rtl="0">
              <a:lnSpc>
                <a:spcPct val="95000"/>
              </a:lnSpc>
              <a:spcBef>
                <a:spcPts val="600"/>
              </a:spcBef>
              <a:spcAft>
                <a:spcPts val="0"/>
              </a:spcAft>
              <a:buSzPts val="1400"/>
              <a:buNone/>
            </a:pPr>
            <a:r>
              <a:rPr lang="en-US" b="1">
                <a:solidFill>
                  <a:srgbClr val="000000"/>
                </a:solidFill>
              </a:rPr>
              <a:t>Note</a:t>
            </a:r>
            <a:r>
              <a:rPr lang="en-US">
                <a:solidFill>
                  <a:srgbClr val="000000"/>
                </a:solidFill>
              </a:rPr>
              <a:t>: An ACL must have at least one permit statement otherwise all traffic will be denied due to the implicit deny ACE statement.</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9"/>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Purpose of ACLs</a:t>
            </a:r>
            <a:br>
              <a:rPr lang="en-US"/>
            </a:br>
            <a:r>
              <a:rPr lang="en-US" sz="2400"/>
              <a:t>Packet Tracer - ACL Demonstration</a:t>
            </a:r>
            <a:endParaRPr/>
          </a:p>
        </p:txBody>
      </p:sp>
      <p:sp>
        <p:nvSpPr>
          <p:cNvPr id="303" name="Google Shape;303;p9"/>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In this Packet Tracer, you will complete the following objectives:</a:t>
            </a:r>
            <a:endParaRPr/>
          </a:p>
          <a:p>
            <a:pPr marL="0" lvl="0" indent="0" algn="l" rtl="0">
              <a:lnSpc>
                <a:spcPct val="100000"/>
              </a:lnSpc>
              <a:spcBef>
                <a:spcPts val="320"/>
              </a:spcBef>
              <a:spcAft>
                <a:spcPts val="0"/>
              </a:spcAft>
              <a:buSzPts val="1600"/>
              <a:buNone/>
            </a:pPr>
            <a:endParaRPr sz="1600">
              <a:solidFill>
                <a:srgbClr val="000000"/>
              </a:solidFill>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Part 1: Verify Local Connectivity and Test Access Control List </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Part 2: Remove Access Control List and Repeat Test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10"/>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4.2 Wildcard Masks in ACLs</a:t>
            </a:r>
            <a:endParaRP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1"/>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Wildcard Masks in ACLs</a:t>
            </a:r>
            <a:br>
              <a:rPr lang="en-US"/>
            </a:br>
            <a:r>
              <a:rPr lang="en-US" sz="2400"/>
              <a:t>Wildcard Mask Overview</a:t>
            </a:r>
            <a:endParaRPr/>
          </a:p>
        </p:txBody>
      </p:sp>
      <p:sp>
        <p:nvSpPr>
          <p:cNvPr id="316" name="Google Shape;316;p11"/>
          <p:cNvSpPr txBox="1">
            <a:spLocks noGrp="1"/>
          </p:cNvSpPr>
          <p:nvPr>
            <p:ph type="body" idx="1"/>
          </p:nvPr>
        </p:nvSpPr>
        <p:spPr>
          <a:xfrm>
            <a:off x="431971"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A wildcard mask is similar to a subnet mask in that it uses the ANDing process to identify which bits in an IPv4 address to match. Unlike a subnet mask, in which binary 1 is equal to a match and binary 0 is not a match, in a wildcard mask, the reverse is true.</a:t>
            </a:r>
            <a:endParaRPr/>
          </a:p>
          <a:p>
            <a:pPr marL="285750" lvl="0" indent="-285750" algn="l" rtl="0">
              <a:lnSpc>
                <a:spcPct val="100000"/>
              </a:lnSpc>
              <a:spcBef>
                <a:spcPts val="320"/>
              </a:spcBef>
              <a:spcAft>
                <a:spcPts val="0"/>
              </a:spcAft>
              <a:buSzPts val="1600"/>
              <a:buFont typeface="Arial"/>
              <a:buChar char="•"/>
            </a:pPr>
            <a:r>
              <a:rPr lang="en-US" sz="1600">
                <a:solidFill>
                  <a:srgbClr val="000000"/>
                </a:solidFill>
              </a:rPr>
              <a:t>An IPv4 ACE uses a 32-bit wildcard mask to determine which bits of the address to examine for a match.</a:t>
            </a:r>
            <a:endParaRPr/>
          </a:p>
          <a:p>
            <a:pPr marL="285750" lvl="0" indent="-285750" algn="l" rtl="0">
              <a:lnSpc>
                <a:spcPct val="100000"/>
              </a:lnSpc>
              <a:spcBef>
                <a:spcPts val="320"/>
              </a:spcBef>
              <a:spcAft>
                <a:spcPts val="0"/>
              </a:spcAft>
              <a:buSzPts val="1600"/>
              <a:buFont typeface="Arial"/>
              <a:buChar char="•"/>
            </a:pPr>
            <a:r>
              <a:rPr lang="en-US" sz="1600">
                <a:solidFill>
                  <a:srgbClr val="000000"/>
                </a:solidFill>
              </a:rPr>
              <a:t>Wildcard masks use the following rules to match binary 1s and 0s:</a:t>
            </a:r>
            <a:endParaRPr/>
          </a:p>
          <a:p>
            <a:pPr marL="415984" lvl="1" indent="-342899" algn="l" rtl="0">
              <a:lnSpc>
                <a:spcPct val="95000"/>
              </a:lnSpc>
              <a:spcBef>
                <a:spcPts val="600"/>
              </a:spcBef>
              <a:spcAft>
                <a:spcPts val="0"/>
              </a:spcAft>
              <a:buSzPts val="1600"/>
              <a:buFont typeface="Arial"/>
              <a:buChar char="•"/>
            </a:pPr>
            <a:r>
              <a:rPr lang="en-US" sz="1600" b="1">
                <a:solidFill>
                  <a:srgbClr val="000000"/>
                </a:solidFill>
              </a:rPr>
              <a:t>Wildcard mask bit 0</a:t>
            </a:r>
            <a:r>
              <a:rPr lang="en-US" sz="1600">
                <a:solidFill>
                  <a:srgbClr val="000000"/>
                </a:solidFill>
              </a:rPr>
              <a:t> - Match the corresponding bit value in the address</a:t>
            </a:r>
            <a:endParaRPr/>
          </a:p>
          <a:p>
            <a:pPr marL="415984" lvl="1" indent="-342899" algn="l" rtl="0">
              <a:lnSpc>
                <a:spcPct val="95000"/>
              </a:lnSpc>
              <a:spcBef>
                <a:spcPts val="600"/>
              </a:spcBef>
              <a:spcAft>
                <a:spcPts val="0"/>
              </a:spcAft>
              <a:buSzPts val="1600"/>
              <a:buFont typeface="Arial"/>
              <a:buChar char="•"/>
            </a:pPr>
            <a:r>
              <a:rPr lang="en-US" sz="1600" b="1">
                <a:solidFill>
                  <a:srgbClr val="000000"/>
                </a:solidFill>
              </a:rPr>
              <a:t>Wildcard mask bit 1</a:t>
            </a:r>
            <a:r>
              <a:rPr lang="en-US" sz="1600">
                <a:solidFill>
                  <a:srgbClr val="000000"/>
                </a:solidFill>
              </a:rPr>
              <a:t> - Ignore the corresponding bit value in the address</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12"/>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Wildcard Masks in ACLs</a:t>
            </a:r>
            <a:br>
              <a:rPr lang="en-US"/>
            </a:br>
            <a:r>
              <a:rPr lang="en-US" sz="2400"/>
              <a:t>Wildcard Mask Overview (Cont.)</a:t>
            </a:r>
            <a:endParaRPr/>
          </a:p>
        </p:txBody>
      </p:sp>
      <p:graphicFrame>
        <p:nvGraphicFramePr>
          <p:cNvPr id="323" name="Google Shape;323;p12"/>
          <p:cNvGraphicFramePr/>
          <p:nvPr/>
        </p:nvGraphicFramePr>
        <p:xfrm>
          <a:off x="474663" y="731838"/>
          <a:ext cx="8280400" cy="3469660"/>
        </p:xfrm>
        <a:graphic>
          <a:graphicData uri="http://schemas.openxmlformats.org/drawingml/2006/table">
            <a:tbl>
              <a:tblPr firstRow="1" bandRow="1">
                <a:noFill/>
                <a:tableStyleId>{028A345D-260B-4E79-A705-3A2211E9E459}</a:tableStyleId>
              </a:tblPr>
              <a:tblGrid>
                <a:gridCol w="1760525">
                  <a:extLst>
                    <a:ext uri="{9D8B030D-6E8A-4147-A177-3AD203B41FA5}">
                      <a16:colId xmlns:a16="http://schemas.microsoft.com/office/drawing/2014/main" val="20000"/>
                    </a:ext>
                  </a:extLst>
                </a:gridCol>
                <a:gridCol w="2009425">
                  <a:extLst>
                    <a:ext uri="{9D8B030D-6E8A-4147-A177-3AD203B41FA5}">
                      <a16:colId xmlns:a16="http://schemas.microsoft.com/office/drawing/2014/main" val="20001"/>
                    </a:ext>
                  </a:extLst>
                </a:gridCol>
                <a:gridCol w="4510450">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Wildcard Mask</a:t>
                      </a:r>
                      <a:endParaRPr sz="14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Last Octet (in Binary)</a:t>
                      </a:r>
                      <a:endParaRPr sz="14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Meaning (0 - match, 1 - ignore)</a:t>
                      </a:r>
                      <a:endParaRPr sz="1400" u="none" strike="noStrike" cap="none"/>
                    </a:p>
                  </a:txBody>
                  <a:tcPr marL="47625" marR="47625" marT="47625" marB="47625" anchor="ct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0.0.0.0</a:t>
                      </a:r>
                      <a:endParaRPr sz="1400" b="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00000000</a:t>
                      </a:r>
                      <a:endParaRPr sz="1400" b="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t>Match all octets.</a:t>
                      </a:r>
                      <a:endParaRPr sz="1400" u="none" strike="noStrike" cap="none"/>
                    </a:p>
                  </a:txBody>
                  <a:tcPr marL="47625" marR="47625" marT="47625" marB="47625" anchor="ct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0.0.0.63</a:t>
                      </a:r>
                      <a:endParaRPr sz="1400" b="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00111111</a:t>
                      </a:r>
                      <a:endParaRPr sz="1400" b="0" u="none" strike="noStrike" cap="none"/>
                    </a:p>
                  </a:txBody>
                  <a:tcPr marL="47625" marR="47625" marT="47625" marB="47625" anchor="ctr"/>
                </a:tc>
                <a:tc>
                  <a:txBody>
                    <a:bodyPr/>
                    <a:lstStyle/>
                    <a:p>
                      <a:pPr marL="0" marR="0" lvl="0" indent="0" algn="l" rtl="0">
                        <a:lnSpc>
                          <a:spcPct val="100000"/>
                        </a:lnSpc>
                        <a:spcBef>
                          <a:spcPts val="0"/>
                        </a:spcBef>
                        <a:spcAft>
                          <a:spcPts val="0"/>
                        </a:spcAft>
                        <a:buClr>
                          <a:schemeClr val="dk1"/>
                        </a:buClr>
                        <a:buSzPts val="1400"/>
                        <a:buFont typeface="Arial"/>
                        <a:buChar char="•"/>
                      </a:pPr>
                      <a:r>
                        <a:rPr lang="en-US" sz="1400" b="0" u="none" strike="noStrike" cap="none"/>
                        <a:t>Match the first three octets</a:t>
                      </a:r>
                      <a:endParaRPr sz="1400" u="none" strike="noStrike" cap="none"/>
                    </a:p>
                    <a:p>
                      <a:pPr marL="0" marR="0" lvl="0" indent="0" algn="l" rtl="0">
                        <a:lnSpc>
                          <a:spcPct val="100000"/>
                        </a:lnSpc>
                        <a:spcBef>
                          <a:spcPts val="0"/>
                        </a:spcBef>
                        <a:spcAft>
                          <a:spcPts val="0"/>
                        </a:spcAft>
                        <a:buClr>
                          <a:schemeClr val="dk1"/>
                        </a:buClr>
                        <a:buSzPts val="1400"/>
                        <a:buFont typeface="Arial"/>
                        <a:buChar char="•"/>
                      </a:pPr>
                      <a:r>
                        <a:rPr lang="en-US" sz="1400" b="0" u="none" strike="noStrike" cap="none"/>
                        <a:t>Match the two left most bits of the last octet</a:t>
                      </a:r>
                      <a:endParaRPr sz="1400" u="none" strike="noStrike" cap="none"/>
                    </a:p>
                    <a:p>
                      <a:pPr marL="0" marR="0" lvl="0" indent="0" algn="l" rtl="0">
                        <a:lnSpc>
                          <a:spcPct val="100000"/>
                        </a:lnSpc>
                        <a:spcBef>
                          <a:spcPts val="0"/>
                        </a:spcBef>
                        <a:spcAft>
                          <a:spcPts val="0"/>
                        </a:spcAft>
                        <a:buClr>
                          <a:schemeClr val="dk1"/>
                        </a:buClr>
                        <a:buSzPts val="1400"/>
                        <a:buFont typeface="Arial"/>
                        <a:buChar char="•"/>
                      </a:pPr>
                      <a:r>
                        <a:rPr lang="en-US" sz="1400" b="0" u="none" strike="noStrike" cap="none"/>
                        <a:t>Ignore the last 6 bits</a:t>
                      </a:r>
                      <a:endParaRPr sz="1400" u="none" strike="noStrike" cap="none"/>
                    </a:p>
                  </a:txBody>
                  <a:tcPr marL="47625" marR="47625" marT="47625" marB="47625" anchor="ct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0.0.0.15</a:t>
                      </a:r>
                      <a:endParaRPr sz="1400" b="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00001111</a:t>
                      </a:r>
                      <a:endParaRPr sz="1400" b="0" u="none" strike="noStrike" cap="none"/>
                    </a:p>
                  </a:txBody>
                  <a:tcPr marL="47625" marR="47625" marT="47625" marB="47625" anchor="ctr"/>
                </a:tc>
                <a:tc>
                  <a:txBody>
                    <a:bodyPr/>
                    <a:lstStyle/>
                    <a:p>
                      <a:pPr marL="0" marR="0" lvl="0" indent="0" algn="l" rtl="0">
                        <a:lnSpc>
                          <a:spcPct val="100000"/>
                        </a:lnSpc>
                        <a:spcBef>
                          <a:spcPts val="0"/>
                        </a:spcBef>
                        <a:spcAft>
                          <a:spcPts val="0"/>
                        </a:spcAft>
                        <a:buClr>
                          <a:schemeClr val="dk1"/>
                        </a:buClr>
                        <a:buSzPts val="1400"/>
                        <a:buFont typeface="Arial"/>
                        <a:buChar char="•"/>
                      </a:pPr>
                      <a:r>
                        <a:rPr lang="en-US" sz="1400" b="0" u="none" strike="noStrike" cap="none"/>
                        <a:t>Match the first three octets</a:t>
                      </a:r>
                      <a:endParaRPr sz="1400" u="none" strike="noStrike" cap="none"/>
                    </a:p>
                    <a:p>
                      <a:pPr marL="0" marR="0" lvl="0" indent="0" algn="l" rtl="0">
                        <a:lnSpc>
                          <a:spcPct val="100000"/>
                        </a:lnSpc>
                        <a:spcBef>
                          <a:spcPts val="0"/>
                        </a:spcBef>
                        <a:spcAft>
                          <a:spcPts val="0"/>
                        </a:spcAft>
                        <a:buClr>
                          <a:schemeClr val="dk1"/>
                        </a:buClr>
                        <a:buSzPts val="1400"/>
                        <a:buFont typeface="Arial"/>
                        <a:buChar char="•"/>
                      </a:pPr>
                      <a:r>
                        <a:rPr lang="en-US" sz="1400" b="0" u="none" strike="noStrike" cap="none"/>
                        <a:t>Match the four left most bits of the last octet</a:t>
                      </a:r>
                      <a:endParaRPr sz="1400" u="none" strike="noStrike" cap="none"/>
                    </a:p>
                    <a:p>
                      <a:pPr marL="0" marR="0" lvl="0" indent="0" algn="l" rtl="0">
                        <a:lnSpc>
                          <a:spcPct val="100000"/>
                        </a:lnSpc>
                        <a:spcBef>
                          <a:spcPts val="0"/>
                        </a:spcBef>
                        <a:spcAft>
                          <a:spcPts val="0"/>
                        </a:spcAft>
                        <a:buClr>
                          <a:schemeClr val="dk1"/>
                        </a:buClr>
                        <a:buSzPts val="1400"/>
                        <a:buFont typeface="Arial"/>
                        <a:buChar char="•"/>
                      </a:pPr>
                      <a:r>
                        <a:rPr lang="en-US" sz="1400" b="0" u="none" strike="noStrike" cap="none"/>
                        <a:t>Ignore the last 4 bits of the last octet</a:t>
                      </a:r>
                      <a:endParaRPr sz="1400" u="none" strike="noStrike" cap="none"/>
                    </a:p>
                  </a:txBody>
                  <a:tcPr marL="47625" marR="47625" marT="47625" marB="47625" anchor="ct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0.0.0.248</a:t>
                      </a:r>
                      <a:endParaRPr sz="1400" b="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11111100</a:t>
                      </a:r>
                      <a:endParaRPr sz="1400" b="0" u="none" strike="noStrike" cap="none"/>
                    </a:p>
                  </a:txBody>
                  <a:tcPr marL="47625" marR="47625" marT="47625" marB="47625" anchor="ctr"/>
                </a:tc>
                <a:tc>
                  <a:txBody>
                    <a:bodyPr/>
                    <a:lstStyle/>
                    <a:p>
                      <a:pPr marL="0" marR="0" lvl="0" indent="0" algn="l" rtl="0">
                        <a:lnSpc>
                          <a:spcPct val="100000"/>
                        </a:lnSpc>
                        <a:spcBef>
                          <a:spcPts val="0"/>
                        </a:spcBef>
                        <a:spcAft>
                          <a:spcPts val="0"/>
                        </a:spcAft>
                        <a:buClr>
                          <a:schemeClr val="dk1"/>
                        </a:buClr>
                        <a:buSzPts val="1400"/>
                        <a:buFont typeface="Arial"/>
                        <a:buChar char="•"/>
                      </a:pPr>
                      <a:r>
                        <a:rPr lang="en-US" sz="1400" b="0" u="none" strike="noStrike" cap="none"/>
                        <a:t>Match the first three octets</a:t>
                      </a:r>
                      <a:endParaRPr sz="1400" u="none" strike="noStrike" cap="none"/>
                    </a:p>
                    <a:p>
                      <a:pPr marL="0" marR="0" lvl="0" indent="0" algn="l" rtl="0">
                        <a:lnSpc>
                          <a:spcPct val="100000"/>
                        </a:lnSpc>
                        <a:spcBef>
                          <a:spcPts val="0"/>
                        </a:spcBef>
                        <a:spcAft>
                          <a:spcPts val="0"/>
                        </a:spcAft>
                        <a:buClr>
                          <a:schemeClr val="dk1"/>
                        </a:buClr>
                        <a:buSzPts val="1400"/>
                        <a:buFont typeface="Arial"/>
                        <a:buChar char="•"/>
                      </a:pPr>
                      <a:r>
                        <a:rPr lang="en-US" sz="1400" b="0" u="none" strike="noStrike" cap="none"/>
                        <a:t>Ignore the six left most bits of the last octet</a:t>
                      </a:r>
                      <a:endParaRPr sz="1400" u="none" strike="noStrike" cap="none"/>
                    </a:p>
                    <a:p>
                      <a:pPr marL="0" marR="0" lvl="0" indent="0" algn="l" rtl="0">
                        <a:lnSpc>
                          <a:spcPct val="100000"/>
                        </a:lnSpc>
                        <a:spcBef>
                          <a:spcPts val="0"/>
                        </a:spcBef>
                        <a:spcAft>
                          <a:spcPts val="0"/>
                        </a:spcAft>
                        <a:buClr>
                          <a:schemeClr val="dk1"/>
                        </a:buClr>
                        <a:buSzPts val="1400"/>
                        <a:buFont typeface="Arial"/>
                        <a:buChar char="•"/>
                      </a:pPr>
                      <a:r>
                        <a:rPr lang="en-US" sz="1400" b="0" u="none" strike="noStrike" cap="none"/>
                        <a:t>Match the last two bits</a:t>
                      </a:r>
                      <a:endParaRPr sz="1400" u="none" strike="noStrike" cap="none"/>
                    </a:p>
                  </a:txBody>
                  <a:tcPr marL="47625" marR="47625" marT="47625" marB="47625" anchor="ct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0.0.0.255</a:t>
                      </a:r>
                      <a:endParaRPr sz="1400" b="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11111111</a:t>
                      </a:r>
                      <a:endParaRPr sz="1400" b="0" u="none" strike="noStrike" cap="none"/>
                    </a:p>
                  </a:txBody>
                  <a:tcPr marL="47625" marR="47625" marT="47625" marB="47625" anchor="ctr"/>
                </a:tc>
                <a:tc>
                  <a:txBody>
                    <a:bodyPr/>
                    <a:lstStyle/>
                    <a:p>
                      <a:pPr marL="0" marR="0" lvl="0" indent="0" algn="l" rtl="0">
                        <a:lnSpc>
                          <a:spcPct val="100000"/>
                        </a:lnSpc>
                        <a:spcBef>
                          <a:spcPts val="0"/>
                        </a:spcBef>
                        <a:spcAft>
                          <a:spcPts val="0"/>
                        </a:spcAft>
                        <a:buClr>
                          <a:schemeClr val="dk1"/>
                        </a:buClr>
                        <a:buSzPts val="1400"/>
                        <a:buFont typeface="Arial"/>
                        <a:buChar char="•"/>
                      </a:pPr>
                      <a:r>
                        <a:rPr lang="en-US" sz="1400" b="0" u="none" strike="noStrike" cap="none"/>
                        <a:t>Match the first three octet</a:t>
                      </a:r>
                      <a:endParaRPr sz="1400" u="none" strike="noStrike" cap="none"/>
                    </a:p>
                    <a:p>
                      <a:pPr marL="0" marR="0" lvl="0" indent="0" algn="l" rtl="0">
                        <a:lnSpc>
                          <a:spcPct val="100000"/>
                        </a:lnSpc>
                        <a:spcBef>
                          <a:spcPts val="0"/>
                        </a:spcBef>
                        <a:spcAft>
                          <a:spcPts val="0"/>
                        </a:spcAft>
                        <a:buClr>
                          <a:schemeClr val="dk1"/>
                        </a:buClr>
                        <a:buSzPts val="1400"/>
                        <a:buFont typeface="Arial"/>
                        <a:buChar char="•"/>
                      </a:pPr>
                      <a:r>
                        <a:rPr lang="en-US" sz="1400" b="0" u="none" strike="noStrike" cap="none"/>
                        <a:t>Ignore the last octet</a:t>
                      </a:r>
                      <a:endParaRPr sz="1400" u="none" strike="noStrike" cap="none"/>
                    </a:p>
                  </a:txBody>
                  <a:tcPr marL="47625" marR="47625" marT="47625" marB="47625" anchor="ct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3"/>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dirty="0"/>
              <a:t>Wildcard Masks in ACLs</a:t>
            </a:r>
            <a:br>
              <a:rPr lang="en-US" dirty="0"/>
            </a:br>
            <a:r>
              <a:rPr lang="en-US" sz="2400" dirty="0"/>
              <a:t>Wildcard Mask Types</a:t>
            </a:r>
            <a:endParaRPr dirty="0"/>
          </a:p>
        </p:txBody>
      </p:sp>
      <p:sp>
        <p:nvSpPr>
          <p:cNvPr id="330" name="Google Shape;330;p13"/>
          <p:cNvSpPr txBox="1">
            <a:spLocks noGrp="1"/>
          </p:cNvSpPr>
          <p:nvPr>
            <p:ph type="body" idx="1"/>
          </p:nvPr>
        </p:nvSpPr>
        <p:spPr>
          <a:xfrm>
            <a:off x="474662" y="731838"/>
            <a:ext cx="8280057" cy="1815420"/>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b="1" dirty="0">
                <a:solidFill>
                  <a:srgbClr val="000000"/>
                </a:solidFill>
              </a:rPr>
              <a:t>Wildcard to Match a Host:</a:t>
            </a:r>
            <a:r>
              <a:rPr lang="en-US" sz="1600" dirty="0">
                <a:solidFill>
                  <a:srgbClr val="000000"/>
                </a:solidFill>
              </a:rPr>
              <a:t> </a:t>
            </a:r>
            <a:endParaRPr dirty="0"/>
          </a:p>
          <a:p>
            <a:pPr marL="342900" lvl="0" indent="-342900" algn="l" rtl="0">
              <a:lnSpc>
                <a:spcPct val="100000"/>
              </a:lnSpc>
              <a:spcBef>
                <a:spcPts val="320"/>
              </a:spcBef>
              <a:spcAft>
                <a:spcPts val="0"/>
              </a:spcAft>
              <a:buSzPts val="1600"/>
              <a:buFont typeface="Arial"/>
              <a:buChar char="•"/>
            </a:pPr>
            <a:r>
              <a:rPr lang="en-US" sz="1600" dirty="0">
                <a:solidFill>
                  <a:srgbClr val="000000"/>
                </a:solidFill>
              </a:rPr>
              <a:t>Assume ACL 10 needs an ACE that only permits the host with IPv4 address 192.168.1.1. Recall that “0” equals a match and “1” equals ignore. To match a specific host IPv4 address, a wildcard mask consisting of all zeroes (i.e., 0.0.0.0) is required.</a:t>
            </a:r>
            <a:endParaRPr dirty="0"/>
          </a:p>
          <a:p>
            <a:pPr marL="342900" lvl="0" indent="-342900" algn="l" rtl="0">
              <a:lnSpc>
                <a:spcPct val="100000"/>
              </a:lnSpc>
              <a:spcBef>
                <a:spcPts val="320"/>
              </a:spcBef>
              <a:spcAft>
                <a:spcPts val="0"/>
              </a:spcAft>
              <a:buSzPts val="1600"/>
              <a:buFont typeface="Arial"/>
              <a:buChar char="•"/>
            </a:pPr>
            <a:r>
              <a:rPr lang="en-US" sz="1600" dirty="0">
                <a:solidFill>
                  <a:srgbClr val="000000"/>
                </a:solidFill>
              </a:rPr>
              <a:t>When the ACE is processed, the wildcard mask will permit only the 192.168.1.1 address. The resulting ACE in ACL 10 would be </a:t>
            </a:r>
            <a:r>
              <a:rPr lang="en-US" sz="1600" b="1" dirty="0">
                <a:solidFill>
                  <a:srgbClr val="000000"/>
                </a:solidFill>
              </a:rPr>
              <a:t>access-list 10 permit 192.168.1.1 0.0.0.0.</a:t>
            </a:r>
            <a:endParaRPr sz="1600" b="1" dirty="0">
              <a:solidFill>
                <a:srgbClr val="000000"/>
              </a:solidFill>
            </a:endParaRPr>
          </a:p>
          <a:p>
            <a:pPr marL="342900" lvl="0" indent="-342900" algn="l" rtl="0">
              <a:lnSpc>
                <a:spcPct val="100000"/>
              </a:lnSpc>
              <a:spcBef>
                <a:spcPts val="320"/>
              </a:spcBef>
              <a:spcAft>
                <a:spcPts val="0"/>
              </a:spcAft>
              <a:buClr>
                <a:srgbClr val="3D85C6"/>
              </a:buClr>
              <a:buSzPts val="1600"/>
              <a:buChar char="•"/>
            </a:pPr>
            <a:r>
              <a:rPr lang="en-US" sz="1600" b="1" dirty="0">
                <a:solidFill>
                  <a:srgbClr val="3D85C6"/>
                </a:solidFill>
              </a:rPr>
              <a:t>“A wildcard of 0.0.0.0 means only this one specific IP address is permitted”</a:t>
            </a:r>
            <a:endParaRPr sz="1600" b="1" dirty="0">
              <a:solidFill>
                <a:srgbClr val="3D85C6"/>
              </a:solidFill>
            </a:endParaRPr>
          </a:p>
          <a:p>
            <a:pPr marL="342900" lvl="0" indent="-241300" algn="l" rtl="0">
              <a:lnSpc>
                <a:spcPct val="100000"/>
              </a:lnSpc>
              <a:spcBef>
                <a:spcPts val="320"/>
              </a:spcBef>
              <a:spcAft>
                <a:spcPts val="0"/>
              </a:spcAft>
              <a:buSzPts val="1600"/>
              <a:buFont typeface="Arial"/>
              <a:buNone/>
            </a:pPr>
            <a:endParaRPr sz="1600" dirty="0">
              <a:solidFill>
                <a:srgbClr val="000000"/>
              </a:solidFill>
            </a:endParaRPr>
          </a:p>
        </p:txBody>
      </p:sp>
      <p:graphicFrame>
        <p:nvGraphicFramePr>
          <p:cNvPr id="331" name="Google Shape;331;p13"/>
          <p:cNvGraphicFramePr/>
          <p:nvPr/>
        </p:nvGraphicFramePr>
        <p:xfrm>
          <a:off x="636322" y="2954659"/>
          <a:ext cx="7871350" cy="1695480"/>
        </p:xfrm>
        <a:graphic>
          <a:graphicData uri="http://schemas.openxmlformats.org/drawingml/2006/table">
            <a:tbl>
              <a:tblPr firstRow="1" bandRow="1">
                <a:noFill/>
                <a:tableStyleId>{028A345D-260B-4E79-A705-3A2211E9E459}</a:tableStyleId>
              </a:tblPr>
              <a:tblGrid>
                <a:gridCol w="1704625">
                  <a:extLst>
                    <a:ext uri="{9D8B030D-6E8A-4147-A177-3AD203B41FA5}">
                      <a16:colId xmlns:a16="http://schemas.microsoft.com/office/drawing/2014/main" val="20000"/>
                    </a:ext>
                  </a:extLst>
                </a:gridCol>
                <a:gridCol w="1399825">
                  <a:extLst>
                    <a:ext uri="{9D8B030D-6E8A-4147-A177-3AD203B41FA5}">
                      <a16:colId xmlns:a16="http://schemas.microsoft.com/office/drawing/2014/main" val="20001"/>
                    </a:ext>
                  </a:extLst>
                </a:gridCol>
                <a:gridCol w="4766900">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1" u="none" strike="noStrike" cap="none"/>
                        <a:t>Decimal</a:t>
                      </a:r>
                      <a:endParaRPr sz="1600" u="none" strike="noStrike" cap="none"/>
                    </a:p>
                  </a:txBody>
                  <a:tcPr marL="47625" marR="47625" marT="47625" marB="47625" anchor="ctr"/>
                </a:tc>
                <a:tc>
                  <a:txBody>
                    <a:bodyPr/>
                    <a:lstStyle/>
                    <a:p>
                      <a:pPr marL="0" marR="0" lvl="0" indent="0" algn="l" rtl="0">
                        <a:lnSpc>
                          <a:spcPct val="100000"/>
                        </a:lnSpc>
                        <a:spcBef>
                          <a:spcPts val="0"/>
                        </a:spcBef>
                        <a:spcAft>
                          <a:spcPts val="0"/>
                        </a:spcAft>
                        <a:buClr>
                          <a:schemeClr val="dk1"/>
                        </a:buClr>
                        <a:buSzPts val="1600"/>
                        <a:buFont typeface="Arial"/>
                        <a:buNone/>
                      </a:pPr>
                      <a:r>
                        <a:rPr lang="en-US" sz="1600" b="1" u="none" strike="noStrike" cap="none"/>
                        <a:t>Binary</a:t>
                      </a:r>
                      <a:endParaRPr sz="16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r" rtl="0">
                        <a:lnSpc>
                          <a:spcPct val="100000"/>
                        </a:lnSpc>
                        <a:spcBef>
                          <a:spcPts val="0"/>
                        </a:spcBef>
                        <a:spcAft>
                          <a:spcPts val="0"/>
                        </a:spcAft>
                        <a:buClr>
                          <a:srgbClr val="000000"/>
                        </a:buClr>
                        <a:buSzPts val="1600"/>
                        <a:buFont typeface="Arial"/>
                        <a:buNone/>
                      </a:pPr>
                      <a:r>
                        <a:rPr lang="en-US" sz="1600" b="0" u="none" strike="noStrike" cap="none"/>
                        <a:t>IPv4 address</a:t>
                      </a:r>
                      <a:endParaRPr sz="1400" u="none" strike="noStrike" cap="none"/>
                    </a:p>
                  </a:txBody>
                  <a:tcPr marL="47625" marR="47625" marT="47625" marB="47625" anchor="ctr"/>
                </a:tc>
                <a:tc>
                  <a:txBody>
                    <a:bodyPr/>
                    <a:lstStyle/>
                    <a:p>
                      <a:pPr marL="0" marR="0" lvl="0" indent="0" algn="r" rtl="0">
                        <a:lnSpc>
                          <a:spcPct val="100000"/>
                        </a:lnSpc>
                        <a:spcBef>
                          <a:spcPts val="0"/>
                        </a:spcBef>
                        <a:spcAft>
                          <a:spcPts val="0"/>
                        </a:spcAft>
                        <a:buClr>
                          <a:srgbClr val="000000"/>
                        </a:buClr>
                        <a:buSzPts val="1600"/>
                        <a:buFont typeface="Arial"/>
                        <a:buNone/>
                      </a:pPr>
                      <a:r>
                        <a:rPr lang="en-US" sz="1600" b="0" u="none" strike="noStrike" cap="none"/>
                        <a:t>192.168.1.1</a:t>
                      </a:r>
                      <a:endParaRPr sz="14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latin typeface="Courier New"/>
                          <a:ea typeface="Courier New"/>
                          <a:cs typeface="Courier New"/>
                          <a:sym typeface="Courier New"/>
                        </a:rPr>
                        <a:t>11000000.10101000.00000001.00000001</a:t>
                      </a:r>
                      <a:endParaRPr sz="1400" u="none" strike="noStrike" cap="none"/>
                    </a:p>
                  </a:txBody>
                  <a:tcPr marL="47625" marR="47625" marT="47625" marB="47625" anchor="ctr"/>
                </a:tc>
                <a:extLst>
                  <a:ext uri="{0D108BD9-81ED-4DB2-BD59-A6C34878D82A}">
                    <a16:rowId xmlns:a16="http://schemas.microsoft.com/office/drawing/2014/main" val="10001"/>
                  </a:ext>
                </a:extLst>
              </a:tr>
              <a:tr h="370850">
                <a:tc>
                  <a:txBody>
                    <a:bodyPr/>
                    <a:lstStyle/>
                    <a:p>
                      <a:pPr marL="0" marR="0" lvl="0" indent="0" algn="r" rtl="0">
                        <a:lnSpc>
                          <a:spcPct val="100000"/>
                        </a:lnSpc>
                        <a:spcBef>
                          <a:spcPts val="0"/>
                        </a:spcBef>
                        <a:spcAft>
                          <a:spcPts val="0"/>
                        </a:spcAft>
                        <a:buClr>
                          <a:srgbClr val="000000"/>
                        </a:buClr>
                        <a:buSzPts val="1600"/>
                        <a:buFont typeface="Arial"/>
                        <a:buNone/>
                      </a:pPr>
                      <a:r>
                        <a:rPr lang="en-US" sz="1600" b="0" u="none" strike="noStrike" cap="none"/>
                        <a:t>Wildcard Mask</a:t>
                      </a:r>
                      <a:endParaRPr sz="1400" u="none" strike="noStrike" cap="none"/>
                    </a:p>
                  </a:txBody>
                  <a:tcPr marL="47625" marR="47625" marT="47625" marB="47625" anchor="ctr"/>
                </a:tc>
                <a:tc>
                  <a:txBody>
                    <a:bodyPr/>
                    <a:lstStyle/>
                    <a:p>
                      <a:pPr marL="0" marR="0" lvl="0" indent="0" algn="r" rtl="0">
                        <a:lnSpc>
                          <a:spcPct val="100000"/>
                        </a:lnSpc>
                        <a:spcBef>
                          <a:spcPts val="0"/>
                        </a:spcBef>
                        <a:spcAft>
                          <a:spcPts val="0"/>
                        </a:spcAft>
                        <a:buClr>
                          <a:srgbClr val="000000"/>
                        </a:buClr>
                        <a:buSzPts val="1600"/>
                        <a:buFont typeface="Arial"/>
                        <a:buNone/>
                      </a:pPr>
                      <a:r>
                        <a:rPr lang="en-US" sz="1600" b="0" u="none" strike="noStrike" cap="none"/>
                        <a:t>0.0.0.0</a:t>
                      </a:r>
                      <a:endParaRPr sz="14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latin typeface="Courier New"/>
                          <a:ea typeface="Courier New"/>
                          <a:cs typeface="Courier New"/>
                          <a:sym typeface="Courier New"/>
                        </a:rPr>
                        <a:t>00000000.00000000.00000000.00000000</a:t>
                      </a:r>
                      <a:endParaRPr sz="1400" u="none" strike="noStrike" cap="none"/>
                    </a:p>
                  </a:txBody>
                  <a:tcPr marL="47625" marR="47625" marT="47625" marB="47625" anchor="ctr"/>
                </a:tc>
                <a:extLst>
                  <a:ext uri="{0D108BD9-81ED-4DB2-BD59-A6C34878D82A}">
                    <a16:rowId xmlns:a16="http://schemas.microsoft.com/office/drawing/2014/main" val="10002"/>
                  </a:ext>
                </a:extLst>
              </a:tr>
              <a:tr h="370850">
                <a:tc>
                  <a:txBody>
                    <a:bodyPr/>
                    <a:lstStyle/>
                    <a:p>
                      <a:pPr marL="0" marR="0" lvl="0" indent="0" algn="r" rtl="0">
                        <a:lnSpc>
                          <a:spcPct val="100000"/>
                        </a:lnSpc>
                        <a:spcBef>
                          <a:spcPts val="0"/>
                        </a:spcBef>
                        <a:spcAft>
                          <a:spcPts val="0"/>
                        </a:spcAft>
                        <a:buClr>
                          <a:srgbClr val="000000"/>
                        </a:buClr>
                        <a:buSzPts val="1600"/>
                        <a:buFont typeface="Arial"/>
                        <a:buNone/>
                      </a:pPr>
                      <a:r>
                        <a:rPr lang="en-US" sz="1600" b="1" u="none" strike="noStrike" cap="none"/>
                        <a:t>Permitted IPv4 Address</a:t>
                      </a:r>
                      <a:endParaRPr sz="1600" b="0" u="none" strike="noStrike" cap="none"/>
                    </a:p>
                  </a:txBody>
                  <a:tcPr marL="47625" marR="47625" marT="47625" marB="47625" anchor="ctr"/>
                </a:tc>
                <a:tc>
                  <a:txBody>
                    <a:bodyPr/>
                    <a:lstStyle/>
                    <a:p>
                      <a:pPr marL="0" marR="0" lvl="0" indent="0" algn="r" rtl="0">
                        <a:lnSpc>
                          <a:spcPct val="100000"/>
                        </a:lnSpc>
                        <a:spcBef>
                          <a:spcPts val="0"/>
                        </a:spcBef>
                        <a:spcAft>
                          <a:spcPts val="0"/>
                        </a:spcAft>
                        <a:buClr>
                          <a:srgbClr val="000000"/>
                        </a:buClr>
                        <a:buSzPts val="1600"/>
                        <a:buFont typeface="Arial"/>
                        <a:buNone/>
                      </a:pPr>
                      <a:r>
                        <a:rPr lang="en-US" sz="1600" b="1" u="none" strike="noStrike" cap="none"/>
                        <a:t>192.168.1.1</a:t>
                      </a:r>
                      <a:endParaRPr sz="1600" b="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latin typeface="Courier New"/>
                          <a:ea typeface="Courier New"/>
                          <a:cs typeface="Courier New"/>
                          <a:sym typeface="Courier New"/>
                        </a:rPr>
                        <a:t>11000000.10101000.00000001.00000001</a:t>
                      </a:r>
                      <a:endParaRPr sz="1400" u="none" strike="noStrike" cap="none"/>
                    </a:p>
                  </a:txBody>
                  <a:tcPr marL="47625" marR="47625" marT="47625" marB="47625"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14"/>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Wildcard Masks in ACLs</a:t>
            </a:r>
            <a:br>
              <a:rPr lang="en-US"/>
            </a:br>
            <a:r>
              <a:rPr lang="en-US" sz="2400"/>
              <a:t>Wildcard Mask Types (Cont.)</a:t>
            </a:r>
            <a:endParaRPr/>
          </a:p>
        </p:txBody>
      </p:sp>
      <p:sp>
        <p:nvSpPr>
          <p:cNvPr id="338" name="Google Shape;338;p14"/>
          <p:cNvSpPr txBox="1">
            <a:spLocks noGrp="1"/>
          </p:cNvSpPr>
          <p:nvPr>
            <p:ph type="body" idx="1"/>
          </p:nvPr>
        </p:nvSpPr>
        <p:spPr>
          <a:xfrm>
            <a:off x="474662" y="731838"/>
            <a:ext cx="8280057" cy="1880734"/>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b="1" dirty="0">
                <a:solidFill>
                  <a:srgbClr val="000000"/>
                </a:solidFill>
              </a:rPr>
              <a:t>Wildcard Mask to Match an IPv4 Subnet</a:t>
            </a:r>
            <a:endParaRPr sz="1600" dirty="0">
              <a:solidFill>
                <a:srgbClr val="000000"/>
              </a:solidFill>
            </a:endParaRPr>
          </a:p>
          <a:p>
            <a:pPr marL="342900" lvl="0" indent="-342900" algn="l" rtl="0">
              <a:lnSpc>
                <a:spcPct val="100000"/>
              </a:lnSpc>
              <a:spcBef>
                <a:spcPts val="320"/>
              </a:spcBef>
              <a:spcAft>
                <a:spcPts val="0"/>
              </a:spcAft>
              <a:buSzPts val="1600"/>
              <a:buFont typeface="Arial"/>
              <a:buChar char="•"/>
            </a:pPr>
            <a:r>
              <a:rPr lang="en-US" sz="1600" dirty="0">
                <a:solidFill>
                  <a:srgbClr val="000000"/>
                </a:solidFill>
              </a:rPr>
              <a:t>ACL 10 needs an ACE that permits all hosts in the 192.168.1.0/24 network. The wildcard mask 0.0.0.255 stipulates that the very first three octets must match exactly but the fourth octet does not.</a:t>
            </a:r>
            <a:endParaRPr dirty="0"/>
          </a:p>
          <a:p>
            <a:pPr marL="342900" lvl="0" indent="-342900" algn="l" rtl="0">
              <a:lnSpc>
                <a:spcPct val="100000"/>
              </a:lnSpc>
              <a:spcBef>
                <a:spcPts val="320"/>
              </a:spcBef>
              <a:spcAft>
                <a:spcPts val="0"/>
              </a:spcAft>
              <a:buSzPts val="1600"/>
              <a:buFont typeface="Arial"/>
              <a:buChar char="•"/>
            </a:pPr>
            <a:r>
              <a:rPr lang="en-US" sz="1600" dirty="0">
                <a:solidFill>
                  <a:srgbClr val="000000"/>
                </a:solidFill>
              </a:rPr>
              <a:t>When processed, the wildcard mask 0.0.0.255 permits all hosts in the 192.168.1.0/24 network. The resulting ACE in ACL 10 would be </a:t>
            </a:r>
            <a:r>
              <a:rPr lang="en-US" sz="1600" b="1" dirty="0">
                <a:solidFill>
                  <a:srgbClr val="000000"/>
                </a:solidFill>
              </a:rPr>
              <a:t>access-list 10 permit 192.168.1.0 0.0.0.255.</a:t>
            </a:r>
            <a:endParaRPr sz="1600" dirty="0">
              <a:solidFill>
                <a:srgbClr val="000000"/>
              </a:solidFill>
            </a:endParaRPr>
          </a:p>
          <a:p>
            <a:pPr marL="342900" lvl="0" indent="-241300" algn="l" rtl="0">
              <a:lnSpc>
                <a:spcPct val="100000"/>
              </a:lnSpc>
              <a:spcBef>
                <a:spcPts val="320"/>
              </a:spcBef>
              <a:spcAft>
                <a:spcPts val="0"/>
              </a:spcAft>
              <a:buSzPts val="1600"/>
              <a:buFont typeface="Arial"/>
              <a:buNone/>
            </a:pPr>
            <a:endParaRPr sz="1600" dirty="0">
              <a:solidFill>
                <a:srgbClr val="000000"/>
              </a:solidFill>
            </a:endParaRPr>
          </a:p>
        </p:txBody>
      </p:sp>
      <p:graphicFrame>
        <p:nvGraphicFramePr>
          <p:cNvPr id="339" name="Google Shape;339;p14"/>
          <p:cNvGraphicFramePr/>
          <p:nvPr/>
        </p:nvGraphicFramePr>
        <p:xfrm>
          <a:off x="679012" y="2726284"/>
          <a:ext cx="7871350" cy="1695480"/>
        </p:xfrm>
        <a:graphic>
          <a:graphicData uri="http://schemas.openxmlformats.org/drawingml/2006/table">
            <a:tbl>
              <a:tblPr firstRow="1" bandRow="1">
                <a:noFill/>
                <a:tableStyleId>{028A345D-260B-4E79-A705-3A2211E9E459}</a:tableStyleId>
              </a:tblPr>
              <a:tblGrid>
                <a:gridCol w="1704625">
                  <a:extLst>
                    <a:ext uri="{9D8B030D-6E8A-4147-A177-3AD203B41FA5}">
                      <a16:colId xmlns:a16="http://schemas.microsoft.com/office/drawing/2014/main" val="20000"/>
                    </a:ext>
                  </a:extLst>
                </a:gridCol>
                <a:gridCol w="1738475">
                  <a:extLst>
                    <a:ext uri="{9D8B030D-6E8A-4147-A177-3AD203B41FA5}">
                      <a16:colId xmlns:a16="http://schemas.microsoft.com/office/drawing/2014/main" val="20001"/>
                    </a:ext>
                  </a:extLst>
                </a:gridCol>
                <a:gridCol w="4428250">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1" u="none" strike="noStrike" cap="none"/>
                        <a:t>Decimal</a:t>
                      </a:r>
                      <a:endParaRPr sz="1600" u="none" strike="noStrike" cap="none"/>
                    </a:p>
                  </a:txBody>
                  <a:tcPr marL="47625" marR="47625" marT="47625" marB="47625" anchor="ctr"/>
                </a:tc>
                <a:tc>
                  <a:txBody>
                    <a:bodyPr/>
                    <a:lstStyle/>
                    <a:p>
                      <a:pPr marL="0" marR="0" lvl="0" indent="0" algn="l" rtl="0">
                        <a:lnSpc>
                          <a:spcPct val="100000"/>
                        </a:lnSpc>
                        <a:spcBef>
                          <a:spcPts val="0"/>
                        </a:spcBef>
                        <a:spcAft>
                          <a:spcPts val="0"/>
                        </a:spcAft>
                        <a:buClr>
                          <a:schemeClr val="dk1"/>
                        </a:buClr>
                        <a:buSzPts val="1600"/>
                        <a:buFont typeface="Arial"/>
                        <a:buNone/>
                      </a:pPr>
                      <a:r>
                        <a:rPr lang="en-US" sz="1600" b="1" u="none" strike="noStrike" cap="none"/>
                        <a:t>Binary</a:t>
                      </a:r>
                      <a:endParaRPr sz="16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r" rtl="0">
                        <a:lnSpc>
                          <a:spcPct val="100000"/>
                        </a:lnSpc>
                        <a:spcBef>
                          <a:spcPts val="0"/>
                        </a:spcBef>
                        <a:spcAft>
                          <a:spcPts val="0"/>
                        </a:spcAft>
                        <a:buClr>
                          <a:srgbClr val="000000"/>
                        </a:buClr>
                        <a:buSzPts val="1600"/>
                        <a:buFont typeface="Arial"/>
                        <a:buNone/>
                      </a:pPr>
                      <a:r>
                        <a:rPr lang="en-US" sz="1600" b="0" u="none" strike="noStrike" cap="none"/>
                        <a:t>IPv4 address</a:t>
                      </a:r>
                      <a:endParaRPr sz="1400" u="none" strike="noStrike" cap="none"/>
                    </a:p>
                  </a:txBody>
                  <a:tcPr marL="47625" marR="47625" marT="47625" marB="47625" anchor="ctr"/>
                </a:tc>
                <a:tc>
                  <a:txBody>
                    <a:bodyPr/>
                    <a:lstStyle/>
                    <a:p>
                      <a:pPr marL="0" marR="0" lvl="0" indent="0" algn="r" rtl="0">
                        <a:lnSpc>
                          <a:spcPct val="100000"/>
                        </a:lnSpc>
                        <a:spcBef>
                          <a:spcPts val="0"/>
                        </a:spcBef>
                        <a:spcAft>
                          <a:spcPts val="0"/>
                        </a:spcAft>
                        <a:buClr>
                          <a:srgbClr val="000000"/>
                        </a:buClr>
                        <a:buSzPts val="1600"/>
                        <a:buFont typeface="Arial"/>
                        <a:buNone/>
                      </a:pPr>
                      <a:r>
                        <a:rPr lang="en-US" sz="1600" b="0" u="none" strike="noStrike" cap="none"/>
                        <a:t>192.168.1.1</a:t>
                      </a:r>
                      <a:endParaRPr sz="14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latin typeface="Courier New"/>
                          <a:ea typeface="Courier New"/>
                          <a:cs typeface="Courier New"/>
                          <a:sym typeface="Courier New"/>
                        </a:rPr>
                        <a:t>11000000.10101000.00000001.00000001</a:t>
                      </a:r>
                      <a:endParaRPr sz="1400" u="none" strike="noStrike" cap="none"/>
                    </a:p>
                  </a:txBody>
                  <a:tcPr marL="47625" marR="47625" marT="47625" marB="47625" anchor="ctr"/>
                </a:tc>
                <a:extLst>
                  <a:ext uri="{0D108BD9-81ED-4DB2-BD59-A6C34878D82A}">
                    <a16:rowId xmlns:a16="http://schemas.microsoft.com/office/drawing/2014/main" val="10001"/>
                  </a:ext>
                </a:extLst>
              </a:tr>
              <a:tr h="370850">
                <a:tc>
                  <a:txBody>
                    <a:bodyPr/>
                    <a:lstStyle/>
                    <a:p>
                      <a:pPr marL="0" marR="0" lvl="0" indent="0" algn="r" rtl="0">
                        <a:lnSpc>
                          <a:spcPct val="100000"/>
                        </a:lnSpc>
                        <a:spcBef>
                          <a:spcPts val="0"/>
                        </a:spcBef>
                        <a:spcAft>
                          <a:spcPts val="0"/>
                        </a:spcAft>
                        <a:buClr>
                          <a:srgbClr val="000000"/>
                        </a:buClr>
                        <a:buSzPts val="1600"/>
                        <a:buFont typeface="Arial"/>
                        <a:buNone/>
                      </a:pPr>
                      <a:r>
                        <a:rPr lang="en-US" sz="1600" b="0" u="none" strike="noStrike" cap="none"/>
                        <a:t>Wildcard Mask</a:t>
                      </a:r>
                      <a:endParaRPr sz="1400" u="none" strike="noStrike" cap="none"/>
                    </a:p>
                  </a:txBody>
                  <a:tcPr marL="47625" marR="47625" marT="47625" marB="47625" anchor="ctr"/>
                </a:tc>
                <a:tc>
                  <a:txBody>
                    <a:bodyPr/>
                    <a:lstStyle/>
                    <a:p>
                      <a:pPr marL="0" marR="0" lvl="0" indent="0" algn="r" rtl="0">
                        <a:lnSpc>
                          <a:spcPct val="100000"/>
                        </a:lnSpc>
                        <a:spcBef>
                          <a:spcPts val="0"/>
                        </a:spcBef>
                        <a:spcAft>
                          <a:spcPts val="0"/>
                        </a:spcAft>
                        <a:buClr>
                          <a:srgbClr val="000000"/>
                        </a:buClr>
                        <a:buSzPts val="1600"/>
                        <a:buFont typeface="Arial"/>
                        <a:buNone/>
                      </a:pPr>
                      <a:r>
                        <a:rPr lang="en-US" sz="1600" b="0" u="none" strike="noStrike" cap="none"/>
                        <a:t>0.0.0.255</a:t>
                      </a:r>
                      <a:endParaRPr sz="14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latin typeface="Courier New"/>
                          <a:ea typeface="Courier New"/>
                          <a:cs typeface="Courier New"/>
                          <a:sym typeface="Courier New"/>
                        </a:rPr>
                        <a:t>00000000.00000000.00000000.11111111</a:t>
                      </a:r>
                      <a:endParaRPr sz="1400" u="none" strike="noStrike" cap="none"/>
                    </a:p>
                  </a:txBody>
                  <a:tcPr marL="47625" marR="47625" marT="47625" marB="47625" anchor="ctr"/>
                </a:tc>
                <a:extLst>
                  <a:ext uri="{0D108BD9-81ED-4DB2-BD59-A6C34878D82A}">
                    <a16:rowId xmlns:a16="http://schemas.microsoft.com/office/drawing/2014/main" val="10002"/>
                  </a:ext>
                </a:extLst>
              </a:tr>
              <a:tr h="370850">
                <a:tc>
                  <a:txBody>
                    <a:bodyPr/>
                    <a:lstStyle/>
                    <a:p>
                      <a:pPr marL="0" marR="0" lvl="0" indent="0" algn="r" rtl="0">
                        <a:lnSpc>
                          <a:spcPct val="100000"/>
                        </a:lnSpc>
                        <a:spcBef>
                          <a:spcPts val="0"/>
                        </a:spcBef>
                        <a:spcAft>
                          <a:spcPts val="0"/>
                        </a:spcAft>
                        <a:buClr>
                          <a:srgbClr val="000000"/>
                        </a:buClr>
                        <a:buSzPts val="1600"/>
                        <a:buFont typeface="Arial"/>
                        <a:buNone/>
                      </a:pPr>
                      <a:r>
                        <a:rPr lang="en-US" sz="1600" b="1" u="none" strike="noStrike" cap="none"/>
                        <a:t>Permitted IPv4 Address</a:t>
                      </a:r>
                      <a:endParaRPr sz="1600" b="0" u="none" strike="noStrike" cap="none"/>
                    </a:p>
                  </a:txBody>
                  <a:tcPr marL="47625" marR="47625" marT="47625" marB="47625" anchor="ctr"/>
                </a:tc>
                <a:tc>
                  <a:txBody>
                    <a:bodyPr/>
                    <a:lstStyle/>
                    <a:p>
                      <a:pPr marL="0" marR="0" lvl="0" indent="0" algn="r" rtl="0">
                        <a:lnSpc>
                          <a:spcPct val="100000"/>
                        </a:lnSpc>
                        <a:spcBef>
                          <a:spcPts val="0"/>
                        </a:spcBef>
                        <a:spcAft>
                          <a:spcPts val="0"/>
                        </a:spcAft>
                        <a:buClr>
                          <a:srgbClr val="000000"/>
                        </a:buClr>
                        <a:buSzPts val="1600"/>
                        <a:buFont typeface="Arial"/>
                        <a:buNone/>
                      </a:pPr>
                      <a:r>
                        <a:rPr lang="en-US" sz="1600" b="1" u="none" strike="noStrike" cap="none"/>
                        <a:t>192.168.1.0/24</a:t>
                      </a:r>
                      <a:endParaRPr sz="1600" b="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latin typeface="Courier New"/>
                          <a:ea typeface="Courier New"/>
                          <a:cs typeface="Courier New"/>
                          <a:sym typeface="Courier New"/>
                        </a:rPr>
                        <a:t>11000000.10101000.00000001.00000000</a:t>
                      </a:r>
                      <a:endParaRPr sz="1400" u="none" strike="noStrike" cap="none"/>
                    </a:p>
                  </a:txBody>
                  <a:tcPr marL="47625" marR="47625" marT="47625" marB="47625"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1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Wildcard Masks in ACLs</a:t>
            </a:r>
            <a:br>
              <a:rPr lang="en-US"/>
            </a:br>
            <a:r>
              <a:rPr lang="en-US" sz="2400"/>
              <a:t>Wildcard Mask Types (Cont.)</a:t>
            </a:r>
            <a:endParaRPr/>
          </a:p>
        </p:txBody>
      </p:sp>
      <p:sp>
        <p:nvSpPr>
          <p:cNvPr id="346" name="Google Shape;346;p15"/>
          <p:cNvSpPr txBox="1">
            <a:spLocks noGrp="1"/>
          </p:cNvSpPr>
          <p:nvPr>
            <p:ph type="body" idx="1"/>
          </p:nvPr>
        </p:nvSpPr>
        <p:spPr>
          <a:xfrm>
            <a:off x="474662" y="731837"/>
            <a:ext cx="8280057" cy="172107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b="1" dirty="0">
                <a:solidFill>
                  <a:srgbClr val="000000"/>
                </a:solidFill>
              </a:rPr>
              <a:t>Wildcard Mask to Match an IPv4 Address Range</a:t>
            </a:r>
            <a:endParaRPr sz="1600" dirty="0">
              <a:solidFill>
                <a:srgbClr val="000000"/>
              </a:solidFill>
            </a:endParaRPr>
          </a:p>
          <a:p>
            <a:pPr marL="342900" lvl="0" indent="-342900" algn="l" rtl="0">
              <a:lnSpc>
                <a:spcPct val="100000"/>
              </a:lnSpc>
              <a:spcBef>
                <a:spcPts val="320"/>
              </a:spcBef>
              <a:spcAft>
                <a:spcPts val="0"/>
              </a:spcAft>
              <a:buSzPts val="1600"/>
              <a:buFont typeface="Arial"/>
              <a:buChar char="•"/>
            </a:pPr>
            <a:r>
              <a:rPr lang="en-US" sz="1600" dirty="0">
                <a:solidFill>
                  <a:srgbClr val="000000"/>
                </a:solidFill>
              </a:rPr>
              <a:t>ACL 10 needs an ACE that permits all hosts in the 192.168.16.0/24, 192.168.17.0/24, …, 192.168.31.0/24 networks. </a:t>
            </a:r>
            <a:endParaRPr dirty="0"/>
          </a:p>
          <a:p>
            <a:pPr marL="342900" lvl="0" indent="-342900" algn="l" rtl="0">
              <a:lnSpc>
                <a:spcPct val="100000"/>
              </a:lnSpc>
              <a:spcBef>
                <a:spcPts val="320"/>
              </a:spcBef>
              <a:spcAft>
                <a:spcPts val="0"/>
              </a:spcAft>
              <a:buSzPts val="1600"/>
              <a:buFont typeface="Arial"/>
              <a:buChar char="•"/>
            </a:pPr>
            <a:r>
              <a:rPr lang="en-US" sz="1600" dirty="0">
                <a:solidFill>
                  <a:srgbClr val="000000"/>
                </a:solidFill>
              </a:rPr>
              <a:t>When processed, the wildcard mask 0.0.15.255 permits all hosts in the 192.168.16.0/24 to 192.168.31.0/24 networks. The resulting ACE in ACL 10 would be </a:t>
            </a:r>
            <a:r>
              <a:rPr lang="en-US" sz="1600" b="1" dirty="0">
                <a:solidFill>
                  <a:srgbClr val="000000"/>
                </a:solidFill>
              </a:rPr>
              <a:t>access-list 10 permit 192.168.16.0 0.0.15.255.</a:t>
            </a:r>
            <a:endParaRPr sz="1600" dirty="0">
              <a:solidFill>
                <a:srgbClr val="000000"/>
              </a:solidFill>
            </a:endParaRPr>
          </a:p>
          <a:p>
            <a:pPr marL="342900" lvl="0" indent="-241300" algn="l" rtl="0">
              <a:lnSpc>
                <a:spcPct val="100000"/>
              </a:lnSpc>
              <a:spcBef>
                <a:spcPts val="320"/>
              </a:spcBef>
              <a:spcAft>
                <a:spcPts val="0"/>
              </a:spcAft>
              <a:buSzPts val="1600"/>
              <a:buFont typeface="Arial"/>
              <a:buNone/>
            </a:pPr>
            <a:endParaRPr sz="1600" dirty="0">
              <a:solidFill>
                <a:srgbClr val="000000"/>
              </a:solidFill>
            </a:endParaRPr>
          </a:p>
        </p:txBody>
      </p:sp>
      <p:graphicFrame>
        <p:nvGraphicFramePr>
          <p:cNvPr id="347" name="Google Shape;347;p15"/>
          <p:cNvGraphicFramePr/>
          <p:nvPr/>
        </p:nvGraphicFramePr>
        <p:xfrm>
          <a:off x="636322" y="2573884"/>
          <a:ext cx="7871350" cy="1847880"/>
        </p:xfrm>
        <a:graphic>
          <a:graphicData uri="http://schemas.openxmlformats.org/drawingml/2006/table">
            <a:tbl>
              <a:tblPr firstRow="1" bandRow="1">
                <a:noFill/>
                <a:tableStyleId>{028A345D-260B-4E79-A705-3A2211E9E459}</a:tableStyleId>
              </a:tblPr>
              <a:tblGrid>
                <a:gridCol w="1704625">
                  <a:extLst>
                    <a:ext uri="{9D8B030D-6E8A-4147-A177-3AD203B41FA5}">
                      <a16:colId xmlns:a16="http://schemas.microsoft.com/office/drawing/2014/main" val="20000"/>
                    </a:ext>
                  </a:extLst>
                </a:gridCol>
                <a:gridCol w="1738475">
                  <a:extLst>
                    <a:ext uri="{9D8B030D-6E8A-4147-A177-3AD203B41FA5}">
                      <a16:colId xmlns:a16="http://schemas.microsoft.com/office/drawing/2014/main" val="20001"/>
                    </a:ext>
                  </a:extLst>
                </a:gridCol>
                <a:gridCol w="4428250">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1" u="none" strike="noStrike" cap="none"/>
                        <a:t>Decimal</a:t>
                      </a:r>
                      <a:endParaRPr sz="1600" u="none" strike="noStrike" cap="none"/>
                    </a:p>
                  </a:txBody>
                  <a:tcPr marL="47625" marR="47625" marT="47625" marB="47625" anchor="ctr"/>
                </a:tc>
                <a:tc>
                  <a:txBody>
                    <a:bodyPr/>
                    <a:lstStyle/>
                    <a:p>
                      <a:pPr marL="0" marR="0" lvl="0" indent="0" algn="l" rtl="0">
                        <a:lnSpc>
                          <a:spcPct val="100000"/>
                        </a:lnSpc>
                        <a:spcBef>
                          <a:spcPts val="0"/>
                        </a:spcBef>
                        <a:spcAft>
                          <a:spcPts val="0"/>
                        </a:spcAft>
                        <a:buClr>
                          <a:schemeClr val="dk1"/>
                        </a:buClr>
                        <a:buSzPts val="1600"/>
                        <a:buFont typeface="Arial"/>
                        <a:buNone/>
                      </a:pPr>
                      <a:r>
                        <a:rPr lang="en-US" sz="1600" b="1" u="none" strike="noStrike" cap="none"/>
                        <a:t>Binary</a:t>
                      </a:r>
                      <a:endParaRPr sz="16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r" rtl="0">
                        <a:lnSpc>
                          <a:spcPct val="100000"/>
                        </a:lnSpc>
                        <a:spcBef>
                          <a:spcPts val="0"/>
                        </a:spcBef>
                        <a:spcAft>
                          <a:spcPts val="0"/>
                        </a:spcAft>
                        <a:buClr>
                          <a:srgbClr val="000000"/>
                        </a:buClr>
                        <a:buSzPts val="1400"/>
                        <a:buFont typeface="Arial"/>
                        <a:buNone/>
                      </a:pPr>
                      <a:r>
                        <a:rPr lang="en-US" sz="1400" b="0" u="none" strike="noStrike" cap="none"/>
                        <a:t>IPv4 address</a:t>
                      </a:r>
                      <a:endParaRPr sz="1400" u="none" strike="noStrike" cap="none"/>
                    </a:p>
                  </a:txBody>
                  <a:tcPr marL="47625" marR="47625" marT="47625" marB="47625" anchor="ctr"/>
                </a:tc>
                <a:tc>
                  <a:txBody>
                    <a:bodyPr/>
                    <a:lstStyle/>
                    <a:p>
                      <a:pPr marL="0" marR="0" lvl="0" indent="0" algn="r" rtl="0">
                        <a:lnSpc>
                          <a:spcPct val="100000"/>
                        </a:lnSpc>
                        <a:spcBef>
                          <a:spcPts val="0"/>
                        </a:spcBef>
                        <a:spcAft>
                          <a:spcPts val="0"/>
                        </a:spcAft>
                        <a:buClr>
                          <a:srgbClr val="000000"/>
                        </a:buClr>
                        <a:buSzPts val="1400"/>
                        <a:buFont typeface="Arial"/>
                        <a:buNone/>
                      </a:pPr>
                      <a:r>
                        <a:rPr lang="en-US" sz="1400" b="0" u="none" strike="noStrike" cap="none"/>
                        <a:t>192.168.16.0</a:t>
                      </a:r>
                      <a:endParaRPr sz="14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latin typeface="Courier New"/>
                          <a:ea typeface="Courier New"/>
                          <a:cs typeface="Courier New"/>
                          <a:sym typeface="Courier New"/>
                        </a:rPr>
                        <a:t>11000000.10101000.00010000.00000000</a:t>
                      </a:r>
                      <a:endParaRPr sz="1400" u="none" strike="noStrike" cap="none"/>
                    </a:p>
                  </a:txBody>
                  <a:tcPr marL="47625" marR="47625" marT="47625" marB="47625" anchor="ctr"/>
                </a:tc>
                <a:extLst>
                  <a:ext uri="{0D108BD9-81ED-4DB2-BD59-A6C34878D82A}">
                    <a16:rowId xmlns:a16="http://schemas.microsoft.com/office/drawing/2014/main" val="10001"/>
                  </a:ext>
                </a:extLst>
              </a:tr>
              <a:tr h="370850">
                <a:tc>
                  <a:txBody>
                    <a:bodyPr/>
                    <a:lstStyle/>
                    <a:p>
                      <a:pPr marL="0" marR="0" lvl="0" indent="0" algn="r" rtl="0">
                        <a:lnSpc>
                          <a:spcPct val="100000"/>
                        </a:lnSpc>
                        <a:spcBef>
                          <a:spcPts val="0"/>
                        </a:spcBef>
                        <a:spcAft>
                          <a:spcPts val="0"/>
                        </a:spcAft>
                        <a:buClr>
                          <a:srgbClr val="000000"/>
                        </a:buClr>
                        <a:buSzPts val="1400"/>
                        <a:buFont typeface="Arial"/>
                        <a:buNone/>
                      </a:pPr>
                      <a:r>
                        <a:rPr lang="en-US" sz="1400" b="0" u="none" strike="noStrike" cap="none"/>
                        <a:t>Wildcard Mask</a:t>
                      </a:r>
                      <a:endParaRPr sz="1400" u="none" strike="noStrike" cap="none"/>
                    </a:p>
                  </a:txBody>
                  <a:tcPr marL="47625" marR="47625" marT="47625" marB="47625" anchor="ctr"/>
                </a:tc>
                <a:tc>
                  <a:txBody>
                    <a:bodyPr/>
                    <a:lstStyle/>
                    <a:p>
                      <a:pPr marL="0" marR="0" lvl="0" indent="0" algn="r" rtl="0">
                        <a:lnSpc>
                          <a:spcPct val="100000"/>
                        </a:lnSpc>
                        <a:spcBef>
                          <a:spcPts val="0"/>
                        </a:spcBef>
                        <a:spcAft>
                          <a:spcPts val="0"/>
                        </a:spcAft>
                        <a:buClr>
                          <a:srgbClr val="000000"/>
                        </a:buClr>
                        <a:buSzPts val="1400"/>
                        <a:buFont typeface="Arial"/>
                        <a:buNone/>
                      </a:pPr>
                      <a:r>
                        <a:rPr lang="en-US" sz="1400" b="0" u="none" strike="noStrike" cap="none"/>
                        <a:t>0.0.15.255</a:t>
                      </a:r>
                      <a:endParaRPr sz="14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latin typeface="Courier New"/>
                          <a:ea typeface="Courier New"/>
                          <a:cs typeface="Courier New"/>
                          <a:sym typeface="Courier New"/>
                        </a:rPr>
                        <a:t>00000000.00000000.00001111.11111111</a:t>
                      </a:r>
                      <a:endParaRPr sz="1400" u="none" strike="noStrike" cap="none"/>
                    </a:p>
                  </a:txBody>
                  <a:tcPr marL="47625" marR="47625" marT="47625" marB="47625" anchor="ctr"/>
                </a:tc>
                <a:extLst>
                  <a:ext uri="{0D108BD9-81ED-4DB2-BD59-A6C34878D82A}">
                    <a16:rowId xmlns:a16="http://schemas.microsoft.com/office/drawing/2014/main" val="10002"/>
                  </a:ext>
                </a:extLst>
              </a:tr>
              <a:tr h="370850">
                <a:tc>
                  <a:txBody>
                    <a:bodyPr/>
                    <a:lstStyle/>
                    <a:p>
                      <a:pPr marL="0" marR="0" lvl="0" indent="0" algn="r" rtl="0">
                        <a:lnSpc>
                          <a:spcPct val="100000"/>
                        </a:lnSpc>
                        <a:spcBef>
                          <a:spcPts val="0"/>
                        </a:spcBef>
                        <a:spcAft>
                          <a:spcPts val="0"/>
                        </a:spcAft>
                        <a:buClr>
                          <a:srgbClr val="000000"/>
                        </a:buClr>
                        <a:buSzPts val="1400"/>
                        <a:buFont typeface="Arial"/>
                        <a:buNone/>
                      </a:pPr>
                      <a:r>
                        <a:rPr lang="en-US" sz="1400" b="1" u="none" strike="noStrike" cap="none"/>
                        <a:t>Permitted IPv4 Address</a:t>
                      </a:r>
                      <a:endParaRPr sz="1400" b="0" u="none" strike="noStrike" cap="none"/>
                    </a:p>
                  </a:txBody>
                  <a:tcPr marL="47625" marR="47625" marT="47625" marB="47625" anchor="ctr"/>
                </a:tc>
                <a:tc>
                  <a:txBody>
                    <a:bodyPr/>
                    <a:lstStyle/>
                    <a:p>
                      <a:pPr marL="0" marR="0" lvl="0" indent="0" algn="r" rtl="0">
                        <a:lnSpc>
                          <a:spcPct val="100000"/>
                        </a:lnSpc>
                        <a:spcBef>
                          <a:spcPts val="0"/>
                        </a:spcBef>
                        <a:spcAft>
                          <a:spcPts val="0"/>
                        </a:spcAft>
                        <a:buClr>
                          <a:srgbClr val="000000"/>
                        </a:buClr>
                        <a:buSzPts val="1400"/>
                        <a:buFont typeface="Arial"/>
                        <a:buNone/>
                      </a:pPr>
                      <a:r>
                        <a:rPr lang="en-US" sz="1400" b="1" u="none" strike="noStrike" cap="none"/>
                        <a:t>192.168.16.0/24</a:t>
                      </a:r>
                      <a:br>
                        <a:rPr lang="en-US" sz="1400" b="1" u="none" strike="noStrike" cap="none"/>
                      </a:br>
                      <a:r>
                        <a:rPr lang="en-US" sz="1400" b="1" u="none" strike="noStrike" cap="none"/>
                        <a:t>to</a:t>
                      </a:r>
                      <a:br>
                        <a:rPr lang="en-US" sz="1400" b="1" u="none" strike="noStrike" cap="none"/>
                      </a:br>
                      <a:r>
                        <a:rPr lang="en-US" sz="1400" b="1" u="none" strike="noStrike" cap="none"/>
                        <a:t>192.168.31.0/24</a:t>
                      </a:r>
                      <a:endParaRPr sz="1400" b="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latin typeface="Courier New"/>
                          <a:ea typeface="Courier New"/>
                          <a:cs typeface="Courier New"/>
                          <a:sym typeface="Courier New"/>
                        </a:rPr>
                        <a:t>11000000.10101000.00010000.00000000 </a:t>
                      </a:r>
                      <a:br>
                        <a:rPr lang="en-US" sz="1400" b="1" i="0" u="none" strike="noStrike" cap="none">
                          <a:latin typeface="Courier New"/>
                          <a:ea typeface="Courier New"/>
                          <a:cs typeface="Courier New"/>
                          <a:sym typeface="Courier New"/>
                        </a:rPr>
                      </a:br>
                      <a:br>
                        <a:rPr lang="en-US" sz="1400" b="1" i="0" u="none" strike="noStrike" cap="none">
                          <a:latin typeface="Courier New"/>
                          <a:ea typeface="Courier New"/>
                          <a:cs typeface="Courier New"/>
                          <a:sym typeface="Courier New"/>
                        </a:rPr>
                      </a:br>
                      <a:r>
                        <a:rPr lang="en-US" sz="1400" b="1" i="0" u="none" strike="noStrike" cap="none">
                          <a:latin typeface="Courier New"/>
                          <a:ea typeface="Courier New"/>
                          <a:cs typeface="Courier New"/>
                          <a:sym typeface="Courier New"/>
                        </a:rPr>
                        <a:t>11000000.10101000.00011111.00000000</a:t>
                      </a:r>
                      <a:endParaRPr sz="1400" u="none" strike="noStrike" cap="none"/>
                    </a:p>
                  </a:txBody>
                  <a:tcPr marL="47625" marR="47625" marT="47625" marB="47625"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16"/>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Wildcard Masks in ACLs</a:t>
            </a:r>
            <a:br>
              <a:rPr lang="en-US"/>
            </a:br>
            <a:r>
              <a:rPr lang="en-US" sz="2400"/>
              <a:t>Wildcard Mask Calculation</a:t>
            </a:r>
            <a:endParaRPr/>
          </a:p>
        </p:txBody>
      </p:sp>
      <p:sp>
        <p:nvSpPr>
          <p:cNvPr id="354" name="Google Shape;354;p16"/>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800"/>
              <a:buNone/>
            </a:pPr>
            <a:r>
              <a:rPr lang="en-US" sz="1800">
                <a:solidFill>
                  <a:srgbClr val="000000"/>
                </a:solidFill>
              </a:rPr>
              <a:t>Calculating wildcard masks can be challenging. One shortcut method is to subtract the subnet mask from 255.255.255.255. Some examples: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Assume you wanted an ACE in ACL 10 to permit access to all users in the 192.168.3.0/24 network. To calculate the wildcard mask, subtract the subnet mask (255.255.255.0) from 255.255.255.255. This produces the wildcard mask 0.0.0.255. The ACE would be </a:t>
            </a:r>
            <a:r>
              <a:rPr lang="en-US" sz="1600" b="1">
                <a:solidFill>
                  <a:srgbClr val="000000"/>
                </a:solidFill>
              </a:rPr>
              <a:t>access-list 10 permit 192.168.3.0 0.0.0.255.</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Assume you wanted an ACE in ACL 10 to permit network access for the 14 users in the subnet 192.168.3.32/28. Subtract the subnet (i.e., 255.255.255.240) from 255.255.255.255. This produces the wildcard mask 0.0.0.15. The ACE would be </a:t>
            </a:r>
            <a:r>
              <a:rPr lang="en-US" sz="1600" b="1">
                <a:solidFill>
                  <a:srgbClr val="000000"/>
                </a:solidFill>
              </a:rPr>
              <a:t>access-list 10 permit 192.168.3.32 0.0.0.15.</a:t>
            </a:r>
            <a:endParaRPr sz="1600">
              <a:solidFill>
                <a:srgbClr val="000000"/>
              </a:solidFill>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Assume you needed an ACE in ACL 10 to permit only networks 192.168.10.0 and 192.168.11.0. These two networks could be summarized as 192.168.10.0/23 which is a subnet mask of 255.255.254.0. Subtract 255.255.254.0 subnet mask from 255.255.255.255. This produces the wildcard mask 0.0.1.255. The ACE would be </a:t>
            </a:r>
            <a:r>
              <a:rPr lang="en-US" sz="1600" b="1">
                <a:solidFill>
                  <a:srgbClr val="000000"/>
                </a:solidFill>
              </a:rPr>
              <a:t>access-list 10 permit 192.168.10.0 0.0.1.255.</a:t>
            </a:r>
            <a:endParaRPr sz="1600">
              <a:solidFill>
                <a:srgbClr val="000000"/>
              </a:solidFill>
            </a:endParaRPr>
          </a:p>
          <a:p>
            <a:pPr marL="342900" lvl="0" indent="-228600" algn="l" rtl="0">
              <a:lnSpc>
                <a:spcPct val="100000"/>
              </a:lnSpc>
              <a:spcBef>
                <a:spcPts val="360"/>
              </a:spcBef>
              <a:spcAft>
                <a:spcPts val="0"/>
              </a:spcAft>
              <a:buSzPts val="1800"/>
              <a:buFont typeface="Arial"/>
              <a:buNone/>
            </a:pPr>
            <a:endParaRPr sz="1800">
              <a:solidFill>
                <a:srgbClr val="000000"/>
              </a:solidFill>
            </a:endParaRPr>
          </a:p>
          <a:p>
            <a:pPr marL="342900" lvl="0" indent="-228600" algn="l" rtl="0">
              <a:lnSpc>
                <a:spcPct val="100000"/>
              </a:lnSpc>
              <a:spcBef>
                <a:spcPts val="360"/>
              </a:spcBef>
              <a:spcAft>
                <a:spcPts val="0"/>
              </a:spcAft>
              <a:buSzPts val="1800"/>
              <a:buFont typeface="Arial"/>
              <a:buNone/>
            </a:pPr>
            <a:endParaRPr sz="18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17"/>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Wildcard Masks in ACLs</a:t>
            </a:r>
            <a:br>
              <a:rPr lang="en-US"/>
            </a:br>
            <a:r>
              <a:rPr lang="en-US" sz="2400"/>
              <a:t>Wildcard Mask Keywords</a:t>
            </a:r>
            <a:endParaRPr/>
          </a:p>
        </p:txBody>
      </p:sp>
      <p:sp>
        <p:nvSpPr>
          <p:cNvPr id="361" name="Google Shape;361;p17"/>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dirty="0">
                <a:solidFill>
                  <a:srgbClr val="000000"/>
                </a:solidFill>
              </a:rPr>
              <a:t>The Cisco IOS provides two keywords to identify the most common uses of wildcard masking. The two keywords are:</a:t>
            </a:r>
            <a:endParaRPr dirty="0"/>
          </a:p>
          <a:p>
            <a:pPr marL="342900" lvl="0" indent="-342900" algn="l" rtl="0">
              <a:lnSpc>
                <a:spcPct val="100000"/>
              </a:lnSpc>
              <a:spcBef>
                <a:spcPts val="320"/>
              </a:spcBef>
              <a:spcAft>
                <a:spcPts val="0"/>
              </a:spcAft>
              <a:buSzPts val="1600"/>
              <a:buFont typeface="Arial"/>
              <a:buChar char="•"/>
            </a:pPr>
            <a:r>
              <a:rPr lang="en-US" sz="1600" b="1" dirty="0">
                <a:solidFill>
                  <a:srgbClr val="000000"/>
                </a:solidFill>
              </a:rPr>
              <a:t>host</a:t>
            </a:r>
            <a:r>
              <a:rPr lang="en-US" sz="1600" dirty="0">
                <a:solidFill>
                  <a:srgbClr val="000000"/>
                </a:solidFill>
              </a:rPr>
              <a:t> - This keyword substitutes for the 0.0.0.0 mask. This mask states that all IPv4 address bits must match to filter just one host address.</a:t>
            </a:r>
            <a:endParaRPr dirty="0"/>
          </a:p>
          <a:p>
            <a:pPr marL="342900" lvl="0" indent="-342900" algn="l" rtl="0">
              <a:lnSpc>
                <a:spcPct val="100000"/>
              </a:lnSpc>
              <a:spcBef>
                <a:spcPts val="320"/>
              </a:spcBef>
              <a:spcAft>
                <a:spcPts val="0"/>
              </a:spcAft>
              <a:buSzPts val="1600"/>
              <a:buFont typeface="Arial"/>
              <a:buChar char="•"/>
            </a:pPr>
            <a:r>
              <a:rPr lang="en-US" sz="1600" b="1" dirty="0">
                <a:solidFill>
                  <a:srgbClr val="000000"/>
                </a:solidFill>
              </a:rPr>
              <a:t>any</a:t>
            </a:r>
            <a:r>
              <a:rPr lang="en-US" sz="1600" dirty="0">
                <a:solidFill>
                  <a:srgbClr val="000000"/>
                </a:solidFill>
              </a:rPr>
              <a:t> - This keyword substitutes for the 255.255.255.255 mask. This mask says to ignore the entire IPv4 address or to accept any addresses.</a:t>
            </a:r>
            <a:endParaRPr dirty="0"/>
          </a:p>
          <a:p>
            <a:pPr marL="342900" lvl="0" indent="-241300" algn="l" rtl="0">
              <a:lnSpc>
                <a:spcPct val="100000"/>
              </a:lnSpc>
              <a:spcBef>
                <a:spcPts val="320"/>
              </a:spcBef>
              <a:spcAft>
                <a:spcPts val="0"/>
              </a:spcAft>
              <a:buSzPts val="1600"/>
              <a:buFont typeface="Arial"/>
              <a:buNone/>
            </a:pPr>
            <a:endParaRPr sz="1600"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18"/>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4.3 Guidelines for ACL Creation</a:t>
            </a:r>
            <a:endParaRPr/>
          </a:p>
        </p:txBody>
      </p:sp>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19"/>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Guidelines for ACL Creation</a:t>
            </a:r>
            <a:br>
              <a:rPr lang="en-US"/>
            </a:br>
            <a:r>
              <a:rPr lang="en-US" sz="2400"/>
              <a:t>Limited Number of ACLs per Interface</a:t>
            </a:r>
            <a:endParaRPr/>
          </a:p>
        </p:txBody>
      </p:sp>
      <p:sp>
        <p:nvSpPr>
          <p:cNvPr id="374" name="Google Shape;374;p19"/>
          <p:cNvSpPr txBox="1">
            <a:spLocks noGrp="1"/>
          </p:cNvSpPr>
          <p:nvPr>
            <p:ph type="body" idx="1"/>
          </p:nvPr>
        </p:nvSpPr>
        <p:spPr>
          <a:xfrm>
            <a:off x="474662" y="731838"/>
            <a:ext cx="8280057" cy="1104220"/>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There is a limit on the number of ACLs that can be applied on a router interface. For example, a dual-stacked (i.e, IPv4 and IPv6) router interface can have up to four ACLs applied, as shown in the figure.</a:t>
            </a:r>
            <a:r>
              <a:rPr lang="en-US" sz="1600" b="1">
                <a:solidFill>
                  <a:srgbClr val="000000"/>
                </a:solidFill>
              </a:rPr>
              <a:t> </a:t>
            </a:r>
            <a:endParaRPr/>
          </a:p>
          <a:p>
            <a:pPr marL="0" lvl="0" indent="0" algn="l" rtl="0">
              <a:lnSpc>
                <a:spcPct val="100000"/>
              </a:lnSpc>
              <a:spcBef>
                <a:spcPts val="320"/>
              </a:spcBef>
              <a:spcAft>
                <a:spcPts val="0"/>
              </a:spcAft>
              <a:buSzPts val="1600"/>
              <a:buNone/>
            </a:pPr>
            <a:r>
              <a:rPr lang="en-US" sz="1600">
                <a:solidFill>
                  <a:srgbClr val="000000"/>
                </a:solidFill>
              </a:rPr>
              <a:t>Specifically, a router interface can have:</a:t>
            </a:r>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a:p>
            <a:pPr marL="0" lvl="0" indent="0" algn="l" rtl="0">
              <a:lnSpc>
                <a:spcPct val="100000"/>
              </a:lnSpc>
              <a:spcBef>
                <a:spcPts val="320"/>
              </a:spcBef>
              <a:spcAft>
                <a:spcPts val="0"/>
              </a:spcAft>
              <a:buSzPts val="1600"/>
              <a:buNone/>
            </a:pPr>
            <a:endParaRPr sz="1600">
              <a:solidFill>
                <a:srgbClr val="000000"/>
              </a:solidFill>
            </a:endParaRPr>
          </a:p>
        </p:txBody>
      </p:sp>
      <p:sp>
        <p:nvSpPr>
          <p:cNvPr id="375" name="Google Shape;375;p19"/>
          <p:cNvSpPr/>
          <p:nvPr/>
        </p:nvSpPr>
        <p:spPr>
          <a:xfrm>
            <a:off x="474662" y="1868036"/>
            <a:ext cx="3931996" cy="236988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One outbound IPv4 ACL.</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One inbound IPv4 ACL.</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One inbound IPv6 ACL.</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One outbound IPv6 ACL.</a:t>
            </a:r>
            <a:endParaRPr sz="1400" b="0" i="0" u="none" strike="noStrike" cap="none">
              <a:solidFill>
                <a:srgbClr val="000000"/>
              </a:solidFill>
              <a:latin typeface="Arial"/>
              <a:ea typeface="Arial"/>
              <a:cs typeface="Arial"/>
              <a:sym typeface="Arial"/>
            </a:endParaRPr>
          </a:p>
          <a:p>
            <a:pPr marL="342900" marR="0" lvl="0" indent="-266700" algn="l" rtl="0">
              <a:lnSpc>
                <a:spcPct val="100000"/>
              </a:lnSpc>
              <a:spcBef>
                <a:spcPts val="0"/>
              </a:spcBef>
              <a:spcAft>
                <a:spcPts val="0"/>
              </a:spcAft>
              <a:buClr>
                <a:schemeClr val="dk1"/>
              </a:buClr>
              <a:buSzPts val="1200"/>
              <a:buFont typeface="Arial"/>
              <a:buNone/>
            </a:pPr>
            <a:endParaRPr sz="1200" b="1" i="0" u="none" strike="noStrike" cap="none">
              <a:solidFill>
                <a:srgbClr val="000000"/>
              </a:solidFill>
              <a:latin typeface="Arial"/>
              <a:ea typeface="Arial"/>
              <a:cs typeface="Arial"/>
              <a:sym typeface="Arial"/>
            </a:endParaRPr>
          </a:p>
          <a:p>
            <a:pPr marL="342900" marR="0" lvl="0" indent="-266700" algn="l" rtl="0">
              <a:lnSpc>
                <a:spcPct val="100000"/>
              </a:lnSpc>
              <a:spcBef>
                <a:spcPts val="0"/>
              </a:spcBef>
              <a:spcAft>
                <a:spcPts val="0"/>
              </a:spcAft>
              <a:buClr>
                <a:schemeClr val="dk1"/>
              </a:buClr>
              <a:buSzPts val="1200"/>
              <a:buFont typeface="Arial"/>
              <a:buNone/>
            </a:pPr>
            <a:endParaRPr sz="1200" b="1" i="0" u="none" strike="noStrike" cap="none">
              <a:solidFill>
                <a:srgbClr val="000000"/>
              </a:solidFill>
              <a:latin typeface="Arial"/>
              <a:ea typeface="Arial"/>
              <a:cs typeface="Arial"/>
              <a:sym typeface="Arial"/>
            </a:endParaRPr>
          </a:p>
          <a:p>
            <a:pPr marL="342900" marR="0" lvl="0" indent="-266700" algn="l" rtl="0">
              <a:lnSpc>
                <a:spcPct val="100000"/>
              </a:lnSpc>
              <a:spcBef>
                <a:spcPts val="0"/>
              </a:spcBef>
              <a:spcAft>
                <a:spcPts val="0"/>
              </a:spcAft>
              <a:buClr>
                <a:schemeClr val="dk1"/>
              </a:buClr>
              <a:buSzPts val="1200"/>
              <a:buFont typeface="Arial"/>
              <a:buNone/>
            </a:pP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Note</a:t>
            </a:r>
            <a:r>
              <a:rPr lang="en-US" sz="1200" b="0" i="0" u="none" strike="noStrike" cap="none">
                <a:solidFill>
                  <a:srgbClr val="000000"/>
                </a:solidFill>
                <a:latin typeface="Arial"/>
                <a:ea typeface="Arial"/>
                <a:cs typeface="Arial"/>
                <a:sym typeface="Arial"/>
              </a:rPr>
              <a:t>: ACLs do not have to be configured in both directions. The number of ACLs and their direction applied to the interface will depend on the security policy of the organization.</a:t>
            </a:r>
            <a:endParaRPr sz="1400" b="0" i="0" u="none" strike="noStrike" cap="none">
              <a:solidFill>
                <a:srgbClr val="000000"/>
              </a:solidFill>
              <a:latin typeface="Arial"/>
              <a:ea typeface="Arial"/>
              <a:cs typeface="Arial"/>
              <a:sym typeface="Arial"/>
            </a:endParaRPr>
          </a:p>
        </p:txBody>
      </p:sp>
      <p:pic>
        <p:nvPicPr>
          <p:cNvPr id="376" name="Google Shape;376;p19"/>
          <p:cNvPicPr preferRelativeResize="0"/>
          <p:nvPr/>
        </p:nvPicPr>
        <p:blipFill rotWithShape="1">
          <a:blip r:embed="rId3">
            <a:alphaModFix/>
          </a:blip>
          <a:srcRect/>
          <a:stretch/>
        </p:blipFill>
        <p:spPr>
          <a:xfrm>
            <a:off x="4572000" y="2054578"/>
            <a:ext cx="3686009" cy="276623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0"/>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Guidelines for ACL Creation</a:t>
            </a:r>
            <a:br>
              <a:rPr lang="en-US"/>
            </a:br>
            <a:r>
              <a:rPr lang="en-US" sz="2400"/>
              <a:t>ACL Best Practices</a:t>
            </a:r>
            <a:endParaRPr/>
          </a:p>
        </p:txBody>
      </p:sp>
      <p:sp>
        <p:nvSpPr>
          <p:cNvPr id="383" name="Google Shape;383;p20"/>
          <p:cNvSpPr txBox="1">
            <a:spLocks noGrp="1"/>
          </p:cNvSpPr>
          <p:nvPr>
            <p:ph type="body" idx="1"/>
          </p:nvPr>
        </p:nvSpPr>
        <p:spPr>
          <a:xfrm>
            <a:off x="474662" y="731837"/>
            <a:ext cx="8280057" cy="893763"/>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Using ACLs requires attention to detail and great care. Mistakes can be costly in terms of downtime, troubleshooting efforts, and poor network service. Basic planning is required before configuring an ACL.</a:t>
            </a:r>
            <a:endParaRPr/>
          </a:p>
        </p:txBody>
      </p:sp>
      <p:graphicFrame>
        <p:nvGraphicFramePr>
          <p:cNvPr id="384" name="Google Shape;384;p20"/>
          <p:cNvGraphicFramePr/>
          <p:nvPr/>
        </p:nvGraphicFramePr>
        <p:xfrm>
          <a:off x="587022" y="1625600"/>
          <a:ext cx="7758450" cy="3194060"/>
        </p:xfrm>
        <a:graphic>
          <a:graphicData uri="http://schemas.openxmlformats.org/drawingml/2006/table">
            <a:tbl>
              <a:tblPr firstRow="1" bandRow="1">
                <a:noFill/>
                <a:tableStyleId>{028A345D-260B-4E79-A705-3A2211E9E459}</a:tableStyleId>
              </a:tblPr>
              <a:tblGrid>
                <a:gridCol w="3879225">
                  <a:extLst>
                    <a:ext uri="{9D8B030D-6E8A-4147-A177-3AD203B41FA5}">
                      <a16:colId xmlns:a16="http://schemas.microsoft.com/office/drawing/2014/main" val="20000"/>
                    </a:ext>
                  </a:extLst>
                </a:gridCol>
                <a:gridCol w="3879225">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Guideline</a:t>
                      </a:r>
                      <a:endParaRPr sz="14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Benefit</a:t>
                      </a:r>
                      <a:endParaRPr sz="1400" u="none" strike="noStrike" cap="none"/>
                    </a:p>
                  </a:txBody>
                  <a:tcPr marL="47625" marR="47625" marT="47625" marB="47625" anchor="ct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t>Base ACLs on the organizational security policies.</a:t>
                      </a:r>
                      <a:endParaRPr sz="14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t>This will ensure you implement organizational security guidelines.</a:t>
                      </a:r>
                      <a:endParaRPr sz="1400" u="none" strike="noStrike" cap="none"/>
                    </a:p>
                  </a:txBody>
                  <a:tcPr marL="47625" marR="47625" marT="47625" marB="47625" anchor="ct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t>Write out what you want the ACL to do.</a:t>
                      </a:r>
                      <a:endParaRPr sz="14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t>This will help you avoid inadvertently creating potential access problems.</a:t>
                      </a:r>
                      <a:endParaRPr sz="1400" u="none" strike="noStrike" cap="none"/>
                    </a:p>
                  </a:txBody>
                  <a:tcPr marL="47625" marR="47625" marT="47625" marB="47625" anchor="ct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t>Use a text editor to create, edit, and save all of your ACLs.</a:t>
                      </a:r>
                      <a:endParaRPr sz="14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t>This will help you create a library of reusable ACLs.</a:t>
                      </a:r>
                      <a:endParaRPr sz="1400" u="none" strike="noStrike" cap="none"/>
                    </a:p>
                  </a:txBody>
                  <a:tcPr marL="47625" marR="47625" marT="47625" marB="47625" anchor="ct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t>Document the ACLs using the </a:t>
                      </a:r>
                      <a:r>
                        <a:rPr lang="en-US" sz="1400" b="1" u="none" strike="noStrike" cap="none"/>
                        <a:t>remark </a:t>
                      </a:r>
                      <a:r>
                        <a:rPr lang="en-US" sz="1400" b="0" u="none" strike="noStrike" cap="none"/>
                        <a:t>command.</a:t>
                      </a:r>
                      <a:endParaRPr sz="14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t>This will help you (and others) understand the purpose of an ACE.</a:t>
                      </a:r>
                      <a:endParaRPr sz="1400" u="none" strike="noStrike" cap="none"/>
                    </a:p>
                  </a:txBody>
                  <a:tcPr marL="47625" marR="47625" marT="47625" marB="47625" anchor="ct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t>Test the ACLs on a development network before implementing them on a production network.</a:t>
                      </a:r>
                      <a:endParaRPr sz="14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t>This will help you avoid costly errors.</a:t>
                      </a:r>
                      <a:endParaRPr sz="1400" u="none" strike="noStrike" cap="none"/>
                    </a:p>
                  </a:txBody>
                  <a:tcPr marL="47625" marR="47625" marT="47625" marB="47625" anchor="ct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21"/>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4.4 Types of IPv4 ACLs</a:t>
            </a:r>
            <a:endParaRPr/>
          </a:p>
        </p:txBody>
      </p:sp>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22"/>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Types of IPv4 ACLs</a:t>
            </a:r>
            <a:br>
              <a:rPr lang="en-US"/>
            </a:br>
            <a:r>
              <a:rPr lang="en-US" sz="2400"/>
              <a:t>Standard and Extended ACLs</a:t>
            </a:r>
            <a:endParaRPr/>
          </a:p>
        </p:txBody>
      </p:sp>
      <p:sp>
        <p:nvSpPr>
          <p:cNvPr id="397" name="Google Shape;397;p22"/>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dirty="0">
                <a:solidFill>
                  <a:srgbClr val="000000"/>
                </a:solidFill>
              </a:rPr>
              <a:t>There are two types of IPv4 ACLs:</a:t>
            </a:r>
            <a:endParaRPr dirty="0"/>
          </a:p>
          <a:p>
            <a:pPr marL="342900" lvl="0" indent="-342900" algn="l" rtl="0">
              <a:lnSpc>
                <a:spcPct val="100000"/>
              </a:lnSpc>
              <a:spcBef>
                <a:spcPts val="320"/>
              </a:spcBef>
              <a:spcAft>
                <a:spcPts val="0"/>
              </a:spcAft>
              <a:buSzPts val="1600"/>
              <a:buFont typeface="Arial"/>
              <a:buChar char="•"/>
            </a:pPr>
            <a:r>
              <a:rPr lang="en-US" sz="1600" b="1" dirty="0">
                <a:solidFill>
                  <a:srgbClr val="000000"/>
                </a:solidFill>
              </a:rPr>
              <a:t>Standard ACLs</a:t>
            </a:r>
            <a:r>
              <a:rPr lang="en-US" sz="1600" dirty="0">
                <a:solidFill>
                  <a:srgbClr val="000000"/>
                </a:solidFill>
              </a:rPr>
              <a:t> - These permit or deny packets based only on the source IPv4 address.</a:t>
            </a:r>
            <a:endParaRPr dirty="0"/>
          </a:p>
          <a:p>
            <a:pPr marL="342900" lvl="0" indent="-342900" algn="l" rtl="0">
              <a:lnSpc>
                <a:spcPct val="100000"/>
              </a:lnSpc>
              <a:spcBef>
                <a:spcPts val="320"/>
              </a:spcBef>
              <a:spcAft>
                <a:spcPts val="0"/>
              </a:spcAft>
              <a:buSzPts val="1600"/>
              <a:buFont typeface="Arial"/>
              <a:buChar char="•"/>
            </a:pPr>
            <a:r>
              <a:rPr lang="en-US" sz="1600" b="1" dirty="0">
                <a:solidFill>
                  <a:srgbClr val="000000"/>
                </a:solidFill>
              </a:rPr>
              <a:t>Extended ACLs</a:t>
            </a:r>
            <a:r>
              <a:rPr lang="en-US" sz="1600" dirty="0">
                <a:solidFill>
                  <a:srgbClr val="000000"/>
                </a:solidFill>
              </a:rPr>
              <a:t> - These permit or deny packets based on the source IPv4 address and destination IPv4 address, protocol type, source and destination TCP or UDP ports and more.</a:t>
            </a:r>
            <a:endParaRPr dirty="0"/>
          </a:p>
          <a:p>
            <a:pPr marL="342900" lvl="0" indent="-241300" algn="l" rtl="0">
              <a:lnSpc>
                <a:spcPct val="100000"/>
              </a:lnSpc>
              <a:spcBef>
                <a:spcPts val="320"/>
              </a:spcBef>
              <a:spcAft>
                <a:spcPts val="0"/>
              </a:spcAft>
              <a:buSzPts val="1600"/>
              <a:buFont typeface="Arial"/>
              <a:buNone/>
            </a:pPr>
            <a:endParaRPr sz="1600"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23"/>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Types of IPv4 ACLs</a:t>
            </a:r>
            <a:br>
              <a:rPr lang="en-US"/>
            </a:br>
            <a:r>
              <a:rPr lang="en-US" sz="2400"/>
              <a:t>Numbered and Named ACLs</a:t>
            </a:r>
            <a:endParaRPr/>
          </a:p>
        </p:txBody>
      </p:sp>
      <p:sp>
        <p:nvSpPr>
          <p:cNvPr id="404" name="Google Shape;404;p23"/>
          <p:cNvSpPr txBox="1">
            <a:spLocks noGrp="1"/>
          </p:cNvSpPr>
          <p:nvPr>
            <p:ph type="body" idx="1"/>
          </p:nvPr>
        </p:nvSpPr>
        <p:spPr>
          <a:xfrm>
            <a:off x="431971" y="731838"/>
            <a:ext cx="8280057" cy="1053420"/>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b="1">
                <a:solidFill>
                  <a:srgbClr val="000000"/>
                </a:solidFill>
              </a:rPr>
              <a:t>Numbered ACLs</a:t>
            </a:r>
            <a:endParaRPr sz="1600">
              <a:solidFill>
                <a:srgbClr val="000000"/>
              </a:solidFill>
            </a:endParaRPr>
          </a:p>
          <a:p>
            <a:pPr marL="285750" lvl="0" indent="-285750" algn="l" rtl="0">
              <a:lnSpc>
                <a:spcPct val="100000"/>
              </a:lnSpc>
              <a:spcBef>
                <a:spcPts val="320"/>
              </a:spcBef>
              <a:spcAft>
                <a:spcPts val="0"/>
              </a:spcAft>
              <a:buSzPts val="1600"/>
              <a:buFont typeface="Arial"/>
              <a:buChar char="•"/>
            </a:pPr>
            <a:r>
              <a:rPr lang="en-US" sz="1600">
                <a:solidFill>
                  <a:srgbClr val="000000"/>
                </a:solidFill>
              </a:rPr>
              <a:t>ACLs numbered 1-99, or 1300-1999 are standard ACLs, while ACLs numbered 100-199, or 2000-2699 are extended ACLs.</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sp>
        <p:nvSpPr>
          <p:cNvPr id="405" name="Google Shape;405;p23"/>
          <p:cNvSpPr/>
          <p:nvPr/>
        </p:nvSpPr>
        <p:spPr>
          <a:xfrm>
            <a:off x="720400" y="2061130"/>
            <a:ext cx="7329488" cy="2123658"/>
          </a:xfrm>
          <a:prstGeom prst="rect">
            <a:avLst/>
          </a:prstGeom>
          <a:solidFill>
            <a:srgbClr val="00000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DFDFDF"/>
                </a:solidFill>
                <a:latin typeface="Courier New"/>
                <a:ea typeface="Courier New"/>
                <a:cs typeface="Courier New"/>
                <a:sym typeface="Courier New"/>
              </a:rPr>
              <a:t>R1(config)# </a:t>
            </a:r>
            <a:r>
              <a:rPr lang="en-US" sz="1200" b="1" i="0" u="none" strike="noStrike" cap="none">
                <a:solidFill>
                  <a:srgbClr val="FFFFFF"/>
                </a:solidFill>
                <a:latin typeface="Courier New"/>
                <a:ea typeface="Courier New"/>
                <a:cs typeface="Courier New"/>
                <a:sym typeface="Courier New"/>
              </a:rPr>
              <a:t>access-list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DFDFDF"/>
                </a:solidFill>
                <a:latin typeface="Courier New"/>
                <a:ea typeface="Courier New"/>
                <a:cs typeface="Courier New"/>
                <a:sym typeface="Courier New"/>
              </a:rPr>
              <a:t> &lt;1-99&gt; IP standard access list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DFDFDF"/>
                </a:solidFill>
                <a:latin typeface="Courier New"/>
                <a:ea typeface="Courier New"/>
                <a:cs typeface="Courier New"/>
                <a:sym typeface="Courier New"/>
              </a:rPr>
              <a:t> &lt;100-199&gt; IP extended access list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DFDFDF"/>
                </a:solidFill>
                <a:latin typeface="Courier New"/>
                <a:ea typeface="Courier New"/>
                <a:cs typeface="Courier New"/>
                <a:sym typeface="Courier New"/>
              </a:rPr>
              <a:t> &lt;1100-1199&gt; Extended 48-bit MAC address access list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DFDFDF"/>
                </a:solidFill>
                <a:latin typeface="Courier New"/>
                <a:ea typeface="Courier New"/>
                <a:cs typeface="Courier New"/>
                <a:sym typeface="Courier New"/>
              </a:rPr>
              <a:t> &lt;1300-1999&gt; IP standard access list (expanded range)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DFDFDF"/>
                </a:solidFill>
                <a:latin typeface="Courier New"/>
                <a:ea typeface="Courier New"/>
                <a:cs typeface="Courier New"/>
                <a:sym typeface="Courier New"/>
              </a:rPr>
              <a:t> &lt;200-299&gt; Protocol type-code access list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DFDFDF"/>
                </a:solidFill>
                <a:latin typeface="Courier New"/>
                <a:ea typeface="Courier New"/>
                <a:cs typeface="Courier New"/>
                <a:sym typeface="Courier New"/>
              </a:rPr>
              <a:t> &lt;2000-2699&gt; IP extended access list (expanded range)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DFDFDF"/>
                </a:solidFill>
                <a:latin typeface="Courier New"/>
                <a:ea typeface="Courier New"/>
                <a:cs typeface="Courier New"/>
                <a:sym typeface="Courier New"/>
              </a:rPr>
              <a:t> &lt;700-799&gt; 48-bit MAC address access list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DFDFDF"/>
                </a:solidFill>
                <a:latin typeface="Courier New"/>
                <a:ea typeface="Courier New"/>
                <a:cs typeface="Courier New"/>
                <a:sym typeface="Courier New"/>
              </a:rPr>
              <a:t> rate-limit Simple rate-limit specific access list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DFDFDF"/>
                </a:solidFill>
                <a:latin typeface="Courier New"/>
                <a:ea typeface="Courier New"/>
                <a:cs typeface="Courier New"/>
                <a:sym typeface="Courier New"/>
              </a:rPr>
              <a:t> template Enable IP template acls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DFDFDF"/>
                </a:solidFill>
                <a:latin typeface="Courier New"/>
                <a:ea typeface="Courier New"/>
                <a:cs typeface="Courier New"/>
                <a:sym typeface="Courier New"/>
              </a:rPr>
              <a:t>Router(config)# </a:t>
            </a:r>
            <a:r>
              <a:rPr lang="en-US" sz="1200" b="1" i="0" u="none" strike="noStrike" cap="none">
                <a:solidFill>
                  <a:srgbClr val="FFFFFF"/>
                </a:solidFill>
                <a:latin typeface="Courier New"/>
                <a:ea typeface="Courier New"/>
                <a:cs typeface="Courier New"/>
                <a:sym typeface="Courier New"/>
              </a:rPr>
              <a:t>access-list  </a:t>
            </a:r>
            <a:endParaRPr sz="12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24"/>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Types of IPv4 ACLs</a:t>
            </a:r>
            <a:br>
              <a:rPr lang="en-US"/>
            </a:br>
            <a:r>
              <a:rPr lang="en-US" sz="2400"/>
              <a:t>Numbered and Named ACLs (Cont.)</a:t>
            </a:r>
            <a:endParaRPr/>
          </a:p>
        </p:txBody>
      </p:sp>
      <p:sp>
        <p:nvSpPr>
          <p:cNvPr id="412" name="Google Shape;412;p24"/>
          <p:cNvSpPr txBox="1">
            <a:spLocks noGrp="1"/>
          </p:cNvSpPr>
          <p:nvPr>
            <p:ph type="body" idx="1"/>
          </p:nvPr>
        </p:nvSpPr>
        <p:spPr>
          <a:xfrm>
            <a:off x="431971" y="731838"/>
            <a:ext cx="8280057" cy="1938792"/>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b="1">
                <a:solidFill>
                  <a:srgbClr val="000000"/>
                </a:solidFill>
              </a:rPr>
              <a:t>Named ACLs</a:t>
            </a:r>
            <a:endParaRPr sz="1600">
              <a:solidFill>
                <a:srgbClr val="000000"/>
              </a:solidFill>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Named ACLs are the preferred method to use when configuring ACLs. Specifically, standard and extended ACLs can be named to provide information about the purpose of the ACL. For example, naming an extended ACL FTP-FILTER is far better than having a numbered ACL 100.</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The </a:t>
            </a:r>
            <a:r>
              <a:rPr lang="en-US" sz="1600" b="1">
                <a:solidFill>
                  <a:srgbClr val="000000"/>
                </a:solidFill>
              </a:rPr>
              <a:t>ip</a:t>
            </a:r>
            <a:r>
              <a:rPr lang="en-US" sz="1600">
                <a:solidFill>
                  <a:srgbClr val="000000"/>
                </a:solidFill>
              </a:rPr>
              <a:t> </a:t>
            </a:r>
            <a:r>
              <a:rPr lang="en-US" sz="1600" b="1">
                <a:solidFill>
                  <a:srgbClr val="000000"/>
                </a:solidFill>
              </a:rPr>
              <a:t>access-list</a:t>
            </a:r>
            <a:r>
              <a:rPr lang="en-US" sz="1600">
                <a:solidFill>
                  <a:srgbClr val="000000"/>
                </a:solidFill>
              </a:rPr>
              <a:t> global configuration command is used to create a named ACL, as shown in the following example.</a:t>
            </a:r>
            <a:endParaRPr sz="1600">
              <a:solidFill>
                <a:srgbClr val="000000"/>
              </a:solidFill>
            </a:endParaRPr>
          </a:p>
          <a:p>
            <a:pPr marL="342900" lvl="0" indent="-342900" algn="l" rtl="0">
              <a:lnSpc>
                <a:spcPct val="100000"/>
              </a:lnSpc>
              <a:spcBef>
                <a:spcPts val="320"/>
              </a:spcBef>
              <a:spcAft>
                <a:spcPts val="0"/>
              </a:spcAft>
              <a:buClr>
                <a:srgbClr val="1155CC"/>
              </a:buClr>
              <a:buSzPts val="1600"/>
              <a:buChar char="•"/>
            </a:pPr>
            <a:r>
              <a:rPr lang="en-US" sz="1600">
                <a:solidFill>
                  <a:srgbClr val="1155CC"/>
                </a:solidFill>
              </a:rPr>
              <a:t>“Allow TCP traffic from any host in 192.168.10.0/24 going to any destination IP, but only if the destination port is FTP (port 21)”</a:t>
            </a:r>
            <a:endParaRPr sz="1600">
              <a:solidFill>
                <a:srgbClr val="1155CC"/>
              </a:solidFill>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sp>
        <p:nvSpPr>
          <p:cNvPr id="413" name="Google Shape;413;p24"/>
          <p:cNvSpPr/>
          <p:nvPr/>
        </p:nvSpPr>
        <p:spPr>
          <a:xfrm>
            <a:off x="593015" y="3329007"/>
            <a:ext cx="7752600" cy="954000"/>
          </a:xfrm>
          <a:prstGeom prst="rect">
            <a:avLst/>
          </a:prstGeom>
          <a:solidFill>
            <a:srgbClr val="00000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Courier New"/>
                <a:ea typeface="Courier New"/>
                <a:cs typeface="Courier New"/>
                <a:sym typeface="Courier New"/>
              </a:rPr>
              <a:t>R1(config)# </a:t>
            </a:r>
            <a:r>
              <a:rPr lang="en-US" sz="1400" b="1" i="0" u="none" strike="noStrike" cap="none">
                <a:solidFill>
                  <a:schemeClr val="lt1"/>
                </a:solidFill>
                <a:latin typeface="Courier New"/>
                <a:ea typeface="Courier New"/>
                <a:cs typeface="Courier New"/>
                <a:sym typeface="Courier New"/>
              </a:rPr>
              <a:t>ip access-list extended FTP-FILTER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Courier New"/>
                <a:ea typeface="Courier New"/>
                <a:cs typeface="Courier New"/>
                <a:sym typeface="Courier New"/>
              </a:rPr>
              <a:t>R1(config-ext-nacl)# </a:t>
            </a:r>
            <a:r>
              <a:rPr lang="en-US" sz="1400" b="1" i="0" u="none" strike="noStrike" cap="none">
                <a:solidFill>
                  <a:schemeClr val="lt1"/>
                </a:solidFill>
                <a:latin typeface="Courier New"/>
                <a:ea typeface="Courier New"/>
                <a:cs typeface="Courier New"/>
                <a:sym typeface="Courier New"/>
              </a:rPr>
              <a:t>permit tcp 192.168.10.0 0.0.0.255 any eq ftp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Courier New"/>
                <a:ea typeface="Courier New"/>
                <a:cs typeface="Courier New"/>
                <a:sym typeface="Courier New"/>
              </a:rPr>
              <a:t>R1(config-ext-nacl)# </a:t>
            </a:r>
            <a:r>
              <a:rPr lang="en-US" sz="1400" b="1" i="0" u="none" strike="noStrike" cap="none">
                <a:solidFill>
                  <a:schemeClr val="lt1"/>
                </a:solidFill>
                <a:latin typeface="Courier New"/>
                <a:ea typeface="Courier New"/>
                <a:cs typeface="Courier New"/>
                <a:sym typeface="Courier New"/>
              </a:rPr>
              <a:t>permit tcp 192.168.10.0 0.0.0.255 any eq ftp-data </a:t>
            </a:r>
            <a:r>
              <a:rPr lang="en-US" sz="1400" b="0" i="0" u="none" strike="noStrike" cap="none">
                <a:solidFill>
                  <a:schemeClr val="lt1"/>
                </a:solidFill>
                <a:latin typeface="Courier New"/>
                <a:ea typeface="Courier New"/>
                <a:cs typeface="Courier New"/>
                <a:sym typeface="Courier New"/>
              </a:rPr>
              <a:t>R1(config-ext-nacl)#</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Types of IPv4 ACLs</a:t>
            </a:r>
            <a:br>
              <a:rPr lang="en-US"/>
            </a:br>
            <a:r>
              <a:rPr lang="en-US" sz="2400"/>
              <a:t>Where to Place ACLs</a:t>
            </a:r>
            <a:endParaRPr/>
          </a:p>
        </p:txBody>
      </p:sp>
      <p:sp>
        <p:nvSpPr>
          <p:cNvPr id="420" name="Google Shape;420;p25"/>
          <p:cNvSpPr txBox="1">
            <a:spLocks noGrp="1"/>
          </p:cNvSpPr>
          <p:nvPr>
            <p:ph type="body" idx="1"/>
          </p:nvPr>
        </p:nvSpPr>
        <p:spPr>
          <a:xfrm>
            <a:off x="474663" y="731837"/>
            <a:ext cx="3950582"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Every ACL should be placed where it has the greatest impact on efficiency.</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Extended ACLs should be located as close as possible to the source of the traffic to be filtered.</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Standard ACLs should be located as close to the destination as possible. </a:t>
            </a:r>
            <a:endParaRPr/>
          </a:p>
        </p:txBody>
      </p:sp>
      <p:pic>
        <p:nvPicPr>
          <p:cNvPr id="421" name="Google Shape;421;p25"/>
          <p:cNvPicPr preferRelativeResize="0"/>
          <p:nvPr/>
        </p:nvPicPr>
        <p:blipFill rotWithShape="1">
          <a:blip r:embed="rId3">
            <a:alphaModFix/>
          </a:blip>
          <a:srcRect/>
          <a:stretch/>
        </p:blipFill>
        <p:spPr>
          <a:xfrm>
            <a:off x="4572000" y="1054902"/>
            <a:ext cx="4445168" cy="304376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26"/>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Types of IPv4 ACLs</a:t>
            </a:r>
            <a:br>
              <a:rPr lang="en-US"/>
            </a:br>
            <a:r>
              <a:rPr lang="en-US" sz="2400"/>
              <a:t>Where to Place ACLs (Cont.)</a:t>
            </a:r>
            <a:endParaRPr/>
          </a:p>
        </p:txBody>
      </p:sp>
      <p:graphicFrame>
        <p:nvGraphicFramePr>
          <p:cNvPr id="428" name="Google Shape;428;p26"/>
          <p:cNvGraphicFramePr/>
          <p:nvPr/>
        </p:nvGraphicFramePr>
        <p:xfrm>
          <a:off x="431800" y="1240657"/>
          <a:ext cx="8280400" cy="3003560"/>
        </p:xfrm>
        <a:graphic>
          <a:graphicData uri="http://schemas.openxmlformats.org/drawingml/2006/table">
            <a:tbl>
              <a:tblPr firstRow="1" bandRow="1">
                <a:noFill/>
                <a:tableStyleId>{028A345D-260B-4E79-A705-3A2211E9E459}</a:tableStyleId>
              </a:tblPr>
              <a:tblGrid>
                <a:gridCol w="3620900">
                  <a:extLst>
                    <a:ext uri="{9D8B030D-6E8A-4147-A177-3AD203B41FA5}">
                      <a16:colId xmlns:a16="http://schemas.microsoft.com/office/drawing/2014/main" val="20000"/>
                    </a:ext>
                  </a:extLst>
                </a:gridCol>
                <a:gridCol w="46595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Factors Influencing ACL Placement</a:t>
                      </a:r>
                      <a:endParaRPr sz="140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Explanation</a:t>
                      </a:r>
                      <a:endParaRPr sz="1400" u="none" strike="noStrike" cap="none"/>
                    </a:p>
                  </a:txBody>
                  <a:tcPr marL="47625" marR="47625" marT="47625" marB="47625" anchor="ct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The extent of organizational control</a:t>
                      </a:r>
                      <a:endParaRPr sz="1400" b="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t>Placement of the ACL can depend on whether or not the organization has control of both the source and destination networks.</a:t>
                      </a:r>
                      <a:endParaRPr sz="1400" u="none" strike="noStrike" cap="none"/>
                    </a:p>
                  </a:txBody>
                  <a:tcPr marL="47625" marR="47625" marT="47625" marB="47625" anchor="ct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Bandwidth of the networks involved</a:t>
                      </a:r>
                      <a:endParaRPr sz="1400" b="0" u="none" strike="noStrike" cap="none"/>
                    </a:p>
                  </a:txBody>
                  <a:tcPr marL="47625" marR="47625" marT="47625" marB="476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t>It may be desirable to filter unwanted traffic at the source to prevent transmission of bandwidth-consuming traffic.</a:t>
                      </a:r>
                      <a:endParaRPr sz="1400" u="none" strike="noStrike" cap="none"/>
                    </a:p>
                  </a:txBody>
                  <a:tcPr marL="47625" marR="47625" marT="47625" marB="47625" anchor="ct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Ease of configuration</a:t>
                      </a:r>
                      <a:endParaRPr sz="1400" b="0" u="none" strike="noStrike" cap="none"/>
                    </a:p>
                  </a:txBody>
                  <a:tcPr marL="47625" marR="47625" marT="47625" marB="47625" anchor="ctr"/>
                </a:tc>
                <a:tc>
                  <a:txBody>
                    <a:bodyPr/>
                    <a:lstStyle/>
                    <a:p>
                      <a:pPr marL="0" marR="0" lvl="0" indent="0" algn="l" rtl="0">
                        <a:lnSpc>
                          <a:spcPct val="100000"/>
                        </a:lnSpc>
                        <a:spcBef>
                          <a:spcPts val="0"/>
                        </a:spcBef>
                        <a:spcAft>
                          <a:spcPts val="0"/>
                        </a:spcAft>
                        <a:buClr>
                          <a:schemeClr val="dk1"/>
                        </a:buClr>
                        <a:buSzPts val="1400"/>
                        <a:buFont typeface="Arial"/>
                        <a:buChar char="•"/>
                      </a:pPr>
                      <a:r>
                        <a:rPr lang="en-US" sz="1400" b="0" u="none" strike="noStrike" cap="none"/>
                        <a:t>It may be easier to implement an ACL at the destination, but traffic will use bandwidth unnecessarily.</a:t>
                      </a:r>
                      <a:endParaRPr sz="1400" u="none" strike="noStrike" cap="none"/>
                    </a:p>
                    <a:p>
                      <a:pPr marL="0" marR="0" lvl="0" indent="0" algn="l" rtl="0">
                        <a:lnSpc>
                          <a:spcPct val="100000"/>
                        </a:lnSpc>
                        <a:spcBef>
                          <a:spcPts val="0"/>
                        </a:spcBef>
                        <a:spcAft>
                          <a:spcPts val="0"/>
                        </a:spcAft>
                        <a:buClr>
                          <a:schemeClr val="dk1"/>
                        </a:buClr>
                        <a:buSzPts val="1400"/>
                        <a:buFont typeface="Arial"/>
                        <a:buChar char="•"/>
                      </a:pPr>
                      <a:r>
                        <a:rPr lang="en-US" sz="1400" b="0" u="none" strike="noStrike" cap="none"/>
                        <a:t>An extended ACL could be used on each router where the traffic originated. This would save bandwidth by filtering the traffic at the source, but it would require creating extended ACLs on multiple routers.</a:t>
                      </a:r>
                      <a:endParaRPr sz="1400" u="none" strike="noStrike" cap="none"/>
                    </a:p>
                  </a:txBody>
                  <a:tcPr marL="47625" marR="47625" marT="47625" marB="47625"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27"/>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Types of IPv4 ACLs</a:t>
            </a:r>
            <a:br>
              <a:rPr lang="en-US"/>
            </a:br>
            <a:r>
              <a:rPr lang="en-US" sz="2400"/>
              <a:t>Standard ACL Placement Example</a:t>
            </a:r>
            <a:endParaRPr/>
          </a:p>
        </p:txBody>
      </p:sp>
      <p:sp>
        <p:nvSpPr>
          <p:cNvPr id="435" name="Google Shape;435;p27"/>
          <p:cNvSpPr txBox="1">
            <a:spLocks noGrp="1"/>
          </p:cNvSpPr>
          <p:nvPr>
            <p:ph type="body" idx="1"/>
          </p:nvPr>
        </p:nvSpPr>
        <p:spPr>
          <a:xfrm>
            <a:off x="474662" y="731837"/>
            <a:ext cx="3465160"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In the figure, the administrator wants to prevent traffic originating in the 192.168.10.0/24 network from reaching the 192.168.30.0/24 network.</a:t>
            </a:r>
            <a:endParaRPr/>
          </a:p>
          <a:p>
            <a:pPr marL="0" lvl="0" indent="0" algn="l" rtl="0">
              <a:lnSpc>
                <a:spcPct val="100000"/>
              </a:lnSpc>
              <a:spcBef>
                <a:spcPts val="320"/>
              </a:spcBef>
              <a:spcAft>
                <a:spcPts val="0"/>
              </a:spcAft>
              <a:buSzPts val="1600"/>
              <a:buNone/>
            </a:pPr>
            <a:endParaRPr sz="1600">
              <a:solidFill>
                <a:srgbClr val="000000"/>
              </a:solidFill>
            </a:endParaRPr>
          </a:p>
          <a:p>
            <a:pPr marL="0" lvl="0" indent="0" algn="l" rtl="0">
              <a:lnSpc>
                <a:spcPct val="100000"/>
              </a:lnSpc>
              <a:spcBef>
                <a:spcPts val="320"/>
              </a:spcBef>
              <a:spcAft>
                <a:spcPts val="0"/>
              </a:spcAft>
              <a:buSzPts val="1600"/>
              <a:buNone/>
            </a:pPr>
            <a:r>
              <a:rPr lang="en-US" sz="1600">
                <a:solidFill>
                  <a:srgbClr val="000000"/>
                </a:solidFill>
              </a:rPr>
              <a:t>Following the basic placement guidelines, the administrator would place a standard ACL on router R3. </a:t>
            </a:r>
            <a:endParaRPr/>
          </a:p>
        </p:txBody>
      </p:sp>
      <p:pic>
        <p:nvPicPr>
          <p:cNvPr id="436" name="Google Shape;436;p27"/>
          <p:cNvPicPr preferRelativeResize="0"/>
          <p:nvPr/>
        </p:nvPicPr>
        <p:blipFill rotWithShape="1">
          <a:blip r:embed="rId3">
            <a:alphaModFix/>
          </a:blip>
          <a:srcRect/>
          <a:stretch/>
        </p:blipFill>
        <p:spPr>
          <a:xfrm>
            <a:off x="3939822" y="947296"/>
            <a:ext cx="4823027" cy="325897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28"/>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Types of IPv4 ACLs</a:t>
            </a:r>
            <a:br>
              <a:rPr lang="en-US"/>
            </a:br>
            <a:r>
              <a:rPr lang="en-US" sz="2400"/>
              <a:t>Standard ACL Placement Example (Cont.)</a:t>
            </a:r>
            <a:endParaRPr/>
          </a:p>
        </p:txBody>
      </p:sp>
      <p:sp>
        <p:nvSpPr>
          <p:cNvPr id="443" name="Google Shape;443;p28"/>
          <p:cNvSpPr txBox="1">
            <a:spLocks noGrp="1"/>
          </p:cNvSpPr>
          <p:nvPr>
            <p:ph type="body" idx="1"/>
          </p:nvPr>
        </p:nvSpPr>
        <p:spPr>
          <a:xfrm>
            <a:off x="474663" y="731837"/>
            <a:ext cx="4097338"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There are two possible interfaces on R3 to apply the standard ACL:</a:t>
            </a:r>
            <a:endParaRPr/>
          </a:p>
          <a:p>
            <a:pPr marL="342900" lvl="0" indent="-342900" algn="l" rtl="0">
              <a:lnSpc>
                <a:spcPct val="100000"/>
              </a:lnSpc>
              <a:spcBef>
                <a:spcPts val="280"/>
              </a:spcBef>
              <a:spcAft>
                <a:spcPts val="0"/>
              </a:spcAft>
              <a:buSzPts val="1400"/>
              <a:buFont typeface="Arial"/>
              <a:buChar char="•"/>
            </a:pPr>
            <a:r>
              <a:rPr lang="en-US" sz="1400" b="1">
                <a:solidFill>
                  <a:srgbClr val="000000"/>
                </a:solidFill>
              </a:rPr>
              <a:t>R3 S0/1/1 interface</a:t>
            </a:r>
            <a:r>
              <a:rPr lang="en-US" sz="1400">
                <a:solidFill>
                  <a:srgbClr val="000000"/>
                </a:solidFill>
              </a:rPr>
              <a:t> </a:t>
            </a:r>
            <a:r>
              <a:rPr lang="en-US" sz="1400" b="1">
                <a:solidFill>
                  <a:srgbClr val="000000"/>
                </a:solidFill>
              </a:rPr>
              <a:t>(inbound)</a:t>
            </a:r>
            <a:r>
              <a:rPr lang="en-US" sz="1400">
                <a:solidFill>
                  <a:srgbClr val="000000"/>
                </a:solidFill>
              </a:rPr>
              <a:t> - The standard ACL can be applied inbound on the R3 S0/1/1 interface to deny traffic from .10 network. However, it would also filter .10 traffic to the 192.168.31.0/24 (.31 in this example) network. Therefore, the standard ACL should not be applied to this interface.</a:t>
            </a:r>
            <a:endParaRPr/>
          </a:p>
          <a:p>
            <a:pPr marL="342900" lvl="0" indent="-342900" algn="l" rtl="0">
              <a:lnSpc>
                <a:spcPct val="100000"/>
              </a:lnSpc>
              <a:spcBef>
                <a:spcPts val="280"/>
              </a:spcBef>
              <a:spcAft>
                <a:spcPts val="0"/>
              </a:spcAft>
              <a:buSzPts val="1400"/>
              <a:buFont typeface="Arial"/>
              <a:buChar char="•"/>
            </a:pPr>
            <a:r>
              <a:rPr lang="en-US" sz="1400" b="1">
                <a:solidFill>
                  <a:srgbClr val="000000"/>
                </a:solidFill>
              </a:rPr>
              <a:t>R3 G0/0 interface</a:t>
            </a:r>
            <a:r>
              <a:rPr lang="en-US" sz="1400">
                <a:solidFill>
                  <a:srgbClr val="000000"/>
                </a:solidFill>
              </a:rPr>
              <a:t> </a:t>
            </a:r>
            <a:r>
              <a:rPr lang="en-US" sz="1400" b="1">
                <a:solidFill>
                  <a:srgbClr val="000000"/>
                </a:solidFill>
              </a:rPr>
              <a:t>(outbound)</a:t>
            </a:r>
            <a:r>
              <a:rPr lang="en-US" sz="1400">
                <a:solidFill>
                  <a:srgbClr val="000000"/>
                </a:solidFill>
              </a:rPr>
              <a:t> - The standard ACL can be applied outbound on the R3 G0/0/0 interface. This will not affect other networks that are reachable by R3. Packets from .10 network will still be able to reach the .31 network. This is the best interface to place the standard ACL to meet the traffic requirements.</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pic>
        <p:nvPicPr>
          <p:cNvPr id="444" name="Google Shape;444;p28"/>
          <p:cNvPicPr preferRelativeResize="0"/>
          <p:nvPr/>
        </p:nvPicPr>
        <p:blipFill rotWithShape="1">
          <a:blip r:embed="rId3">
            <a:alphaModFix/>
          </a:blip>
          <a:srcRect/>
          <a:stretch/>
        </p:blipFill>
        <p:spPr>
          <a:xfrm>
            <a:off x="4572000" y="1253612"/>
            <a:ext cx="4196507" cy="283834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29"/>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Types of IPv4 ACLs</a:t>
            </a:r>
            <a:br>
              <a:rPr lang="en-US"/>
            </a:br>
            <a:r>
              <a:rPr lang="en-US" sz="2400"/>
              <a:t>Extended ACL Placement Example</a:t>
            </a:r>
            <a:endParaRPr/>
          </a:p>
        </p:txBody>
      </p:sp>
      <p:sp>
        <p:nvSpPr>
          <p:cNvPr id="451" name="Google Shape;451;p29"/>
          <p:cNvSpPr txBox="1">
            <a:spLocks noGrp="1"/>
          </p:cNvSpPr>
          <p:nvPr>
            <p:ph type="body" idx="1"/>
          </p:nvPr>
        </p:nvSpPr>
        <p:spPr>
          <a:xfrm>
            <a:off x="282349" y="731837"/>
            <a:ext cx="4391251"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Extended ACLs should be located as close to the source as possible.</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However, the organization can only place ACLs on devices that they control. Therefore, the extended ACL placement must be determined in the context of where organizational control extends.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In the figure, for example, Company A wants to deny Telnet and FTP traffic to Company B’s 192.168.30.0/24 network from their 192.168.11.0/24 network, while permitting all other traffic.</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pic>
        <p:nvPicPr>
          <p:cNvPr id="452" name="Google Shape;452;p29"/>
          <p:cNvPicPr preferRelativeResize="0"/>
          <p:nvPr/>
        </p:nvPicPr>
        <p:blipFill rotWithShape="1">
          <a:blip r:embed="rId3">
            <a:alphaModFix/>
          </a:blip>
          <a:srcRect/>
          <a:stretch/>
        </p:blipFill>
        <p:spPr>
          <a:xfrm>
            <a:off x="4572000" y="1049257"/>
            <a:ext cx="4391251" cy="305505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30"/>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SzPts val="1400"/>
              <a:buNone/>
            </a:pPr>
            <a:r>
              <a:rPr lang="en-US" sz="1600"/>
              <a:t>Types of IPv4 ACLs</a:t>
            </a:r>
            <a:br>
              <a:rPr lang="en-US"/>
            </a:br>
            <a:r>
              <a:rPr lang="en-US" sz="2400"/>
              <a:t>Extended ACL Placement Example (Cont.)</a:t>
            </a:r>
            <a:endParaRPr/>
          </a:p>
        </p:txBody>
      </p:sp>
      <p:sp>
        <p:nvSpPr>
          <p:cNvPr id="459" name="Google Shape;459;p30"/>
          <p:cNvSpPr txBox="1">
            <a:spLocks noGrp="1"/>
          </p:cNvSpPr>
          <p:nvPr>
            <p:ph type="body" idx="1"/>
          </p:nvPr>
        </p:nvSpPr>
        <p:spPr>
          <a:xfrm>
            <a:off x="245709" y="731837"/>
            <a:ext cx="4525394"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400"/>
              <a:buNone/>
            </a:pPr>
            <a:r>
              <a:rPr lang="en-US" sz="1400">
                <a:solidFill>
                  <a:srgbClr val="000000"/>
                </a:solidFill>
              </a:rPr>
              <a:t>An extended ACL on R3 would accomplish the task, but the administrator does not control R3. In addition, this solution allows unwanted traffic to cross the entire network, only to be blocked at the destination.</a:t>
            </a:r>
            <a:endParaRPr/>
          </a:p>
          <a:p>
            <a:pPr marL="0" lvl="0" indent="0" algn="l" rtl="0">
              <a:lnSpc>
                <a:spcPct val="100000"/>
              </a:lnSpc>
              <a:spcBef>
                <a:spcPts val="280"/>
              </a:spcBef>
              <a:spcAft>
                <a:spcPts val="0"/>
              </a:spcAft>
              <a:buSzPts val="1400"/>
              <a:buNone/>
            </a:pPr>
            <a:r>
              <a:rPr lang="en-US" sz="1400">
                <a:solidFill>
                  <a:srgbClr val="000000"/>
                </a:solidFill>
              </a:rPr>
              <a:t>The solution is to place an extended ACL on R1 that specifies both source and destination addresses.</a:t>
            </a:r>
            <a:endParaRPr/>
          </a:p>
          <a:p>
            <a:pPr marL="0" lvl="0" indent="0" algn="l" rtl="0">
              <a:lnSpc>
                <a:spcPct val="100000"/>
              </a:lnSpc>
              <a:spcBef>
                <a:spcPts val="280"/>
              </a:spcBef>
              <a:spcAft>
                <a:spcPts val="0"/>
              </a:spcAft>
              <a:buSzPts val="1400"/>
              <a:buNone/>
            </a:pPr>
            <a:r>
              <a:rPr lang="en-US" sz="1400">
                <a:solidFill>
                  <a:srgbClr val="000000"/>
                </a:solidFill>
              </a:rPr>
              <a:t>There are two possible interfaces on R1 to apply the extended ACL:</a:t>
            </a:r>
            <a:endParaRPr/>
          </a:p>
          <a:p>
            <a:pPr marL="171450" lvl="0" indent="-171450" algn="l" rtl="0">
              <a:lnSpc>
                <a:spcPct val="100000"/>
              </a:lnSpc>
              <a:spcBef>
                <a:spcPts val="240"/>
              </a:spcBef>
              <a:spcAft>
                <a:spcPts val="0"/>
              </a:spcAft>
              <a:buSzPts val="1200"/>
              <a:buFont typeface="Arial"/>
              <a:buChar char="•"/>
            </a:pPr>
            <a:r>
              <a:rPr lang="en-US" sz="1200" b="1">
                <a:solidFill>
                  <a:srgbClr val="000000"/>
                </a:solidFill>
              </a:rPr>
              <a:t>R1 S0/1/0 interface (outbound)</a:t>
            </a:r>
            <a:r>
              <a:rPr lang="en-US" sz="1200">
                <a:solidFill>
                  <a:srgbClr val="000000"/>
                </a:solidFill>
              </a:rPr>
              <a:t> - The extended ACL can be applied outbound on the S0/1/0 interface. This solution will process all packets leaving R1 including packets from 192.168.10.0/24.</a:t>
            </a:r>
            <a:endParaRPr/>
          </a:p>
          <a:p>
            <a:pPr marL="171450" lvl="0" indent="-171450" algn="l" rtl="0">
              <a:lnSpc>
                <a:spcPct val="100000"/>
              </a:lnSpc>
              <a:spcBef>
                <a:spcPts val="240"/>
              </a:spcBef>
              <a:spcAft>
                <a:spcPts val="0"/>
              </a:spcAft>
              <a:buSzPts val="1200"/>
              <a:buFont typeface="Arial"/>
              <a:buChar char="•"/>
            </a:pPr>
            <a:r>
              <a:rPr lang="en-US" sz="1200" b="1">
                <a:solidFill>
                  <a:srgbClr val="000000"/>
                </a:solidFill>
              </a:rPr>
              <a:t>R1 G0/0/1 interface (inbound)</a:t>
            </a:r>
            <a:r>
              <a:rPr lang="en-US" sz="1200">
                <a:solidFill>
                  <a:srgbClr val="000000"/>
                </a:solidFill>
              </a:rPr>
              <a:t> - The extended ACL can be applied inbound on the G0/0/1 and only packets from the 192.168.11.0/24 network are subject to ACL processing on R1. Because the filter is to be limited to only those packets leaving the 192.168.11.0/24 network, applying the extended ACL to G0/1 is the best solution.</a:t>
            </a:r>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p:txBody>
      </p:sp>
      <p:pic>
        <p:nvPicPr>
          <p:cNvPr id="460" name="Google Shape;460;p30"/>
          <p:cNvPicPr preferRelativeResize="0"/>
          <p:nvPr/>
        </p:nvPicPr>
        <p:blipFill rotWithShape="1">
          <a:blip r:embed="rId3">
            <a:alphaModFix/>
          </a:blip>
          <a:srcRect/>
          <a:stretch/>
        </p:blipFill>
        <p:spPr>
          <a:xfrm>
            <a:off x="4915739" y="1156465"/>
            <a:ext cx="4067883" cy="283056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1"/>
          <p:cNvSpPr txBox="1">
            <a:spLocks noGrp="1"/>
          </p:cNvSpPr>
          <p:nvPr>
            <p:ph type="ctrTitle"/>
          </p:nvPr>
        </p:nvSpPr>
        <p:spPr>
          <a:xfrm>
            <a:off x="416425" y="1747520"/>
            <a:ext cx="8280314" cy="97028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4.5 Module Practice and Quiz</a:t>
            </a:r>
            <a:endParaRPr/>
          </a:p>
        </p:txBody>
      </p:sp>
    </p:spTree>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32"/>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473" name="Google Shape;473;p32"/>
          <p:cNvSpPr txBox="1">
            <a:spLocks noGrp="1"/>
          </p:cNvSpPr>
          <p:nvPr>
            <p:ph type="body" idx="1"/>
          </p:nvPr>
        </p:nvSpPr>
        <p:spPr>
          <a:xfrm>
            <a:off x="144065" y="798944"/>
            <a:ext cx="8853286" cy="4155319"/>
          </a:xfrm>
          <a:prstGeom prst="rect">
            <a:avLst/>
          </a:prstGeom>
          <a:noFill/>
          <a:ln>
            <a:noFill/>
          </a:ln>
        </p:spPr>
        <p:txBody>
          <a:bodyPr spcFirstLastPara="1" wrap="square" lIns="91425" tIns="45700" rIns="182875" bIns="45700" anchor="t" anchorCtr="0">
            <a:noAutofit/>
          </a:bodyPr>
          <a:lstStyle/>
          <a:p>
            <a:pPr marL="169863" lvl="0" indent="-169863" algn="l" rtl="0">
              <a:lnSpc>
                <a:spcPct val="100000"/>
              </a:lnSpc>
              <a:spcBef>
                <a:spcPts val="0"/>
              </a:spcBef>
              <a:spcAft>
                <a:spcPts val="0"/>
              </a:spcAft>
              <a:buSzPts val="1260"/>
              <a:buFont typeface="Arial"/>
              <a:buChar char="•"/>
            </a:pPr>
            <a:r>
              <a:rPr lang="en-US" sz="1400"/>
              <a:t>An ACL is a series of IOS commands that are used to filter packets based on information found in the packet header. </a:t>
            </a:r>
            <a:endParaRPr/>
          </a:p>
          <a:p>
            <a:pPr marL="169863" lvl="0" indent="-169863" algn="l" rtl="0">
              <a:lnSpc>
                <a:spcPct val="100000"/>
              </a:lnSpc>
              <a:spcBef>
                <a:spcPts val="0"/>
              </a:spcBef>
              <a:spcAft>
                <a:spcPts val="0"/>
              </a:spcAft>
              <a:buSzPts val="1260"/>
              <a:buFont typeface="Arial"/>
              <a:buChar char="•"/>
            </a:pPr>
            <a:r>
              <a:rPr lang="en-US" sz="1400"/>
              <a:t>A router does not have any ACLs configured by default. </a:t>
            </a:r>
            <a:endParaRPr/>
          </a:p>
          <a:p>
            <a:pPr marL="169863" lvl="0" indent="-169863" algn="l" rtl="0">
              <a:lnSpc>
                <a:spcPct val="100000"/>
              </a:lnSpc>
              <a:spcBef>
                <a:spcPts val="0"/>
              </a:spcBef>
              <a:spcAft>
                <a:spcPts val="0"/>
              </a:spcAft>
              <a:buSzPts val="1260"/>
              <a:buFont typeface="Arial"/>
              <a:buChar char="•"/>
            </a:pPr>
            <a:r>
              <a:rPr lang="en-US" sz="1400"/>
              <a:t>When an ACL is applied to an interface, the router performs the additional task of evaluating all network packets as they pass through the interface to determine if the packet can be forwarded. </a:t>
            </a:r>
            <a:endParaRPr/>
          </a:p>
          <a:p>
            <a:pPr marL="169863" lvl="0" indent="-169863" algn="l" rtl="0">
              <a:lnSpc>
                <a:spcPct val="100000"/>
              </a:lnSpc>
              <a:spcBef>
                <a:spcPts val="0"/>
              </a:spcBef>
              <a:spcAft>
                <a:spcPts val="0"/>
              </a:spcAft>
              <a:buSzPts val="1260"/>
              <a:buFont typeface="Arial"/>
              <a:buChar char="•"/>
            </a:pPr>
            <a:r>
              <a:rPr lang="en-US" sz="1400"/>
              <a:t>An ACL uses a sequential list of permit or deny statements, known as ACEs. </a:t>
            </a:r>
            <a:endParaRPr/>
          </a:p>
          <a:p>
            <a:pPr marL="169863" lvl="0" indent="-169863" algn="l" rtl="0">
              <a:lnSpc>
                <a:spcPct val="100000"/>
              </a:lnSpc>
              <a:spcBef>
                <a:spcPts val="0"/>
              </a:spcBef>
              <a:spcAft>
                <a:spcPts val="0"/>
              </a:spcAft>
              <a:buSzPts val="1260"/>
              <a:buFont typeface="Arial"/>
              <a:buChar char="•"/>
            </a:pPr>
            <a:r>
              <a:rPr lang="en-US" sz="1400"/>
              <a:t>Cisco routers support two types of ACLs: standard ACLs and extended ACLs. </a:t>
            </a:r>
            <a:endParaRPr/>
          </a:p>
          <a:p>
            <a:pPr marL="169863" lvl="0" indent="-169863" algn="l" rtl="0">
              <a:lnSpc>
                <a:spcPct val="100000"/>
              </a:lnSpc>
              <a:spcBef>
                <a:spcPts val="0"/>
              </a:spcBef>
              <a:spcAft>
                <a:spcPts val="0"/>
              </a:spcAft>
              <a:buSzPts val="1260"/>
              <a:buFont typeface="Arial"/>
              <a:buChar char="•"/>
            </a:pPr>
            <a:r>
              <a:rPr lang="en-US" sz="1400"/>
              <a:t>An inbound ACL filters packets before they are routed to the outbound interface. If the packet is permitted by the ACL, it is then processed for routing. </a:t>
            </a:r>
            <a:endParaRPr/>
          </a:p>
          <a:p>
            <a:pPr marL="169863" lvl="0" indent="-169863" algn="l" rtl="0">
              <a:lnSpc>
                <a:spcPct val="100000"/>
              </a:lnSpc>
              <a:spcBef>
                <a:spcPts val="0"/>
              </a:spcBef>
              <a:spcAft>
                <a:spcPts val="0"/>
              </a:spcAft>
              <a:buSzPts val="1260"/>
              <a:buFont typeface="Arial"/>
              <a:buChar char="•"/>
            </a:pPr>
            <a:r>
              <a:rPr lang="en-US" sz="1400"/>
              <a:t>An outbound ACL filters packets after being routed, regardless of the inbound interface. </a:t>
            </a:r>
            <a:endParaRPr/>
          </a:p>
          <a:p>
            <a:pPr marL="169863" lvl="0" indent="-169863" algn="l" rtl="0">
              <a:lnSpc>
                <a:spcPct val="100000"/>
              </a:lnSpc>
              <a:spcBef>
                <a:spcPts val="0"/>
              </a:spcBef>
              <a:spcAft>
                <a:spcPts val="0"/>
              </a:spcAft>
              <a:buSzPts val="1260"/>
              <a:buFont typeface="Arial"/>
              <a:buChar char="•"/>
            </a:pPr>
            <a:r>
              <a:rPr lang="en-US" sz="1400"/>
              <a:t>An IPv4 ACE uses a 32-bit wildcard mask to determine which bits of the address to examine for a match. </a:t>
            </a:r>
            <a:endParaRPr/>
          </a:p>
          <a:p>
            <a:pPr marL="169863" lvl="0" indent="-169863" algn="l" rtl="0">
              <a:lnSpc>
                <a:spcPct val="100000"/>
              </a:lnSpc>
              <a:spcBef>
                <a:spcPts val="0"/>
              </a:spcBef>
              <a:spcAft>
                <a:spcPts val="0"/>
              </a:spcAft>
              <a:buSzPts val="1260"/>
              <a:buFont typeface="Arial"/>
              <a:buChar char="•"/>
            </a:pPr>
            <a:r>
              <a:rPr lang="en-US" sz="1400"/>
              <a:t>A wildcard mask is similar to a subnet mask in that it uses the ANDing process to identify which bits in an IPv4 address to match. However, they differ in the way they match binary 1s and 0s. Wildcard mask bit 0 matches the corresponding bit value in the address. Wildcard mask bit 1 ignores the corresponding bit value in the address. </a:t>
            </a:r>
            <a:endParaRPr/>
          </a:p>
          <a:p>
            <a:pPr marL="169863" lvl="0" indent="-84138" algn="l" rtl="0">
              <a:lnSpc>
                <a:spcPct val="100000"/>
              </a:lnSpc>
              <a:spcBef>
                <a:spcPts val="0"/>
              </a:spcBef>
              <a:spcAft>
                <a:spcPts val="0"/>
              </a:spcAft>
              <a:buSzPts val="1350"/>
              <a:buNone/>
            </a:pPr>
            <a:endParaRPr/>
          </a:p>
        </p:txBody>
      </p:sp>
    </p:spTree>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33"/>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 (Cont.)</a:t>
            </a:r>
            <a:endParaRPr/>
          </a:p>
        </p:txBody>
      </p:sp>
      <p:sp>
        <p:nvSpPr>
          <p:cNvPr id="480" name="Google Shape;480;p33"/>
          <p:cNvSpPr txBox="1">
            <a:spLocks noGrp="1"/>
          </p:cNvSpPr>
          <p:nvPr>
            <p:ph type="body" idx="1"/>
          </p:nvPr>
        </p:nvSpPr>
        <p:spPr>
          <a:xfrm>
            <a:off x="144065" y="798944"/>
            <a:ext cx="8853286" cy="4155319"/>
          </a:xfrm>
          <a:prstGeom prst="rect">
            <a:avLst/>
          </a:prstGeom>
          <a:noFill/>
          <a:ln>
            <a:noFill/>
          </a:ln>
        </p:spPr>
        <p:txBody>
          <a:bodyPr spcFirstLastPara="1" wrap="square" lIns="91425" tIns="45700" rIns="182875" bIns="45700" anchor="t" anchorCtr="0">
            <a:noAutofit/>
          </a:bodyPr>
          <a:lstStyle/>
          <a:p>
            <a:pPr marL="169863" lvl="0" indent="-169863" algn="l" rtl="0">
              <a:lnSpc>
                <a:spcPct val="100000"/>
              </a:lnSpc>
              <a:spcBef>
                <a:spcPts val="0"/>
              </a:spcBef>
              <a:spcAft>
                <a:spcPts val="0"/>
              </a:spcAft>
              <a:buSzPts val="1260"/>
              <a:buFont typeface="Arial"/>
              <a:buChar char="•"/>
            </a:pPr>
            <a:r>
              <a:rPr lang="en-US" sz="1400"/>
              <a:t>A shortcut to calculating a wildcard mask is to subtract the subnet mask from 255.255.255.255. </a:t>
            </a:r>
            <a:endParaRPr/>
          </a:p>
          <a:p>
            <a:pPr marL="169863" lvl="0" indent="-169863" algn="l" rtl="0">
              <a:lnSpc>
                <a:spcPct val="100000"/>
              </a:lnSpc>
              <a:spcBef>
                <a:spcPts val="0"/>
              </a:spcBef>
              <a:spcAft>
                <a:spcPts val="0"/>
              </a:spcAft>
              <a:buSzPts val="1260"/>
              <a:buFont typeface="Arial"/>
              <a:buChar char="•"/>
            </a:pPr>
            <a:r>
              <a:rPr lang="en-US" sz="1400"/>
              <a:t>Working with decimal representations of binary wildcard mask bits can be simplified by using the Cisco IOS keywords </a:t>
            </a:r>
            <a:r>
              <a:rPr lang="en-US" sz="1400" b="1"/>
              <a:t>host</a:t>
            </a:r>
            <a:r>
              <a:rPr lang="en-US" sz="1400"/>
              <a:t> and </a:t>
            </a:r>
            <a:r>
              <a:rPr lang="en-US" sz="1400" b="1"/>
              <a:t>any</a:t>
            </a:r>
            <a:r>
              <a:rPr lang="en-US" sz="1400"/>
              <a:t> to identify the most common uses of wildcard masking. </a:t>
            </a:r>
            <a:endParaRPr/>
          </a:p>
          <a:p>
            <a:pPr marL="169863" lvl="0" indent="-169863" algn="l" rtl="0">
              <a:lnSpc>
                <a:spcPct val="100000"/>
              </a:lnSpc>
              <a:spcBef>
                <a:spcPts val="0"/>
              </a:spcBef>
              <a:spcAft>
                <a:spcPts val="0"/>
              </a:spcAft>
              <a:buSzPts val="1260"/>
              <a:buFont typeface="Arial"/>
              <a:buChar char="•"/>
            </a:pPr>
            <a:r>
              <a:rPr lang="en-US" sz="1400"/>
              <a:t>There is a limit on the number of ACLs that can be applied on a router interface. </a:t>
            </a:r>
            <a:endParaRPr/>
          </a:p>
          <a:p>
            <a:pPr marL="169863" lvl="0" indent="-169863" algn="l" rtl="0">
              <a:lnSpc>
                <a:spcPct val="100000"/>
              </a:lnSpc>
              <a:spcBef>
                <a:spcPts val="0"/>
              </a:spcBef>
              <a:spcAft>
                <a:spcPts val="0"/>
              </a:spcAft>
              <a:buSzPts val="1260"/>
              <a:buFont typeface="Arial"/>
              <a:buChar char="•"/>
            </a:pPr>
            <a:r>
              <a:rPr lang="en-US" sz="1400"/>
              <a:t>ACLs do not have to be configured in both directions. The number of ACLs and their direction applied to the interface will depend on the security policy of the organization. </a:t>
            </a:r>
            <a:endParaRPr/>
          </a:p>
          <a:p>
            <a:pPr marL="169863" lvl="0" indent="-169863" algn="l" rtl="0">
              <a:lnSpc>
                <a:spcPct val="100000"/>
              </a:lnSpc>
              <a:spcBef>
                <a:spcPts val="0"/>
              </a:spcBef>
              <a:spcAft>
                <a:spcPts val="0"/>
              </a:spcAft>
              <a:buSzPts val="1260"/>
              <a:buFont typeface="Arial"/>
              <a:buChar char="•"/>
            </a:pPr>
            <a:r>
              <a:rPr lang="en-US" sz="1400"/>
              <a:t>Standard ACLs permit or deny packets based only on the source IPv4 address. </a:t>
            </a:r>
            <a:endParaRPr/>
          </a:p>
          <a:p>
            <a:pPr marL="169863" lvl="0" indent="-169863" algn="l" rtl="0">
              <a:lnSpc>
                <a:spcPct val="100000"/>
              </a:lnSpc>
              <a:spcBef>
                <a:spcPts val="0"/>
              </a:spcBef>
              <a:spcAft>
                <a:spcPts val="0"/>
              </a:spcAft>
              <a:buSzPts val="1260"/>
              <a:buFont typeface="Arial"/>
              <a:buChar char="•"/>
            </a:pPr>
            <a:r>
              <a:rPr lang="en-US" sz="1400"/>
              <a:t>Extended ACLs permit or deny packets based on the source IPv4 address and destination IPv4 address, protocol type, source and destination TCP or UDP ports and more. </a:t>
            </a:r>
            <a:endParaRPr/>
          </a:p>
          <a:p>
            <a:pPr marL="169863" lvl="0" indent="-169863" algn="l" rtl="0">
              <a:lnSpc>
                <a:spcPct val="100000"/>
              </a:lnSpc>
              <a:spcBef>
                <a:spcPts val="0"/>
              </a:spcBef>
              <a:spcAft>
                <a:spcPts val="0"/>
              </a:spcAft>
              <a:buSzPts val="1260"/>
              <a:buFont typeface="Arial"/>
              <a:buChar char="•"/>
            </a:pPr>
            <a:r>
              <a:rPr lang="en-US" sz="1400"/>
              <a:t>ACLs numbered 1-99, or 1300-1999, are standard ACLs. ACLs numbered 100-199, or 2000-2699, are extended ACLs. </a:t>
            </a:r>
            <a:endParaRPr/>
          </a:p>
          <a:p>
            <a:pPr marL="169863" lvl="0" indent="-169863" algn="l" rtl="0">
              <a:lnSpc>
                <a:spcPct val="100000"/>
              </a:lnSpc>
              <a:spcBef>
                <a:spcPts val="0"/>
              </a:spcBef>
              <a:spcAft>
                <a:spcPts val="0"/>
              </a:spcAft>
              <a:buSzPts val="1260"/>
              <a:buFont typeface="Arial"/>
              <a:buChar char="•"/>
            </a:pPr>
            <a:r>
              <a:rPr lang="en-US" sz="1400"/>
              <a:t>Named ACLs is the preferred method to use when configuring ACLs. </a:t>
            </a:r>
            <a:endParaRPr/>
          </a:p>
          <a:p>
            <a:pPr marL="169863" lvl="0" indent="-169863" algn="l" rtl="0">
              <a:lnSpc>
                <a:spcPct val="100000"/>
              </a:lnSpc>
              <a:spcBef>
                <a:spcPts val="0"/>
              </a:spcBef>
              <a:spcAft>
                <a:spcPts val="0"/>
              </a:spcAft>
              <a:buSzPts val="1260"/>
              <a:buFont typeface="Arial"/>
              <a:buChar char="•"/>
            </a:pPr>
            <a:r>
              <a:rPr lang="en-US" sz="1400"/>
              <a:t>Specifically, standard and extended ACLs can be named to provide information about the purpose of the ACL.</a:t>
            </a:r>
            <a:endParaRPr/>
          </a:p>
          <a:p>
            <a:pPr marL="169863" lvl="0" indent="-169863" algn="l" rtl="0">
              <a:lnSpc>
                <a:spcPct val="100000"/>
              </a:lnSpc>
              <a:spcBef>
                <a:spcPts val="0"/>
              </a:spcBef>
              <a:spcAft>
                <a:spcPts val="0"/>
              </a:spcAft>
              <a:buSzPts val="1260"/>
              <a:buFont typeface="Arial"/>
              <a:buChar char="•"/>
            </a:pPr>
            <a:r>
              <a:rPr lang="en-US" sz="1400"/>
              <a:t>Every ACL should be placed where it has the greatest impact on efficiency. </a:t>
            </a:r>
            <a:endParaRPr/>
          </a:p>
          <a:p>
            <a:pPr marL="169863" lvl="0" indent="-84138" algn="l" rtl="0">
              <a:lnSpc>
                <a:spcPct val="100000"/>
              </a:lnSpc>
              <a:spcBef>
                <a:spcPts val="0"/>
              </a:spcBef>
              <a:spcAft>
                <a:spcPts val="0"/>
              </a:spcAft>
              <a:buSzPts val="1350"/>
              <a:buNone/>
            </a:pPr>
            <a:endParaRPr/>
          </a:p>
        </p:txBody>
      </p:sp>
    </p:spTree>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34"/>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 (Cont.)</a:t>
            </a:r>
            <a:endParaRPr/>
          </a:p>
        </p:txBody>
      </p:sp>
      <p:sp>
        <p:nvSpPr>
          <p:cNvPr id="487" name="Google Shape;487;p34"/>
          <p:cNvSpPr txBox="1">
            <a:spLocks noGrp="1"/>
          </p:cNvSpPr>
          <p:nvPr>
            <p:ph type="body" idx="1"/>
          </p:nvPr>
        </p:nvSpPr>
        <p:spPr>
          <a:xfrm>
            <a:off x="144065" y="798944"/>
            <a:ext cx="8853286" cy="4155319"/>
          </a:xfrm>
          <a:prstGeom prst="rect">
            <a:avLst/>
          </a:prstGeom>
          <a:noFill/>
          <a:ln>
            <a:noFill/>
          </a:ln>
        </p:spPr>
        <p:txBody>
          <a:bodyPr spcFirstLastPara="1" wrap="square" lIns="91425" tIns="45700" rIns="182875" bIns="45700" anchor="t" anchorCtr="0">
            <a:noAutofit/>
          </a:bodyPr>
          <a:lstStyle/>
          <a:p>
            <a:pPr marL="169863" lvl="0" indent="-169863" algn="l" rtl="0">
              <a:lnSpc>
                <a:spcPct val="100000"/>
              </a:lnSpc>
              <a:spcBef>
                <a:spcPts val="0"/>
              </a:spcBef>
              <a:spcAft>
                <a:spcPts val="0"/>
              </a:spcAft>
              <a:buSzPts val="1260"/>
              <a:buFont typeface="Arial"/>
              <a:buChar char="•"/>
            </a:pPr>
            <a:r>
              <a:rPr lang="en-US" sz="1400"/>
              <a:t>Extended ACLs should be located as close as possible to the source of the traffic to be filtered. This way, undesirable traffic is denied close to the source network without crossing the network infrastructure. </a:t>
            </a:r>
            <a:endParaRPr/>
          </a:p>
          <a:p>
            <a:pPr marL="169863" lvl="0" indent="-169863" algn="l" rtl="0">
              <a:lnSpc>
                <a:spcPct val="100000"/>
              </a:lnSpc>
              <a:spcBef>
                <a:spcPts val="0"/>
              </a:spcBef>
              <a:spcAft>
                <a:spcPts val="0"/>
              </a:spcAft>
              <a:buSzPts val="1260"/>
              <a:buFont typeface="Arial"/>
              <a:buChar char="•"/>
            </a:pPr>
            <a:r>
              <a:rPr lang="en-US" sz="1400"/>
              <a:t>Standard ACLs should be located as close to the destination as possible. If a standard ACL was placed at the source of the traffic, the "permit" or "deny" will occur based on the given source address no matter where the traffic is destined. </a:t>
            </a:r>
            <a:endParaRPr/>
          </a:p>
          <a:p>
            <a:pPr marL="169863" lvl="0" indent="-169863" algn="l" rtl="0">
              <a:lnSpc>
                <a:spcPct val="100000"/>
              </a:lnSpc>
              <a:spcBef>
                <a:spcPts val="0"/>
              </a:spcBef>
              <a:spcAft>
                <a:spcPts val="0"/>
              </a:spcAft>
              <a:buSzPts val="1260"/>
              <a:buFont typeface="Arial"/>
              <a:buChar char="•"/>
            </a:pPr>
            <a:r>
              <a:rPr lang="en-US" sz="1400"/>
              <a:t>Placement of the ACL may depend on the extent of organizational control, bandwidth of the networks, and ease of configuration.</a:t>
            </a:r>
            <a:endParaRPr/>
          </a:p>
          <a:p>
            <a:pPr marL="169863" lvl="0" indent="-84138" algn="l" rtl="0">
              <a:lnSpc>
                <a:spcPct val="100000"/>
              </a:lnSpc>
              <a:spcBef>
                <a:spcPts val="0"/>
              </a:spcBef>
              <a:spcAft>
                <a:spcPts val="0"/>
              </a:spcAft>
              <a:buSzPts val="1350"/>
              <a:buNone/>
            </a:pPr>
            <a:endParaRPr/>
          </a:p>
        </p:txBody>
      </p:sp>
    </p:spTree>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492"/>
        <p:cNvGrpSpPr/>
        <p:nvPr/>
      </p:nvGrpSpPr>
      <p:grpSpPr>
        <a:xfrm>
          <a:off x="0" y="0"/>
          <a:ext cx="0" cy="0"/>
          <a:chOff x="0" y="0"/>
          <a:chExt cx="0" cy="0"/>
        </a:xfrm>
      </p:grpSpPr>
      <p:sp>
        <p:nvSpPr>
          <p:cNvPr id="493" name="Google Shape;493;p35"/>
          <p:cNvSpPr txBox="1">
            <a:spLocks noGrp="1"/>
          </p:cNvSpPr>
          <p:nvPr>
            <p:ph type="title"/>
          </p:nvPr>
        </p:nvSpPr>
        <p:spPr>
          <a:xfrm>
            <a:off x="1" y="41394"/>
            <a:ext cx="9144000" cy="60905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400">
                <a:latin typeface="Arial"/>
                <a:ea typeface="Arial"/>
                <a:cs typeface="Arial"/>
                <a:sym typeface="Arial"/>
              </a:rPr>
              <a:t>Module 4 : Network Automation</a:t>
            </a:r>
            <a:br>
              <a:rPr lang="en-US">
                <a:latin typeface="Arial"/>
                <a:ea typeface="Arial"/>
                <a:cs typeface="Arial"/>
                <a:sym typeface="Arial"/>
              </a:rPr>
            </a:br>
            <a:r>
              <a:rPr lang="en-US">
                <a:latin typeface="Arial"/>
                <a:ea typeface="Arial"/>
                <a:cs typeface="Arial"/>
                <a:sym typeface="Arial"/>
              </a:rPr>
              <a:t>New Terms and Commands</a:t>
            </a:r>
            <a:endParaRPr/>
          </a:p>
        </p:txBody>
      </p:sp>
      <p:sp>
        <p:nvSpPr>
          <p:cNvPr id="494" name="Google Shape;494;p35"/>
          <p:cNvSpPr txBox="1">
            <a:spLocks noGrp="1"/>
          </p:cNvSpPr>
          <p:nvPr>
            <p:ph type="body" idx="1"/>
          </p:nvPr>
        </p:nvSpPr>
        <p:spPr>
          <a:xfrm>
            <a:off x="144065" y="798944"/>
            <a:ext cx="8853286" cy="4155319"/>
          </a:xfrm>
          <a:prstGeom prst="rect">
            <a:avLst/>
          </a:prstGeom>
          <a:noFill/>
          <a:ln>
            <a:noFill/>
          </a:ln>
        </p:spPr>
        <p:txBody>
          <a:bodyPr spcFirstLastPara="1" wrap="square" lIns="91425" tIns="45700" rIns="182875" bIns="45700" anchor="t" anchorCtr="0">
            <a:noAutofit/>
          </a:bodyPr>
          <a:lstStyle/>
          <a:p>
            <a:pPr marL="169863" lvl="0" indent="-169863" algn="l" rtl="0">
              <a:lnSpc>
                <a:spcPct val="100000"/>
              </a:lnSpc>
              <a:spcBef>
                <a:spcPts val="0"/>
              </a:spcBef>
              <a:spcAft>
                <a:spcPts val="0"/>
              </a:spcAft>
              <a:buSzPts val="1350"/>
              <a:buFont typeface="Arial"/>
              <a:buChar char="•"/>
            </a:pPr>
            <a:r>
              <a:rPr lang="en-US"/>
              <a:t>access control list (ACL)</a:t>
            </a:r>
            <a:endParaRPr/>
          </a:p>
          <a:p>
            <a:pPr marL="169863" lvl="0" indent="-169863" algn="l" rtl="0">
              <a:lnSpc>
                <a:spcPct val="100000"/>
              </a:lnSpc>
              <a:spcBef>
                <a:spcPts val="0"/>
              </a:spcBef>
              <a:spcAft>
                <a:spcPts val="0"/>
              </a:spcAft>
              <a:buSzPts val="1350"/>
              <a:buFont typeface="Arial"/>
              <a:buChar char="•"/>
            </a:pPr>
            <a:r>
              <a:rPr lang="en-US"/>
              <a:t>access control element (ACE)</a:t>
            </a:r>
            <a:endParaRPr/>
          </a:p>
          <a:p>
            <a:pPr marL="169863" lvl="0" indent="-169863" algn="l" rtl="0">
              <a:lnSpc>
                <a:spcPct val="100000"/>
              </a:lnSpc>
              <a:spcBef>
                <a:spcPts val="0"/>
              </a:spcBef>
              <a:spcAft>
                <a:spcPts val="0"/>
              </a:spcAft>
              <a:buSzPts val="1350"/>
              <a:buFont typeface="Arial"/>
              <a:buChar char="•"/>
            </a:pPr>
            <a:r>
              <a:rPr lang="en-US"/>
              <a:t>packet filtering</a:t>
            </a:r>
            <a:endParaRPr/>
          </a:p>
          <a:p>
            <a:pPr marL="169863" lvl="0" indent="-169863" algn="l" rtl="0">
              <a:lnSpc>
                <a:spcPct val="100000"/>
              </a:lnSpc>
              <a:spcBef>
                <a:spcPts val="0"/>
              </a:spcBef>
              <a:spcAft>
                <a:spcPts val="0"/>
              </a:spcAft>
              <a:buSzPts val="1350"/>
              <a:buFont typeface="Arial"/>
              <a:buChar char="•"/>
            </a:pPr>
            <a:r>
              <a:rPr lang="en-US"/>
              <a:t>standard ACLs</a:t>
            </a:r>
            <a:endParaRPr/>
          </a:p>
          <a:p>
            <a:pPr marL="169863" lvl="0" indent="-169863" algn="l" rtl="0">
              <a:lnSpc>
                <a:spcPct val="100000"/>
              </a:lnSpc>
              <a:spcBef>
                <a:spcPts val="0"/>
              </a:spcBef>
              <a:spcAft>
                <a:spcPts val="0"/>
              </a:spcAft>
              <a:buSzPts val="1350"/>
              <a:buFont typeface="Arial"/>
              <a:buChar char="•"/>
            </a:pPr>
            <a:r>
              <a:rPr lang="en-US"/>
              <a:t>extended ACLs</a:t>
            </a:r>
            <a:endParaRPr/>
          </a:p>
          <a:p>
            <a:pPr marL="169863" lvl="0" indent="-169863" algn="l" rtl="0">
              <a:lnSpc>
                <a:spcPct val="100000"/>
              </a:lnSpc>
              <a:spcBef>
                <a:spcPts val="0"/>
              </a:spcBef>
              <a:spcAft>
                <a:spcPts val="0"/>
              </a:spcAft>
              <a:buSzPts val="1350"/>
              <a:buFont typeface="Arial"/>
              <a:buChar char="•"/>
            </a:pPr>
            <a:r>
              <a:rPr lang="en-US"/>
              <a:t>wildcard mask</a:t>
            </a:r>
            <a:endParaRPr/>
          </a:p>
          <a:p>
            <a:pPr marL="169863" lvl="0" indent="-169863" algn="l" rtl="0">
              <a:lnSpc>
                <a:spcPct val="100000"/>
              </a:lnSpc>
              <a:spcBef>
                <a:spcPts val="0"/>
              </a:spcBef>
              <a:spcAft>
                <a:spcPts val="0"/>
              </a:spcAft>
              <a:buSzPts val="1350"/>
              <a:buFont typeface="Arial"/>
              <a:buChar char="•"/>
            </a:pPr>
            <a:r>
              <a:rPr lang="en-US" b="1"/>
              <a:t>host</a:t>
            </a:r>
            <a:r>
              <a:rPr lang="en-US"/>
              <a:t> keyword</a:t>
            </a:r>
            <a:endParaRPr/>
          </a:p>
          <a:p>
            <a:pPr marL="169863" lvl="0" indent="-169863" algn="l" rtl="0">
              <a:lnSpc>
                <a:spcPct val="100000"/>
              </a:lnSpc>
              <a:spcBef>
                <a:spcPts val="0"/>
              </a:spcBef>
              <a:spcAft>
                <a:spcPts val="0"/>
              </a:spcAft>
              <a:buSzPts val="1350"/>
              <a:buFont typeface="Arial"/>
              <a:buChar char="•"/>
            </a:pPr>
            <a:r>
              <a:rPr lang="en-US" b="1"/>
              <a:t>any</a:t>
            </a:r>
            <a:r>
              <a:rPr lang="en-US"/>
              <a:t> keyword</a:t>
            </a:r>
            <a:endParaRPr/>
          </a:p>
          <a:p>
            <a:pPr marL="169863" lvl="0" indent="-169863" algn="l" rtl="0">
              <a:lnSpc>
                <a:spcPct val="100000"/>
              </a:lnSpc>
              <a:spcBef>
                <a:spcPts val="0"/>
              </a:spcBef>
              <a:spcAft>
                <a:spcPts val="0"/>
              </a:spcAft>
              <a:buSzPts val="1350"/>
              <a:buFont typeface="Arial"/>
              <a:buChar char="•"/>
            </a:pPr>
            <a:r>
              <a:rPr lang="en-US"/>
              <a:t>numbered ACLs</a:t>
            </a:r>
            <a:endParaRPr/>
          </a:p>
          <a:p>
            <a:pPr marL="169863" lvl="0" indent="-169863" algn="l" rtl="0">
              <a:lnSpc>
                <a:spcPct val="100000"/>
              </a:lnSpc>
              <a:spcBef>
                <a:spcPts val="0"/>
              </a:spcBef>
              <a:spcAft>
                <a:spcPts val="0"/>
              </a:spcAft>
              <a:buSzPts val="1350"/>
              <a:buFont typeface="Arial"/>
              <a:buChar char="•"/>
            </a:pPr>
            <a:r>
              <a:rPr lang="en-US"/>
              <a:t>named ACLs</a:t>
            </a:r>
            <a:endParaRPr/>
          </a:p>
        </p:txBody>
      </p:sp>
    </p:spTree>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Tree>
  </p:cSld>
  <p:clrMapOvr>
    <a:masterClrMapping/>
  </p:clrMapOvr>
  <p:transition spd="slow">
    <p:wipe/>
  </p:transition>
</p:sld>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4295</Words>
  <Application>Microsoft Office PowerPoint</Application>
  <PresentationFormat>On-screen Show (16:9)</PresentationFormat>
  <Paragraphs>416</Paragraphs>
  <Slides>37</Slides>
  <Notes>37</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Courier New</vt:lpstr>
      <vt:lpstr>Noto Sans Symbols</vt:lpstr>
      <vt:lpstr>Default Theme</vt:lpstr>
      <vt:lpstr>Module 4: ACL Concepts</vt:lpstr>
      <vt:lpstr>Module Objectives</vt:lpstr>
      <vt:lpstr>4.1 Purpose of ACLs</vt:lpstr>
      <vt:lpstr>Purpose of ACLs What is an ACL?</vt:lpstr>
      <vt:lpstr>Purpose of ACLs What is an ACL? (Cont.)</vt:lpstr>
      <vt:lpstr>PowerPoint Presentation</vt:lpstr>
      <vt:lpstr>Purpose of ACLs Packet Filtering</vt:lpstr>
      <vt:lpstr>Purpose of ACLs ACL Operation</vt:lpstr>
      <vt:lpstr>Purpose of ACLs ACL Operation (Cont.)</vt:lpstr>
      <vt:lpstr>Purpose of ACLs Packet Tracer - ACL Demonstration</vt:lpstr>
      <vt:lpstr>4.2 Wildcard Masks in ACLs</vt:lpstr>
      <vt:lpstr>Wildcard Masks in ACLs Wildcard Mask Overview</vt:lpstr>
      <vt:lpstr>Wildcard Masks in ACLs Wildcard Mask Overview (Cont.)</vt:lpstr>
      <vt:lpstr>Wildcard Masks in ACLs Wildcard Mask Types</vt:lpstr>
      <vt:lpstr>Wildcard Masks in ACLs Wildcard Mask Types (Cont.)</vt:lpstr>
      <vt:lpstr>Wildcard Masks in ACLs Wildcard Mask Types (Cont.)</vt:lpstr>
      <vt:lpstr>Wildcard Masks in ACLs Wildcard Mask Calculation</vt:lpstr>
      <vt:lpstr>Wildcard Masks in ACLs Wildcard Mask Keywords</vt:lpstr>
      <vt:lpstr>4.3 Guidelines for ACL Creation</vt:lpstr>
      <vt:lpstr>Guidelines for ACL Creation Limited Number of ACLs per Interface</vt:lpstr>
      <vt:lpstr>Guidelines for ACL Creation ACL Best Practices</vt:lpstr>
      <vt:lpstr>4.4 Types of IPv4 ACLs</vt:lpstr>
      <vt:lpstr>Types of IPv4 ACLs Standard and Extended ACLs</vt:lpstr>
      <vt:lpstr>Types of IPv4 ACLs Numbered and Named ACLs</vt:lpstr>
      <vt:lpstr>Types of IPv4 ACLs Numbered and Named ACLs (Cont.)</vt:lpstr>
      <vt:lpstr>Types of IPv4 ACLs Where to Place ACLs</vt:lpstr>
      <vt:lpstr>Types of IPv4 ACLs Where to Place ACLs (Cont.)</vt:lpstr>
      <vt:lpstr>Types of IPv4 ACLs Standard ACL Placement Example</vt:lpstr>
      <vt:lpstr>Types of IPv4 ACLs Standard ACL Placement Example (Cont.)</vt:lpstr>
      <vt:lpstr>Types of IPv4 ACLs Extended ACL Placement Example</vt:lpstr>
      <vt:lpstr>Types of IPv4 ACLs Extended ACL Placement Example (Cont.)</vt:lpstr>
      <vt:lpstr>4.5 Module Practice and Quiz</vt:lpstr>
      <vt:lpstr>Module Practice and Quiz What Did I Learn In This Module?</vt:lpstr>
      <vt:lpstr>Module Practice and Quiz What Did I Learn In This Module? (Cont.)</vt:lpstr>
      <vt:lpstr>Module Practice and Quiz What Did I Learn In This Module? (Cont.)</vt:lpstr>
      <vt:lpstr>Module 4 : Network Automation New Terms and Commands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Stephanie Harvey</dc:creator>
  <cp:lastModifiedBy>Jessie Teoh</cp:lastModifiedBy>
  <cp:revision>1</cp:revision>
  <dcterms:created xsi:type="dcterms:W3CDTF">2019-10-18T06:21:22Z</dcterms:created>
  <dcterms:modified xsi:type="dcterms:W3CDTF">2026-05-31T15:24:30Z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