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71.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163.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145.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165.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78.xml"/>
  <Override ContentType="application/vnd.openxmlformats-officedocument.presentationml.slideLayout+xml" PartName="/ppt/slideLayouts/slideLayout1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81.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15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159.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150.xml"/>
  <Override ContentType="application/vnd.openxmlformats-officedocument.presentationml.slideLayout+xml" PartName="/ppt/slideLayouts/slideLayout40.xml"/>
  <Override ContentType="application/vnd.openxmlformats-officedocument.presentationml.slideLayout+xml" PartName="/ppt/slideLayouts/slideLayout133.xml"/>
  <Override ContentType="application/vnd.openxmlformats-officedocument.presentationml.slideLayout+xml" PartName="/ppt/slideLayouts/slideLayout176.xml"/>
  <Override ContentType="application/vnd.openxmlformats-officedocument.presentationml.slideLayout+xml" PartName="/ppt/slideLayouts/slideLayout17.xml"/>
  <Override ContentType="application/vnd.openxmlformats-officedocument.presentationml.slideLayout+xml" PartName="/ppt/slideLayouts/slideLayout166.xml"/>
  <Override ContentType="application/vnd.openxmlformats-officedocument.presentationml.slideLayout+xml" PartName="/ppt/slideLayouts/slideLayout140.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57.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174.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161.xml"/>
  <Override ContentType="application/vnd.openxmlformats-officedocument.presentationml.slideLayout+xml" PartName="/ppt/slideLayouts/slideLayout172.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142.xml"/>
  <Override ContentType="application/vnd.openxmlformats-officedocument.presentationml.slideLayout+xml" PartName="/ppt/slideLayouts/slideLayout58.xml"/>
  <Override ContentType="application/vnd.openxmlformats-officedocument.presentationml.slideLayout+xml" PartName="/ppt/slideLayouts/slideLayout125.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6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38.xml"/>
  <Override ContentType="application/vnd.openxmlformats-officedocument.presentationml.slideLayout+xml" PartName="/ppt/slideLayouts/slideLayout170.xml"/>
  <Override ContentType="application/vnd.openxmlformats-officedocument.presentationml.slideLayout+xml" PartName="/ppt/slideLayouts/slideLayout2.xml"/>
  <Override ContentType="application/vnd.openxmlformats-officedocument.presentationml.slideLayout+xml" PartName="/ppt/slideLayouts/slideLayout180.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162.xml"/>
  <Override ContentType="application/vnd.openxmlformats-officedocument.presentationml.slideLayout+xml" PartName="/ppt/slideLayouts/slideLayout64.xml"/>
  <Override ContentType="application/vnd.openxmlformats-officedocument.presentationml.slideLayout+xml" PartName="/ppt/slideLayouts/slideLayout179.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82.xml"/>
  <Override ContentType="application/vnd.openxmlformats-officedocument.presentationml.slideLayout+xml" PartName="/ppt/slideLayouts/slideLayout118.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177.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164.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14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167.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158.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75.xml"/>
  <Override ContentType="application/vnd.openxmlformats-officedocument.presentationml.slideLayout+xml" PartName="/ppt/slideLayouts/slideLayout100.xml"/>
  <Override ContentType="application/vnd.openxmlformats-officedocument.presentationml.slideLayout+xml" PartName="/ppt/slideLayouts/slideLayout130.xml"/>
  <Override ContentType="application/vnd.openxmlformats-officedocument.presentationml.slideLayout+xml" PartName="/ppt/slideLayouts/slideLayout143.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169.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156.xml"/>
  <Override ContentType="application/vnd.openxmlformats-officedocument.presentationml.slideLayout+xml" PartName="/ppt/slideLayouts/slideLayout173.xml"/>
  <Override ContentType="application/vnd.openxmlformats-officedocument.presentationml.slideLayout+xml" PartName="/ppt/slideLayouts/slideLayout160.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711" r:id="rId5"/>
    <p:sldMasterId id="214748377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Lst>
  <p:sldSz cy="6858000" cx="12192000"/>
  <p:notesSz cx="7772400" cy="10058400"/>
  <p:embeddedFontLst>
    <p:embeddedFont>
      <p:font typeface="Play"/>
      <p:regular r:id="rId84"/>
      <p:bold r:id="rId8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86" roundtripDataSignature="AMtx7mjKB2BdNQ4qg3zk5REdBbiLD2x71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0223444-1132-4FAA-9405-773630814508}">
  <a:tblStyle styleId="{60223444-1132-4FAA-9405-773630814508}" styleName="Table_0">
    <a:wholeTbl>
      <a:tcTxStyle b="off" i="off">
        <a:font>
          <a:latin typeface="Amazon Ember Display"/>
          <a:ea typeface="Amazon Ember Display"/>
          <a:cs typeface="Amazon Ember Display"/>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9EB"/>
          </a:solidFill>
        </a:fill>
      </a:tcStyle>
    </a:wholeTbl>
    <a:band1H>
      <a:tcTxStyle/>
      <a:tcStyle>
        <a:fill>
          <a:solidFill>
            <a:srgbClr val="CACFD5"/>
          </a:solidFill>
        </a:fill>
      </a:tcStyle>
    </a:band1H>
    <a:band2H>
      <a:tcTxStyle/>
    </a:band2H>
    <a:band1V>
      <a:tcTxStyle/>
      <a:tcStyle>
        <a:fill>
          <a:solidFill>
            <a:srgbClr val="CACFD5"/>
          </a:solidFill>
        </a:fill>
      </a:tcStyle>
    </a:band1V>
    <a:band2V>
      <a:tcTxStyle/>
    </a:band2V>
    <a:lastCol>
      <a:tcTxStyle b="on" i="off">
        <a:font>
          <a:latin typeface="Amazon Ember Display"/>
          <a:ea typeface="Amazon Ember Display"/>
          <a:cs typeface="Amazon Ember Display"/>
        </a:font>
        <a:schemeClr val="lt1"/>
      </a:tcTxStyle>
      <a:tcStyle>
        <a:fill>
          <a:solidFill>
            <a:schemeClr val="accent1"/>
          </a:solidFill>
        </a:fill>
      </a:tcStyle>
    </a:lastCol>
    <a:firstCol>
      <a:tcTxStyle b="on" i="off">
        <a:font>
          <a:latin typeface="Amazon Ember Display"/>
          <a:ea typeface="Amazon Ember Display"/>
          <a:cs typeface="Amazon Ember Display"/>
        </a:font>
        <a:schemeClr val="lt1"/>
      </a:tcTxStyle>
      <a:tcStyle>
        <a:fill>
          <a:solidFill>
            <a:schemeClr val="accent1"/>
          </a:solidFill>
        </a:fill>
      </a:tcStyle>
    </a:firstCol>
    <a:lastRow>
      <a:tcTxStyle b="on" i="off">
        <a:font>
          <a:latin typeface="Amazon Ember Display"/>
          <a:ea typeface="Amazon Ember Display"/>
          <a:cs typeface="Amazon Ember Display"/>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mazon Ember Display"/>
          <a:ea typeface="Amazon Ember Display"/>
          <a:cs typeface="Amazon Ember Display"/>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D386BA7F-7783-403C-A218-6F3646AC6490}"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84" Type="http://schemas.openxmlformats.org/officeDocument/2006/relationships/font" Target="fonts/Play-regular.fntdata"/><Relationship Id="rId83" Type="http://schemas.openxmlformats.org/officeDocument/2006/relationships/slide" Target="slides/slide76.xml"/><Relationship Id="rId42" Type="http://schemas.openxmlformats.org/officeDocument/2006/relationships/slide" Target="slides/slide35.xml"/><Relationship Id="rId86" Type="http://customschemas.google.com/relationships/presentationmetadata" Target="metadata"/><Relationship Id="rId41" Type="http://schemas.openxmlformats.org/officeDocument/2006/relationships/slide" Target="slides/slide34.xml"/><Relationship Id="rId85" Type="http://schemas.openxmlformats.org/officeDocument/2006/relationships/font" Target="fonts/Play-bold.fntdata"/><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4.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31" Type="http://schemas.openxmlformats.org/officeDocument/2006/relationships/slide" Target="slides/slide24.xml"/><Relationship Id="rId75" Type="http://schemas.openxmlformats.org/officeDocument/2006/relationships/slide" Target="slides/slide68.xml"/><Relationship Id="rId30" Type="http://schemas.openxmlformats.org/officeDocument/2006/relationships/slide" Target="slides/slide23.xml"/><Relationship Id="rId74" Type="http://schemas.openxmlformats.org/officeDocument/2006/relationships/slide" Target="slides/slide67.xml"/><Relationship Id="rId33" Type="http://schemas.openxmlformats.org/officeDocument/2006/relationships/slide" Target="slides/slide26.xml"/><Relationship Id="rId77" Type="http://schemas.openxmlformats.org/officeDocument/2006/relationships/slide" Target="slides/slide70.xml"/><Relationship Id="rId32" Type="http://schemas.openxmlformats.org/officeDocument/2006/relationships/slide" Target="slides/slide25.xml"/><Relationship Id="rId76" Type="http://schemas.openxmlformats.org/officeDocument/2006/relationships/slide" Target="slides/slide69.xml"/><Relationship Id="rId35" Type="http://schemas.openxmlformats.org/officeDocument/2006/relationships/slide" Target="slides/slide28.xml"/><Relationship Id="rId79" Type="http://schemas.openxmlformats.org/officeDocument/2006/relationships/slide" Target="slides/slide72.xml"/><Relationship Id="rId34" Type="http://schemas.openxmlformats.org/officeDocument/2006/relationships/slide" Target="slides/slide27.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slide" Target="slides/slide55.xml"/><Relationship Id="rId61" Type="http://schemas.openxmlformats.org/officeDocument/2006/relationships/slide" Target="slides/slide54.xml"/><Relationship Id="rId20" Type="http://schemas.openxmlformats.org/officeDocument/2006/relationships/slide" Target="slides/slide13.xml"/><Relationship Id="rId64" Type="http://schemas.openxmlformats.org/officeDocument/2006/relationships/slide" Target="slides/slide57.xml"/><Relationship Id="rId63" Type="http://schemas.openxmlformats.org/officeDocument/2006/relationships/slide" Target="slides/slide56.xml"/><Relationship Id="rId22" Type="http://schemas.openxmlformats.org/officeDocument/2006/relationships/slide" Target="slides/slide15.xml"/><Relationship Id="rId66" Type="http://schemas.openxmlformats.org/officeDocument/2006/relationships/slide" Target="slides/slide59.xml"/><Relationship Id="rId21" Type="http://schemas.openxmlformats.org/officeDocument/2006/relationships/slide" Target="slides/slide14.xml"/><Relationship Id="rId65" Type="http://schemas.openxmlformats.org/officeDocument/2006/relationships/slide" Target="slides/slide58.xml"/><Relationship Id="rId24" Type="http://schemas.openxmlformats.org/officeDocument/2006/relationships/slide" Target="slides/slide17.xml"/><Relationship Id="rId68" Type="http://schemas.openxmlformats.org/officeDocument/2006/relationships/slide" Target="slides/slide61.xml"/><Relationship Id="rId23" Type="http://schemas.openxmlformats.org/officeDocument/2006/relationships/slide" Target="slides/slide16.xml"/><Relationship Id="rId67" Type="http://schemas.openxmlformats.org/officeDocument/2006/relationships/slide" Target="slides/slide60.xml"/><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slide" Target="slides/slide62.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000" y="635000"/>
            <a:ext cx="5486400" cy="308682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 name="Google Shape;4;n"/>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6" name="Shape 1736"/>
        <p:cNvGrpSpPr/>
        <p:nvPr/>
      </p:nvGrpSpPr>
      <p:grpSpPr>
        <a:xfrm>
          <a:off x="0" y="0"/>
          <a:ext cx="0" cy="0"/>
          <a:chOff x="0" y="0"/>
          <a:chExt cx="0" cy="0"/>
        </a:xfrm>
      </p:grpSpPr>
      <p:sp>
        <p:nvSpPr>
          <p:cNvPr id="1737" name="Google Shape;1737;p1: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8" name="Google Shape;1738;p1:notes"/>
          <p:cNvSpPr txBox="1"/>
          <p:nvPr>
            <p:ph idx="1" type="body"/>
          </p:nvPr>
        </p:nvSpPr>
        <p:spPr>
          <a:xfrm>
            <a:off x="317500" y="3810000"/>
            <a:ext cx="7112000" cy="5397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|Instructor notes</a:t>
            </a:r>
            <a:endParaRPr/>
          </a:p>
          <a:p>
            <a:pPr indent="0" lvl="0" marL="0" rtl="0" algn="l">
              <a:spcBef>
                <a:spcPts val="0"/>
              </a:spcBef>
              <a:spcAft>
                <a:spcPts val="0"/>
              </a:spcAft>
              <a:buClr>
                <a:schemeClr val="dk1"/>
              </a:buClr>
              <a:buSzPts val="1200"/>
              <a:buFont typeface="Calibri"/>
              <a:buNone/>
            </a:pPr>
            <a:r>
              <a:rPr lang="en-US">
                <a:latin typeface="Calibri"/>
                <a:ea typeface="Calibri"/>
                <a:cs typeface="Calibri"/>
                <a:sym typeface="Calibri"/>
              </a:rPr>
              <a:t>|</a:t>
            </a:r>
            <a:endParaRPr/>
          </a:p>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|Student notes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3" name="Shape 1743"/>
        <p:cNvGrpSpPr/>
        <p:nvPr/>
      </p:nvGrpSpPr>
      <p:grpSpPr>
        <a:xfrm>
          <a:off x="0" y="0"/>
          <a:ext cx="0" cy="0"/>
          <a:chOff x="0" y="0"/>
          <a:chExt cx="0" cy="0"/>
        </a:xfrm>
      </p:grpSpPr>
      <p:sp>
        <p:nvSpPr>
          <p:cNvPr id="1744" name="Google Shape;1744;p2: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5" name="Google Shape;1745;p2: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lang="en-US">
                <a:latin typeface="Calibri"/>
                <a:ea typeface="Calibri"/>
                <a:cs typeface="Calibri"/>
                <a:sym typeface="Calibri"/>
              </a:rPr>
              <a:t>This introduction section describes the content of this module.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0" name="Shape 1750"/>
        <p:cNvGrpSpPr/>
        <p:nvPr/>
      </p:nvGrpSpPr>
      <p:grpSpPr>
        <a:xfrm>
          <a:off x="0" y="0"/>
          <a:ext cx="0" cy="0"/>
          <a:chOff x="0" y="0"/>
          <a:chExt cx="0" cy="0"/>
        </a:xfrm>
      </p:grpSpPr>
      <p:sp>
        <p:nvSpPr>
          <p:cNvPr id="1751" name="Google Shape;1751;p3: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2" name="Google Shape;1752;p3:notes"/>
          <p:cNvSpPr txBox="1"/>
          <p:nvPr>
            <p:ph idx="1" type="body"/>
          </p:nvPr>
        </p:nvSpPr>
        <p:spPr>
          <a:xfrm>
            <a:off x="317500" y="3810000"/>
            <a:ext cx="7112000" cy="53975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7" name="Shape 1757"/>
        <p:cNvGrpSpPr/>
        <p:nvPr/>
      </p:nvGrpSpPr>
      <p:grpSpPr>
        <a:xfrm>
          <a:off x="0" y="0"/>
          <a:ext cx="0" cy="0"/>
          <a:chOff x="0" y="0"/>
          <a:chExt cx="0" cy="0"/>
        </a:xfrm>
      </p:grpSpPr>
      <p:sp>
        <p:nvSpPr>
          <p:cNvPr id="1758" name="Google Shape;1758;p4: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9" name="Google Shape;1759;p4: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|Each module has an introduction, content sections, and a wrap-up. The wrap-up for this module contains a sample exam question for you to review with the students.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lang="en-US">
                <a:latin typeface="Calibri"/>
                <a:ea typeface="Calibri"/>
                <a:cs typeface="Calibri"/>
                <a:sym typeface="Calibri"/>
              </a:rPr>
              <a:t>The objectives of this module are presented across multiple sections.</a:t>
            </a:r>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lang="en-US">
                <a:latin typeface="Calibri"/>
                <a:ea typeface="Calibri"/>
                <a:cs typeface="Calibri"/>
                <a:sym typeface="Calibri"/>
              </a:rPr>
              <a:t>You will also participate in an activity on how to setup Amazon S3 for a particular use case.</a:t>
            </a:r>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lang="en-US">
                <a:latin typeface="Calibri"/>
                <a:ea typeface="Calibri"/>
                <a:cs typeface="Calibri"/>
                <a:sym typeface="Calibri"/>
              </a:rPr>
              <a:t>Your instructor might also demonstrate the features listed. The module wraps up with a 10-question knowledge check delivered in the online course and a sample exam question to discuss in class. </a:t>
            </a:r>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lang="en-US">
                <a:latin typeface="Calibri"/>
                <a:ea typeface="Calibri"/>
                <a:cs typeface="Calibri"/>
                <a:sym typeface="Calibri"/>
              </a:rPr>
              <a:t>The next slide describes the lab in this module.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5" name="Shape 1765"/>
        <p:cNvGrpSpPr/>
        <p:nvPr/>
      </p:nvGrpSpPr>
      <p:grpSpPr>
        <a:xfrm>
          <a:off x="0" y="0"/>
          <a:ext cx="0" cy="0"/>
          <a:chOff x="0" y="0"/>
          <a:chExt cx="0" cy="0"/>
        </a:xfrm>
      </p:grpSpPr>
      <p:sp>
        <p:nvSpPr>
          <p:cNvPr id="1766" name="Google Shape;1766;p5: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7" name="Google Shape;1767;p5: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|This module includes a café (challenge) lab. Café labs add to the evolving architecture of the café and are designed as challenge labs where students are asked to do a little more work without step-by-step instructions. The lab sections within the module include introductions to each lab and the café scenario. </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lang="en-US">
                <a:latin typeface="Calibri"/>
                <a:ea typeface="Calibri"/>
                <a:cs typeface="Calibri"/>
                <a:sym typeface="Calibri"/>
              </a:rPr>
              <a:t>This module includes the café lab listed. Additional information about this lab is included in the student guide where the lab takes place, and the lab environment provides detailed instructions.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5" name="Shape 1775"/>
        <p:cNvGrpSpPr/>
        <p:nvPr/>
      </p:nvGrpSpPr>
      <p:grpSpPr>
        <a:xfrm>
          <a:off x="0" y="0"/>
          <a:ext cx="0" cy="0"/>
          <a:chOff x="0" y="0"/>
          <a:chExt cx="0" cy="0"/>
        </a:xfrm>
      </p:grpSpPr>
      <p:sp>
        <p:nvSpPr>
          <p:cNvPr id="1776" name="Google Shape;1776;p6: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7" name="Google Shape;1777;p6: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 </a:t>
            </a:r>
            <a:r>
              <a:rPr b="0" lang="en-US">
                <a:latin typeface="Calibri"/>
                <a:ea typeface="Calibri"/>
                <a:cs typeface="Calibri"/>
                <a:sym typeface="Calibri"/>
              </a:rPr>
              <a:t>This slide presents key overarching design considerations that should guide decision making for this layer of a cloud architecture. Emphasize how a cloud architect must always start with the business case and work backwards to choose the best components for that use case. Also remind students that the decisions are likely to evolve over time as needs change or are better understood to optimize cost and performance. At the end of the module, there is an optional discussion included in the wrap-up section to prompt the students to consider these factors in the context of the café scenario. </a:t>
            </a:r>
            <a:endParaRPr b="1">
              <a:latin typeface="Calibri"/>
              <a:ea typeface="Calibri"/>
              <a:cs typeface="Calibri"/>
              <a:sym typeface="Calibri"/>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b="0" lang="en-US">
                <a:latin typeface="Calibri"/>
                <a:ea typeface="Calibri"/>
                <a:cs typeface="Calibri"/>
                <a:sym typeface="Calibri"/>
              </a:rPr>
              <a:t>This slide asks you to take the perspective of a cloud architect as you think about how to approach cloud network design. Keep these considerations in mind as you progress through this module. Also remember that the cloud architect should work backward from the business need to design the best architecture for a specific use case. </a:t>
            </a:r>
            <a:r>
              <a:rPr lang="en-US">
                <a:latin typeface="Calibri"/>
                <a:ea typeface="Calibri"/>
                <a:cs typeface="Calibri"/>
                <a:sym typeface="Calibri"/>
              </a:rPr>
              <a:t>As you progress through the module, consider the café scenario presented in the course as an example business need, and think about how you would use Amazon Simple Storage Service (Amazon S3) storage for the café.</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3" name="Shape 1783"/>
        <p:cNvGrpSpPr/>
        <p:nvPr/>
      </p:nvGrpSpPr>
      <p:grpSpPr>
        <a:xfrm>
          <a:off x="0" y="0"/>
          <a:ext cx="0" cy="0"/>
          <a:chOff x="0" y="0"/>
          <a:chExt cx="0" cy="0"/>
        </a:xfrm>
      </p:grpSpPr>
      <p:sp>
        <p:nvSpPr>
          <p:cNvPr id="1784" name="Google Shape;1784;p7: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5" name="Google Shape;1785;p7: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|This section focuses on the types of storage, details about Amazon S3, and the benefits that Amazon S3 provides to customers.   </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lang="en-US">
                <a:latin typeface="Calibri"/>
                <a:ea typeface="Calibri"/>
                <a:cs typeface="Calibri"/>
                <a:sym typeface="Calibri"/>
              </a:rPr>
              <a:t>This section describes Amazon S3.</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0" name="Shape 1790"/>
        <p:cNvGrpSpPr/>
        <p:nvPr/>
      </p:nvGrpSpPr>
      <p:grpSpPr>
        <a:xfrm>
          <a:off x="0" y="0"/>
          <a:ext cx="0" cy="0"/>
          <a:chOff x="0" y="0"/>
          <a:chExt cx="0" cy="0"/>
        </a:xfrm>
      </p:grpSpPr>
      <p:sp>
        <p:nvSpPr>
          <p:cNvPr id="1791" name="Google Shape;1791;p8: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2" name="Google Shape;1792;p8: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marR="0" rtl="0" algn="l">
              <a:spcBef>
                <a:spcPts val="0"/>
              </a:spcBef>
              <a:spcAft>
                <a:spcPts val="0"/>
              </a:spcAft>
              <a:buClr>
                <a:schemeClr val="dk1"/>
              </a:buClr>
              <a:buSzPts val="1200"/>
              <a:buFont typeface="Calibri"/>
              <a:buNone/>
            </a:pPr>
            <a:r>
              <a:rPr lang="en-US">
                <a:solidFill>
                  <a:schemeClr val="dk1"/>
                </a:solidFill>
                <a:latin typeface="Calibri"/>
                <a:ea typeface="Calibri"/>
                <a:cs typeface="Calibri"/>
                <a:sym typeface="Calibri"/>
              </a:rPr>
              <a:t>Storage comes in three basic types: block storage, file storage, and object storage. These types of storage each have a particular use, and it is likely that you will work with all three types. </a:t>
            </a:r>
            <a:endParaRPr/>
          </a:p>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Clr>
                <a:schemeClr val="dk1"/>
              </a:buClr>
              <a:buSzPts val="1200"/>
              <a:buFont typeface="Arial"/>
              <a:buNone/>
            </a:pPr>
            <a:r>
              <a:rPr b="0" lang="en-US">
                <a:solidFill>
                  <a:schemeClr val="dk1"/>
                </a:solidFill>
                <a:latin typeface="Calibri"/>
                <a:ea typeface="Calibri"/>
                <a:cs typeface="Calibri"/>
                <a:sym typeface="Calibri"/>
              </a:rPr>
              <a:t>Block storage data </a:t>
            </a:r>
            <a:r>
              <a:rPr lang="en-US">
                <a:solidFill>
                  <a:schemeClr val="dk1"/>
                </a:solidFill>
                <a:latin typeface="Calibri"/>
                <a:ea typeface="Calibri"/>
                <a:cs typeface="Calibri"/>
                <a:sym typeface="Calibri"/>
              </a:rPr>
              <a:t>is stored on a device in fixed-sized blocks. Applications and file systems regulate how blocks are accessed, combined, and modified. Block storage breaks up data into blocks and then stores those blocks as separate pieces, each with a unique identifier. These blocks are stored wherever it is most efficient. Thus, blocks can be stored across different systems, and each block can be configured to work with different operating systems.</a:t>
            </a:r>
            <a:endParaRPr/>
          </a:p>
          <a:p>
            <a:pPr indent="0" lvl="0" marL="0" rtl="0" algn="l">
              <a:spcBef>
                <a:spcPts val="0"/>
              </a:spcBef>
              <a:spcAft>
                <a:spcPts val="0"/>
              </a:spcAft>
              <a:buClr>
                <a:schemeClr val="dk1"/>
              </a:buClr>
              <a:buSzPts val="1200"/>
              <a:buFont typeface="Arial"/>
              <a:buNone/>
            </a:pPr>
            <a:r>
              <a:t/>
            </a:r>
            <a:endParaRPr>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Arial"/>
              <a:buNone/>
            </a:pPr>
            <a:r>
              <a:rPr b="0" lang="en-US">
                <a:solidFill>
                  <a:schemeClr val="dk1"/>
                </a:solidFill>
                <a:latin typeface="Calibri"/>
                <a:ea typeface="Calibri"/>
                <a:cs typeface="Calibri"/>
                <a:sym typeface="Calibri"/>
              </a:rPr>
              <a:t>File storage </a:t>
            </a:r>
            <a:r>
              <a:rPr lang="en-US">
                <a:solidFill>
                  <a:schemeClr val="dk1"/>
                </a:solidFill>
                <a:latin typeface="Calibri"/>
                <a:ea typeface="Calibri"/>
                <a:cs typeface="Calibri"/>
                <a:sym typeface="Calibri"/>
              </a:rPr>
              <a:t>is a methodology that helps users, applications, and services access data in a shared file system. Data is stored in a hierarchical structure. This structure is similar to a centralized shared network drive in a company where employees store and access files.</a:t>
            </a:r>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b="0" lang="en-US">
                <a:solidFill>
                  <a:schemeClr val="dk1"/>
                </a:solidFill>
                <a:latin typeface="Calibri"/>
                <a:ea typeface="Calibri"/>
                <a:cs typeface="Calibri"/>
                <a:sym typeface="Calibri"/>
              </a:rPr>
              <a:t>Object storage </a:t>
            </a:r>
            <a:r>
              <a:rPr lang="en-US">
                <a:solidFill>
                  <a:schemeClr val="dk1"/>
                </a:solidFill>
                <a:latin typeface="Calibri"/>
                <a:ea typeface="Calibri"/>
                <a:cs typeface="Calibri"/>
                <a:sym typeface="Calibri"/>
              </a:rPr>
              <a:t>files are stored as objects based on attributes and metadata. Each object consists of data, metadata, and an object key. The metadata has information about the data (object size, object purpose, and more), and the object key is the unique identifier of the object. When you update files in object storage, the entire file object is updated instead of a piece of a file, as in block storage.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5" name="Shape 1805"/>
        <p:cNvGrpSpPr/>
        <p:nvPr/>
      </p:nvGrpSpPr>
      <p:grpSpPr>
        <a:xfrm>
          <a:off x="0" y="0"/>
          <a:ext cx="0" cy="0"/>
          <a:chOff x="0" y="0"/>
          <a:chExt cx="0" cy="0"/>
        </a:xfrm>
      </p:grpSpPr>
      <p:sp>
        <p:nvSpPr>
          <p:cNvPr id="1806" name="Google Shape;1806;p9: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7" name="Google Shape;1807;p9:notes"/>
          <p:cNvSpPr txBox="1"/>
          <p:nvPr>
            <p:ph idx="1" type="body"/>
          </p:nvPr>
        </p:nvSpPr>
        <p:spPr>
          <a:xfrm>
            <a:off x="317500" y="3810000"/>
            <a:ext cx="7112000" cy="53975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171450" lvl="0" marL="171450" rtl="0" algn="l">
              <a:spcBef>
                <a:spcPts val="0"/>
              </a:spcBef>
              <a:spcAft>
                <a:spcPts val="0"/>
              </a:spcAft>
              <a:buClr>
                <a:schemeClr val="dk1"/>
              </a:buClr>
              <a:buSzPts val="1200"/>
              <a:buFont typeface="Arial"/>
              <a:buChar char="•"/>
            </a:pPr>
            <a:r>
              <a:rPr lang="en-US">
                <a:latin typeface="Calibri"/>
                <a:ea typeface="Calibri"/>
                <a:cs typeface="Calibri"/>
                <a:sym typeface="Calibri"/>
              </a:rPr>
              <a:t>Amazon S3 is an </a:t>
            </a:r>
            <a:r>
              <a:rPr i="0" lang="en-US">
                <a:latin typeface="Calibri"/>
                <a:ea typeface="Calibri"/>
                <a:cs typeface="Calibri"/>
                <a:sym typeface="Calibri"/>
              </a:rPr>
              <a:t>object storage service</a:t>
            </a:r>
            <a:r>
              <a:rPr lang="en-US">
                <a:latin typeface="Calibri"/>
                <a:ea typeface="Calibri"/>
                <a:cs typeface="Calibri"/>
                <a:sym typeface="Calibri"/>
              </a:rPr>
              <a:t>. You can use it to store virtually unlimited amounts of data. </a:t>
            </a:r>
            <a:endParaRPr/>
          </a:p>
          <a:p>
            <a:pPr indent="-171450" lvl="0" marL="171450" rtl="0" algn="l">
              <a:spcBef>
                <a:spcPts val="0"/>
              </a:spcBef>
              <a:spcAft>
                <a:spcPts val="0"/>
              </a:spcAft>
              <a:buClr>
                <a:schemeClr val="dk1"/>
              </a:buClr>
              <a:buSzPts val="1200"/>
              <a:buFont typeface="Arial"/>
              <a:buChar char="•"/>
            </a:pPr>
            <a:r>
              <a:rPr lang="en-US">
                <a:latin typeface="Calibri"/>
                <a:ea typeface="Calibri"/>
                <a:cs typeface="Calibri"/>
                <a:sym typeface="Calibri"/>
              </a:rPr>
              <a:t>Data files are stored as objects. You place objects in a bucket, which you define. Every bucket must have a name that is globally unique across Regions, which means that the bucket name must be unique across all AWS customer accounts. </a:t>
            </a:r>
            <a:endParaRPr/>
          </a:p>
          <a:p>
            <a:pPr indent="-171450" lvl="0" marL="171450" rtl="0" algn="l">
              <a:spcBef>
                <a:spcPts val="0"/>
              </a:spcBef>
              <a:spcAft>
                <a:spcPts val="0"/>
              </a:spcAft>
              <a:buClr>
                <a:schemeClr val="dk1"/>
              </a:buClr>
              <a:buSzPts val="1200"/>
              <a:buFont typeface="Arial"/>
              <a:buChar char="•"/>
            </a:pPr>
            <a:r>
              <a:rPr lang="en-US">
                <a:latin typeface="Calibri"/>
                <a:ea typeface="Calibri"/>
                <a:cs typeface="Calibri"/>
                <a:sym typeface="Calibri"/>
              </a:rPr>
              <a:t>The objects that you store can vary in size from 0 bytes to 5 TB. Though individual objects cannot be larger than 5 TB, you can store as much total data as you need.</a:t>
            </a:r>
            <a:endParaRPr/>
          </a:p>
          <a:p>
            <a:pPr indent="-171450" lvl="0" marL="171450" marR="0" rtl="0" algn="l">
              <a:spcBef>
                <a:spcPts val="0"/>
              </a:spcBef>
              <a:spcAft>
                <a:spcPts val="0"/>
              </a:spcAft>
              <a:buClr>
                <a:schemeClr val="dk1"/>
              </a:buClr>
              <a:buSzPts val="1200"/>
              <a:buFont typeface="Arial"/>
              <a:buChar char="•"/>
            </a:pPr>
            <a:r>
              <a:rPr lang="en-US">
                <a:solidFill>
                  <a:schemeClr val="dk1"/>
                </a:solidFill>
                <a:latin typeface="Calibri"/>
                <a:ea typeface="Calibri"/>
                <a:cs typeface="Calibri"/>
                <a:sym typeface="Calibri"/>
              </a:rPr>
              <a:t>Objects have a globally unique URL (universal namespace).</a:t>
            </a:r>
            <a:endParaRPr/>
          </a:p>
          <a:p>
            <a:pPr indent="0" lvl="0" marL="0" rtl="0" algn="l">
              <a:spcBef>
                <a:spcPts val="0"/>
              </a:spcBef>
              <a:spcAft>
                <a:spcPts val="0"/>
              </a:spcAft>
              <a:buClr>
                <a:schemeClr val="dk1"/>
              </a:buClr>
              <a:buSzPts val="1200"/>
              <a:buFont typeface="Arial"/>
              <a:buNone/>
            </a:pPr>
            <a:r>
              <a:t/>
            </a:r>
            <a:endParaRPr>
              <a:latin typeface="Calibri"/>
              <a:ea typeface="Calibri"/>
              <a:cs typeface="Calibri"/>
              <a:sym typeface="Calibri"/>
            </a:endParaRPr>
          </a:p>
          <a:p>
            <a:pPr indent="0" lvl="0" marL="0" rtl="0" algn="l">
              <a:spcBef>
                <a:spcPts val="0"/>
              </a:spcBef>
              <a:spcAft>
                <a:spcPts val="0"/>
              </a:spcAft>
              <a:buNone/>
            </a:pPr>
            <a:r>
              <a:rPr lang="en-US">
                <a:latin typeface="Calibri"/>
                <a:ea typeface="Calibri"/>
                <a:cs typeface="Calibri"/>
                <a:sym typeface="Calibri"/>
              </a:rPr>
              <a:t>Each object has five consistent characteristics: </a:t>
            </a:r>
            <a:endParaRPr/>
          </a:p>
          <a:p>
            <a:pPr indent="-171450" lvl="0" marL="171450" rtl="0" algn="l">
              <a:spcBef>
                <a:spcPts val="0"/>
              </a:spcBef>
              <a:spcAft>
                <a:spcPts val="0"/>
              </a:spcAft>
              <a:buClr>
                <a:schemeClr val="dk1"/>
              </a:buClr>
              <a:buSzPts val="1200"/>
              <a:buFont typeface="Arial"/>
              <a:buChar char="•"/>
            </a:pPr>
            <a:r>
              <a:rPr lang="en-US">
                <a:latin typeface="Calibri"/>
                <a:ea typeface="Calibri"/>
                <a:cs typeface="Calibri"/>
                <a:sym typeface="Calibri"/>
              </a:rPr>
              <a:t>First, it </a:t>
            </a:r>
            <a:r>
              <a:rPr i="0" lang="en-US">
                <a:latin typeface="Calibri"/>
                <a:ea typeface="Calibri"/>
                <a:cs typeface="Calibri"/>
                <a:sym typeface="Calibri"/>
              </a:rPr>
              <a:t>has a </a:t>
            </a:r>
            <a:r>
              <a:rPr i="1" lang="en-US">
                <a:latin typeface="Calibri"/>
                <a:ea typeface="Calibri"/>
                <a:cs typeface="Calibri"/>
                <a:sym typeface="Calibri"/>
              </a:rPr>
              <a:t>key</a:t>
            </a:r>
            <a:r>
              <a:rPr i="0" lang="en-US">
                <a:latin typeface="Calibri"/>
                <a:ea typeface="Calibri"/>
                <a:cs typeface="Calibri"/>
                <a:sym typeface="Calibri"/>
              </a:rPr>
              <a:t>, which is </a:t>
            </a:r>
            <a:r>
              <a:rPr lang="en-US">
                <a:latin typeface="Calibri"/>
                <a:ea typeface="Calibri"/>
                <a:cs typeface="Calibri"/>
                <a:sym typeface="Calibri"/>
              </a:rPr>
              <a:t>the name that you assign to an object. You use the object key to retrieve the object. In the AWS Management Console, you can create a directory inside a bucket and upload an object to that directory. However, in reality, Amazon S3 does not know about directories, so the key value includes the full path relative to the bucket root. </a:t>
            </a:r>
            <a:endParaRPr/>
          </a:p>
          <a:p>
            <a:pPr indent="-171450" lvl="0" marL="171450" rtl="0" algn="l">
              <a:spcBef>
                <a:spcPts val="0"/>
              </a:spcBef>
              <a:spcAft>
                <a:spcPts val="0"/>
              </a:spcAft>
              <a:buClr>
                <a:schemeClr val="dk1"/>
              </a:buClr>
              <a:buSzPts val="1200"/>
              <a:buFont typeface="Arial"/>
              <a:buChar char="•"/>
            </a:pPr>
            <a:r>
              <a:rPr lang="en-US">
                <a:latin typeface="Calibri"/>
                <a:ea typeface="Calibri"/>
                <a:cs typeface="Calibri"/>
                <a:sym typeface="Calibri"/>
              </a:rPr>
              <a:t>Objects also include a version ID. In a bucket, a key and version ID uniquely identify an object. You will learn more about versioning later in this module.</a:t>
            </a:r>
            <a:endParaRPr/>
          </a:p>
          <a:p>
            <a:pPr indent="-171450" lvl="0" marL="171450" rtl="0" algn="l">
              <a:spcBef>
                <a:spcPts val="0"/>
              </a:spcBef>
              <a:spcAft>
                <a:spcPts val="0"/>
              </a:spcAft>
              <a:buClr>
                <a:schemeClr val="dk1"/>
              </a:buClr>
              <a:buSzPts val="1200"/>
              <a:buFont typeface="Arial"/>
              <a:buChar char="•"/>
            </a:pPr>
            <a:r>
              <a:rPr lang="en-US">
                <a:latin typeface="Calibri"/>
                <a:ea typeface="Calibri"/>
                <a:cs typeface="Calibri"/>
                <a:sym typeface="Calibri"/>
              </a:rPr>
              <a:t>The </a:t>
            </a:r>
            <a:r>
              <a:rPr i="1" lang="en-US">
                <a:latin typeface="Calibri"/>
                <a:ea typeface="Calibri"/>
                <a:cs typeface="Calibri"/>
                <a:sym typeface="Calibri"/>
              </a:rPr>
              <a:t>value </a:t>
            </a:r>
            <a:r>
              <a:rPr lang="en-US">
                <a:latin typeface="Calibri"/>
                <a:ea typeface="Calibri"/>
                <a:cs typeface="Calibri"/>
                <a:sym typeface="Calibri"/>
              </a:rPr>
              <a:t>of the object is the actual content that you store. It can be any sequence of bytes. Object values are immutable, which means that after you upload an object, you cannot modify the value. If you want to modify the object, you must make a change outside of Amazon S3 and then reupload the object.</a:t>
            </a:r>
            <a:endParaRPr/>
          </a:p>
          <a:p>
            <a:pPr indent="-171450" lvl="0" marL="171450" rtl="0" algn="l">
              <a:spcBef>
                <a:spcPts val="0"/>
              </a:spcBef>
              <a:spcAft>
                <a:spcPts val="0"/>
              </a:spcAft>
              <a:buClr>
                <a:schemeClr val="dk1"/>
              </a:buClr>
              <a:buSzPts val="1200"/>
              <a:buFont typeface="Arial"/>
              <a:buChar char="•"/>
            </a:pPr>
            <a:r>
              <a:rPr lang="en-US">
                <a:latin typeface="Calibri"/>
                <a:ea typeface="Calibri"/>
                <a:cs typeface="Calibri"/>
                <a:sym typeface="Calibri"/>
              </a:rPr>
              <a:t>Objects also include metadata, which is a set of name-value pairs that you can use to store information about the object. You can assign metadata, which is referred to as </a:t>
            </a:r>
            <a:r>
              <a:rPr i="1" lang="en-US">
                <a:latin typeface="Calibri"/>
                <a:ea typeface="Calibri"/>
                <a:cs typeface="Calibri"/>
                <a:sym typeface="Calibri"/>
              </a:rPr>
              <a:t>user-defined metadata</a:t>
            </a:r>
            <a:r>
              <a:rPr lang="en-US">
                <a:latin typeface="Calibri"/>
                <a:ea typeface="Calibri"/>
                <a:cs typeface="Calibri"/>
                <a:sym typeface="Calibri"/>
              </a:rPr>
              <a:t>, to your objects in Amazon S3. Amazon S3 also assigns system metadata to these objects, which it uses for managing objects. </a:t>
            </a:r>
            <a:endParaRPr/>
          </a:p>
          <a:p>
            <a:pPr indent="-171450" lvl="0" marL="171450" rtl="0" algn="l">
              <a:spcBef>
                <a:spcPts val="0"/>
              </a:spcBef>
              <a:spcAft>
                <a:spcPts val="0"/>
              </a:spcAft>
              <a:buClr>
                <a:schemeClr val="dk1"/>
              </a:buClr>
              <a:buSzPts val="1200"/>
              <a:buFont typeface="Arial"/>
              <a:buChar char="•"/>
            </a:pPr>
            <a:r>
              <a:rPr lang="en-US">
                <a:latin typeface="Calibri"/>
                <a:ea typeface="Calibri"/>
                <a:cs typeface="Calibri"/>
                <a:sym typeface="Calibri"/>
              </a:rPr>
              <a:t>Finally, Amazon S3 also uses sub-resources to store additional object-specific information.</a:t>
            </a:r>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b="0" i="0" lang="en-US">
                <a:solidFill>
                  <a:schemeClr val="dk1"/>
                </a:solidFill>
                <a:latin typeface="Calibri"/>
                <a:ea typeface="Calibri"/>
                <a:cs typeface="Calibri"/>
                <a:sym typeface="Calibri"/>
              </a:rPr>
              <a:t>For more information on Amazon S3 see the link provided on the course resources page.</a:t>
            </a:r>
            <a:endParaRPr>
              <a:latin typeface="Calibri"/>
              <a:ea typeface="Calibri"/>
              <a:cs typeface="Calibri"/>
              <a:sym typeface="Calibri"/>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4" name="Shape 1814"/>
        <p:cNvGrpSpPr/>
        <p:nvPr/>
      </p:nvGrpSpPr>
      <p:grpSpPr>
        <a:xfrm>
          <a:off x="0" y="0"/>
          <a:ext cx="0" cy="0"/>
          <a:chOff x="0" y="0"/>
          <a:chExt cx="0" cy="0"/>
        </a:xfrm>
      </p:grpSpPr>
      <p:sp>
        <p:nvSpPr>
          <p:cNvPr id="1815" name="Google Shape;1815;p10: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6" name="Google Shape;1816;p10: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lang="en-US">
                <a:latin typeface="Calibri"/>
                <a:ea typeface="Calibri"/>
                <a:cs typeface="Calibri"/>
                <a:sym typeface="Calibri"/>
              </a:rPr>
              <a:t>Remember, objects are placed in buckets. Here is some high-level information about the essential components of Amazon S3:</a:t>
            </a:r>
            <a:endParaRPr/>
          </a:p>
          <a:p>
            <a:pPr indent="-171450" lvl="0" marL="171450" rtl="0" algn="l">
              <a:spcBef>
                <a:spcPts val="0"/>
              </a:spcBef>
              <a:spcAft>
                <a:spcPts val="0"/>
              </a:spcAft>
              <a:buClr>
                <a:schemeClr val="dk1"/>
              </a:buClr>
              <a:buSzPts val="1200"/>
              <a:buFont typeface="Arial"/>
              <a:buChar char="•"/>
            </a:pPr>
            <a:r>
              <a:rPr lang="en-US">
                <a:latin typeface="Calibri"/>
                <a:ea typeface="Calibri"/>
                <a:cs typeface="Calibri"/>
                <a:sym typeface="Calibri"/>
              </a:rPr>
              <a:t>A bucket is a container for objects that are stored in Amazon S3. Buckets serve several purposes. They organize the Amazon S3 namespace at the highest level, and they identify the account responsible for storage and data transfer charges. They also play a role in access control, and they serve as the unit of aggregation for usage reporting. </a:t>
            </a:r>
            <a:endParaRPr/>
          </a:p>
          <a:p>
            <a:pPr indent="-171450" lvl="0" marL="171450" rtl="0" algn="l">
              <a:spcBef>
                <a:spcPts val="0"/>
              </a:spcBef>
              <a:spcAft>
                <a:spcPts val="0"/>
              </a:spcAft>
              <a:buClr>
                <a:schemeClr val="dk1"/>
              </a:buClr>
              <a:buSzPts val="1200"/>
              <a:buFont typeface="Arial"/>
              <a:buChar char="•"/>
            </a:pPr>
            <a:r>
              <a:rPr lang="en-US">
                <a:latin typeface="Calibri"/>
                <a:ea typeface="Calibri"/>
                <a:cs typeface="Calibri"/>
                <a:sym typeface="Calibri"/>
              </a:rPr>
              <a:t>An object is the fundamental entity that is stored in Amazon S3. An object can be any kind of file, such as text, video, photo, or another binary format. Objects consist of object data and metadata. The metadata is a set of name-value pairs that describe the object.  For example, metadata includes a content type (such as an image or video) that is included in the response header of a browser request so that browser knows how to render the file. </a:t>
            </a:r>
            <a:endParaRPr/>
          </a:p>
          <a:p>
            <a:pPr indent="-171450" lvl="0" marL="171450" rtl="0" algn="l">
              <a:spcBef>
                <a:spcPts val="0"/>
              </a:spcBef>
              <a:spcAft>
                <a:spcPts val="0"/>
              </a:spcAft>
              <a:buClr>
                <a:schemeClr val="dk1"/>
              </a:buClr>
              <a:buSzPts val="1200"/>
              <a:buFont typeface="Arial"/>
              <a:buChar char="•"/>
            </a:pPr>
            <a:r>
              <a:rPr lang="en-US">
                <a:latin typeface="Calibri"/>
                <a:ea typeface="Calibri"/>
                <a:cs typeface="Calibri"/>
                <a:sym typeface="Calibri"/>
              </a:rPr>
              <a:t>An object key uniquely identifies the object in a bucket. Each object in a bucket has exactly one key. </a:t>
            </a:r>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lang="en-US">
                <a:latin typeface="Calibri"/>
                <a:ea typeface="Calibri"/>
                <a:cs typeface="Calibri"/>
                <a:sym typeface="Calibri"/>
              </a:rPr>
              <a:t>Each bucket is Regional. You can choose the AWS Region where Amazon S3 will store the buckets that you create. Objects stored in an AWS Region never leave the Region unless you explicitly transfer them to another Region. The Region code indicates the Region. For example, the Region code for a bucket that’s created in the US Oregon Region is</a:t>
            </a:r>
            <a:r>
              <a:rPr lang="en-US">
                <a:solidFill>
                  <a:srgbClr val="000000"/>
                </a:solidFill>
                <a:latin typeface="Calibri"/>
                <a:ea typeface="Calibri"/>
                <a:cs typeface="Calibri"/>
                <a:sym typeface="Calibri"/>
              </a:rPr>
              <a:t> </a:t>
            </a:r>
            <a:r>
              <a:rPr lang="en-US">
                <a:latin typeface="Calibri"/>
                <a:ea typeface="Calibri"/>
                <a:cs typeface="Calibri"/>
                <a:sym typeface="Calibri"/>
              </a:rPr>
              <a:t>us-west-2. </a:t>
            </a:r>
            <a:endParaRPr/>
          </a:p>
          <a:p>
            <a:pPr indent="0" lvl="0" marL="0" rtl="0" algn="l">
              <a:spcBef>
                <a:spcPts val="0"/>
              </a:spcBef>
              <a:spcAft>
                <a:spcPts val="0"/>
              </a:spcAft>
              <a:buNone/>
            </a:pPr>
            <a:r>
              <a:t/>
            </a:r>
            <a:endParaRPr>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b="0" i="0" lang="en-US">
                <a:solidFill>
                  <a:schemeClr val="dk1"/>
                </a:solidFill>
                <a:latin typeface="Calibri"/>
                <a:ea typeface="Calibri"/>
                <a:cs typeface="Calibri"/>
                <a:sym typeface="Calibri"/>
              </a:rPr>
              <a:t>See the link provided on the course resources page for more information on Amazon S3 concepts and how it works.</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6" name="Shape 1836"/>
        <p:cNvGrpSpPr/>
        <p:nvPr/>
      </p:nvGrpSpPr>
      <p:grpSpPr>
        <a:xfrm>
          <a:off x="0" y="0"/>
          <a:ext cx="0" cy="0"/>
          <a:chOff x="0" y="0"/>
          <a:chExt cx="0" cy="0"/>
        </a:xfrm>
      </p:grpSpPr>
      <p:sp>
        <p:nvSpPr>
          <p:cNvPr id="1837" name="Google Shape;1837;p11: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8" name="Google Shape;1838;p11: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|Prefixes work like folders, but you might want to highlight for students the distinction. </a:t>
            </a:r>
            <a:endParaRPr/>
          </a:p>
          <a:p>
            <a:pPr indent="0" lvl="0" marL="0" rtl="0" algn="l">
              <a:spcBef>
                <a:spcPts val="0"/>
              </a:spcBef>
              <a:spcAft>
                <a:spcPts val="0"/>
              </a:spcAft>
              <a:buNone/>
            </a:pPr>
            <a:r>
              <a:rPr b="1" lang="en-US">
                <a:latin typeface="Calibri"/>
                <a:ea typeface="Calibri"/>
                <a:cs typeface="Calibri"/>
                <a:sym typeface="Calibri"/>
              </a:rPr>
              <a:t>|Student notes</a:t>
            </a:r>
            <a:endParaRPr>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lang="en-US">
                <a:latin typeface="Calibri"/>
                <a:ea typeface="Calibri"/>
                <a:cs typeface="Calibri"/>
                <a:sym typeface="Calibri"/>
              </a:rPr>
              <a:t>In Amazon S3, buckets and objects are the primary resources, and objects are stored in buckets. For organizational simplicity, Amazon S3 supports the folder concept to group objects. Amazon S3 uses a shared name prefix for objects (that is, objects that have names that begin with a common string). When you create a folder, the Amazon S3 console creates an object with the name followed by a slash (/). The Amazon S3 console then displays that object as a folder.</a:t>
            </a:r>
            <a:endParaRPr/>
          </a:p>
          <a:p>
            <a:pPr indent="0" lvl="0" marL="0" marR="0" rtl="0" algn="l">
              <a:spcBef>
                <a:spcPts val="0"/>
              </a:spcBef>
              <a:spcAft>
                <a:spcPts val="0"/>
              </a:spcAft>
              <a:buClr>
                <a:schemeClr val="dk1"/>
              </a:buClr>
              <a:buSzPts val="1200"/>
              <a:buFont typeface="Calibri"/>
              <a:buNone/>
            </a:pPr>
            <a:r>
              <a:t/>
            </a:r>
            <a:endParaRPr>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lang="en-US">
                <a:latin typeface="Calibri"/>
                <a:ea typeface="Calibri"/>
                <a:cs typeface="Calibri"/>
                <a:sym typeface="Calibri"/>
              </a:rPr>
              <a:t>When an S3 bucket is queried, a prefix will limit results to only those objects that begin with that prefix. In the example, the bucket contains objects that are photos organized by year. To retrieve 2022 photos, </a:t>
            </a:r>
            <a:r>
              <a:rPr i="0" lang="en-US">
                <a:latin typeface="Calibri"/>
                <a:ea typeface="Calibri"/>
                <a:cs typeface="Calibri"/>
                <a:sym typeface="Calibri"/>
              </a:rPr>
              <a:t>specify the prefix photos/2022.</a:t>
            </a:r>
            <a:endParaRPr/>
          </a:p>
          <a:p>
            <a:pPr indent="0" lvl="0" marL="0" marR="0" rtl="0" algn="l">
              <a:spcBef>
                <a:spcPts val="0"/>
              </a:spcBef>
              <a:spcAft>
                <a:spcPts val="0"/>
              </a:spcAft>
              <a:buClr>
                <a:schemeClr val="dk1"/>
              </a:buClr>
              <a:buSzPts val="1200"/>
              <a:buFont typeface="Calibri"/>
              <a:buNone/>
            </a:pPr>
            <a:r>
              <a:t/>
            </a:r>
            <a:endParaRPr>
              <a:latin typeface="Calibri"/>
              <a:ea typeface="Calibri"/>
              <a:cs typeface="Calibri"/>
              <a:sym typeface="Calibri"/>
            </a:endParaRPr>
          </a:p>
          <a:p>
            <a:pPr indent="0" lvl="0" marL="0" marR="0" rtl="0" algn="l">
              <a:spcBef>
                <a:spcPts val="0"/>
              </a:spcBef>
              <a:spcAft>
                <a:spcPts val="0"/>
              </a:spcAft>
              <a:buClr>
                <a:schemeClr val="dk1"/>
              </a:buClr>
              <a:buSzPts val="1200"/>
              <a:buFont typeface="Arial"/>
              <a:buNone/>
            </a:pPr>
            <a:r>
              <a:rPr lang="en-US">
                <a:solidFill>
                  <a:schemeClr val="dk1"/>
                </a:solidFill>
                <a:latin typeface="Calibri"/>
                <a:ea typeface="Calibri"/>
                <a:cs typeface="Calibri"/>
                <a:sym typeface="Calibri"/>
              </a:rPr>
              <a:t>For more information, see the link titled  “Organizing Objects Using Prefixes” in your course resources.</a:t>
            </a:r>
            <a:endParaRPr u="sng">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8" name="Shape 1848"/>
        <p:cNvGrpSpPr/>
        <p:nvPr/>
      </p:nvGrpSpPr>
      <p:grpSpPr>
        <a:xfrm>
          <a:off x="0" y="0"/>
          <a:ext cx="0" cy="0"/>
          <a:chOff x="0" y="0"/>
          <a:chExt cx="0" cy="0"/>
        </a:xfrm>
      </p:grpSpPr>
      <p:sp>
        <p:nvSpPr>
          <p:cNvPr id="1849" name="Google Shape;1849;p12: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0" name="Google Shape;1850;p12: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b="0" i="0" lang="en-US">
                <a:solidFill>
                  <a:schemeClr val="dk1"/>
                </a:solidFill>
                <a:latin typeface="Calibri"/>
                <a:ea typeface="Calibri"/>
                <a:cs typeface="Calibri"/>
                <a:sym typeface="Calibri"/>
              </a:rPr>
              <a:t>This slide describes three key benefits of Amazon S3 for cloud storage.</a:t>
            </a:r>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lang="en-US">
                <a:latin typeface="Calibri"/>
                <a:ea typeface="Calibri"/>
                <a:cs typeface="Calibri"/>
                <a:sym typeface="Calibri"/>
              </a:rPr>
              <a:t>First, it provides </a:t>
            </a:r>
            <a:r>
              <a:rPr b="0" i="1" lang="en-US">
                <a:latin typeface="Calibri"/>
                <a:ea typeface="Calibri"/>
                <a:cs typeface="Calibri"/>
                <a:sym typeface="Calibri"/>
              </a:rPr>
              <a:t>durability</a:t>
            </a:r>
            <a:r>
              <a:rPr lang="en-US">
                <a:latin typeface="Calibri"/>
                <a:ea typeface="Calibri"/>
                <a:cs typeface="Calibri"/>
                <a:sym typeface="Calibri"/>
              </a:rPr>
              <a:t>, which </a:t>
            </a:r>
            <a:r>
              <a:rPr b="0" i="0" lang="en-US">
                <a:solidFill>
                  <a:schemeClr val="dk1"/>
                </a:solidFill>
                <a:latin typeface="Calibri"/>
                <a:ea typeface="Calibri"/>
                <a:cs typeface="Calibri"/>
                <a:sym typeface="Calibri"/>
              </a:rPr>
              <a:t>describes the average annual expected loss of objects. The term 11 nines of durability means that every year, there is a 0.000000001 percent chance of losing an object. For example, if you store 10,000 objects on Amazon S3, you can expect to incur a loss of a single object once every 10,000,000 years on average. Amazon S3 redundantly stores your objects on multiple devices across multiple facilities in the Amazon S3 Region you designate. Amazon S3 is designed to sustain concurrent device failures by quickly detecting and repairing any lost redundancy. Amazon S3 also regularly verifies the integrity of your data by using checksums.</a:t>
            </a:r>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b="0" i="0" lang="en-US">
                <a:solidFill>
                  <a:schemeClr val="dk1"/>
                </a:solidFill>
                <a:latin typeface="Calibri"/>
                <a:ea typeface="Calibri"/>
                <a:cs typeface="Calibri"/>
                <a:sym typeface="Calibri"/>
              </a:rPr>
              <a:t>Amazon S3 also provides 4 nines (or 99.99 percent) of </a:t>
            </a:r>
            <a:r>
              <a:rPr b="0" i="1" lang="en-US">
                <a:solidFill>
                  <a:schemeClr val="dk1"/>
                </a:solidFill>
                <a:latin typeface="Calibri"/>
                <a:ea typeface="Calibri"/>
                <a:cs typeface="Calibri"/>
                <a:sym typeface="Calibri"/>
              </a:rPr>
              <a:t>availability</a:t>
            </a:r>
            <a:r>
              <a:rPr b="0" i="0" lang="en-US">
                <a:solidFill>
                  <a:schemeClr val="dk1"/>
                </a:solidFill>
                <a:latin typeface="Calibri"/>
                <a:ea typeface="Calibri"/>
                <a:cs typeface="Calibri"/>
                <a:sym typeface="Calibri"/>
              </a:rPr>
              <a:t>. Availability refers to your ability to access your data quickly when you want it. It also provides a virtually unlimited capacity to store your data, so it is </a:t>
            </a:r>
            <a:r>
              <a:rPr b="0" i="1" lang="en-US">
                <a:solidFill>
                  <a:schemeClr val="dk1"/>
                </a:solidFill>
                <a:latin typeface="Calibri"/>
                <a:ea typeface="Calibri"/>
                <a:cs typeface="Calibri"/>
                <a:sym typeface="Calibri"/>
              </a:rPr>
              <a:t>scalable</a:t>
            </a:r>
            <a:r>
              <a:rPr b="0" i="0" lang="en-US">
                <a:solidFill>
                  <a:schemeClr val="dk1"/>
                </a:solidFill>
                <a:latin typeface="Calibri"/>
                <a:ea typeface="Calibri"/>
                <a:cs typeface="Calibri"/>
                <a:sym typeface="Calibri"/>
              </a:rPr>
              <a:t>. </a:t>
            </a:r>
            <a:r>
              <a:rPr lang="en-US">
                <a:latin typeface="Calibri"/>
                <a:ea typeface="Calibri"/>
                <a:cs typeface="Calibri"/>
                <a:sym typeface="Calibri"/>
              </a:rPr>
              <a:t>Amazon S3 has robust </a:t>
            </a:r>
            <a:r>
              <a:rPr b="0" i="1" lang="en-US">
                <a:latin typeface="Calibri"/>
                <a:ea typeface="Calibri"/>
                <a:cs typeface="Calibri"/>
                <a:sym typeface="Calibri"/>
              </a:rPr>
              <a:t>security</a:t>
            </a:r>
            <a:r>
              <a:rPr lang="en-US">
                <a:latin typeface="Calibri"/>
                <a:ea typeface="Calibri"/>
                <a:cs typeface="Calibri"/>
                <a:sym typeface="Calibri"/>
              </a:rPr>
              <a:t> settings. It provides many ways to control access to the data that you store and also gives you the ability to encrypt your data. </a:t>
            </a:r>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lang="en-US">
                <a:latin typeface="Calibri"/>
                <a:ea typeface="Calibri"/>
                <a:cs typeface="Calibri"/>
                <a:sym typeface="Calibri"/>
              </a:rPr>
              <a:t>Finally, Amazon S3 is </a:t>
            </a:r>
            <a:r>
              <a:rPr b="0" i="1" lang="en-US">
                <a:latin typeface="Calibri"/>
                <a:ea typeface="Calibri"/>
                <a:cs typeface="Calibri"/>
                <a:sym typeface="Calibri"/>
              </a:rPr>
              <a:t>high performing</a:t>
            </a:r>
            <a:r>
              <a:rPr lang="en-US">
                <a:latin typeface="Calibri"/>
                <a:ea typeface="Calibri"/>
                <a:cs typeface="Calibri"/>
                <a:sym typeface="Calibri"/>
              </a:rPr>
              <a:t>. Y</a:t>
            </a:r>
            <a:r>
              <a:rPr b="0" i="0" lang="en-US">
                <a:solidFill>
                  <a:schemeClr val="dk1"/>
                </a:solidFill>
                <a:latin typeface="Calibri"/>
                <a:ea typeface="Calibri"/>
                <a:cs typeface="Calibri"/>
                <a:sym typeface="Calibri"/>
              </a:rPr>
              <a:t>our applications can achieve thousands of transactions per second when uploading and retrieving storage from Amazon S3. Amazon S3 automatically scales to high request rates. </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8" name="Shape 1858"/>
        <p:cNvGrpSpPr/>
        <p:nvPr/>
      </p:nvGrpSpPr>
      <p:grpSpPr>
        <a:xfrm>
          <a:off x="0" y="0"/>
          <a:ext cx="0" cy="0"/>
          <a:chOff x="0" y="0"/>
          <a:chExt cx="0" cy="0"/>
        </a:xfrm>
      </p:grpSpPr>
      <p:sp>
        <p:nvSpPr>
          <p:cNvPr id="1859" name="Google Shape;1859;p13: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0" name="Google Shape;1860;p13: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lang="en-US">
                <a:latin typeface="Calibri"/>
                <a:ea typeface="Calibri"/>
                <a:cs typeface="Calibri"/>
                <a:sym typeface="Calibri"/>
              </a:rPr>
              <a:t>Here are a few key points to summarize this section.</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6" name="Shape 1866"/>
        <p:cNvGrpSpPr/>
        <p:nvPr/>
      </p:nvGrpSpPr>
      <p:grpSpPr>
        <a:xfrm>
          <a:off x="0" y="0"/>
          <a:ext cx="0" cy="0"/>
          <a:chOff x="0" y="0"/>
          <a:chExt cx="0" cy="0"/>
        </a:xfrm>
      </p:grpSpPr>
      <p:sp>
        <p:nvSpPr>
          <p:cNvPr id="1867" name="Google Shape;1867;p14: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8" name="Google Shape;1868;p14: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|This section focuses on how customers can use Amazon S3 to support their business. It also includes four business use cases for Amazon S3. </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lang="en-US">
                <a:latin typeface="Calibri"/>
                <a:ea typeface="Calibri"/>
                <a:cs typeface="Calibri"/>
                <a:sym typeface="Calibri"/>
              </a:rPr>
              <a:t>This section describes different </a:t>
            </a:r>
            <a:r>
              <a:rPr lang="en-US">
                <a:solidFill>
                  <a:schemeClr val="dk1"/>
                </a:solidFill>
                <a:latin typeface="Calibri"/>
                <a:ea typeface="Calibri"/>
                <a:cs typeface="Calibri"/>
                <a:sym typeface="Calibri"/>
              </a:rPr>
              <a:t>use cases that Amazon S3 supports for customers’ solutions.</a:t>
            </a:r>
            <a:endParaRPr>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3" name="Shape 1873"/>
        <p:cNvGrpSpPr/>
        <p:nvPr/>
      </p:nvGrpSpPr>
      <p:grpSpPr>
        <a:xfrm>
          <a:off x="0" y="0"/>
          <a:ext cx="0" cy="0"/>
          <a:chOff x="0" y="0"/>
          <a:chExt cx="0" cy="0"/>
        </a:xfrm>
      </p:grpSpPr>
      <p:sp>
        <p:nvSpPr>
          <p:cNvPr id="1874" name="Google Shape;1874;p15: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5" name="Google Shape;1875;p15: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lang="en-US">
                <a:solidFill>
                  <a:schemeClr val="dk1"/>
                </a:solidFill>
                <a:latin typeface="Calibri"/>
                <a:ea typeface="Calibri"/>
                <a:cs typeface="Calibri"/>
                <a:sym typeface="Calibri"/>
              </a:rPr>
              <a:t>Now that you know about Amazon S3 </a:t>
            </a:r>
            <a:r>
              <a:rPr lang="en-US">
                <a:latin typeface="Calibri"/>
                <a:ea typeface="Calibri"/>
                <a:cs typeface="Calibri"/>
                <a:sym typeface="Calibri"/>
              </a:rPr>
              <a:t>features, </a:t>
            </a:r>
            <a:r>
              <a:rPr lang="en-US">
                <a:solidFill>
                  <a:schemeClr val="dk1"/>
                </a:solidFill>
                <a:latin typeface="Calibri"/>
                <a:ea typeface="Calibri"/>
                <a:cs typeface="Calibri"/>
                <a:sym typeface="Calibri"/>
              </a:rPr>
              <a:t>how can customers use these features to address their needs? </a:t>
            </a:r>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lang="en-US">
                <a:solidFill>
                  <a:schemeClr val="dk1"/>
                </a:solidFill>
                <a:latin typeface="Calibri"/>
                <a:ea typeface="Calibri"/>
                <a:cs typeface="Calibri"/>
                <a:sym typeface="Calibri"/>
              </a:rPr>
              <a:t>In this section of the module, you will learn about common use cases and see how they relate to the issues addressed on this slide.</a:t>
            </a:r>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US">
                <a:solidFill>
                  <a:schemeClr val="dk1"/>
                </a:solidFill>
                <a:latin typeface="Calibri"/>
                <a:ea typeface="Calibri"/>
                <a:cs typeface="Calibri"/>
                <a:sym typeface="Calibri"/>
              </a:rPr>
              <a:t>These use cases use Amazon S3 as an essential part of a robust architectural solution.</a:t>
            </a:r>
            <a:endParaRPr>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1" name="Shape 1891"/>
        <p:cNvGrpSpPr/>
        <p:nvPr/>
      </p:nvGrpSpPr>
      <p:grpSpPr>
        <a:xfrm>
          <a:off x="0" y="0"/>
          <a:ext cx="0" cy="0"/>
          <a:chOff x="0" y="0"/>
          <a:chExt cx="0" cy="0"/>
        </a:xfrm>
      </p:grpSpPr>
      <p:sp>
        <p:nvSpPr>
          <p:cNvPr id="1892" name="Google Shape;1892;p16: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3" name="Google Shape;1893;p16: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marR="0" rtl="0" algn="l">
              <a:spcBef>
                <a:spcPts val="0"/>
              </a:spcBef>
              <a:spcAft>
                <a:spcPts val="0"/>
              </a:spcAft>
              <a:buClr>
                <a:schemeClr val="dk1"/>
              </a:buClr>
              <a:buSzPts val="1200"/>
              <a:buFont typeface="Calibri"/>
              <a:buNone/>
            </a:pPr>
            <a:r>
              <a:rPr b="1" lang="en-US">
                <a:latin typeface="Calibri"/>
                <a:ea typeface="Calibri"/>
                <a:cs typeface="Calibri"/>
                <a:sym typeface="Calibri"/>
              </a:rPr>
              <a:t>Image description: </a:t>
            </a:r>
            <a:r>
              <a:rPr lang="en-US">
                <a:solidFill>
                  <a:schemeClr val="dk1"/>
                </a:solidFill>
                <a:latin typeface="Calibri"/>
                <a:ea typeface="Calibri"/>
                <a:cs typeface="Calibri"/>
                <a:sym typeface="Calibri"/>
              </a:rPr>
              <a:t>Diagram of an S3 bucket with video content and two users streaming content from it. One user receives the stream directly, and the other receives it through a CloudFront edge location. </a:t>
            </a:r>
            <a:r>
              <a:rPr b="1" lang="en-US">
                <a:solidFill>
                  <a:schemeClr val="dk1"/>
                </a:solidFill>
                <a:latin typeface="Calibri"/>
                <a:ea typeface="Calibri"/>
                <a:cs typeface="Calibri"/>
                <a:sym typeface="Calibri"/>
              </a:rPr>
              <a:t>End description.</a:t>
            </a:r>
            <a:endParaRPr/>
          </a:p>
          <a:p>
            <a:pPr indent="0" lvl="0" marL="0" marR="0" rtl="0" algn="l">
              <a:spcBef>
                <a:spcPts val="0"/>
              </a:spcBef>
              <a:spcAft>
                <a:spcPts val="0"/>
              </a:spcAft>
              <a:buClr>
                <a:schemeClr val="dk1"/>
              </a:buClr>
              <a:buSzPts val="1200"/>
              <a:buFont typeface="Calibri"/>
              <a:buNone/>
            </a:pPr>
            <a:r>
              <a:t/>
            </a:r>
            <a:endParaRPr b="1">
              <a:latin typeface="Calibri"/>
              <a:ea typeface="Calibri"/>
              <a:cs typeface="Calibri"/>
              <a:sym typeface="Calibri"/>
            </a:endParaRPr>
          </a:p>
          <a:p>
            <a:pPr indent="0" lvl="0" marL="0" rtl="0" algn="l">
              <a:spcBef>
                <a:spcPts val="0"/>
              </a:spcBef>
              <a:spcAft>
                <a:spcPts val="0"/>
              </a:spcAft>
              <a:buNone/>
            </a:pPr>
            <a:r>
              <a:rPr lang="en-US">
                <a:solidFill>
                  <a:schemeClr val="dk1"/>
                </a:solidFill>
                <a:latin typeface="Calibri"/>
                <a:ea typeface="Calibri"/>
                <a:cs typeface="Calibri"/>
                <a:sym typeface="Calibri"/>
              </a:rPr>
              <a:t>One common use case scenario for Amazon S3 is to use it for </a:t>
            </a:r>
            <a:r>
              <a:rPr b="0" i="1" lang="en-US">
                <a:solidFill>
                  <a:schemeClr val="dk1"/>
                </a:solidFill>
                <a:latin typeface="Calibri"/>
                <a:ea typeface="Calibri"/>
                <a:cs typeface="Calibri"/>
                <a:sym typeface="Calibri"/>
              </a:rPr>
              <a:t>media hosting</a:t>
            </a:r>
            <a:r>
              <a:rPr lang="en-US">
                <a:latin typeface="Calibri"/>
                <a:ea typeface="Calibri"/>
                <a:cs typeface="Calibri"/>
                <a:sym typeface="Calibri"/>
              </a:rPr>
              <a:t>. In this use case, Amazon S3 is used to store and distribute videos, photos, music files, and other media. This content can be delivered directly from Amazon S3 because each object in Amazon S3 has a unique HTTP URL. </a:t>
            </a:r>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b="0" lang="en-US">
                <a:latin typeface="Calibri"/>
                <a:ea typeface="Calibri"/>
                <a:cs typeface="Calibri"/>
                <a:sym typeface="Calibri"/>
              </a:rPr>
              <a:t>Alternatively</a:t>
            </a:r>
            <a:r>
              <a:rPr lang="en-US">
                <a:latin typeface="Calibri"/>
                <a:ea typeface="Calibri"/>
                <a:cs typeface="Calibri"/>
                <a:sym typeface="Calibri"/>
              </a:rPr>
              <a:t>, Amazon S3 can serve as an origin store for a content delivery network (CDN), such </a:t>
            </a:r>
            <a:r>
              <a:rPr i="0" lang="en-US">
                <a:latin typeface="Calibri"/>
                <a:ea typeface="Calibri"/>
                <a:cs typeface="Calibri"/>
                <a:sym typeface="Calibri"/>
              </a:rPr>
              <a:t>as </a:t>
            </a:r>
            <a:r>
              <a:rPr b="0" i="0" lang="en-US">
                <a:latin typeface="Calibri"/>
                <a:ea typeface="Calibri"/>
                <a:cs typeface="Calibri"/>
                <a:sym typeface="Calibri"/>
              </a:rPr>
              <a:t>Amazon CloudFront</a:t>
            </a:r>
            <a:r>
              <a:rPr i="0" lang="en-US">
                <a:latin typeface="Calibri"/>
                <a:ea typeface="Calibri"/>
                <a:cs typeface="Calibri"/>
                <a:sym typeface="Calibri"/>
              </a:rPr>
              <a:t>. The elasticity </a:t>
            </a:r>
            <a:r>
              <a:rPr lang="en-US">
                <a:latin typeface="Calibri"/>
                <a:ea typeface="Calibri"/>
                <a:cs typeface="Calibri"/>
                <a:sym typeface="Calibri"/>
              </a:rPr>
              <a:t>of Amazon S3 makes it well-suited for hosting web content that needs bandwidth to address extreme spikes in demand. Also, because you do not need to provision storage for Amazon S3, it works well for fast-growing websites that host data-intensive, user-generated content, such as video- and photo-sharing sites.</a:t>
            </a:r>
            <a:endParaRPr>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7" name="Shape 1917"/>
        <p:cNvGrpSpPr/>
        <p:nvPr/>
      </p:nvGrpSpPr>
      <p:grpSpPr>
        <a:xfrm>
          <a:off x="0" y="0"/>
          <a:ext cx="0" cy="0"/>
          <a:chOff x="0" y="0"/>
          <a:chExt cx="0" cy="0"/>
        </a:xfrm>
      </p:grpSpPr>
      <p:sp>
        <p:nvSpPr>
          <p:cNvPr id="1918" name="Google Shape;1918;p17: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9" name="Google Shape;1919;p17: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marR="0" rtl="0" algn="l">
              <a:spcBef>
                <a:spcPts val="0"/>
              </a:spcBef>
              <a:spcAft>
                <a:spcPts val="0"/>
              </a:spcAft>
              <a:buClr>
                <a:schemeClr val="dk1"/>
              </a:buClr>
              <a:buSzPts val="1200"/>
              <a:buFont typeface="Calibri"/>
              <a:buNone/>
            </a:pPr>
            <a:r>
              <a:rPr b="1" lang="en-US">
                <a:latin typeface="Calibri"/>
                <a:ea typeface="Calibri"/>
                <a:cs typeface="Calibri"/>
                <a:sym typeface="Calibri"/>
              </a:rPr>
              <a:t>Image description: </a:t>
            </a:r>
            <a:r>
              <a:rPr b="0" lang="en-US">
                <a:latin typeface="Calibri"/>
                <a:ea typeface="Calibri"/>
                <a:cs typeface="Calibri"/>
                <a:sym typeface="Calibri"/>
              </a:rPr>
              <a:t>Diagram shows example objects stored in an S3 bucket configured to host a static website. The bucket contents include HTML, .js, and .css files, and an end-user is able to a view the website through a URL in the form of http://bucket-name.s3-website.Region.amazonaws.com. </a:t>
            </a:r>
            <a:r>
              <a:rPr b="1" lang="en-US">
                <a:solidFill>
                  <a:schemeClr val="dk1"/>
                </a:solidFill>
                <a:latin typeface="Calibri"/>
                <a:ea typeface="Calibri"/>
                <a:cs typeface="Calibri"/>
                <a:sym typeface="Calibri"/>
              </a:rPr>
              <a:t>End description.</a:t>
            </a:r>
            <a:endParaRPr/>
          </a:p>
          <a:p>
            <a:pPr indent="0" lvl="0" marL="0" marR="0" rtl="0" algn="l">
              <a:spcBef>
                <a:spcPts val="0"/>
              </a:spcBef>
              <a:spcAft>
                <a:spcPts val="0"/>
              </a:spcAft>
              <a:buClr>
                <a:schemeClr val="dk1"/>
              </a:buClr>
              <a:buSzPts val="1200"/>
              <a:buFont typeface="Calibri"/>
              <a:buNone/>
            </a:pPr>
            <a:r>
              <a:t/>
            </a:r>
            <a:endParaRPr b="1">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lang="en-US">
                <a:latin typeface="Calibri"/>
                <a:ea typeface="Calibri"/>
                <a:cs typeface="Calibri"/>
                <a:sym typeface="Calibri"/>
              </a:rPr>
              <a:t>A second Amazon S3 use case is to use the service to host a </a:t>
            </a:r>
            <a:r>
              <a:rPr i="0" lang="en-US">
                <a:latin typeface="Calibri"/>
                <a:ea typeface="Calibri"/>
                <a:cs typeface="Calibri"/>
                <a:sym typeface="Calibri"/>
              </a:rPr>
              <a:t>static</a:t>
            </a:r>
            <a:r>
              <a:rPr lang="en-US">
                <a:latin typeface="Calibri"/>
                <a:ea typeface="Calibri"/>
                <a:cs typeface="Calibri"/>
                <a:sym typeface="Calibri"/>
              </a:rPr>
              <a:t> website. On a static website, individual webpages include static content. They might also contain client-side scripts. </a:t>
            </a:r>
            <a:endParaRPr/>
          </a:p>
          <a:p>
            <a:pPr indent="0" lvl="0" marL="0" marR="0" rtl="0" algn="l">
              <a:spcBef>
                <a:spcPts val="0"/>
              </a:spcBef>
              <a:spcAft>
                <a:spcPts val="0"/>
              </a:spcAft>
              <a:buClr>
                <a:schemeClr val="dk1"/>
              </a:buClr>
              <a:buSzPts val="1200"/>
              <a:buFont typeface="Calibri"/>
              <a:buNone/>
            </a:pPr>
            <a:r>
              <a:t/>
            </a:r>
            <a:endParaRPr>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lang="en-US">
                <a:latin typeface="Calibri"/>
                <a:ea typeface="Calibri"/>
                <a:cs typeface="Calibri"/>
                <a:sym typeface="Calibri"/>
              </a:rPr>
              <a:t>By contrast, a </a:t>
            </a:r>
            <a:r>
              <a:rPr i="1" lang="en-US">
                <a:latin typeface="Calibri"/>
                <a:ea typeface="Calibri"/>
                <a:cs typeface="Calibri"/>
                <a:sym typeface="Calibri"/>
              </a:rPr>
              <a:t>dynamic</a:t>
            </a:r>
            <a:r>
              <a:rPr lang="en-US">
                <a:latin typeface="Calibri"/>
                <a:ea typeface="Calibri"/>
                <a:cs typeface="Calibri"/>
                <a:sym typeface="Calibri"/>
              </a:rPr>
              <a:t> website relies on server-side processing, which might involve database queries that run in response to server-side scripts, such as PHP, JSP, or ASP.NET. Amazon S3 does not support server-side scripting. However, AWS offers other services that you can use to host dynamic websites.</a:t>
            </a:r>
            <a:endParaRPr/>
          </a:p>
          <a:p>
            <a:pPr indent="0" lvl="0" marL="0" marR="0" rtl="0" algn="l">
              <a:spcBef>
                <a:spcPts val="0"/>
              </a:spcBef>
              <a:spcAft>
                <a:spcPts val="0"/>
              </a:spcAft>
              <a:buClr>
                <a:schemeClr val="dk1"/>
              </a:buClr>
              <a:buSzPts val="1200"/>
              <a:buFont typeface="Calibri"/>
              <a:buNone/>
            </a:pPr>
            <a:r>
              <a:t/>
            </a:r>
            <a:endParaRPr>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lang="en-US">
                <a:latin typeface="Calibri"/>
                <a:ea typeface="Calibri"/>
                <a:cs typeface="Calibri"/>
                <a:sym typeface="Calibri"/>
              </a:rPr>
              <a:t>To host a </a:t>
            </a:r>
            <a:r>
              <a:rPr i="1" lang="en-US">
                <a:latin typeface="Calibri"/>
                <a:ea typeface="Calibri"/>
                <a:cs typeface="Calibri"/>
                <a:sym typeface="Calibri"/>
              </a:rPr>
              <a:t>static</a:t>
            </a:r>
            <a:r>
              <a:rPr lang="en-US">
                <a:latin typeface="Calibri"/>
                <a:ea typeface="Calibri"/>
                <a:cs typeface="Calibri"/>
                <a:sym typeface="Calibri"/>
              </a:rPr>
              <a:t> website, configure an S3 bucket for website hosting, and attach a bucket policy that allows access to the objects. Then, upload your website content to the bucket. </a:t>
            </a:r>
            <a:endParaRPr/>
          </a:p>
          <a:p>
            <a:pPr indent="0" lvl="0" marL="0" marR="0" rtl="0" algn="l">
              <a:spcBef>
                <a:spcPts val="0"/>
              </a:spcBef>
              <a:spcAft>
                <a:spcPts val="0"/>
              </a:spcAft>
              <a:buClr>
                <a:schemeClr val="dk1"/>
              </a:buClr>
              <a:buSzPts val="1200"/>
              <a:buFont typeface="Calibri"/>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US">
                <a:latin typeface="Calibri"/>
                <a:ea typeface="Calibri"/>
                <a:cs typeface="Calibri"/>
                <a:sym typeface="Calibri"/>
              </a:rPr>
              <a:t>The example shows that the static site might consist of HTML files, images, videos, and client-side scripts in formats such as JavaScript.</a:t>
            </a:r>
            <a:endParaRPr>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t/>
            </a:r>
            <a:endParaRPr>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lang="en-US">
                <a:solidFill>
                  <a:schemeClr val="dk1"/>
                </a:solidFill>
                <a:latin typeface="Calibri"/>
                <a:ea typeface="Calibri"/>
                <a:cs typeface="Calibri"/>
                <a:sym typeface="Calibri"/>
              </a:rPr>
              <a:t>With this approach, you do not need to run a virtual machine that hosts a web server. I</a:t>
            </a:r>
            <a:r>
              <a:rPr lang="en-US">
                <a:latin typeface="Calibri"/>
                <a:ea typeface="Calibri"/>
                <a:cs typeface="Calibri"/>
                <a:sym typeface="Calibri"/>
              </a:rPr>
              <a:t>n fact, you do not need to run a server. However, you can still host a website. Amazon S3 p</a:t>
            </a:r>
            <a:r>
              <a:rPr lang="en-US">
                <a:solidFill>
                  <a:schemeClr val="dk1"/>
                </a:solidFill>
                <a:latin typeface="Calibri"/>
                <a:ea typeface="Calibri"/>
                <a:cs typeface="Calibri"/>
                <a:sym typeface="Calibri"/>
              </a:rPr>
              <a:t>rovides a low-cost solution for web hosting that includes high performance, scalability, and availability</a:t>
            </a:r>
            <a:r>
              <a:rPr lang="en-US">
                <a:latin typeface="Calibri"/>
                <a:ea typeface="Calibri"/>
                <a:cs typeface="Calibri"/>
                <a:sym typeface="Calibri"/>
              </a:rPr>
              <a:t>.</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3" name="Shape 1943"/>
        <p:cNvGrpSpPr/>
        <p:nvPr/>
      </p:nvGrpSpPr>
      <p:grpSpPr>
        <a:xfrm>
          <a:off x="0" y="0"/>
          <a:ext cx="0" cy="0"/>
          <a:chOff x="0" y="0"/>
          <a:chExt cx="0" cy="0"/>
        </a:xfrm>
      </p:grpSpPr>
      <p:sp>
        <p:nvSpPr>
          <p:cNvPr id="1944" name="Google Shape;1944;p18: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5" name="Google Shape;1945;p18: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b="1" lang="en-US">
                <a:latin typeface="Calibri"/>
                <a:ea typeface="Calibri"/>
                <a:cs typeface="Calibri"/>
                <a:sym typeface="Calibri"/>
              </a:rPr>
              <a:t>Image description </a:t>
            </a:r>
            <a:r>
              <a:rPr b="0" lang="en-US">
                <a:latin typeface="Calibri"/>
                <a:ea typeface="Calibri"/>
                <a:cs typeface="Calibri"/>
                <a:sym typeface="Calibri"/>
              </a:rPr>
              <a:t>Graphic shows a compute cluster spun up temporarily. It extracts data from an S3 bucket and another undefined source, transforms the data, and then loads the transformed data to a processed data S3 bucket where Amazon QuickSight or another analytics tool can access the transformed data. </a:t>
            </a:r>
            <a:r>
              <a:rPr b="1" lang="en-US">
                <a:latin typeface="Calibri"/>
                <a:ea typeface="Calibri"/>
                <a:cs typeface="Calibri"/>
                <a:sym typeface="Calibri"/>
              </a:rPr>
              <a:t>End Description</a:t>
            </a:r>
            <a:endParaRPr/>
          </a:p>
          <a:p>
            <a:pPr indent="0" lvl="0" marL="0" rtl="0" algn="l">
              <a:spcBef>
                <a:spcPts val="0"/>
              </a:spcBef>
              <a:spcAft>
                <a:spcPts val="0"/>
              </a:spcAft>
              <a:buNone/>
            </a:pPr>
            <a:r>
              <a:t/>
            </a:r>
            <a:endParaRPr b="1">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lang="en-US">
                <a:solidFill>
                  <a:schemeClr val="dk1"/>
                </a:solidFill>
                <a:latin typeface="Calibri"/>
                <a:ea typeface="Calibri"/>
                <a:cs typeface="Calibri"/>
                <a:sym typeface="Calibri"/>
              </a:rPr>
              <a:t>You can also use Amazon S3 as a data store for computation or large-scale analytics, such as financial transaction analysis, clickstream analytics, and media transcoding. Amazon S3 can support these workloads because of its horizontal scaling ability, which provides for  multiple concurrent transactions.</a:t>
            </a:r>
            <a:endParaRPr/>
          </a:p>
          <a:p>
            <a:pPr indent="0" lvl="0" marL="0" marR="0" rtl="0" algn="l">
              <a:spcBef>
                <a:spcPts val="0"/>
              </a:spcBef>
              <a:spcAft>
                <a:spcPts val="0"/>
              </a:spcAft>
              <a:buClr>
                <a:schemeClr val="dk1"/>
              </a:buClr>
              <a:buSzPts val="1200"/>
              <a:buFont typeface="Calibri"/>
              <a:buNone/>
            </a:pPr>
            <a:r>
              <a:t/>
            </a:r>
            <a:endParaRPr>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lang="en-US">
                <a:solidFill>
                  <a:schemeClr val="dk1"/>
                </a:solidFill>
                <a:latin typeface="Calibri"/>
                <a:ea typeface="Calibri"/>
                <a:cs typeface="Calibri"/>
                <a:sym typeface="Calibri"/>
              </a:rPr>
              <a:t>The following steps describe this example:</a:t>
            </a:r>
            <a:endParaRPr/>
          </a:p>
          <a:p>
            <a:pPr indent="-228600" lvl="0" marL="228600" marR="0" rtl="0" algn="l">
              <a:spcBef>
                <a:spcPts val="0"/>
              </a:spcBef>
              <a:spcAft>
                <a:spcPts val="0"/>
              </a:spcAft>
              <a:buClr>
                <a:schemeClr val="dk1"/>
              </a:buClr>
              <a:buSzPts val="1200"/>
              <a:buFont typeface="Calibri"/>
              <a:buAutoNum type="arabicPeriod"/>
            </a:pPr>
            <a:r>
              <a:rPr lang="en-US">
                <a:solidFill>
                  <a:schemeClr val="dk1"/>
                </a:solidFill>
                <a:latin typeface="Calibri"/>
                <a:ea typeface="Calibri"/>
                <a:cs typeface="Calibri"/>
                <a:sym typeface="Calibri"/>
              </a:rPr>
              <a:t>An Amazon Elastic Compute Cloud (Amazon EC2) Spot Fleet is spun up when the bid price for Spot </a:t>
            </a:r>
            <a:r>
              <a:rPr lang="en-US">
                <a:latin typeface="Calibri"/>
                <a:ea typeface="Calibri"/>
                <a:cs typeface="Calibri"/>
                <a:sym typeface="Calibri"/>
              </a:rPr>
              <a:t>I</a:t>
            </a:r>
            <a:r>
              <a:rPr lang="en-US">
                <a:solidFill>
                  <a:schemeClr val="dk1"/>
                </a:solidFill>
                <a:latin typeface="Calibri"/>
                <a:ea typeface="Calibri"/>
                <a:cs typeface="Calibri"/>
                <a:sym typeface="Calibri"/>
              </a:rPr>
              <a:t>nstances is low or when an Amazon EMR cluster is spun up. </a:t>
            </a:r>
            <a:endParaRPr/>
          </a:p>
          <a:p>
            <a:pPr indent="-228600" lvl="0" marL="228600" marR="0" rtl="0" algn="l">
              <a:spcBef>
                <a:spcPts val="0"/>
              </a:spcBef>
              <a:spcAft>
                <a:spcPts val="0"/>
              </a:spcAft>
              <a:buClr>
                <a:schemeClr val="dk1"/>
              </a:buClr>
              <a:buSzPts val="1200"/>
              <a:buFont typeface="Calibri"/>
              <a:buAutoNum type="arabicPeriod"/>
            </a:pPr>
            <a:r>
              <a:rPr lang="en-US">
                <a:solidFill>
                  <a:schemeClr val="dk1"/>
                </a:solidFill>
                <a:latin typeface="Calibri"/>
                <a:ea typeface="Calibri"/>
                <a:cs typeface="Calibri"/>
                <a:sym typeface="Calibri"/>
              </a:rPr>
              <a:t>Regardless, after the compute capacity is </a:t>
            </a:r>
            <a:r>
              <a:rPr i="0" lang="en-US">
                <a:solidFill>
                  <a:schemeClr val="dk1"/>
                </a:solidFill>
                <a:latin typeface="Calibri"/>
                <a:ea typeface="Calibri"/>
                <a:cs typeface="Calibri"/>
                <a:sym typeface="Calibri"/>
              </a:rPr>
              <a:t>available, </a:t>
            </a:r>
            <a:r>
              <a:rPr i="1" lang="en-US">
                <a:solidFill>
                  <a:schemeClr val="dk1"/>
                </a:solidFill>
                <a:latin typeface="Calibri"/>
                <a:ea typeface="Calibri"/>
                <a:cs typeface="Calibri"/>
                <a:sym typeface="Calibri"/>
              </a:rPr>
              <a:t>raw unprocessed </a:t>
            </a:r>
            <a:r>
              <a:rPr i="0" lang="en-US">
                <a:solidFill>
                  <a:schemeClr val="dk1"/>
                </a:solidFill>
                <a:latin typeface="Calibri"/>
                <a:ea typeface="Calibri"/>
                <a:cs typeface="Calibri"/>
                <a:sym typeface="Calibri"/>
              </a:rPr>
              <a:t>data i</a:t>
            </a:r>
            <a:r>
              <a:rPr i="0" lang="en-US">
                <a:latin typeface="Calibri"/>
                <a:ea typeface="Calibri"/>
                <a:cs typeface="Calibri"/>
                <a:sym typeface="Calibri"/>
              </a:rPr>
              <a:t>s extracted </a:t>
            </a:r>
            <a:r>
              <a:rPr lang="en-US">
                <a:latin typeface="Calibri"/>
                <a:ea typeface="Calibri"/>
                <a:cs typeface="Calibri"/>
                <a:sym typeface="Calibri"/>
              </a:rPr>
              <a:t>from Amazon S3 and also from another data source. </a:t>
            </a:r>
            <a:endParaRPr/>
          </a:p>
          <a:p>
            <a:pPr indent="-228600" lvl="0" marL="228600" marR="0" rtl="0" algn="l">
              <a:spcBef>
                <a:spcPts val="0"/>
              </a:spcBef>
              <a:spcAft>
                <a:spcPts val="0"/>
              </a:spcAft>
              <a:buClr>
                <a:schemeClr val="dk1"/>
              </a:buClr>
              <a:buSzPts val="1200"/>
              <a:buFont typeface="Calibri"/>
              <a:buAutoNum type="arabicPeriod"/>
            </a:pPr>
            <a:r>
              <a:rPr lang="en-US">
                <a:latin typeface="Calibri"/>
                <a:ea typeface="Calibri"/>
                <a:cs typeface="Calibri"/>
                <a:sym typeface="Calibri"/>
              </a:rPr>
              <a:t>The data is run through compute algorithms that integrate and transform it. </a:t>
            </a:r>
            <a:endParaRPr/>
          </a:p>
          <a:p>
            <a:pPr indent="-228600" lvl="0" marL="228600" marR="0" rtl="0" algn="l">
              <a:spcBef>
                <a:spcPts val="0"/>
              </a:spcBef>
              <a:spcAft>
                <a:spcPts val="0"/>
              </a:spcAft>
              <a:buClr>
                <a:schemeClr val="dk1"/>
              </a:buClr>
              <a:buSzPts val="1200"/>
              <a:buFont typeface="Calibri"/>
              <a:buAutoNum type="arabicPeriod"/>
            </a:pPr>
            <a:r>
              <a:rPr lang="en-US">
                <a:latin typeface="Calibri"/>
                <a:ea typeface="Calibri"/>
                <a:cs typeface="Calibri"/>
                <a:sym typeface="Calibri"/>
              </a:rPr>
              <a:t>The resulting </a:t>
            </a:r>
            <a:r>
              <a:rPr i="1" lang="en-US">
                <a:latin typeface="Calibri"/>
                <a:ea typeface="Calibri"/>
                <a:cs typeface="Calibri"/>
                <a:sym typeface="Calibri"/>
              </a:rPr>
              <a:t>processed</a:t>
            </a:r>
            <a:r>
              <a:rPr lang="en-US">
                <a:latin typeface="Calibri"/>
                <a:ea typeface="Calibri"/>
                <a:cs typeface="Calibri"/>
                <a:sym typeface="Calibri"/>
              </a:rPr>
              <a:t> data is loaded into a different S3 bucket. </a:t>
            </a:r>
            <a:endParaRPr/>
          </a:p>
          <a:p>
            <a:pPr indent="-228600" lvl="0" marL="228600" marR="0" rtl="0" algn="l">
              <a:spcBef>
                <a:spcPts val="0"/>
              </a:spcBef>
              <a:spcAft>
                <a:spcPts val="0"/>
              </a:spcAft>
              <a:buClr>
                <a:schemeClr val="dk1"/>
              </a:buClr>
              <a:buSzPts val="1200"/>
              <a:buFont typeface="Calibri"/>
              <a:buAutoNum type="arabicPeriod"/>
            </a:pPr>
            <a:r>
              <a:rPr lang="en-US">
                <a:latin typeface="Calibri"/>
                <a:ea typeface="Calibri"/>
                <a:cs typeface="Calibri"/>
                <a:sym typeface="Calibri"/>
              </a:rPr>
              <a:t>Now that the data has been processed, the compute capacity is terminated to save on costs. </a:t>
            </a:r>
            <a:endParaRPr/>
          </a:p>
          <a:p>
            <a:pPr indent="-228600" lvl="0" marL="228600" marR="0" rtl="0" algn="l">
              <a:spcBef>
                <a:spcPts val="0"/>
              </a:spcBef>
              <a:spcAft>
                <a:spcPts val="0"/>
              </a:spcAft>
              <a:buClr>
                <a:schemeClr val="dk1"/>
              </a:buClr>
              <a:buSzPts val="1200"/>
              <a:buFont typeface="Calibri"/>
              <a:buAutoNum type="arabicPeriod"/>
            </a:pPr>
            <a:r>
              <a:rPr lang="en-US">
                <a:latin typeface="Calibri"/>
                <a:ea typeface="Calibri"/>
                <a:cs typeface="Calibri"/>
                <a:sym typeface="Calibri"/>
              </a:rPr>
              <a:t>Finally, an analytics tool, such as Amazon QuickSight, might be used to harvest meaningful insights from the processed data. This is just one example scenario of how Amazon S3 can play an essential role for data storage in a large-scale analytics solutions architecture.</a:t>
            </a:r>
            <a:endParaRPr>
              <a:solidFill>
                <a:schemeClr val="dk1"/>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8" name="Shape 1978"/>
        <p:cNvGrpSpPr/>
        <p:nvPr/>
      </p:nvGrpSpPr>
      <p:grpSpPr>
        <a:xfrm>
          <a:off x="0" y="0"/>
          <a:ext cx="0" cy="0"/>
          <a:chOff x="0" y="0"/>
          <a:chExt cx="0" cy="0"/>
        </a:xfrm>
      </p:grpSpPr>
      <p:sp>
        <p:nvSpPr>
          <p:cNvPr id="1979" name="Google Shape;1979;p19: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0" name="Google Shape;1980;p19: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marR="0" rtl="0" algn="l">
              <a:spcBef>
                <a:spcPts val="0"/>
              </a:spcBef>
              <a:spcAft>
                <a:spcPts val="0"/>
              </a:spcAft>
              <a:buClr>
                <a:schemeClr val="dk1"/>
              </a:buClr>
              <a:buSzPts val="1200"/>
              <a:buFont typeface="Calibri"/>
              <a:buNone/>
            </a:pPr>
            <a:r>
              <a:rPr b="1" lang="en-US">
                <a:latin typeface="Calibri"/>
                <a:ea typeface="Calibri"/>
                <a:cs typeface="Calibri"/>
                <a:sym typeface="Calibri"/>
              </a:rPr>
              <a:t>Image description: </a:t>
            </a:r>
            <a:r>
              <a:rPr b="0" lang="en-US">
                <a:latin typeface="Calibri"/>
                <a:ea typeface="Calibri"/>
                <a:cs typeface="Calibri"/>
                <a:sym typeface="Calibri"/>
              </a:rPr>
              <a:t>Graphic shows data from a corporate data center being uploaded to an S3 bucket. Other data from Amazon EC2 instances is also shown as being backed up to the same bucket. </a:t>
            </a:r>
            <a:r>
              <a:rPr b="1" lang="en-US">
                <a:solidFill>
                  <a:schemeClr val="dk1"/>
                </a:solidFill>
                <a:latin typeface="Calibri"/>
                <a:ea typeface="Calibri"/>
                <a:cs typeface="Calibri"/>
                <a:sym typeface="Calibri"/>
              </a:rPr>
              <a:t>End description.</a:t>
            </a:r>
            <a:endParaRPr/>
          </a:p>
          <a:p>
            <a:pPr indent="0" lvl="0" marL="0" rtl="0" algn="l">
              <a:spcBef>
                <a:spcPts val="0"/>
              </a:spcBef>
              <a:spcAft>
                <a:spcPts val="0"/>
              </a:spcAft>
              <a:buNone/>
            </a:pPr>
            <a:r>
              <a:t/>
            </a:r>
            <a:endParaRPr b="1">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lang="en-US">
                <a:solidFill>
                  <a:schemeClr val="dk1"/>
                </a:solidFill>
                <a:latin typeface="Calibri"/>
                <a:ea typeface="Calibri"/>
                <a:cs typeface="Calibri"/>
                <a:sym typeface="Calibri"/>
              </a:rPr>
              <a:t>In the fourth and final use </a:t>
            </a:r>
            <a:r>
              <a:rPr lang="en-US">
                <a:latin typeface="Calibri"/>
                <a:ea typeface="Calibri"/>
                <a:cs typeface="Calibri"/>
                <a:sym typeface="Calibri"/>
              </a:rPr>
              <a:t>case discussed in this module, Amazon S3 is used as a data backup solution. </a:t>
            </a:r>
            <a:r>
              <a:rPr lang="en-US">
                <a:solidFill>
                  <a:schemeClr val="dk1"/>
                </a:solidFill>
                <a:latin typeface="Calibri"/>
                <a:ea typeface="Calibri"/>
                <a:cs typeface="Calibri"/>
                <a:sym typeface="Calibri"/>
              </a:rPr>
              <a:t>Because of its highly durable and scalable nature, Amazon S3 works well as a data backup and archival tool. </a:t>
            </a:r>
            <a:endParaRPr/>
          </a:p>
          <a:p>
            <a:pPr indent="0" lvl="0" marL="0" marR="0" rtl="0" algn="l">
              <a:spcBef>
                <a:spcPts val="0"/>
              </a:spcBef>
              <a:spcAft>
                <a:spcPts val="0"/>
              </a:spcAft>
              <a:buClr>
                <a:schemeClr val="dk1"/>
              </a:buClr>
              <a:buSzPts val="1200"/>
              <a:buFont typeface="Calibri"/>
              <a:buNone/>
            </a:pPr>
            <a:r>
              <a:t/>
            </a:r>
            <a:endParaRPr>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lang="en-US">
                <a:latin typeface="Calibri"/>
                <a:ea typeface="Calibri"/>
                <a:cs typeface="Calibri"/>
                <a:sym typeface="Calibri"/>
              </a:rPr>
              <a:t>In the scenario, data is backed up from an on-premises corporate data center and also from a large number of Amazon EC2 instances. These instances run applications that generate data.</a:t>
            </a:r>
            <a:endParaRPr/>
          </a:p>
          <a:p>
            <a:pPr indent="0" lvl="0" marL="0" marR="0" rtl="0" algn="l">
              <a:spcBef>
                <a:spcPts val="0"/>
              </a:spcBef>
              <a:spcAft>
                <a:spcPts val="0"/>
              </a:spcAft>
              <a:buClr>
                <a:schemeClr val="dk1"/>
              </a:buClr>
              <a:buSzPts val="1200"/>
              <a:buFont typeface="Calibri"/>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US">
                <a:solidFill>
                  <a:schemeClr val="dk1"/>
                </a:solidFill>
                <a:latin typeface="Calibri"/>
                <a:ea typeface="Calibri"/>
                <a:cs typeface="Calibri"/>
                <a:sym typeface="Calibri"/>
              </a:rPr>
              <a:t>Another Amazon S3 option that you </a:t>
            </a:r>
            <a:r>
              <a:rPr lang="en-US">
                <a:latin typeface="Calibri"/>
                <a:ea typeface="Calibri"/>
                <a:cs typeface="Calibri"/>
                <a:sym typeface="Calibri"/>
              </a:rPr>
              <a:t>can configure on your buckets—to achieve even higher levels of </a:t>
            </a:r>
            <a:r>
              <a:rPr lang="en-US">
                <a:solidFill>
                  <a:schemeClr val="dk1"/>
                </a:solidFill>
                <a:latin typeface="Calibri"/>
                <a:ea typeface="Calibri"/>
                <a:cs typeface="Calibri"/>
                <a:sym typeface="Calibri"/>
              </a:rPr>
              <a:t>durability—is </a:t>
            </a:r>
            <a:r>
              <a:rPr i="0" lang="en-US">
                <a:solidFill>
                  <a:schemeClr val="dk1"/>
                </a:solidFill>
                <a:latin typeface="Calibri"/>
                <a:ea typeface="Calibri"/>
                <a:cs typeface="Calibri"/>
                <a:sym typeface="Calibri"/>
              </a:rPr>
              <a:t>cross-Region replication</a:t>
            </a:r>
            <a:r>
              <a:rPr b="0" lang="en-US">
                <a:solidFill>
                  <a:schemeClr val="dk1"/>
                </a:solidFill>
                <a:latin typeface="Calibri"/>
                <a:ea typeface="Calibri"/>
                <a:cs typeface="Calibri"/>
                <a:sym typeface="Calibri"/>
              </a:rPr>
              <a:t>. In cross-Region replication, </a:t>
            </a:r>
            <a:r>
              <a:rPr lang="en-US">
                <a:solidFill>
                  <a:schemeClr val="dk1"/>
                </a:solidFill>
                <a:latin typeface="Calibri"/>
                <a:ea typeface="Calibri"/>
                <a:cs typeface="Calibri"/>
                <a:sym typeface="Calibri"/>
              </a:rPr>
              <a:t>objects that are </a:t>
            </a:r>
            <a:r>
              <a:rPr lang="en-US">
                <a:latin typeface="Calibri"/>
                <a:ea typeface="Calibri"/>
                <a:cs typeface="Calibri"/>
                <a:sym typeface="Calibri"/>
              </a:rPr>
              <a:t>uploaded to a bucket in one Region </a:t>
            </a:r>
            <a:r>
              <a:rPr lang="en-US">
                <a:solidFill>
                  <a:schemeClr val="dk1"/>
                </a:solidFill>
                <a:latin typeface="Calibri"/>
                <a:ea typeface="Calibri"/>
                <a:cs typeface="Calibri"/>
                <a:sym typeface="Calibri"/>
              </a:rPr>
              <a:t>will be automatically copied to other S3 buckets in other Regions. Note that this is an </a:t>
            </a:r>
            <a:r>
              <a:rPr lang="en-US">
                <a:latin typeface="Calibri"/>
                <a:ea typeface="Calibri"/>
                <a:cs typeface="Calibri"/>
                <a:sym typeface="Calibri"/>
              </a:rPr>
              <a:t>asynchronous process. </a:t>
            </a:r>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US">
                <a:solidFill>
                  <a:schemeClr val="dk1"/>
                </a:solidFill>
                <a:latin typeface="Calibri"/>
                <a:ea typeface="Calibri"/>
                <a:cs typeface="Calibri"/>
                <a:sym typeface="Calibri"/>
              </a:rPr>
              <a:t>Additionally, you can move long-term data from Amazon S3 standard storage to Amazon Simple Storage Service Glacier (Amazon S3 Glacier). This module discusses this process in more detail later. </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5" name="Shape 2005"/>
        <p:cNvGrpSpPr/>
        <p:nvPr/>
      </p:nvGrpSpPr>
      <p:grpSpPr>
        <a:xfrm>
          <a:off x="0" y="0"/>
          <a:ext cx="0" cy="0"/>
          <a:chOff x="0" y="0"/>
          <a:chExt cx="0" cy="0"/>
        </a:xfrm>
      </p:grpSpPr>
      <p:sp>
        <p:nvSpPr>
          <p:cNvPr id="2006" name="Google Shape;2006;p20: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7" name="Google Shape;2007;p20: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lang="en-US">
                <a:latin typeface="Calibri"/>
                <a:ea typeface="Calibri"/>
                <a:cs typeface="Calibri"/>
                <a:sym typeface="Calibri"/>
              </a:rPr>
              <a:t>Here are a few key points to summarize this section.</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3" name="Shape 2013"/>
        <p:cNvGrpSpPr/>
        <p:nvPr/>
      </p:nvGrpSpPr>
      <p:grpSpPr>
        <a:xfrm>
          <a:off x="0" y="0"/>
          <a:ext cx="0" cy="0"/>
          <a:chOff x="0" y="0"/>
          <a:chExt cx="0" cy="0"/>
        </a:xfrm>
      </p:grpSpPr>
      <p:sp>
        <p:nvSpPr>
          <p:cNvPr id="2014" name="Google Shape;2014;p21: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5" name="Google Shape;2015;p21: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marR="0" rtl="0" algn="l">
              <a:spcBef>
                <a:spcPts val="0"/>
              </a:spcBef>
              <a:spcAft>
                <a:spcPts val="0"/>
              </a:spcAft>
              <a:buClr>
                <a:schemeClr val="dk1"/>
              </a:buClr>
              <a:buSzPts val="1200"/>
              <a:buFont typeface="Calibri"/>
              <a:buNone/>
            </a:pPr>
            <a:r>
              <a:rPr lang="en-US">
                <a:latin typeface="Calibri"/>
                <a:ea typeface="Calibri"/>
                <a:cs typeface="Calibri"/>
                <a:sym typeface="Calibri"/>
              </a:rPr>
              <a:t>|This section describes methods for uploading files to Amazon S3 and options for improving upload performance, including multipart upload and S3 Transfer Acceleration.</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lang="en-US">
                <a:latin typeface="Calibri"/>
                <a:ea typeface="Calibri"/>
                <a:cs typeface="Calibri"/>
                <a:sym typeface="Calibri"/>
              </a:rPr>
              <a:t>This section describes how to move data to and from Amazon S3.</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0" name="Shape 2020"/>
        <p:cNvGrpSpPr/>
        <p:nvPr/>
      </p:nvGrpSpPr>
      <p:grpSpPr>
        <a:xfrm>
          <a:off x="0" y="0"/>
          <a:ext cx="0" cy="0"/>
          <a:chOff x="0" y="0"/>
          <a:chExt cx="0" cy="0"/>
        </a:xfrm>
      </p:grpSpPr>
      <p:sp>
        <p:nvSpPr>
          <p:cNvPr id="2021" name="Google Shape;2021;p22: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2" name="Google Shape;2022;p22: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b="0" i="0" lang="en-US">
                <a:solidFill>
                  <a:schemeClr val="dk1"/>
                </a:solidFill>
                <a:latin typeface="Calibri"/>
                <a:ea typeface="Calibri"/>
                <a:cs typeface="Calibri"/>
                <a:sym typeface="Calibri"/>
              </a:rPr>
              <a:t>When you upload a file to Amazon S3, it is stored as an S3 object. You can have an unlimited number of objects in a bucket. Before you can upload files to an S3 bucket, you need write permissions for the bucket. </a:t>
            </a:r>
            <a:endParaRPr/>
          </a:p>
          <a:p>
            <a:pPr indent="0" lvl="0" marL="0" rtl="0" algn="l">
              <a:spcBef>
                <a:spcPts val="0"/>
              </a:spcBef>
              <a:spcAft>
                <a:spcPts val="0"/>
              </a:spcAft>
              <a:buNone/>
            </a:pPr>
            <a:r>
              <a:t/>
            </a:r>
            <a:endParaRPr b="0" i="0">
              <a:solidFill>
                <a:schemeClr val="dk1"/>
              </a:solidFill>
              <a:latin typeface="Calibri"/>
              <a:ea typeface="Calibri"/>
              <a:cs typeface="Calibri"/>
              <a:sym typeface="Calibri"/>
            </a:endParaRPr>
          </a:p>
          <a:p>
            <a:pPr indent="0" lvl="0" marL="0" rtl="0" algn="l">
              <a:spcBef>
                <a:spcPts val="0"/>
              </a:spcBef>
              <a:spcAft>
                <a:spcPts val="0"/>
              </a:spcAft>
              <a:buNone/>
            </a:pPr>
            <a:r>
              <a:rPr b="0" i="0" lang="en-US">
                <a:solidFill>
                  <a:schemeClr val="dk1"/>
                </a:solidFill>
                <a:latin typeface="Calibri"/>
                <a:ea typeface="Calibri"/>
                <a:cs typeface="Calibri"/>
                <a:sym typeface="Calibri"/>
              </a:rPr>
              <a:t>You can upload any file type, including images, backups, data, and movies, into an S3 bucket. </a:t>
            </a:r>
            <a:r>
              <a:rPr lang="en-US" u="none">
                <a:latin typeface="Calibri"/>
                <a:ea typeface="Calibri"/>
                <a:cs typeface="Calibri"/>
                <a:sym typeface="Calibri"/>
              </a:rPr>
              <a:t>W</a:t>
            </a:r>
            <a:r>
              <a:rPr b="0" i="0" lang="en-US" u="none">
                <a:solidFill>
                  <a:schemeClr val="dk1"/>
                </a:solidFill>
                <a:latin typeface="Calibri"/>
                <a:ea typeface="Calibri"/>
                <a:cs typeface="Calibri"/>
                <a:sym typeface="Calibri"/>
              </a:rPr>
              <a:t>hen you upload an object, the object is automatically encrypted by using server-side encryption with Amazon S3 managed keys (SSE-S3) by default. When you download an object, the object is decrypted.</a:t>
            </a:r>
            <a:endParaRPr u="none">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7" name="Shape 2027"/>
        <p:cNvGrpSpPr/>
        <p:nvPr/>
      </p:nvGrpSpPr>
      <p:grpSpPr>
        <a:xfrm>
          <a:off x="0" y="0"/>
          <a:ext cx="0" cy="0"/>
          <a:chOff x="0" y="0"/>
          <a:chExt cx="0" cy="0"/>
        </a:xfrm>
      </p:grpSpPr>
      <p:sp>
        <p:nvSpPr>
          <p:cNvPr id="2028" name="Google Shape;2028;p23: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9" name="Google Shape;2029;p23:notes"/>
          <p:cNvSpPr txBox="1"/>
          <p:nvPr>
            <p:ph idx="1" type="body"/>
          </p:nvPr>
        </p:nvSpPr>
        <p:spPr>
          <a:xfrm>
            <a:off x="317500" y="3810000"/>
            <a:ext cx="7112000" cy="53975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b="0" i="0">
              <a:latin typeface="Calibri"/>
              <a:ea typeface="Calibri"/>
              <a:cs typeface="Calibri"/>
              <a:sym typeface="Calibri"/>
            </a:endParaRPr>
          </a:p>
          <a:p>
            <a:pPr indent="0" lvl="0" marL="0" rtl="0" algn="l">
              <a:spcBef>
                <a:spcPts val="0"/>
              </a:spcBef>
              <a:spcAft>
                <a:spcPts val="0"/>
              </a:spcAft>
              <a:buClr>
                <a:schemeClr val="dk1"/>
              </a:buClr>
              <a:buSzPts val="1200"/>
              <a:buFont typeface="Arial"/>
              <a:buNone/>
            </a:pPr>
            <a:r>
              <a:rPr b="0" i="0" lang="en-US">
                <a:latin typeface="Calibri"/>
                <a:ea typeface="Calibri"/>
                <a:cs typeface="Calibri"/>
                <a:sym typeface="Calibri"/>
              </a:rPr>
              <a:t>The AWS Management Console offers </a:t>
            </a:r>
            <a:r>
              <a:rPr lang="en-US">
                <a:latin typeface="Calibri"/>
                <a:ea typeface="Calibri"/>
                <a:cs typeface="Calibri"/>
                <a:sym typeface="Calibri"/>
              </a:rPr>
              <a:t>a way to move data into or out of Amazon S3. It offers a wizard-based approach, including the option to drag and drop files that you want to copy into a bucket. </a:t>
            </a:r>
            <a:r>
              <a:rPr b="0" i="0" lang="en-US">
                <a:solidFill>
                  <a:schemeClr val="dk1"/>
                </a:solidFill>
                <a:latin typeface="Calibri"/>
                <a:ea typeface="Calibri"/>
                <a:cs typeface="Calibri"/>
                <a:sym typeface="Calibri"/>
              </a:rPr>
              <a:t>The maximum size of a file that you can upload by using the Amazon S3 Management Console is 160 GB. </a:t>
            </a:r>
            <a:endParaRPr>
              <a:latin typeface="Calibri"/>
              <a:ea typeface="Calibri"/>
              <a:cs typeface="Calibri"/>
              <a:sym typeface="Calibri"/>
            </a:endParaRPr>
          </a:p>
          <a:p>
            <a:pPr indent="-95250" lvl="0" marL="171450" rtl="0" algn="l">
              <a:spcBef>
                <a:spcPts val="0"/>
              </a:spcBef>
              <a:spcAft>
                <a:spcPts val="0"/>
              </a:spcAft>
              <a:buClr>
                <a:schemeClr val="dk1"/>
              </a:buClr>
              <a:buSzPts val="1200"/>
              <a:buFont typeface="Arial"/>
              <a:buNone/>
            </a:pPr>
            <a:r>
              <a:t/>
            </a:r>
            <a:endParaRPr>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b="0" i="0" lang="en-US">
                <a:solidFill>
                  <a:schemeClr val="dk1"/>
                </a:solidFill>
                <a:latin typeface="Calibri"/>
                <a:ea typeface="Calibri"/>
                <a:cs typeface="Calibri"/>
                <a:sym typeface="Calibri"/>
              </a:rPr>
              <a:t>To upload a file larger than 160 GB, use the AWS Command Line Interface (AWS CLI), AWS SDKs, or Amazon S3 REST API. With these three methods, you can upload an object in parts by using the multipart upload API operation. You can upload a single large object up to 5 TB in size. The following slide covers multipart uploads in more detail. </a:t>
            </a:r>
            <a:endParaRPr b="0">
              <a:latin typeface="Calibri"/>
              <a:ea typeface="Calibri"/>
              <a:cs typeface="Calibri"/>
              <a:sym typeface="Calibri"/>
            </a:endParaRPr>
          </a:p>
          <a:p>
            <a:pPr indent="-95250" lvl="0" marL="171450" rtl="0" algn="l">
              <a:spcBef>
                <a:spcPts val="0"/>
              </a:spcBef>
              <a:spcAft>
                <a:spcPts val="0"/>
              </a:spcAft>
              <a:buClr>
                <a:schemeClr val="dk1"/>
              </a:buClr>
              <a:buSzPts val="1200"/>
              <a:buFont typeface="Arial"/>
              <a:buNone/>
            </a:pPr>
            <a:r>
              <a:t/>
            </a:r>
            <a:endParaRPr>
              <a:latin typeface="Calibri"/>
              <a:ea typeface="Calibri"/>
              <a:cs typeface="Calibri"/>
              <a:sym typeface="Calibri"/>
            </a:endParaRPr>
          </a:p>
          <a:p>
            <a:pPr indent="0" lvl="0" marL="0" rtl="0" algn="l">
              <a:spcBef>
                <a:spcPts val="0"/>
              </a:spcBef>
              <a:spcAft>
                <a:spcPts val="0"/>
              </a:spcAft>
              <a:buClr>
                <a:schemeClr val="dk1"/>
              </a:buClr>
              <a:buSzPts val="1200"/>
              <a:buFont typeface="Arial"/>
              <a:buNone/>
            </a:pPr>
            <a:r>
              <a:rPr b="0" i="0" lang="en-US">
                <a:solidFill>
                  <a:schemeClr val="dk1"/>
                </a:solidFill>
                <a:latin typeface="Calibri"/>
                <a:ea typeface="Calibri"/>
                <a:cs typeface="Calibri"/>
                <a:sym typeface="Calibri"/>
              </a:rPr>
              <a:t>You can use the AWS CLI to u</a:t>
            </a:r>
            <a:r>
              <a:rPr lang="en-US">
                <a:latin typeface="Calibri"/>
                <a:ea typeface="Calibri"/>
                <a:cs typeface="Calibri"/>
                <a:sym typeface="Calibri"/>
              </a:rPr>
              <a:t>pload or download from a terminal command prompt or in a call from a script.</a:t>
            </a:r>
            <a:endParaRPr/>
          </a:p>
          <a:p>
            <a:pPr indent="0" lvl="0" marL="0" rtl="0" algn="l">
              <a:spcBef>
                <a:spcPts val="0"/>
              </a:spcBef>
              <a:spcAft>
                <a:spcPts val="0"/>
              </a:spcAft>
              <a:buClr>
                <a:schemeClr val="dk1"/>
              </a:buClr>
              <a:buSzPts val="1200"/>
              <a:buFont typeface="Arial"/>
              <a:buNone/>
            </a:pPr>
            <a:r>
              <a:t/>
            </a:r>
            <a:endParaRPr b="0" i="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200"/>
              <a:buFont typeface="Arial"/>
              <a:buNone/>
            </a:pPr>
            <a:r>
              <a:rPr b="0" i="0" lang="en-US">
                <a:solidFill>
                  <a:schemeClr val="dk1"/>
                </a:solidFill>
                <a:latin typeface="Calibri"/>
                <a:ea typeface="Calibri"/>
                <a:cs typeface="Calibri"/>
                <a:sym typeface="Calibri"/>
              </a:rPr>
              <a:t>Use the AWS SDKs to upload objects in Amazon S3. The SDKs provide wrapper libraries for you to upload data. See the link provided on the course resources page for a list of supported SDKs.</a:t>
            </a:r>
            <a:r>
              <a:rPr lang="en-US">
                <a:latin typeface="Calibri"/>
                <a:ea typeface="Calibri"/>
                <a:cs typeface="Calibri"/>
                <a:sym typeface="Calibri"/>
              </a:rPr>
              <a:t>. </a:t>
            </a:r>
            <a:endParaRPr b="0" i="0">
              <a:solidFill>
                <a:schemeClr val="dk1"/>
              </a:solidFill>
              <a:latin typeface="Calibri"/>
              <a:ea typeface="Calibri"/>
              <a:cs typeface="Calibri"/>
              <a:sym typeface="Calibri"/>
            </a:endParaRPr>
          </a:p>
          <a:p>
            <a:pPr indent="0" lvl="0" marL="0" rtl="0" algn="l">
              <a:spcBef>
                <a:spcPts val="0"/>
              </a:spcBef>
              <a:spcAft>
                <a:spcPts val="0"/>
              </a:spcAft>
              <a:buNone/>
            </a:pPr>
            <a:r>
              <a:t/>
            </a:r>
            <a:endParaRPr b="0" i="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Arial"/>
              <a:buNone/>
            </a:pPr>
            <a:r>
              <a:rPr b="0" i="0" lang="en-US">
                <a:solidFill>
                  <a:schemeClr val="dk1"/>
                </a:solidFill>
                <a:latin typeface="Calibri"/>
                <a:ea typeface="Calibri"/>
                <a:cs typeface="Calibri"/>
                <a:sym typeface="Calibri"/>
              </a:rPr>
              <a:t>Send Amazon S3 REST API requests to upload an object. You can send a </a:t>
            </a:r>
            <a:r>
              <a:rPr lang="en-US">
                <a:latin typeface="Calibri"/>
                <a:ea typeface="Calibri"/>
                <a:cs typeface="Calibri"/>
                <a:sym typeface="Calibri"/>
              </a:rPr>
              <a:t>PUT</a:t>
            </a:r>
            <a:r>
              <a:rPr b="0" i="0" lang="en-US">
                <a:solidFill>
                  <a:schemeClr val="dk1"/>
                </a:solidFill>
                <a:latin typeface="Calibri"/>
                <a:ea typeface="Calibri"/>
                <a:cs typeface="Calibri"/>
                <a:sym typeface="Calibri"/>
              </a:rPr>
              <a:t> request to upload data in a single operation. A PUT request adds an object to a bucket. You must have write permissions on a bucket to add an object to it. See the link provided on the course resources page for more information PUT objects. </a:t>
            </a:r>
            <a:endParaRPr/>
          </a:p>
          <a:p>
            <a:pPr indent="0" lvl="0" marL="0" rtl="0" algn="l">
              <a:spcBef>
                <a:spcPts val="0"/>
              </a:spcBef>
              <a:spcAft>
                <a:spcPts val="0"/>
              </a:spcAft>
              <a:buClr>
                <a:schemeClr val="dk1"/>
              </a:buClr>
              <a:buSzPts val="1200"/>
              <a:buFont typeface="Arial"/>
              <a:buNone/>
            </a:pPr>
            <a:r>
              <a:t/>
            </a:r>
            <a:endParaRPr b="0" i="0">
              <a:solidFill>
                <a:schemeClr val="dk1"/>
              </a:solidFill>
              <a:latin typeface="Calibri"/>
              <a:ea typeface="Calibri"/>
              <a:cs typeface="Calibri"/>
              <a:sym typeface="Calibri"/>
            </a:endParaRPr>
          </a:p>
          <a:p>
            <a:pPr indent="0" lvl="0" marL="0" rtl="0" algn="l">
              <a:spcBef>
                <a:spcPts val="0"/>
              </a:spcBef>
              <a:spcAft>
                <a:spcPts val="0"/>
              </a:spcAft>
              <a:buNone/>
            </a:pPr>
            <a:r>
              <a:rPr b="0" i="0" lang="en-US">
                <a:solidFill>
                  <a:schemeClr val="dk1"/>
                </a:solidFill>
                <a:latin typeface="Calibri"/>
                <a:ea typeface="Calibri"/>
                <a:cs typeface="Calibri"/>
                <a:sym typeface="Calibri"/>
              </a:rPr>
              <a:t>See the link provided on the course resources page for more information about S3 AWS CLI Command reference.</a:t>
            </a:r>
            <a:endParaRPr>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4" name="Shape 2034"/>
        <p:cNvGrpSpPr/>
        <p:nvPr/>
      </p:nvGrpSpPr>
      <p:grpSpPr>
        <a:xfrm>
          <a:off x="0" y="0"/>
          <a:ext cx="0" cy="0"/>
          <a:chOff x="0" y="0"/>
          <a:chExt cx="0" cy="0"/>
        </a:xfrm>
      </p:grpSpPr>
      <p:sp>
        <p:nvSpPr>
          <p:cNvPr id="2035" name="Google Shape;2035;p24: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6" name="Google Shape;2036;p24: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 </a:t>
            </a:r>
            <a:r>
              <a:rPr b="0" lang="en-US">
                <a:latin typeface="Calibri"/>
                <a:ea typeface="Calibri"/>
                <a:cs typeface="Calibri"/>
                <a:sym typeface="Calibri"/>
              </a:rPr>
              <a:t>Let students know that this is not an action they need to take and that when you use the console or AWS SDKs, Amazon S3 will do this for you. However, it is possible to get finer grain control over how the parts are chunked by using the lower-level API options. </a:t>
            </a:r>
            <a:br>
              <a:rPr b="0" lang="en-US">
                <a:latin typeface="Calibri"/>
                <a:ea typeface="Calibri"/>
                <a:cs typeface="Calibri"/>
                <a:sym typeface="Calibri"/>
              </a:rPr>
            </a:br>
            <a:r>
              <a:rPr b="0"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Clr>
                <a:schemeClr val="dk1"/>
              </a:buClr>
              <a:buSzPts val="1200"/>
              <a:buFont typeface="Calibri"/>
              <a:buNone/>
            </a:pPr>
            <a:r>
              <a:rPr b="0" i="0" lang="en-US">
                <a:solidFill>
                  <a:schemeClr val="dk1"/>
                </a:solidFill>
                <a:latin typeface="Calibri"/>
                <a:ea typeface="Calibri"/>
                <a:cs typeface="Calibri"/>
                <a:sym typeface="Calibri"/>
              </a:rPr>
              <a:t>You can use multipart upload to upload a single object as a set of parts. Each part is a contiguous portion of the object's data. You can upload these object parts independently and in any order. If transmission of any part fails, you can retransmit that part without affecting other parts. After all parts of your object are uploaded, Amazon S3 assembles these parts and creates the object. Amazon S3 carries out this process behind the scenes whenever you upload files. </a:t>
            </a:r>
            <a:endParaRPr/>
          </a:p>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rPr lang="en-US">
                <a:latin typeface="Calibri"/>
                <a:ea typeface="Calibri"/>
                <a:cs typeface="Calibri"/>
                <a:sym typeface="Calibri"/>
              </a:rPr>
              <a:t>The following are advantages to multipart uploads:</a:t>
            </a:r>
            <a:endParaRPr/>
          </a:p>
          <a:p>
            <a:pPr indent="-171450" lvl="0" marL="171450" rtl="0" algn="l">
              <a:spcBef>
                <a:spcPts val="0"/>
              </a:spcBef>
              <a:spcAft>
                <a:spcPts val="0"/>
              </a:spcAft>
              <a:buClr>
                <a:schemeClr val="dk1"/>
              </a:buClr>
              <a:buSzPts val="1200"/>
              <a:buFont typeface="Arial"/>
              <a:buChar char="•"/>
            </a:pPr>
            <a:r>
              <a:rPr b="0" i="0" lang="en-US">
                <a:solidFill>
                  <a:schemeClr val="dk1"/>
                </a:solidFill>
                <a:latin typeface="Calibri"/>
                <a:ea typeface="Calibri"/>
                <a:cs typeface="Calibri"/>
                <a:sym typeface="Calibri"/>
              </a:rPr>
              <a:t>Improved throughput: Parts are uploaded in parallel to improve throughput.</a:t>
            </a:r>
            <a:endParaRPr/>
          </a:p>
          <a:p>
            <a:pPr indent="-171450" lvl="0" marL="171450" rtl="0" algn="l">
              <a:spcBef>
                <a:spcPts val="0"/>
              </a:spcBef>
              <a:spcAft>
                <a:spcPts val="0"/>
              </a:spcAft>
              <a:buClr>
                <a:schemeClr val="dk1"/>
              </a:buClr>
              <a:buSzPts val="1200"/>
              <a:buFont typeface="Arial"/>
              <a:buChar char="•"/>
            </a:pPr>
            <a:r>
              <a:rPr b="0" i="0" lang="en-US">
                <a:solidFill>
                  <a:schemeClr val="dk1"/>
                </a:solidFill>
                <a:latin typeface="Calibri"/>
                <a:ea typeface="Calibri"/>
                <a:cs typeface="Calibri"/>
                <a:sym typeface="Calibri"/>
              </a:rPr>
              <a:t>Recover quickly from any network issues: Smaller part size minimizes the impact of restarting a failed upload due to a network error.</a:t>
            </a:r>
            <a:endParaRPr/>
          </a:p>
          <a:p>
            <a:pPr indent="-171450" lvl="0" marL="171450" rtl="0" algn="l">
              <a:spcBef>
                <a:spcPts val="0"/>
              </a:spcBef>
              <a:spcAft>
                <a:spcPts val="0"/>
              </a:spcAft>
              <a:buClr>
                <a:schemeClr val="dk1"/>
              </a:buClr>
              <a:buSzPts val="1200"/>
              <a:buFont typeface="Arial"/>
              <a:buChar char="•"/>
            </a:pPr>
            <a:r>
              <a:rPr b="0" i="0" lang="en-US">
                <a:solidFill>
                  <a:schemeClr val="dk1"/>
                </a:solidFill>
                <a:latin typeface="Calibri"/>
                <a:ea typeface="Calibri"/>
                <a:cs typeface="Calibri"/>
                <a:sym typeface="Calibri"/>
              </a:rPr>
              <a:t>Pause and resume object uploads: You can upload object parts over time. After you initiate a multipart upload, there is no expiry; you must explicitly complete or stop the multipart upload.</a:t>
            </a:r>
            <a:endParaRPr/>
          </a:p>
          <a:p>
            <a:pPr indent="-171450" lvl="0" marL="171450" rtl="0" algn="l">
              <a:spcBef>
                <a:spcPts val="0"/>
              </a:spcBef>
              <a:spcAft>
                <a:spcPts val="0"/>
              </a:spcAft>
              <a:buClr>
                <a:schemeClr val="dk1"/>
              </a:buClr>
              <a:buSzPts val="1200"/>
              <a:buFont typeface="Arial"/>
              <a:buChar char="•"/>
            </a:pPr>
            <a:r>
              <a:rPr b="0" i="0" lang="en-US">
                <a:solidFill>
                  <a:schemeClr val="dk1"/>
                </a:solidFill>
                <a:latin typeface="Calibri"/>
                <a:ea typeface="Calibri"/>
                <a:cs typeface="Calibri"/>
                <a:sym typeface="Calibri"/>
              </a:rPr>
              <a:t>Begin an upload before you know the final object size: You can upload an object as you are creating it.</a:t>
            </a:r>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b="0" i="0" lang="en-US">
                <a:solidFill>
                  <a:schemeClr val="dk1"/>
                </a:solidFill>
                <a:latin typeface="Calibri"/>
                <a:ea typeface="Calibri"/>
                <a:cs typeface="Calibri"/>
                <a:sym typeface="Calibri"/>
              </a:rPr>
              <a:t>See the link provided on the course resources page for more information about multipart upload.</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4" name="Shape 2064"/>
        <p:cNvGrpSpPr/>
        <p:nvPr/>
      </p:nvGrpSpPr>
      <p:grpSpPr>
        <a:xfrm>
          <a:off x="0" y="0"/>
          <a:ext cx="0" cy="0"/>
          <a:chOff x="0" y="0"/>
          <a:chExt cx="0" cy="0"/>
        </a:xfrm>
      </p:grpSpPr>
      <p:sp>
        <p:nvSpPr>
          <p:cNvPr id="2065" name="Google Shape;2065;p25: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6" name="Google Shape;2066;p25:notes"/>
          <p:cNvSpPr txBox="1"/>
          <p:nvPr>
            <p:ph idx="1" type="body"/>
          </p:nvPr>
        </p:nvSpPr>
        <p:spPr>
          <a:xfrm>
            <a:off x="317500" y="3810000"/>
            <a:ext cx="7112000" cy="613566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marR="0" rtl="0" algn="l">
              <a:spcBef>
                <a:spcPts val="0"/>
              </a:spcBef>
              <a:spcAft>
                <a:spcPts val="0"/>
              </a:spcAft>
              <a:buClr>
                <a:schemeClr val="dk1"/>
              </a:buClr>
              <a:buSzPts val="1200"/>
              <a:buFont typeface="Calibri"/>
              <a:buNone/>
            </a:pPr>
            <a:r>
              <a:rPr lang="en-US">
                <a:latin typeface="Calibri"/>
                <a:ea typeface="Calibri"/>
                <a:cs typeface="Calibri"/>
                <a:sym typeface="Calibri"/>
              </a:rPr>
              <a:t>|After introducing S3 Transfer Acceleration, show students the S3 Transfer Acceleration Speed Comparison Tool link. Compare </a:t>
            </a:r>
            <a:r>
              <a:rPr b="0" i="0" lang="en-US">
                <a:solidFill>
                  <a:schemeClr val="dk1"/>
                </a:solidFill>
                <a:latin typeface="Calibri"/>
                <a:ea typeface="Calibri"/>
                <a:cs typeface="Calibri"/>
                <a:sym typeface="Calibri"/>
              </a:rPr>
              <a:t>accelerated and nonaccelerated upload speeds across Amazon S3 Regions. </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marR="0" rtl="0" algn="l">
              <a:spcBef>
                <a:spcPts val="0"/>
              </a:spcBef>
              <a:spcAft>
                <a:spcPts val="0"/>
              </a:spcAft>
              <a:buClr>
                <a:schemeClr val="dk1"/>
              </a:buClr>
              <a:buSzPts val="1200"/>
              <a:buFont typeface="Calibri"/>
              <a:buNone/>
            </a:pPr>
            <a:r>
              <a:rPr b="1" lang="en-US">
                <a:latin typeface="Calibri"/>
                <a:ea typeface="Calibri"/>
                <a:cs typeface="Calibri"/>
                <a:sym typeface="Calibri"/>
              </a:rPr>
              <a:t>Image description: </a:t>
            </a:r>
            <a:r>
              <a:rPr b="0" lang="en-US">
                <a:latin typeface="Calibri"/>
                <a:ea typeface="Calibri"/>
                <a:cs typeface="Calibri"/>
                <a:sym typeface="Calibri"/>
              </a:rPr>
              <a:t>Diagram compares a standard Amazon S3 upload that is uploaded directly to an S3 bucket with an S3 Transfer Acceleration upload that is uploaded to a CloudFront edge location before it is then transferred to the S3 bucket. </a:t>
            </a:r>
            <a:r>
              <a:rPr b="1" lang="en-US">
                <a:latin typeface="Calibri"/>
                <a:ea typeface="Calibri"/>
                <a:cs typeface="Calibri"/>
                <a:sym typeface="Calibri"/>
              </a:rPr>
              <a:t>End description</a:t>
            </a:r>
            <a:endParaRPr/>
          </a:p>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rPr lang="en-US">
                <a:latin typeface="Calibri"/>
                <a:ea typeface="Calibri"/>
                <a:cs typeface="Calibri"/>
                <a:sym typeface="Calibri"/>
              </a:rPr>
              <a:t>Now that you have learned about the advantages of multipart upload, you will look at how can you improve transfer speeds when uploading files.</a:t>
            </a:r>
            <a:endParaRPr/>
          </a:p>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rPr b="0" i="0" lang="en-US">
                <a:solidFill>
                  <a:schemeClr val="dk1"/>
                </a:solidFill>
                <a:latin typeface="Calibri"/>
                <a:ea typeface="Calibri"/>
                <a:cs typeface="Calibri"/>
                <a:sym typeface="Calibri"/>
              </a:rPr>
              <a:t>S3 Transfer Acceleration is a bucket-level feature that enables fast and secure transfers of files over long distances between your client and an S3 bucket. Transfer Acceleration is designed to optimize transfer speeds from across the world into S3 buckets. Transfer Acceleration takes advantage of the globally distributed edge locations in CloudFront. As the data arrives at an edge location, the data is routed to Amazon S3 over an optimized network path.</a:t>
            </a:r>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b="0" i="0" lang="en-US">
                <a:solidFill>
                  <a:schemeClr val="dk1"/>
                </a:solidFill>
                <a:latin typeface="Calibri"/>
                <a:ea typeface="Calibri"/>
                <a:cs typeface="Calibri"/>
                <a:sym typeface="Calibri"/>
              </a:rPr>
              <a:t>You might want to use Transfer Acceleration on a bucket for various reasons:</a:t>
            </a:r>
            <a:endParaRPr/>
          </a:p>
          <a:p>
            <a:pPr indent="-171450" lvl="0" marL="171450" rtl="0" algn="l">
              <a:spcBef>
                <a:spcPts val="0"/>
              </a:spcBef>
              <a:spcAft>
                <a:spcPts val="0"/>
              </a:spcAft>
              <a:buClr>
                <a:schemeClr val="dk1"/>
              </a:buClr>
              <a:buSzPts val="1200"/>
              <a:buFont typeface="Arial"/>
              <a:buChar char="•"/>
            </a:pPr>
            <a:r>
              <a:rPr b="0" i="0" lang="en-US">
                <a:solidFill>
                  <a:schemeClr val="dk1"/>
                </a:solidFill>
                <a:latin typeface="Calibri"/>
                <a:ea typeface="Calibri"/>
                <a:cs typeface="Calibri"/>
                <a:sym typeface="Calibri"/>
              </a:rPr>
              <a:t>Your customers upload to a centralized bucket from all over the world.</a:t>
            </a:r>
            <a:endParaRPr/>
          </a:p>
          <a:p>
            <a:pPr indent="-171450" lvl="0" marL="171450" rtl="0" algn="l">
              <a:spcBef>
                <a:spcPts val="0"/>
              </a:spcBef>
              <a:spcAft>
                <a:spcPts val="0"/>
              </a:spcAft>
              <a:buClr>
                <a:schemeClr val="dk1"/>
              </a:buClr>
              <a:buSzPts val="1200"/>
              <a:buFont typeface="Arial"/>
              <a:buChar char="•"/>
            </a:pPr>
            <a:r>
              <a:rPr b="0" i="0" lang="en-US">
                <a:solidFill>
                  <a:schemeClr val="dk1"/>
                </a:solidFill>
                <a:latin typeface="Calibri"/>
                <a:ea typeface="Calibri"/>
                <a:cs typeface="Calibri"/>
                <a:sym typeface="Calibri"/>
              </a:rPr>
              <a:t>You transfer gigabytes to terabytes of data on a regular basis across continents.</a:t>
            </a:r>
            <a:endParaRPr/>
          </a:p>
          <a:p>
            <a:pPr indent="-171450" lvl="0" marL="171450" rtl="0" algn="l">
              <a:spcBef>
                <a:spcPts val="0"/>
              </a:spcBef>
              <a:spcAft>
                <a:spcPts val="0"/>
              </a:spcAft>
              <a:buClr>
                <a:schemeClr val="dk1"/>
              </a:buClr>
              <a:buSzPts val="1200"/>
              <a:buFont typeface="Arial"/>
              <a:buChar char="•"/>
            </a:pPr>
            <a:r>
              <a:rPr b="0" i="0" lang="en-US">
                <a:solidFill>
                  <a:schemeClr val="dk1"/>
                </a:solidFill>
                <a:latin typeface="Calibri"/>
                <a:ea typeface="Calibri"/>
                <a:cs typeface="Calibri"/>
                <a:sym typeface="Calibri"/>
              </a:rPr>
              <a:t>You can't use all of your available bandwidth over the internet when uploading to Amazon S3.</a:t>
            </a:r>
            <a:endParaRPr/>
          </a:p>
          <a:p>
            <a:pPr indent="0" lvl="0" marL="0" rtl="0" algn="l">
              <a:spcBef>
                <a:spcPts val="0"/>
              </a:spcBef>
              <a:spcAft>
                <a:spcPts val="0"/>
              </a:spcAft>
              <a:buNone/>
            </a:pPr>
            <a:r>
              <a:t/>
            </a:r>
            <a:endParaRPr b="0" i="0">
              <a:solidFill>
                <a:schemeClr val="dk1"/>
              </a:solidFill>
              <a:latin typeface="Calibri"/>
              <a:ea typeface="Calibri"/>
              <a:cs typeface="Calibri"/>
              <a:sym typeface="Calibri"/>
            </a:endParaRPr>
          </a:p>
          <a:p>
            <a:pPr indent="0" lvl="0" marL="0" rtl="0" algn="l">
              <a:spcBef>
                <a:spcPts val="0"/>
              </a:spcBef>
              <a:spcAft>
                <a:spcPts val="0"/>
              </a:spcAft>
              <a:buNone/>
            </a:pPr>
            <a:r>
              <a:rPr b="0" i="0" lang="en-US">
                <a:solidFill>
                  <a:schemeClr val="dk1"/>
                </a:solidFill>
                <a:latin typeface="Calibri"/>
                <a:ea typeface="Calibri"/>
                <a:cs typeface="Calibri"/>
                <a:sym typeface="Calibri"/>
              </a:rPr>
              <a:t>See the link provided on the course resources page to compare accelerated and non-accelerated upload speeds across Amazon S3 Regions.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5" name="Shape 2095"/>
        <p:cNvGrpSpPr/>
        <p:nvPr/>
      </p:nvGrpSpPr>
      <p:grpSpPr>
        <a:xfrm>
          <a:off x="0" y="0"/>
          <a:ext cx="0" cy="0"/>
          <a:chOff x="0" y="0"/>
          <a:chExt cx="0" cy="0"/>
        </a:xfrm>
      </p:grpSpPr>
      <p:sp>
        <p:nvSpPr>
          <p:cNvPr id="2096" name="Google Shape;2096;p26: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7" name="Google Shape;2097;p26: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b="1" lang="en-US">
                <a:latin typeface="Calibri"/>
                <a:ea typeface="Calibri"/>
                <a:cs typeface="Calibri"/>
                <a:sym typeface="Calibri"/>
              </a:rPr>
              <a:t>|</a:t>
            </a:r>
            <a:r>
              <a:rPr lang="en-US">
                <a:latin typeface="Calibri"/>
                <a:ea typeface="Calibri"/>
                <a:cs typeface="Calibri"/>
                <a:sym typeface="Calibri"/>
              </a:rPr>
              <a:t>This demo is recorded as an .MP4 file with captions. Students access it through the online course. Durations for each demo are included in the instructor guide.</a:t>
            </a:r>
            <a:endParaRPr/>
          </a:p>
          <a:p>
            <a:pPr indent="0" lvl="0" marL="0" rtl="0" algn="l">
              <a:spcBef>
                <a:spcPts val="0"/>
              </a:spcBef>
              <a:spcAft>
                <a:spcPts val="0"/>
              </a:spcAft>
              <a:buNone/>
            </a:pPr>
            <a:r>
              <a:rPr b="1"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lang="en-US">
                <a:latin typeface="Calibri"/>
                <a:ea typeface="Calibri"/>
                <a:cs typeface="Calibri"/>
                <a:sym typeface="Calibri"/>
              </a:rPr>
              <a:t>Find this recorded demo in your course as part of this module.</a:t>
            </a:r>
            <a:endParaRPr/>
          </a:p>
          <a:p>
            <a:pPr indent="0" lvl="0" marL="0" rtl="0" algn="l">
              <a:spcBef>
                <a:spcPts val="0"/>
              </a:spcBef>
              <a:spcAft>
                <a:spcPts val="0"/>
              </a:spcAft>
              <a:buNone/>
            </a:pPr>
            <a:r>
              <a:t/>
            </a:r>
            <a:endParaRPr b="1"/>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3" name="Shape 2103"/>
        <p:cNvGrpSpPr/>
        <p:nvPr/>
      </p:nvGrpSpPr>
      <p:grpSpPr>
        <a:xfrm>
          <a:off x="0" y="0"/>
          <a:ext cx="0" cy="0"/>
          <a:chOff x="0" y="0"/>
          <a:chExt cx="0" cy="0"/>
        </a:xfrm>
      </p:grpSpPr>
      <p:sp>
        <p:nvSpPr>
          <p:cNvPr id="2104" name="Google Shape;2104;p27: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5" name="Google Shape;2105;p27: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b="0" i="0" lang="en-US">
                <a:solidFill>
                  <a:schemeClr val="dk1"/>
                </a:solidFill>
                <a:latin typeface="Calibri"/>
                <a:ea typeface="Calibri"/>
                <a:cs typeface="Calibri"/>
                <a:sym typeface="Calibri"/>
              </a:rPr>
              <a:t>AWS Transfer Family is a secure transfer service that you can use to transfer files into and out of AWS storage services. Transfer Family is part of the AWS Cloud platform.</a:t>
            </a:r>
            <a:endParaRPr/>
          </a:p>
          <a:p>
            <a:pPr indent="0" lvl="0" marL="0" rtl="0" algn="l">
              <a:spcBef>
                <a:spcPts val="0"/>
              </a:spcBef>
              <a:spcAft>
                <a:spcPts val="0"/>
              </a:spcAft>
              <a:buNone/>
            </a:pPr>
            <a:r>
              <a:t/>
            </a:r>
            <a:endParaRPr b="0" i="0">
              <a:solidFill>
                <a:schemeClr val="dk1"/>
              </a:solidFill>
              <a:latin typeface="Calibri"/>
              <a:ea typeface="Calibri"/>
              <a:cs typeface="Calibri"/>
              <a:sym typeface="Calibri"/>
            </a:endParaRPr>
          </a:p>
          <a:p>
            <a:pPr indent="0" lvl="0" marL="0" rtl="0" algn="l">
              <a:spcBef>
                <a:spcPts val="0"/>
              </a:spcBef>
              <a:spcAft>
                <a:spcPts val="0"/>
              </a:spcAft>
              <a:buNone/>
            </a:pPr>
            <a:r>
              <a:rPr b="0" i="0" lang="en-US">
                <a:solidFill>
                  <a:schemeClr val="dk1"/>
                </a:solidFill>
                <a:latin typeface="Calibri"/>
                <a:ea typeface="Calibri"/>
                <a:cs typeface="Calibri"/>
                <a:sym typeface="Calibri"/>
              </a:rPr>
              <a:t>Transfer Family supports transferring data from or to the following AWS storage services.</a:t>
            </a:r>
            <a:endParaRPr/>
          </a:p>
          <a:p>
            <a:pPr indent="-171450" lvl="0" marL="171450" rtl="0" algn="l">
              <a:spcBef>
                <a:spcPts val="0"/>
              </a:spcBef>
              <a:spcAft>
                <a:spcPts val="0"/>
              </a:spcAft>
              <a:buClr>
                <a:schemeClr val="dk1"/>
              </a:buClr>
              <a:buSzPts val="1200"/>
              <a:buFont typeface="Arial"/>
              <a:buChar char="•"/>
            </a:pPr>
            <a:r>
              <a:rPr b="0" i="0" lang="en-US">
                <a:solidFill>
                  <a:schemeClr val="dk1"/>
                </a:solidFill>
                <a:latin typeface="Calibri"/>
                <a:ea typeface="Calibri"/>
                <a:cs typeface="Calibri"/>
                <a:sym typeface="Calibri"/>
              </a:rPr>
              <a:t>Amazon S3 storage</a:t>
            </a:r>
            <a:endParaRPr/>
          </a:p>
          <a:p>
            <a:pPr indent="-171450" lvl="0" marL="171450" rtl="0" algn="l">
              <a:spcBef>
                <a:spcPts val="0"/>
              </a:spcBef>
              <a:spcAft>
                <a:spcPts val="0"/>
              </a:spcAft>
              <a:buClr>
                <a:schemeClr val="dk1"/>
              </a:buClr>
              <a:buSzPts val="1200"/>
              <a:buFont typeface="Arial"/>
              <a:buChar char="•"/>
            </a:pPr>
            <a:r>
              <a:rPr b="0" i="0" lang="en-US">
                <a:solidFill>
                  <a:schemeClr val="dk1"/>
                </a:solidFill>
                <a:latin typeface="Calibri"/>
                <a:ea typeface="Calibri"/>
                <a:cs typeface="Calibri"/>
                <a:sym typeface="Calibri"/>
              </a:rPr>
              <a:t>Amazon Elastic File System (Amazon EFS) Network File System (NFS) file systems</a:t>
            </a:r>
            <a:endParaRPr/>
          </a:p>
          <a:p>
            <a:pPr indent="-95250" lvl="0" marL="171450" rtl="0" algn="l">
              <a:spcBef>
                <a:spcPts val="0"/>
              </a:spcBef>
              <a:spcAft>
                <a:spcPts val="0"/>
              </a:spcAft>
              <a:buClr>
                <a:schemeClr val="dk1"/>
              </a:buClr>
              <a:buSzPts val="1200"/>
              <a:buFont typeface="Arial"/>
              <a:buNone/>
            </a:pPr>
            <a:r>
              <a:t/>
            </a:r>
            <a:endParaRPr b="0" i="0">
              <a:solidFill>
                <a:schemeClr val="dk1"/>
              </a:solidFill>
              <a:latin typeface="Calibri"/>
              <a:ea typeface="Calibri"/>
              <a:cs typeface="Calibri"/>
              <a:sym typeface="Calibri"/>
            </a:endParaRPr>
          </a:p>
          <a:p>
            <a:pPr indent="0" lvl="0" marL="0" rtl="0" algn="l">
              <a:spcBef>
                <a:spcPts val="0"/>
              </a:spcBef>
              <a:spcAft>
                <a:spcPts val="0"/>
              </a:spcAft>
              <a:buNone/>
            </a:pPr>
            <a:r>
              <a:rPr b="0" i="0" lang="en-US">
                <a:solidFill>
                  <a:schemeClr val="dk1"/>
                </a:solidFill>
                <a:latin typeface="Calibri"/>
                <a:ea typeface="Calibri"/>
                <a:cs typeface="Calibri"/>
                <a:sym typeface="Calibri"/>
              </a:rPr>
              <a:t>Transfer Family supports transferring data over the following protocols:</a:t>
            </a:r>
            <a:endParaRPr/>
          </a:p>
          <a:p>
            <a:pPr indent="-171450" lvl="0" marL="171450" rtl="0" algn="l">
              <a:spcBef>
                <a:spcPts val="0"/>
              </a:spcBef>
              <a:spcAft>
                <a:spcPts val="0"/>
              </a:spcAft>
              <a:buClr>
                <a:schemeClr val="dk1"/>
              </a:buClr>
              <a:buSzPts val="1200"/>
              <a:buFont typeface="Arial"/>
              <a:buChar char="•"/>
            </a:pPr>
            <a:r>
              <a:rPr b="0" i="0" lang="en-US">
                <a:solidFill>
                  <a:schemeClr val="dk1"/>
                </a:solidFill>
                <a:latin typeface="Calibri"/>
                <a:ea typeface="Calibri"/>
                <a:cs typeface="Calibri"/>
                <a:sym typeface="Calibri"/>
              </a:rPr>
              <a:t>Secure Shell (SSH) File Transfer Protocol (SFTP) version 3</a:t>
            </a:r>
            <a:endParaRPr/>
          </a:p>
          <a:p>
            <a:pPr indent="-171450" lvl="0" marL="171450" rtl="0" algn="l">
              <a:spcBef>
                <a:spcPts val="0"/>
              </a:spcBef>
              <a:spcAft>
                <a:spcPts val="0"/>
              </a:spcAft>
              <a:buClr>
                <a:schemeClr val="dk1"/>
              </a:buClr>
              <a:buSzPts val="1200"/>
              <a:buFont typeface="Arial"/>
              <a:buChar char="•"/>
            </a:pPr>
            <a:r>
              <a:rPr b="0" i="0" lang="en-US">
                <a:solidFill>
                  <a:schemeClr val="dk1"/>
                </a:solidFill>
                <a:latin typeface="Calibri"/>
                <a:ea typeface="Calibri"/>
                <a:cs typeface="Calibri"/>
                <a:sym typeface="Calibri"/>
              </a:rPr>
              <a:t>File Transfer Protocol Secure (FTPS)</a:t>
            </a:r>
            <a:endParaRPr/>
          </a:p>
          <a:p>
            <a:pPr indent="-171450" lvl="0" marL="171450" rtl="0" algn="l">
              <a:spcBef>
                <a:spcPts val="0"/>
              </a:spcBef>
              <a:spcAft>
                <a:spcPts val="0"/>
              </a:spcAft>
              <a:buClr>
                <a:schemeClr val="dk1"/>
              </a:buClr>
              <a:buSzPts val="1200"/>
              <a:buFont typeface="Arial"/>
              <a:buChar char="•"/>
            </a:pPr>
            <a:r>
              <a:rPr b="0" i="0" lang="en-US">
                <a:solidFill>
                  <a:schemeClr val="dk1"/>
                </a:solidFill>
                <a:latin typeface="Calibri"/>
                <a:ea typeface="Calibri"/>
                <a:cs typeface="Calibri"/>
                <a:sym typeface="Calibri"/>
              </a:rPr>
              <a:t>File Transfer Protocol (FTP)</a:t>
            </a:r>
            <a:endParaRPr/>
          </a:p>
          <a:p>
            <a:pPr indent="-171450" lvl="0" marL="171450" rtl="0" algn="l">
              <a:spcBef>
                <a:spcPts val="0"/>
              </a:spcBef>
              <a:spcAft>
                <a:spcPts val="0"/>
              </a:spcAft>
              <a:buClr>
                <a:schemeClr val="dk1"/>
              </a:buClr>
              <a:buSzPts val="1200"/>
              <a:buFont typeface="Arial"/>
              <a:buChar char="•"/>
            </a:pPr>
            <a:r>
              <a:rPr b="0" i="0" lang="en-US">
                <a:solidFill>
                  <a:schemeClr val="dk1"/>
                </a:solidFill>
                <a:latin typeface="Calibri"/>
                <a:ea typeface="Calibri"/>
                <a:cs typeface="Calibri"/>
                <a:sym typeface="Calibri"/>
              </a:rPr>
              <a:t>Applicability Statement 2 (AS2)</a:t>
            </a:r>
            <a:endParaRPr/>
          </a:p>
          <a:p>
            <a:pPr indent="-95250" lvl="0" marL="171450" rtl="0" algn="l">
              <a:spcBef>
                <a:spcPts val="0"/>
              </a:spcBef>
              <a:spcAft>
                <a:spcPts val="0"/>
              </a:spcAft>
              <a:buClr>
                <a:schemeClr val="dk1"/>
              </a:buClr>
              <a:buSzPts val="1200"/>
              <a:buFont typeface="Arial"/>
              <a:buNone/>
            </a:pPr>
            <a:r>
              <a:t/>
            </a:r>
            <a:endParaRPr b="0" i="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200"/>
              <a:buFont typeface="Arial"/>
              <a:buNone/>
            </a:pPr>
            <a:r>
              <a:rPr b="0" i="0" lang="en-US">
                <a:solidFill>
                  <a:schemeClr val="dk1"/>
                </a:solidFill>
                <a:latin typeface="Calibri"/>
                <a:ea typeface="Calibri"/>
                <a:cs typeface="Calibri"/>
                <a:sym typeface="Calibri"/>
              </a:rPr>
              <a:t>For more information about Transfer Family, see the AWS Transfer Family user guide linked in your course resources.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2" name="Shape 2112"/>
        <p:cNvGrpSpPr/>
        <p:nvPr/>
      </p:nvGrpSpPr>
      <p:grpSpPr>
        <a:xfrm>
          <a:off x="0" y="0"/>
          <a:ext cx="0" cy="0"/>
          <a:chOff x="0" y="0"/>
          <a:chExt cx="0" cy="0"/>
        </a:xfrm>
      </p:grpSpPr>
      <p:sp>
        <p:nvSpPr>
          <p:cNvPr id="2113" name="Google Shape;2113;p28: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4" name="Google Shape;2114;p28: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b="0" i="0" lang="en-US">
                <a:solidFill>
                  <a:schemeClr val="dk1"/>
                </a:solidFill>
                <a:latin typeface="Calibri"/>
                <a:ea typeface="Calibri"/>
                <a:cs typeface="Calibri"/>
                <a:sym typeface="Calibri"/>
              </a:rPr>
              <a:t>Transfer Family provides the following benefits:</a:t>
            </a:r>
            <a:endParaRPr/>
          </a:p>
          <a:p>
            <a:pPr indent="-171450" lvl="0" marL="171450" rtl="0" algn="l">
              <a:spcBef>
                <a:spcPts val="0"/>
              </a:spcBef>
              <a:spcAft>
                <a:spcPts val="0"/>
              </a:spcAft>
              <a:buClr>
                <a:schemeClr val="dk1"/>
              </a:buClr>
              <a:buSzPts val="1200"/>
              <a:buFont typeface="Arial"/>
              <a:buChar char="•"/>
            </a:pPr>
            <a:r>
              <a:rPr b="0" i="0" lang="en-US">
                <a:solidFill>
                  <a:schemeClr val="dk1"/>
                </a:solidFill>
                <a:latin typeface="Calibri"/>
                <a:ea typeface="Calibri"/>
                <a:cs typeface="Calibri"/>
                <a:sym typeface="Calibri"/>
              </a:rPr>
              <a:t>It is a fully managed service that scales in real time to meet your needs.</a:t>
            </a:r>
            <a:endParaRPr/>
          </a:p>
          <a:p>
            <a:pPr indent="-171450" lvl="0" marL="171450" rtl="0" algn="l">
              <a:spcBef>
                <a:spcPts val="0"/>
              </a:spcBef>
              <a:spcAft>
                <a:spcPts val="0"/>
              </a:spcAft>
              <a:buClr>
                <a:schemeClr val="dk1"/>
              </a:buClr>
              <a:buSzPts val="1200"/>
              <a:buFont typeface="Arial"/>
              <a:buChar char="•"/>
            </a:pPr>
            <a:r>
              <a:rPr b="0" i="0" lang="en-US">
                <a:solidFill>
                  <a:schemeClr val="dk1"/>
                </a:solidFill>
                <a:latin typeface="Calibri"/>
                <a:ea typeface="Calibri"/>
                <a:cs typeface="Calibri"/>
                <a:sym typeface="Calibri"/>
              </a:rPr>
              <a:t>You don't need to modify your applications or run any file transfer protocol infrastructure.</a:t>
            </a:r>
            <a:endParaRPr/>
          </a:p>
          <a:p>
            <a:pPr indent="-171450" lvl="0" marL="171450" rtl="0" algn="l">
              <a:spcBef>
                <a:spcPts val="0"/>
              </a:spcBef>
              <a:spcAft>
                <a:spcPts val="0"/>
              </a:spcAft>
              <a:buClr>
                <a:schemeClr val="dk1"/>
              </a:buClr>
              <a:buSzPts val="1200"/>
              <a:buFont typeface="Arial"/>
              <a:buChar char="•"/>
            </a:pPr>
            <a:r>
              <a:rPr b="0" i="0" lang="en-US">
                <a:solidFill>
                  <a:schemeClr val="dk1"/>
                </a:solidFill>
                <a:latin typeface="Calibri"/>
                <a:ea typeface="Calibri"/>
                <a:cs typeface="Calibri"/>
                <a:sym typeface="Calibri"/>
              </a:rPr>
              <a:t>With your data in durable Amazon S3 storage, you can use native AWS services for processing, analytics, reporting, auditing, and archival functions.</a:t>
            </a:r>
            <a:endParaRPr/>
          </a:p>
          <a:p>
            <a:pPr indent="-171450" lvl="0" marL="171450" rtl="0" algn="l">
              <a:spcBef>
                <a:spcPts val="0"/>
              </a:spcBef>
              <a:spcAft>
                <a:spcPts val="0"/>
              </a:spcAft>
              <a:buClr>
                <a:schemeClr val="dk1"/>
              </a:buClr>
              <a:buSzPts val="1200"/>
              <a:buFont typeface="Arial"/>
              <a:buChar char="•"/>
            </a:pPr>
            <a:r>
              <a:rPr b="0" i="0" lang="en-US">
                <a:solidFill>
                  <a:schemeClr val="dk1"/>
                </a:solidFill>
                <a:latin typeface="Calibri"/>
                <a:ea typeface="Calibri"/>
                <a:cs typeface="Calibri"/>
                <a:sym typeface="Calibri"/>
              </a:rPr>
              <a:t>With Amazon EFS as your data store, you get a fully managed elastic file system for use with AWS Cloud services and on-premises resources. Amazon EFS is built to scale on demand to petabytes without disrupting applications. It grows and shrinks automatically as you add and remove files to help eliminate the need to provision and manage capacity to accommodate growth.</a:t>
            </a:r>
            <a:endParaRPr/>
          </a:p>
          <a:p>
            <a:pPr indent="-171450" lvl="0" marL="171450" rtl="0" algn="l">
              <a:spcBef>
                <a:spcPts val="0"/>
              </a:spcBef>
              <a:spcAft>
                <a:spcPts val="0"/>
              </a:spcAft>
              <a:buClr>
                <a:schemeClr val="dk1"/>
              </a:buClr>
              <a:buSzPts val="1200"/>
              <a:buFont typeface="Arial"/>
              <a:buChar char="•"/>
            </a:pPr>
            <a:r>
              <a:rPr b="0" i="0" lang="en-US">
                <a:solidFill>
                  <a:schemeClr val="dk1"/>
                </a:solidFill>
                <a:latin typeface="Calibri"/>
                <a:ea typeface="Calibri"/>
                <a:cs typeface="Calibri"/>
                <a:sym typeface="Calibri"/>
              </a:rPr>
              <a:t>It is a fully managed, serverless file transfer workflow service that you can use to set up, run, automate, and monitor file uploads.</a:t>
            </a:r>
            <a:endParaRPr/>
          </a:p>
          <a:p>
            <a:pPr indent="-171450" lvl="0" marL="171450" rtl="0" algn="l">
              <a:spcBef>
                <a:spcPts val="0"/>
              </a:spcBef>
              <a:spcAft>
                <a:spcPts val="0"/>
              </a:spcAft>
              <a:buClr>
                <a:schemeClr val="dk1"/>
              </a:buClr>
              <a:buSzPts val="1200"/>
              <a:buFont typeface="Arial"/>
              <a:buChar char="•"/>
            </a:pPr>
            <a:r>
              <a:rPr b="0" i="0" lang="en-US">
                <a:solidFill>
                  <a:schemeClr val="dk1"/>
                </a:solidFill>
                <a:latin typeface="Calibri"/>
                <a:ea typeface="Calibri"/>
                <a:cs typeface="Calibri"/>
                <a:sym typeface="Calibri"/>
              </a:rPr>
              <a:t>There are no upfront costs, and you pay for only the use of the service.</a:t>
            </a:r>
            <a:endParaRPr/>
          </a:p>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9" name="Shape 2119"/>
        <p:cNvGrpSpPr/>
        <p:nvPr/>
      </p:nvGrpSpPr>
      <p:grpSpPr>
        <a:xfrm>
          <a:off x="0" y="0"/>
          <a:ext cx="0" cy="0"/>
          <a:chOff x="0" y="0"/>
          <a:chExt cx="0" cy="0"/>
        </a:xfrm>
      </p:grpSpPr>
      <p:sp>
        <p:nvSpPr>
          <p:cNvPr id="2120" name="Google Shape;2120;p29: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1" name="Google Shape;2121;p29: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b="0" i="0">
              <a:solidFill>
                <a:schemeClr val="dk1"/>
              </a:solidFill>
              <a:latin typeface="Calibri"/>
              <a:ea typeface="Calibri"/>
              <a:cs typeface="Calibri"/>
              <a:sym typeface="Calibri"/>
            </a:endParaRPr>
          </a:p>
          <a:p>
            <a:pPr indent="0" lvl="0" marL="0" rtl="0" algn="l">
              <a:spcBef>
                <a:spcPts val="0"/>
              </a:spcBef>
              <a:spcAft>
                <a:spcPts val="0"/>
              </a:spcAft>
              <a:buNone/>
            </a:pPr>
            <a:r>
              <a:rPr b="0" i="0" lang="en-US">
                <a:solidFill>
                  <a:schemeClr val="dk1"/>
                </a:solidFill>
                <a:latin typeface="Calibri"/>
                <a:ea typeface="Calibri"/>
                <a:cs typeface="Calibri"/>
                <a:sym typeface="Calibri"/>
              </a:rPr>
              <a:t>The following are some common use cases for using Transfer Family with Amazon S3:</a:t>
            </a:r>
            <a:endParaRPr/>
          </a:p>
          <a:p>
            <a:pPr indent="-171450" lvl="0" marL="171450" rtl="0" algn="l">
              <a:spcBef>
                <a:spcPts val="0"/>
              </a:spcBef>
              <a:spcAft>
                <a:spcPts val="0"/>
              </a:spcAft>
              <a:buClr>
                <a:schemeClr val="dk1"/>
              </a:buClr>
              <a:buSzPts val="1200"/>
              <a:buFont typeface="Arial"/>
              <a:buChar char="•"/>
            </a:pPr>
            <a:r>
              <a:rPr b="0" i="0" lang="en-US">
                <a:solidFill>
                  <a:schemeClr val="dk1"/>
                </a:solidFill>
                <a:latin typeface="Calibri"/>
                <a:ea typeface="Calibri"/>
                <a:cs typeface="Calibri"/>
                <a:sym typeface="Calibri"/>
              </a:rPr>
              <a:t>Data lakes in AWS for uploads from third parties, such as vendors and partners</a:t>
            </a:r>
            <a:endParaRPr/>
          </a:p>
          <a:p>
            <a:pPr indent="-171450" lvl="0" marL="171450" rtl="0" algn="l">
              <a:spcBef>
                <a:spcPts val="0"/>
              </a:spcBef>
              <a:spcAft>
                <a:spcPts val="0"/>
              </a:spcAft>
              <a:buClr>
                <a:schemeClr val="dk1"/>
              </a:buClr>
              <a:buSzPts val="1200"/>
              <a:buFont typeface="Arial"/>
              <a:buChar char="•"/>
            </a:pPr>
            <a:r>
              <a:rPr b="0" i="0" lang="en-US">
                <a:solidFill>
                  <a:schemeClr val="dk1"/>
                </a:solidFill>
                <a:latin typeface="Calibri"/>
                <a:ea typeface="Calibri"/>
                <a:cs typeface="Calibri"/>
                <a:sym typeface="Calibri"/>
              </a:rPr>
              <a:t>Subscription-based data distribution with your customers</a:t>
            </a:r>
            <a:endParaRPr/>
          </a:p>
          <a:p>
            <a:pPr indent="-171450" lvl="0" marL="171450" rtl="0" algn="l">
              <a:spcBef>
                <a:spcPts val="0"/>
              </a:spcBef>
              <a:spcAft>
                <a:spcPts val="0"/>
              </a:spcAft>
              <a:buClr>
                <a:schemeClr val="dk1"/>
              </a:buClr>
              <a:buSzPts val="1200"/>
              <a:buFont typeface="Arial"/>
              <a:buChar char="•"/>
            </a:pPr>
            <a:r>
              <a:rPr b="0" i="0" lang="en-US">
                <a:solidFill>
                  <a:schemeClr val="dk1"/>
                </a:solidFill>
                <a:latin typeface="Calibri"/>
                <a:ea typeface="Calibri"/>
                <a:cs typeface="Calibri"/>
                <a:sym typeface="Calibri"/>
              </a:rPr>
              <a:t>Internal transfers within your organization</a:t>
            </a:r>
            <a:endParaRPr/>
          </a:p>
          <a:p>
            <a:pPr indent="-95250" lvl="0" marL="171450" rtl="0" algn="l">
              <a:spcBef>
                <a:spcPts val="0"/>
              </a:spcBef>
              <a:spcAft>
                <a:spcPts val="0"/>
              </a:spcAft>
              <a:buClr>
                <a:schemeClr val="dk1"/>
              </a:buClr>
              <a:buSzPts val="1200"/>
              <a:buFont typeface="Arial"/>
              <a:buNone/>
            </a:pPr>
            <a:r>
              <a:t/>
            </a:r>
            <a:endParaRPr b="0" i="0">
              <a:solidFill>
                <a:schemeClr val="dk1"/>
              </a:solidFill>
              <a:latin typeface="Calibri"/>
              <a:ea typeface="Calibri"/>
              <a:cs typeface="Calibri"/>
              <a:sym typeface="Calibri"/>
            </a:endParaRPr>
          </a:p>
          <a:p>
            <a:pPr indent="0" lvl="0" marL="0" rtl="0" algn="l">
              <a:spcBef>
                <a:spcPts val="0"/>
              </a:spcBef>
              <a:spcAft>
                <a:spcPts val="0"/>
              </a:spcAft>
              <a:buNone/>
            </a:pPr>
            <a:r>
              <a:rPr b="0" i="0" lang="en-US">
                <a:solidFill>
                  <a:schemeClr val="dk1"/>
                </a:solidFill>
                <a:latin typeface="Calibri"/>
                <a:ea typeface="Calibri"/>
                <a:cs typeface="Calibri"/>
                <a:sym typeface="Calibri"/>
              </a:rPr>
              <a:t>The following are some common use cases for using Transfer Family with Amazon EFS:</a:t>
            </a:r>
            <a:endParaRPr/>
          </a:p>
          <a:p>
            <a:pPr indent="-171450" lvl="0" marL="171450" rtl="0" algn="l">
              <a:spcBef>
                <a:spcPts val="0"/>
              </a:spcBef>
              <a:spcAft>
                <a:spcPts val="0"/>
              </a:spcAft>
              <a:buClr>
                <a:schemeClr val="dk1"/>
              </a:buClr>
              <a:buSzPts val="1200"/>
              <a:buFont typeface="Arial"/>
              <a:buChar char="•"/>
            </a:pPr>
            <a:r>
              <a:rPr b="0" i="0" lang="en-US">
                <a:solidFill>
                  <a:schemeClr val="dk1"/>
                </a:solidFill>
                <a:latin typeface="Calibri"/>
                <a:ea typeface="Calibri"/>
                <a:cs typeface="Calibri"/>
                <a:sym typeface="Calibri"/>
              </a:rPr>
              <a:t>Data distribution</a:t>
            </a:r>
            <a:endParaRPr/>
          </a:p>
          <a:p>
            <a:pPr indent="-171450" lvl="0" marL="171450" rtl="0" algn="l">
              <a:spcBef>
                <a:spcPts val="0"/>
              </a:spcBef>
              <a:spcAft>
                <a:spcPts val="0"/>
              </a:spcAft>
              <a:buClr>
                <a:schemeClr val="dk1"/>
              </a:buClr>
              <a:buSzPts val="1200"/>
              <a:buFont typeface="Arial"/>
              <a:buChar char="•"/>
            </a:pPr>
            <a:r>
              <a:rPr b="0" i="0" lang="en-US">
                <a:solidFill>
                  <a:schemeClr val="dk1"/>
                </a:solidFill>
                <a:latin typeface="Calibri"/>
                <a:ea typeface="Calibri"/>
                <a:cs typeface="Calibri"/>
                <a:sym typeface="Calibri"/>
              </a:rPr>
              <a:t>Supply chain</a:t>
            </a:r>
            <a:endParaRPr/>
          </a:p>
          <a:p>
            <a:pPr indent="-171450" lvl="0" marL="171450" rtl="0" algn="l">
              <a:spcBef>
                <a:spcPts val="0"/>
              </a:spcBef>
              <a:spcAft>
                <a:spcPts val="0"/>
              </a:spcAft>
              <a:buClr>
                <a:schemeClr val="dk1"/>
              </a:buClr>
              <a:buSzPts val="1200"/>
              <a:buFont typeface="Arial"/>
              <a:buChar char="•"/>
            </a:pPr>
            <a:r>
              <a:rPr b="0" i="0" lang="en-US">
                <a:solidFill>
                  <a:schemeClr val="dk1"/>
                </a:solidFill>
                <a:latin typeface="Calibri"/>
                <a:ea typeface="Calibri"/>
                <a:cs typeface="Calibri"/>
                <a:sym typeface="Calibri"/>
              </a:rPr>
              <a:t>Content management</a:t>
            </a:r>
            <a:endParaRPr/>
          </a:p>
          <a:p>
            <a:pPr indent="-171450" lvl="0" marL="171450" rtl="0" algn="l">
              <a:spcBef>
                <a:spcPts val="0"/>
              </a:spcBef>
              <a:spcAft>
                <a:spcPts val="0"/>
              </a:spcAft>
              <a:buClr>
                <a:schemeClr val="dk1"/>
              </a:buClr>
              <a:buSzPts val="1200"/>
              <a:buFont typeface="Arial"/>
              <a:buChar char="•"/>
            </a:pPr>
            <a:r>
              <a:rPr b="0" i="0" lang="en-US">
                <a:solidFill>
                  <a:schemeClr val="dk1"/>
                </a:solidFill>
                <a:latin typeface="Calibri"/>
                <a:ea typeface="Calibri"/>
                <a:cs typeface="Calibri"/>
                <a:sym typeface="Calibri"/>
              </a:rPr>
              <a:t>Web serving applications</a:t>
            </a:r>
            <a:endParaRPr/>
          </a:p>
          <a:p>
            <a:pPr indent="0" lvl="0" marL="0" rtl="0" algn="l">
              <a:spcBef>
                <a:spcPts val="0"/>
              </a:spcBef>
              <a:spcAft>
                <a:spcPts val="0"/>
              </a:spcAft>
              <a:buClr>
                <a:schemeClr val="dk1"/>
              </a:buClr>
              <a:buSzPts val="1200"/>
              <a:buFont typeface="Arial"/>
              <a:buNone/>
            </a:pPr>
            <a:r>
              <a:t/>
            </a:r>
            <a:endParaRPr b="0" i="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200"/>
              <a:buFont typeface="Arial"/>
              <a:buNone/>
            </a:pPr>
            <a:r>
              <a:rPr b="0" i="0" lang="en-US">
                <a:solidFill>
                  <a:schemeClr val="dk1"/>
                </a:solidFill>
                <a:latin typeface="Calibri"/>
                <a:ea typeface="Calibri"/>
                <a:cs typeface="Calibri"/>
                <a:sym typeface="Calibri"/>
              </a:rPr>
              <a:t>See the link provided on the course resources page for more information about AWS Transfer Family.</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7" name="Shape 2127"/>
        <p:cNvGrpSpPr/>
        <p:nvPr/>
      </p:nvGrpSpPr>
      <p:grpSpPr>
        <a:xfrm>
          <a:off x="0" y="0"/>
          <a:ext cx="0" cy="0"/>
          <a:chOff x="0" y="0"/>
          <a:chExt cx="0" cy="0"/>
        </a:xfrm>
      </p:grpSpPr>
      <p:sp>
        <p:nvSpPr>
          <p:cNvPr id="2128" name="Google Shape;2128;p30: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9" name="Google Shape;2129;p30: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lang="en-US">
                <a:latin typeface="Calibri"/>
                <a:ea typeface="Calibri"/>
                <a:cs typeface="Calibri"/>
                <a:sym typeface="Calibri"/>
              </a:rPr>
              <a:t>Here are a few key points to summarize this section.</a:t>
            </a:r>
            <a:endParaRPr/>
          </a:p>
          <a:p>
            <a:pPr indent="0" lvl="0" marL="0" rtl="0" algn="l">
              <a:spcBef>
                <a:spcPts val="0"/>
              </a:spcBef>
              <a:spcAft>
                <a:spcPts val="0"/>
              </a:spcAft>
              <a:buNone/>
            </a:pPr>
            <a:r>
              <a:t/>
            </a:r>
            <a:endParaRPr>
              <a:latin typeface="Calibri"/>
              <a:ea typeface="Calibri"/>
              <a:cs typeface="Calibri"/>
              <a:sym typeface="Calibri"/>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5" name="Shape 2135"/>
        <p:cNvGrpSpPr/>
        <p:nvPr/>
      </p:nvGrpSpPr>
      <p:grpSpPr>
        <a:xfrm>
          <a:off x="0" y="0"/>
          <a:ext cx="0" cy="0"/>
          <a:chOff x="0" y="0"/>
          <a:chExt cx="0" cy="0"/>
        </a:xfrm>
      </p:grpSpPr>
      <p:sp>
        <p:nvSpPr>
          <p:cNvPr id="2136" name="Google Shape;2136;p31: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7" name="Google Shape;2137;p31: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|This section focuses on </a:t>
            </a:r>
            <a:r>
              <a:rPr b="0" lang="en-US">
                <a:latin typeface="Calibri"/>
                <a:ea typeface="Calibri"/>
                <a:cs typeface="Calibri"/>
                <a:sym typeface="Calibri"/>
              </a:rPr>
              <a:t>storage classes, versioning, </a:t>
            </a:r>
            <a:r>
              <a:rPr b="0" lang="en-US">
                <a:solidFill>
                  <a:schemeClr val="dk1"/>
                </a:solidFill>
                <a:latin typeface="Calibri"/>
                <a:ea typeface="Calibri"/>
                <a:cs typeface="Calibri"/>
                <a:sym typeface="Calibri"/>
              </a:rPr>
              <a:t>c</a:t>
            </a:r>
            <a:r>
              <a:rPr lang="en-US">
                <a:solidFill>
                  <a:schemeClr val="dk1"/>
                </a:solidFill>
                <a:latin typeface="Calibri"/>
                <a:ea typeface="Calibri"/>
                <a:cs typeface="Calibri"/>
                <a:sym typeface="Calibri"/>
              </a:rPr>
              <a:t>ross-origin resource sharing, </a:t>
            </a:r>
            <a:r>
              <a:rPr lang="en-US">
                <a:latin typeface="Calibri"/>
                <a:ea typeface="Calibri"/>
                <a:cs typeface="Calibri"/>
                <a:sym typeface="Calibri"/>
              </a:rPr>
              <a:t>Amazon S3 data consistency model, and Amazon S3 lifecycle policies.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lang="en-US">
                <a:latin typeface="Calibri"/>
                <a:ea typeface="Calibri"/>
                <a:cs typeface="Calibri"/>
                <a:sym typeface="Calibri"/>
              </a:rPr>
              <a:t>This section describes storing content with Amazon S3.</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2" name="Shape 2142"/>
        <p:cNvGrpSpPr/>
        <p:nvPr/>
      </p:nvGrpSpPr>
      <p:grpSpPr>
        <a:xfrm>
          <a:off x="0" y="0"/>
          <a:ext cx="0" cy="0"/>
          <a:chOff x="0" y="0"/>
          <a:chExt cx="0" cy="0"/>
        </a:xfrm>
      </p:grpSpPr>
      <p:sp>
        <p:nvSpPr>
          <p:cNvPr id="2143" name="Google Shape;2143;p32: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4" name="Google Shape;2144;p32:notes"/>
          <p:cNvSpPr txBox="1"/>
          <p:nvPr>
            <p:ph idx="1" type="body"/>
          </p:nvPr>
        </p:nvSpPr>
        <p:spPr>
          <a:xfrm>
            <a:off x="317500" y="3810000"/>
            <a:ext cx="7112000" cy="535905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|You might suggest that students review the Amazon S3 pricing page. This information helps architects evaluate the different storage options and the trade-off between retrieval latency, durability, and cost. The course resources include a link. </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lang="en-US">
                <a:latin typeface="Calibri"/>
                <a:ea typeface="Calibri"/>
                <a:cs typeface="Calibri"/>
                <a:sym typeface="Calibri"/>
              </a:rPr>
              <a:t>Amazon S3 provides different storage classes aligned to different customer requirements. Here is a list of each storage type with a description:</a:t>
            </a:r>
            <a:endParaRPr/>
          </a:p>
          <a:p>
            <a:pPr indent="-171450" lvl="0" marL="171450" rtl="0" algn="l">
              <a:spcBef>
                <a:spcPts val="0"/>
              </a:spcBef>
              <a:spcAft>
                <a:spcPts val="0"/>
              </a:spcAft>
              <a:buClr>
                <a:schemeClr val="dk1"/>
              </a:buClr>
              <a:buSzPts val="1200"/>
              <a:buFont typeface="Arial"/>
              <a:buChar char="•"/>
            </a:pPr>
            <a:r>
              <a:rPr lang="en-US">
                <a:latin typeface="Calibri"/>
                <a:ea typeface="Calibri"/>
                <a:cs typeface="Calibri"/>
                <a:sym typeface="Calibri"/>
              </a:rPr>
              <a:t>General purpose</a:t>
            </a:r>
            <a:endParaRPr/>
          </a:p>
          <a:p>
            <a:pPr indent="-171450" lvl="1" marL="628650" rtl="0" algn="l">
              <a:spcBef>
                <a:spcPts val="0"/>
              </a:spcBef>
              <a:spcAft>
                <a:spcPts val="0"/>
              </a:spcAft>
              <a:buClr>
                <a:schemeClr val="dk1"/>
              </a:buClr>
              <a:buSzPts val="1200"/>
              <a:buFont typeface="Arial"/>
              <a:buChar char="•"/>
            </a:pPr>
            <a:r>
              <a:rPr lang="en-US">
                <a:latin typeface="Calibri"/>
                <a:ea typeface="Calibri"/>
                <a:cs typeface="Calibri"/>
                <a:sym typeface="Calibri"/>
              </a:rPr>
              <a:t>S3 Standard offers high durability, availability, and high-performing object storage for frequently accessed data. Because it delivers low latency and high throughput, S3 Standard is appropriate for a variety of use cases, including cloud applications, dynamic websites, content distribution, mobile and gaming applications, and big data analytics. It provides durability across at least three Availability Zones.</a:t>
            </a:r>
            <a:endParaRPr/>
          </a:p>
          <a:p>
            <a:pPr indent="-171450" lvl="0" marL="171450" rtl="0" algn="l">
              <a:spcBef>
                <a:spcPts val="0"/>
              </a:spcBef>
              <a:spcAft>
                <a:spcPts val="0"/>
              </a:spcAft>
              <a:buClr>
                <a:schemeClr val="dk1"/>
              </a:buClr>
              <a:buSzPts val="1200"/>
              <a:buFont typeface="Arial"/>
              <a:buChar char="•"/>
            </a:pPr>
            <a:r>
              <a:rPr lang="en-US">
                <a:latin typeface="Calibri"/>
                <a:ea typeface="Calibri"/>
                <a:cs typeface="Calibri"/>
                <a:sym typeface="Calibri"/>
              </a:rPr>
              <a:t>Intelligent tiering</a:t>
            </a:r>
            <a:endParaRPr/>
          </a:p>
          <a:p>
            <a:pPr indent="-171450" lvl="1" marL="628650" rtl="0" algn="l">
              <a:spcBef>
                <a:spcPts val="0"/>
              </a:spcBef>
              <a:spcAft>
                <a:spcPts val="0"/>
              </a:spcAft>
              <a:buClr>
                <a:schemeClr val="dk1"/>
              </a:buClr>
              <a:buSzPts val="1200"/>
              <a:buFont typeface="Arial"/>
              <a:buChar char="•"/>
            </a:pPr>
            <a:r>
              <a:rPr lang="en-US">
                <a:latin typeface="Calibri"/>
                <a:ea typeface="Calibri"/>
                <a:cs typeface="Calibri"/>
                <a:sym typeface="Calibri"/>
              </a:rPr>
              <a:t>S3 Intelligent-Tiering is the first cloud storage that automatically reduces your storage costs on a granular object level by automatically moving data to the most cost-effective access tier based on access frequency, without performance impact, retrieval fees, or operational overhead. S3 Intelligent-Tiering delivers milliseconds latency and high throughput performance for frequently, infrequently, and rarely accessed data in the Frequent, Infrequent, and Archive Instant Access tiers. You can use S3 Intelligent-Tiering as the default storage class for virtually any workload, especially data lakes, data analytics, new applications, and user-generated content.</a:t>
            </a:r>
            <a:endParaRPr/>
          </a:p>
          <a:p>
            <a:pPr indent="-171450" lvl="0" marL="171450" rtl="0" algn="l">
              <a:spcBef>
                <a:spcPts val="0"/>
              </a:spcBef>
              <a:spcAft>
                <a:spcPts val="0"/>
              </a:spcAft>
              <a:buClr>
                <a:schemeClr val="dk1"/>
              </a:buClr>
              <a:buSzPts val="1200"/>
              <a:buFont typeface="Arial"/>
              <a:buChar char="•"/>
            </a:pPr>
            <a:r>
              <a:rPr lang="en-US">
                <a:latin typeface="Calibri"/>
                <a:ea typeface="Calibri"/>
                <a:cs typeface="Calibri"/>
                <a:sym typeface="Calibri"/>
              </a:rPr>
              <a:t>Infrequent access</a:t>
            </a:r>
            <a:endParaRPr/>
          </a:p>
          <a:p>
            <a:pPr indent="-171450" lvl="1" marL="628650" rtl="0" algn="l">
              <a:spcBef>
                <a:spcPts val="0"/>
              </a:spcBef>
              <a:spcAft>
                <a:spcPts val="0"/>
              </a:spcAft>
              <a:buClr>
                <a:schemeClr val="dk1"/>
              </a:buClr>
              <a:buSzPts val="1200"/>
              <a:buFont typeface="Arial"/>
              <a:buChar char="•"/>
            </a:pPr>
            <a:r>
              <a:rPr lang="en-US">
                <a:latin typeface="Calibri"/>
                <a:ea typeface="Calibri"/>
                <a:cs typeface="Calibri"/>
                <a:sym typeface="Calibri"/>
              </a:rPr>
              <a:t>S3 Standard-IA (Infrequent Access) offers all the benefits of Amazon S3 Standard, but it runs on a different cost model to store infrequently accessed data, such as older digital images or older log files. There is a 30-day minimum storage fee applied to any data placed in it, and the cost is higher to retrieve data from S3 Standard-IA than from S3 Standard storage.</a:t>
            </a:r>
            <a:endParaRPr/>
          </a:p>
          <a:p>
            <a:pPr indent="-171450" lvl="1" marL="628650" rtl="0" algn="l">
              <a:spcBef>
                <a:spcPts val="0"/>
              </a:spcBef>
              <a:spcAft>
                <a:spcPts val="0"/>
              </a:spcAft>
              <a:buClr>
                <a:schemeClr val="dk1"/>
              </a:buClr>
              <a:buSzPts val="1200"/>
              <a:buFont typeface="Arial"/>
              <a:buChar char="•"/>
            </a:pPr>
            <a:r>
              <a:rPr lang="en-US">
                <a:latin typeface="Calibri"/>
                <a:ea typeface="Calibri"/>
                <a:cs typeface="Calibri"/>
                <a:sym typeface="Calibri"/>
              </a:rPr>
              <a:t>S3 One Zone-IA stores data in a single Availability Zone. It is ideal for customers who want a lower-cost option and who do not need the availability and resilience of S3 Standard or S3 Standard-IA. It’s a good choice for storing secondary backup copies of on-premises data or data that you can recreate. You can also use it as cost-effective storage for data that is replicated from another AWS Region.</a:t>
            </a:r>
            <a:endParaRPr/>
          </a:p>
          <a:p>
            <a:pPr indent="-171450" lvl="0" marL="171450" rtl="0" algn="l">
              <a:spcBef>
                <a:spcPts val="0"/>
              </a:spcBef>
              <a:spcAft>
                <a:spcPts val="0"/>
              </a:spcAft>
              <a:buClr>
                <a:schemeClr val="dk1"/>
              </a:buClr>
              <a:buSzPts val="1200"/>
              <a:buFont typeface="Arial"/>
              <a:buChar char="•"/>
            </a:pPr>
            <a:r>
              <a:rPr lang="en-US">
                <a:latin typeface="Calibri"/>
                <a:ea typeface="Calibri"/>
                <a:cs typeface="Calibri"/>
                <a:sym typeface="Calibri"/>
              </a:rPr>
              <a:t>Archive</a:t>
            </a:r>
            <a:endParaRPr/>
          </a:p>
          <a:p>
            <a:pPr indent="-171450" lvl="1" marL="628650" rtl="0" algn="l">
              <a:spcBef>
                <a:spcPts val="0"/>
              </a:spcBef>
              <a:spcAft>
                <a:spcPts val="0"/>
              </a:spcAft>
              <a:buClr>
                <a:schemeClr val="dk1"/>
              </a:buClr>
              <a:buSzPts val="1200"/>
              <a:buFont typeface="Arial"/>
              <a:buChar char="•"/>
            </a:pPr>
            <a:r>
              <a:rPr lang="en-US">
                <a:latin typeface="Calibri"/>
                <a:ea typeface="Calibri"/>
                <a:cs typeface="Calibri"/>
                <a:sym typeface="Calibri"/>
              </a:rPr>
              <a:t>S3 Glacier Instant Retrieval is an archive storage class that delivers the lowest-cost storage for long-lived data that is rarely accessed and requires retrieval in milliseconds. S3 Glacier Instant Retrieval is ideal for archive data that needs immediate access, such as medical images, news media assets, or user-generated content archives. You can upload objects directly to S3 Glacier Instant Retrieval or use S3 lifecycle policies to transfer data from the Amazon S3 storage classes.</a:t>
            </a:r>
            <a:endParaRPr/>
          </a:p>
          <a:p>
            <a:pPr indent="-171450" lvl="1" marL="628650" rtl="0" algn="l">
              <a:spcBef>
                <a:spcPts val="0"/>
              </a:spcBef>
              <a:spcAft>
                <a:spcPts val="0"/>
              </a:spcAft>
              <a:buClr>
                <a:schemeClr val="dk1"/>
              </a:buClr>
              <a:buSzPts val="1200"/>
              <a:buFont typeface="Arial"/>
              <a:buChar char="•"/>
            </a:pPr>
            <a:r>
              <a:rPr lang="en-US">
                <a:latin typeface="Calibri"/>
                <a:ea typeface="Calibri"/>
                <a:cs typeface="Calibri"/>
                <a:sym typeface="Calibri"/>
              </a:rPr>
              <a:t>S3 Glacier Flexible Retrieval (formerly S3 Glacier) is for data that does not require immediate access but needs the flexibility to retrieve large sets of data 1-2 times per year and is retrieved asynchronously at no cost. It is an ideal solution for backup, disaster recovery, and offsite data storage needs. It is also a good solution when some data occasionally needs to be retrieved in minutes, and you don’t want to worry about costs.  </a:t>
            </a:r>
            <a:endParaRPr/>
          </a:p>
          <a:p>
            <a:pPr indent="-171450" lvl="1" marL="628650" rtl="0" algn="l">
              <a:spcBef>
                <a:spcPts val="0"/>
              </a:spcBef>
              <a:spcAft>
                <a:spcPts val="0"/>
              </a:spcAft>
              <a:buClr>
                <a:schemeClr val="dk1"/>
              </a:buClr>
              <a:buSzPts val="1200"/>
              <a:buFont typeface="Arial"/>
              <a:buChar char="•"/>
            </a:pPr>
            <a:r>
              <a:rPr lang="en-US">
                <a:latin typeface="Calibri"/>
                <a:ea typeface="Calibri"/>
                <a:cs typeface="Calibri"/>
                <a:sym typeface="Calibri"/>
              </a:rPr>
              <a:t>S3 Glacier Deep Archive is the lowest-cost storage class in Amazon S3. This storage class supports long-term retention and digital preservation for data that may be accessed once or twice in a year. It is designed for customers—particularly those in highly regulated industries, such as financial services, healthcare, and public sectors—that retain data sets for 7-10 years or longer to meet regulatory compliance requirements. </a:t>
            </a:r>
            <a:endParaRPr/>
          </a:p>
          <a:p>
            <a:pPr indent="-171450" lvl="1" marL="628650" rtl="0" algn="l">
              <a:spcBef>
                <a:spcPts val="0"/>
              </a:spcBef>
              <a:spcAft>
                <a:spcPts val="0"/>
              </a:spcAft>
              <a:buClr>
                <a:schemeClr val="dk1"/>
              </a:buClr>
              <a:buSzPts val="1200"/>
              <a:buFont typeface="Arial"/>
              <a:buChar char="•"/>
            </a:pPr>
            <a:r>
              <a:rPr lang="en-US">
                <a:latin typeface="Calibri"/>
                <a:ea typeface="Calibri"/>
                <a:cs typeface="Calibri"/>
                <a:sym typeface="Calibri"/>
              </a:rPr>
              <a:t>S3 on Outposts delivers object storage to your on-premises AWS Outposts environment and uses the S3 APIs and features available in AWS Regions today. You can use S3 on Outposts to store and retrieve data on your Outpost and to secure the data, control access, tag the data, and report on the data. S3 on Outposts provides a single Amazon S3 storage class, named OUTPOSTS, that uses the Amazon S3 APIs and is designed to durably and redundantly store data across multiple devices and servers on your Outposts. The S3 on Outposts storage class is ideal for workloads with local data residency requirements and satisfies demanding performance needs by keeping data close to on-premises applications. This module includes information about this storage class for your awareness, but this training does not discuss this storage class further. </a:t>
            </a:r>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b="0" i="0" lang="en-US">
                <a:solidFill>
                  <a:schemeClr val="dk1"/>
                </a:solidFill>
                <a:latin typeface="Calibri"/>
                <a:ea typeface="Calibri"/>
                <a:cs typeface="Calibri"/>
                <a:sym typeface="Calibri"/>
              </a:rPr>
              <a:t>See the link titled Amazon S3 Storage Classes in the course resources page for more information. </a:t>
            </a:r>
            <a:endParaRPr>
              <a:latin typeface="Calibri"/>
              <a:ea typeface="Calibri"/>
              <a:cs typeface="Calibri"/>
              <a:sym typeface="Calibri"/>
            </a:endParaRPr>
          </a:p>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0" name="Shape 2160"/>
        <p:cNvGrpSpPr/>
        <p:nvPr/>
      </p:nvGrpSpPr>
      <p:grpSpPr>
        <a:xfrm>
          <a:off x="0" y="0"/>
          <a:ext cx="0" cy="0"/>
          <a:chOff x="0" y="0"/>
          <a:chExt cx="0" cy="0"/>
        </a:xfrm>
      </p:grpSpPr>
      <p:sp>
        <p:nvSpPr>
          <p:cNvPr id="2161" name="Google Shape;2161;p33: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2" name="Google Shape;2162;p33: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|This slide helps identify some of the key distinguishers among the storage classes.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lang="en-US">
                <a:latin typeface="Calibri"/>
                <a:ea typeface="Calibri"/>
                <a:cs typeface="Calibri"/>
                <a:sym typeface="Calibri"/>
              </a:rPr>
              <a:t>All storage class are designed for the following:</a:t>
            </a:r>
            <a:endParaRPr/>
          </a:p>
          <a:p>
            <a:pPr indent="-171450" lvl="0" marL="171450" rtl="0" algn="l">
              <a:spcBef>
                <a:spcPts val="0"/>
              </a:spcBef>
              <a:spcAft>
                <a:spcPts val="0"/>
              </a:spcAft>
              <a:buClr>
                <a:schemeClr val="dk1"/>
              </a:buClr>
              <a:buSzPts val="1200"/>
              <a:buFont typeface="Arial"/>
              <a:buChar char="•"/>
            </a:pPr>
            <a:r>
              <a:rPr lang="en-US">
                <a:latin typeface="Calibri"/>
                <a:ea typeface="Calibri"/>
                <a:cs typeface="Calibri"/>
                <a:sym typeface="Calibri"/>
              </a:rPr>
              <a:t>Durability at </a:t>
            </a:r>
            <a:r>
              <a:rPr b="0" i="0" lang="en-US">
                <a:solidFill>
                  <a:schemeClr val="dk1"/>
                </a:solidFill>
                <a:latin typeface="Calibri"/>
                <a:ea typeface="Calibri"/>
                <a:cs typeface="Calibri"/>
                <a:sym typeface="Calibri"/>
              </a:rPr>
              <a:t>99.999999999 percent (11 nines)</a:t>
            </a:r>
            <a:endParaRPr/>
          </a:p>
          <a:p>
            <a:pPr indent="-171450" lvl="0" marL="171450" rtl="0" algn="l">
              <a:spcBef>
                <a:spcPts val="0"/>
              </a:spcBef>
              <a:spcAft>
                <a:spcPts val="0"/>
              </a:spcAft>
              <a:buClr>
                <a:schemeClr val="dk1"/>
              </a:buClr>
              <a:buSzPts val="1200"/>
              <a:buFont typeface="Arial"/>
              <a:buChar char="•"/>
            </a:pPr>
            <a:r>
              <a:rPr b="0" i="0" lang="en-US">
                <a:solidFill>
                  <a:schemeClr val="dk1"/>
                </a:solidFill>
                <a:latin typeface="Calibri"/>
                <a:ea typeface="Calibri"/>
                <a:cs typeface="Calibri"/>
                <a:sym typeface="Calibri"/>
              </a:rPr>
              <a:t>Availability at 99.9 percent with S3 One Zone-IA at 99.5 percent</a:t>
            </a:r>
            <a:endParaRPr/>
          </a:p>
          <a:p>
            <a:pPr indent="-171450" lvl="0" marL="171450" rtl="0" algn="l">
              <a:spcBef>
                <a:spcPts val="0"/>
              </a:spcBef>
              <a:spcAft>
                <a:spcPts val="0"/>
              </a:spcAft>
              <a:buClr>
                <a:schemeClr val="dk1"/>
              </a:buClr>
              <a:buSzPts val="1200"/>
              <a:buFont typeface="Arial"/>
              <a:buChar char="•"/>
            </a:pPr>
            <a:r>
              <a:rPr b="0" i="0" lang="en-US">
                <a:solidFill>
                  <a:schemeClr val="dk1"/>
                </a:solidFill>
                <a:latin typeface="Calibri"/>
                <a:ea typeface="Calibri"/>
                <a:cs typeface="Calibri"/>
                <a:sym typeface="Calibri"/>
              </a:rPr>
              <a:t>Available service-level agreement (SLA) at 99 percent</a:t>
            </a:r>
            <a:endParaRPr/>
          </a:p>
          <a:p>
            <a:pPr indent="-171450" lvl="0" marL="171450" marR="0" rtl="0" algn="l">
              <a:spcBef>
                <a:spcPts val="0"/>
              </a:spcBef>
              <a:spcAft>
                <a:spcPts val="0"/>
              </a:spcAft>
              <a:buClr>
                <a:schemeClr val="dk1"/>
              </a:buClr>
              <a:buSzPts val="1200"/>
              <a:buFont typeface="Arial"/>
              <a:buChar char="•"/>
            </a:pPr>
            <a:r>
              <a:rPr lang="en-US">
                <a:latin typeface="Calibri"/>
                <a:ea typeface="Calibri"/>
                <a:cs typeface="Calibri"/>
                <a:sym typeface="Calibri"/>
              </a:rPr>
              <a:t>Millisecond latency for the f</a:t>
            </a:r>
            <a:r>
              <a:rPr b="0" i="0" lang="en-US">
                <a:solidFill>
                  <a:schemeClr val="dk1"/>
                </a:solidFill>
                <a:latin typeface="Calibri"/>
                <a:ea typeface="Calibri"/>
                <a:cs typeface="Calibri"/>
                <a:sym typeface="Calibri"/>
              </a:rPr>
              <a:t>irst byte of data</a:t>
            </a:r>
            <a:endParaRPr>
              <a:latin typeface="Calibri"/>
              <a:ea typeface="Calibri"/>
              <a:cs typeface="Calibri"/>
              <a:sym typeface="Calibri"/>
            </a:endParaRPr>
          </a:p>
          <a:p>
            <a:pPr indent="-171450" lvl="0" marL="171450" rtl="0" algn="l">
              <a:spcBef>
                <a:spcPts val="0"/>
              </a:spcBef>
              <a:spcAft>
                <a:spcPts val="0"/>
              </a:spcAft>
              <a:buClr>
                <a:schemeClr val="dk1"/>
              </a:buClr>
              <a:buSzPts val="1200"/>
              <a:buFont typeface="Arial"/>
              <a:buChar char="•"/>
            </a:pPr>
            <a:r>
              <a:rPr b="0" i="0" lang="en-US">
                <a:solidFill>
                  <a:schemeClr val="dk1"/>
                </a:solidFill>
                <a:latin typeface="Calibri"/>
                <a:ea typeface="Calibri"/>
                <a:cs typeface="Calibri"/>
                <a:sym typeface="Calibri"/>
              </a:rPr>
              <a:t>Object storage type</a:t>
            </a:r>
            <a:endParaRPr/>
          </a:p>
          <a:p>
            <a:pPr indent="-171450" lvl="0" marL="171450" marR="0" rtl="0" algn="l">
              <a:spcBef>
                <a:spcPts val="0"/>
              </a:spcBef>
              <a:spcAft>
                <a:spcPts val="0"/>
              </a:spcAft>
              <a:buClr>
                <a:schemeClr val="dk1"/>
              </a:buClr>
              <a:buSzPts val="1200"/>
              <a:buFont typeface="Arial"/>
              <a:buChar char="•"/>
            </a:pPr>
            <a:r>
              <a:rPr b="0" i="0" lang="en-US">
                <a:solidFill>
                  <a:schemeClr val="dk1"/>
                </a:solidFill>
                <a:latin typeface="Calibri"/>
                <a:ea typeface="Calibri"/>
                <a:cs typeface="Calibri"/>
                <a:sym typeface="Calibri"/>
              </a:rPr>
              <a:t>Lifecycle transitions</a:t>
            </a:r>
            <a:endParaRPr/>
          </a:p>
          <a:p>
            <a:pPr indent="-95250" lvl="0" marL="171450" marR="0" rtl="0" algn="l">
              <a:spcBef>
                <a:spcPts val="0"/>
              </a:spcBef>
              <a:spcAft>
                <a:spcPts val="0"/>
              </a:spcAft>
              <a:buClr>
                <a:schemeClr val="dk1"/>
              </a:buClr>
              <a:buSzPts val="1200"/>
              <a:buFont typeface="Arial"/>
              <a:buNone/>
            </a:pPr>
            <a:r>
              <a:t/>
            </a:r>
            <a:endParaRPr b="0" i="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Arial"/>
              <a:buNone/>
            </a:pPr>
            <a:r>
              <a:rPr b="0" i="0" lang="en-US">
                <a:solidFill>
                  <a:schemeClr val="dk1"/>
                </a:solidFill>
                <a:latin typeface="Calibri"/>
                <a:ea typeface="Calibri"/>
                <a:cs typeface="Calibri"/>
                <a:sym typeface="Calibri"/>
              </a:rPr>
              <a:t>Some of the key differences include the following:</a:t>
            </a:r>
            <a:endParaRPr/>
          </a:p>
          <a:p>
            <a:pPr indent="-171450" lvl="0" marL="171450" marR="0" rtl="0" algn="l">
              <a:spcBef>
                <a:spcPts val="0"/>
              </a:spcBef>
              <a:spcAft>
                <a:spcPts val="0"/>
              </a:spcAft>
              <a:buClr>
                <a:schemeClr val="dk1"/>
              </a:buClr>
              <a:buSzPts val="1200"/>
              <a:buFont typeface="Arial"/>
              <a:buChar char="•"/>
            </a:pPr>
            <a:r>
              <a:rPr b="0" i="0" lang="en-US">
                <a:solidFill>
                  <a:schemeClr val="dk1"/>
                </a:solidFill>
                <a:latin typeface="Calibri"/>
                <a:ea typeface="Calibri"/>
                <a:cs typeface="Calibri"/>
                <a:sym typeface="Calibri"/>
              </a:rPr>
              <a:t>The number of Availability Zones is greater than or equal to three for all storage classes except for </a:t>
            </a:r>
            <a:r>
              <a:rPr lang="en-US">
                <a:latin typeface="Calibri"/>
                <a:ea typeface="Calibri"/>
                <a:cs typeface="Calibri"/>
                <a:sym typeface="Calibri"/>
              </a:rPr>
              <a:t>S3 One Zone-IA, which is one Availability Zone. </a:t>
            </a:r>
            <a:endParaRPr/>
          </a:p>
          <a:p>
            <a:pPr indent="-171450" lvl="0" marL="171450" marR="0" rtl="0" algn="l">
              <a:spcBef>
                <a:spcPts val="0"/>
              </a:spcBef>
              <a:spcAft>
                <a:spcPts val="0"/>
              </a:spcAft>
              <a:buClr>
                <a:schemeClr val="dk1"/>
              </a:buClr>
              <a:buSzPts val="1200"/>
              <a:buFont typeface="Arial"/>
              <a:buChar char="•"/>
            </a:pPr>
            <a:r>
              <a:rPr b="0" i="0" lang="en-US">
                <a:solidFill>
                  <a:schemeClr val="dk1"/>
                </a:solidFill>
                <a:latin typeface="Calibri"/>
                <a:ea typeface="Calibri"/>
                <a:cs typeface="Calibri"/>
                <a:sym typeface="Calibri"/>
              </a:rPr>
              <a:t>The minimum capacity charge for each object is 128 KB for </a:t>
            </a:r>
            <a:r>
              <a:rPr lang="en-US">
                <a:latin typeface="Calibri"/>
                <a:ea typeface="Calibri"/>
                <a:cs typeface="Calibri"/>
                <a:sym typeface="Calibri"/>
              </a:rPr>
              <a:t>S3 Standard-IA, S3 One Zone-IA, and S3 Glacier Instant Retrieval.</a:t>
            </a:r>
            <a:endParaRPr/>
          </a:p>
          <a:p>
            <a:pPr indent="-171450" lvl="0" marL="171450" marR="0" rtl="0" algn="l">
              <a:spcBef>
                <a:spcPts val="0"/>
              </a:spcBef>
              <a:spcAft>
                <a:spcPts val="0"/>
              </a:spcAft>
              <a:buClr>
                <a:schemeClr val="dk1"/>
              </a:buClr>
              <a:buSzPts val="1200"/>
              <a:buFont typeface="Arial"/>
              <a:buChar char="•"/>
            </a:pPr>
            <a:r>
              <a:rPr b="0" i="0" lang="en-US">
                <a:solidFill>
                  <a:schemeClr val="dk1"/>
                </a:solidFill>
                <a:latin typeface="Calibri"/>
                <a:ea typeface="Calibri"/>
                <a:cs typeface="Calibri"/>
                <a:sym typeface="Calibri"/>
              </a:rPr>
              <a:t>The following are the minimum storage duration charges:</a:t>
            </a:r>
            <a:endParaRPr/>
          </a:p>
          <a:p>
            <a:pPr indent="-171450" lvl="1" marL="628650" marR="0" rtl="0" algn="l">
              <a:spcBef>
                <a:spcPts val="0"/>
              </a:spcBef>
              <a:spcAft>
                <a:spcPts val="0"/>
              </a:spcAft>
              <a:buClr>
                <a:schemeClr val="dk1"/>
              </a:buClr>
              <a:buSzPts val="1200"/>
              <a:buFont typeface="Arial"/>
              <a:buChar char="•"/>
            </a:pPr>
            <a:r>
              <a:rPr b="0" i="0" lang="en-US">
                <a:solidFill>
                  <a:schemeClr val="dk1"/>
                </a:solidFill>
                <a:latin typeface="Calibri"/>
                <a:ea typeface="Calibri"/>
                <a:cs typeface="Calibri"/>
                <a:sym typeface="Calibri"/>
              </a:rPr>
              <a:t>30 days: </a:t>
            </a:r>
            <a:r>
              <a:rPr lang="en-US">
                <a:latin typeface="Calibri"/>
                <a:ea typeface="Calibri"/>
                <a:cs typeface="Calibri"/>
                <a:sym typeface="Calibri"/>
              </a:rPr>
              <a:t>S3 Standard-IA and S3 One Zone-IA</a:t>
            </a:r>
            <a:endParaRPr b="0" i="0">
              <a:solidFill>
                <a:schemeClr val="dk1"/>
              </a:solidFill>
              <a:latin typeface="Calibri"/>
              <a:ea typeface="Calibri"/>
              <a:cs typeface="Calibri"/>
              <a:sym typeface="Calibri"/>
            </a:endParaRPr>
          </a:p>
          <a:p>
            <a:pPr indent="-171450" lvl="1" marL="628650" marR="0" rtl="0" algn="l">
              <a:spcBef>
                <a:spcPts val="0"/>
              </a:spcBef>
              <a:spcAft>
                <a:spcPts val="0"/>
              </a:spcAft>
              <a:buClr>
                <a:schemeClr val="dk1"/>
              </a:buClr>
              <a:buSzPts val="1200"/>
              <a:buFont typeface="Arial"/>
              <a:buChar char="•"/>
            </a:pPr>
            <a:r>
              <a:rPr b="0" i="0" lang="en-US">
                <a:solidFill>
                  <a:schemeClr val="dk1"/>
                </a:solidFill>
                <a:latin typeface="Calibri"/>
                <a:ea typeface="Calibri"/>
                <a:cs typeface="Calibri"/>
                <a:sym typeface="Calibri"/>
              </a:rPr>
              <a:t>90 days: S3 </a:t>
            </a:r>
            <a:r>
              <a:rPr lang="en-US">
                <a:latin typeface="Calibri"/>
                <a:ea typeface="Calibri"/>
                <a:cs typeface="Calibri"/>
                <a:sym typeface="Calibri"/>
              </a:rPr>
              <a:t>Glacier Instant Retrieval and S3 Glacier Flexible Retrieval</a:t>
            </a:r>
            <a:endParaRPr/>
          </a:p>
          <a:p>
            <a:pPr indent="-171450" lvl="1" marL="628650" marR="0" rtl="0" algn="l">
              <a:spcBef>
                <a:spcPts val="0"/>
              </a:spcBef>
              <a:spcAft>
                <a:spcPts val="0"/>
              </a:spcAft>
              <a:buClr>
                <a:schemeClr val="dk1"/>
              </a:buClr>
              <a:buSzPts val="1200"/>
              <a:buFont typeface="Arial"/>
              <a:buChar char="•"/>
            </a:pPr>
            <a:r>
              <a:rPr b="0" i="0" lang="en-US">
                <a:solidFill>
                  <a:schemeClr val="dk1"/>
                </a:solidFill>
                <a:latin typeface="Calibri"/>
                <a:ea typeface="Calibri"/>
                <a:cs typeface="Calibri"/>
                <a:sym typeface="Calibri"/>
              </a:rPr>
              <a:t>180 days: </a:t>
            </a:r>
            <a:r>
              <a:rPr lang="en-US">
                <a:latin typeface="Calibri"/>
                <a:ea typeface="Calibri"/>
                <a:cs typeface="Calibri"/>
                <a:sym typeface="Calibri"/>
              </a:rPr>
              <a:t>S3 Glacier Deep Archive</a:t>
            </a:r>
            <a:endParaRPr>
              <a:solidFill>
                <a:srgbClr val="232F3E"/>
              </a:solidFill>
              <a:latin typeface="Calibri"/>
              <a:ea typeface="Calibri"/>
              <a:cs typeface="Calibri"/>
              <a:sym typeface="Calibri"/>
            </a:endParaRPr>
          </a:p>
          <a:p>
            <a:pPr indent="-171450" lvl="0" marL="171450" marR="0" rtl="0" algn="l">
              <a:spcBef>
                <a:spcPts val="0"/>
              </a:spcBef>
              <a:spcAft>
                <a:spcPts val="0"/>
              </a:spcAft>
              <a:buClr>
                <a:schemeClr val="dk1"/>
              </a:buClr>
              <a:buSzPts val="1200"/>
              <a:buFont typeface="Arial"/>
              <a:buChar char="•"/>
            </a:pPr>
            <a:r>
              <a:rPr b="0" i="0" lang="en-US">
                <a:solidFill>
                  <a:schemeClr val="dk1"/>
                </a:solidFill>
                <a:latin typeface="Calibri"/>
                <a:ea typeface="Calibri"/>
                <a:cs typeface="Calibri"/>
                <a:sym typeface="Calibri"/>
              </a:rPr>
              <a:t>The retrieval charge is for each gigabyte retrieved for all storage classes except </a:t>
            </a:r>
            <a:r>
              <a:rPr lang="en-US">
                <a:latin typeface="Calibri"/>
                <a:ea typeface="Calibri"/>
                <a:cs typeface="Calibri"/>
                <a:sym typeface="Calibri"/>
              </a:rPr>
              <a:t>S3 Standard and S3 Intelligent-Tiering, which have no retrieval charge. </a:t>
            </a:r>
            <a:endParaRPr/>
          </a:p>
          <a:p>
            <a:pPr indent="0" lvl="0" marL="0" marR="0" rtl="0" algn="l">
              <a:spcBef>
                <a:spcPts val="0"/>
              </a:spcBef>
              <a:spcAft>
                <a:spcPts val="0"/>
              </a:spcAft>
              <a:buClr>
                <a:schemeClr val="dk1"/>
              </a:buClr>
              <a:buSzPts val="1200"/>
              <a:buFont typeface="Arial"/>
              <a:buNone/>
            </a:pPr>
            <a:r>
              <a:t/>
            </a:r>
            <a:endParaRPr>
              <a:latin typeface="Calibri"/>
              <a:ea typeface="Calibri"/>
              <a:cs typeface="Calibri"/>
              <a:sym typeface="Calibri"/>
            </a:endParaRPr>
          </a:p>
          <a:p>
            <a:pPr indent="0" lvl="0" marL="0" marR="0" rtl="0" algn="l">
              <a:spcBef>
                <a:spcPts val="0"/>
              </a:spcBef>
              <a:spcAft>
                <a:spcPts val="0"/>
              </a:spcAft>
              <a:buClr>
                <a:schemeClr val="dk1"/>
              </a:buClr>
              <a:buSzPts val="1200"/>
              <a:buFont typeface="Arial"/>
              <a:buNone/>
            </a:pPr>
            <a:r>
              <a:rPr lang="en-US">
                <a:latin typeface="Calibri"/>
                <a:ea typeface="Calibri"/>
                <a:cs typeface="Calibri"/>
                <a:sym typeface="Calibri"/>
              </a:rPr>
              <a:t>There may be a reason to have an object stored in a different class for different reasons, which leads to the lifecycle policy.</a:t>
            </a:r>
            <a:endParaRPr/>
          </a:p>
          <a:p>
            <a:pPr indent="0" lvl="0" marL="0" rtl="0" algn="l">
              <a:spcBef>
                <a:spcPts val="0"/>
              </a:spcBef>
              <a:spcAft>
                <a:spcPts val="0"/>
              </a:spcAft>
              <a:buClr>
                <a:schemeClr val="dk1"/>
              </a:buClr>
              <a:buSzPts val="1200"/>
              <a:buFont typeface="Arial"/>
              <a:buNone/>
            </a:pPr>
            <a:r>
              <a:t/>
            </a:r>
            <a:endParaRPr b="0" i="0">
              <a:solidFill>
                <a:schemeClr val="dk1"/>
              </a:solidFill>
              <a:latin typeface="Calibri"/>
              <a:ea typeface="Calibri"/>
              <a:cs typeface="Calibri"/>
              <a:sym typeface="Calibri"/>
            </a:endParaRPr>
          </a:p>
          <a:p>
            <a:pPr indent="0" lvl="0" marL="0" rtl="0" algn="l">
              <a:spcBef>
                <a:spcPts val="0"/>
              </a:spcBef>
              <a:spcAft>
                <a:spcPts val="0"/>
              </a:spcAft>
              <a:buNone/>
            </a:pPr>
            <a:r>
              <a:t/>
            </a:r>
            <a:endParaRPr b="0" i="0">
              <a:solidFill>
                <a:schemeClr val="dk1"/>
              </a:solidFill>
              <a:latin typeface="Calibri"/>
              <a:ea typeface="Calibri"/>
              <a:cs typeface="Calibri"/>
              <a:sym typeface="Calibri"/>
            </a:endParaRPr>
          </a:p>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7" name="Shape 2167"/>
        <p:cNvGrpSpPr/>
        <p:nvPr/>
      </p:nvGrpSpPr>
      <p:grpSpPr>
        <a:xfrm>
          <a:off x="0" y="0"/>
          <a:ext cx="0" cy="0"/>
          <a:chOff x="0" y="0"/>
          <a:chExt cx="0" cy="0"/>
        </a:xfrm>
      </p:grpSpPr>
      <p:sp>
        <p:nvSpPr>
          <p:cNvPr id="2168" name="Google Shape;2168;p34: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9" name="Google Shape;2169;p34: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lang="en-US">
                <a:latin typeface="Calibri"/>
                <a:ea typeface="Calibri"/>
                <a:cs typeface="Calibri"/>
                <a:sym typeface="Calibri"/>
              </a:rPr>
              <a:t>An S3 lifecycle configuration is a set of rules that defines the actions that Amazon S3 applies to a group of objects. There are two types of actions:</a:t>
            </a:r>
            <a:endParaRPr/>
          </a:p>
          <a:p>
            <a:pPr indent="-171450" lvl="0" marL="171450" marR="0" rtl="0" algn="l">
              <a:spcBef>
                <a:spcPts val="0"/>
              </a:spcBef>
              <a:spcAft>
                <a:spcPts val="0"/>
              </a:spcAft>
              <a:buClr>
                <a:schemeClr val="dk1"/>
              </a:buClr>
              <a:buSzPts val="1200"/>
              <a:buFont typeface="Arial"/>
              <a:buChar char="•"/>
            </a:pPr>
            <a:r>
              <a:rPr lang="en-US">
                <a:latin typeface="Calibri"/>
                <a:ea typeface="Calibri"/>
                <a:cs typeface="Calibri"/>
                <a:sym typeface="Calibri"/>
              </a:rPr>
              <a:t>Transition actions: These actions define when objects transition to another storage class. For example, you might choose to transition objects to the S3 Standard-IA storage class 30 days after creating them or to archive objects to the S3 Glacier Flexible Retrieval storage class 1 year after creating them. There are costs associated with lifecycle transition requests. F</a:t>
            </a:r>
            <a:r>
              <a:rPr b="0" i="0" lang="en-US">
                <a:solidFill>
                  <a:schemeClr val="dk1"/>
                </a:solidFill>
                <a:latin typeface="Calibri"/>
                <a:ea typeface="Calibri"/>
                <a:cs typeface="Calibri"/>
                <a:sym typeface="Calibri"/>
              </a:rPr>
              <a:t>or more information about Amazon S3 pricing, see </a:t>
            </a:r>
            <a:r>
              <a:rPr b="0" lang="en-US">
                <a:latin typeface="Calibri"/>
                <a:ea typeface="Calibri"/>
                <a:cs typeface="Calibri"/>
                <a:sym typeface="Calibri"/>
              </a:rPr>
              <a:t>the Amazon S3 pricing page linked in course resources. </a:t>
            </a:r>
            <a:endParaRPr u="sng">
              <a:latin typeface="Calibri"/>
              <a:ea typeface="Calibri"/>
              <a:cs typeface="Calibri"/>
              <a:sym typeface="Calibri"/>
            </a:endParaRPr>
          </a:p>
          <a:p>
            <a:pPr indent="-171450" lvl="0" marL="171450" rtl="0" algn="l">
              <a:spcBef>
                <a:spcPts val="0"/>
              </a:spcBef>
              <a:spcAft>
                <a:spcPts val="0"/>
              </a:spcAft>
              <a:buClr>
                <a:schemeClr val="dk1"/>
              </a:buClr>
              <a:buSzPts val="1200"/>
              <a:buFont typeface="Arial"/>
              <a:buChar char="•"/>
            </a:pPr>
            <a:r>
              <a:rPr lang="en-US">
                <a:latin typeface="Calibri"/>
                <a:ea typeface="Calibri"/>
                <a:cs typeface="Calibri"/>
                <a:sym typeface="Calibri"/>
              </a:rPr>
              <a:t>Expiration actions: These actions define when objects expire. Amazon S3 deletes expired objects on your behalf. Lifecycle expiration costs depend on when you choose for objects to expire. F</a:t>
            </a:r>
            <a:r>
              <a:rPr b="0" i="0" lang="en-US">
                <a:solidFill>
                  <a:schemeClr val="dk1"/>
                </a:solidFill>
                <a:latin typeface="Calibri"/>
                <a:ea typeface="Calibri"/>
                <a:cs typeface="Calibri"/>
                <a:sym typeface="Calibri"/>
              </a:rPr>
              <a:t>or more information, see the Expiring Objects page in the Amazon S3 User Guide. Your course resources include a direct link</a:t>
            </a:r>
            <a:r>
              <a:rPr lang="en-US">
                <a:latin typeface="Calibri"/>
                <a:ea typeface="Calibri"/>
                <a:cs typeface="Calibri"/>
                <a:sym typeface="Calibri"/>
              </a:rPr>
              <a:t>.</a:t>
            </a:r>
            <a:endParaRPr/>
          </a:p>
          <a:p>
            <a:pPr indent="0" lvl="0" marL="0" rtl="0" algn="l">
              <a:spcBef>
                <a:spcPts val="0"/>
              </a:spcBef>
              <a:spcAft>
                <a:spcPts val="0"/>
              </a:spcAft>
              <a:buNone/>
            </a:pPr>
            <a:r>
              <a:t/>
            </a:r>
            <a:endParaRPr>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b="0" i="0" lang="en-US">
                <a:solidFill>
                  <a:schemeClr val="dk1"/>
                </a:solidFill>
                <a:latin typeface="Calibri"/>
                <a:ea typeface="Calibri"/>
                <a:cs typeface="Calibri"/>
                <a:sym typeface="Calibri"/>
              </a:rPr>
              <a:t>After an S3 lifecycle policy is set, your data will automatically transfer to a different storage class without any changes to your application. </a:t>
            </a:r>
            <a:endParaRPr i="0">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lang="en-US">
                <a:latin typeface="Calibri"/>
                <a:ea typeface="Calibri"/>
                <a:cs typeface="Calibri"/>
                <a:sym typeface="Calibri"/>
              </a:rPr>
              <a:t>By using lifecycle policies, you can cycle data at regular intervals among different Amazon S3 storage types. This cycling reduces your overall cost because you pay less for data as it becomes less important over time. In addition to being able to set lifecycle rules per object, you can also set lifecycle rules per bucket.</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7" name="Shape 2177"/>
        <p:cNvGrpSpPr/>
        <p:nvPr/>
      </p:nvGrpSpPr>
      <p:grpSpPr>
        <a:xfrm>
          <a:off x="0" y="0"/>
          <a:ext cx="0" cy="0"/>
          <a:chOff x="0" y="0"/>
          <a:chExt cx="0" cy="0"/>
        </a:xfrm>
      </p:grpSpPr>
      <p:sp>
        <p:nvSpPr>
          <p:cNvPr id="2178" name="Google Shape;2178;p35: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9" name="Google Shape;2179;p35: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b="0" i="0" lang="en-US">
                <a:solidFill>
                  <a:schemeClr val="dk1"/>
                </a:solidFill>
                <a:latin typeface="Calibri"/>
                <a:ea typeface="Calibri"/>
                <a:cs typeface="Calibri"/>
                <a:sym typeface="Calibri"/>
              </a:rPr>
              <a:t>Define S3 lifecycle configuration rules for objects that have a well-defined lifecycle. The following are examples:</a:t>
            </a:r>
            <a:endParaRPr/>
          </a:p>
          <a:p>
            <a:pPr indent="-228600" lvl="0" marL="228600" rtl="0" algn="l">
              <a:spcBef>
                <a:spcPts val="0"/>
              </a:spcBef>
              <a:spcAft>
                <a:spcPts val="0"/>
              </a:spcAft>
              <a:buClr>
                <a:schemeClr val="dk1"/>
              </a:buClr>
              <a:buSzPts val="1200"/>
              <a:buFont typeface="Calibri"/>
              <a:buAutoNum type="arabicPeriod"/>
            </a:pPr>
            <a:r>
              <a:rPr b="0" i="0" lang="en-US">
                <a:solidFill>
                  <a:schemeClr val="dk1"/>
                </a:solidFill>
                <a:latin typeface="Calibri"/>
                <a:ea typeface="Calibri"/>
                <a:cs typeface="Calibri"/>
                <a:sym typeface="Calibri"/>
              </a:rPr>
              <a:t>If you upload periodic logs to a bucket, your application might need them for a week or a month. After that, you might want to delete them.</a:t>
            </a:r>
            <a:endParaRPr/>
          </a:p>
          <a:p>
            <a:pPr indent="-228600" lvl="0" marL="228600" marR="0" rtl="0" algn="l">
              <a:spcBef>
                <a:spcPts val="0"/>
              </a:spcBef>
              <a:spcAft>
                <a:spcPts val="0"/>
              </a:spcAft>
              <a:buClr>
                <a:schemeClr val="dk1"/>
              </a:buClr>
              <a:buSzPts val="1200"/>
              <a:buFont typeface="Calibri"/>
              <a:buAutoNum type="arabicPeriod"/>
            </a:pPr>
            <a:r>
              <a:rPr b="0" i="0" lang="en-US">
                <a:solidFill>
                  <a:schemeClr val="dk1"/>
                </a:solidFill>
                <a:latin typeface="Calibri"/>
                <a:ea typeface="Calibri"/>
                <a:cs typeface="Calibri"/>
                <a:sym typeface="Calibri"/>
              </a:rPr>
              <a:t>You might upload some types of data to Amazon S3 primarily for archival purposes. For example, you might archive digital media, financial and healthcare records, raw genomics sequence data, long-term database backups, and data that must be retained for regulatory compliance.</a:t>
            </a:r>
            <a:endParaRPr/>
          </a:p>
          <a:p>
            <a:pPr indent="-228600" lvl="0" marL="228600" rtl="0" algn="l">
              <a:spcBef>
                <a:spcPts val="0"/>
              </a:spcBef>
              <a:spcAft>
                <a:spcPts val="0"/>
              </a:spcAft>
              <a:buClr>
                <a:schemeClr val="dk1"/>
              </a:buClr>
              <a:buSzPts val="1200"/>
              <a:buFont typeface="Calibri"/>
              <a:buAutoNum type="arabicPeriod"/>
            </a:pPr>
            <a:r>
              <a:rPr b="0" i="0" lang="en-US">
                <a:solidFill>
                  <a:schemeClr val="dk1"/>
                </a:solidFill>
                <a:latin typeface="Calibri"/>
                <a:ea typeface="Calibri"/>
                <a:cs typeface="Calibri"/>
                <a:sym typeface="Calibri"/>
              </a:rPr>
              <a:t>Some documents are frequently accessed for a limited period of time. After that, they are infrequently accessed. At some point, you might not need real-time access to them, but your organization or regulations might require you to archive them for a specific period. After that, you can delete them.</a:t>
            </a:r>
            <a:endParaRPr/>
          </a:p>
          <a:p>
            <a:pPr indent="0" lvl="0" marL="0" rtl="0" algn="l">
              <a:spcBef>
                <a:spcPts val="0"/>
              </a:spcBef>
              <a:spcAft>
                <a:spcPts val="0"/>
              </a:spcAft>
              <a:buNone/>
            </a:pPr>
            <a:r>
              <a:t/>
            </a:r>
            <a:endParaRPr b="0" i="0">
              <a:solidFill>
                <a:schemeClr val="dk1"/>
              </a:solidFill>
              <a:latin typeface="Calibri"/>
              <a:ea typeface="Calibri"/>
              <a:cs typeface="Calibri"/>
              <a:sym typeface="Calibri"/>
            </a:endParaRPr>
          </a:p>
          <a:p>
            <a:pPr indent="0" lvl="0" marL="0" rtl="0" algn="l">
              <a:spcBef>
                <a:spcPts val="0"/>
              </a:spcBef>
              <a:spcAft>
                <a:spcPts val="0"/>
              </a:spcAft>
              <a:buNone/>
            </a:pPr>
            <a:r>
              <a:rPr b="0" i="0" lang="en-US">
                <a:solidFill>
                  <a:schemeClr val="dk1"/>
                </a:solidFill>
                <a:latin typeface="Calibri"/>
                <a:ea typeface="Calibri"/>
                <a:cs typeface="Calibri"/>
                <a:sym typeface="Calibri"/>
              </a:rPr>
              <a:t>With S3 Lifecycle configuration rules, you can tell Amazon S3 to transition objects to less-expensive storage classes, archive objects, or delete objects.</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9" name="Shape 2209"/>
        <p:cNvGrpSpPr/>
        <p:nvPr/>
      </p:nvGrpSpPr>
      <p:grpSpPr>
        <a:xfrm>
          <a:off x="0" y="0"/>
          <a:ext cx="0" cy="0"/>
          <a:chOff x="0" y="0"/>
          <a:chExt cx="0" cy="0"/>
        </a:xfrm>
      </p:grpSpPr>
      <p:sp>
        <p:nvSpPr>
          <p:cNvPr id="2210" name="Google Shape;2210;p36: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1" name="Google Shape;2211;p36:notes"/>
          <p:cNvSpPr txBox="1"/>
          <p:nvPr>
            <p:ph idx="1" type="body"/>
          </p:nvPr>
        </p:nvSpPr>
        <p:spPr>
          <a:xfrm>
            <a:off x="317500" y="3810000"/>
            <a:ext cx="7112000" cy="517116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b="0" lang="en-US">
                <a:latin typeface="Calibri"/>
                <a:ea typeface="Calibri"/>
                <a:cs typeface="Calibri"/>
                <a:sym typeface="Calibri"/>
              </a:rPr>
              <a:t>|</a:t>
            </a:r>
            <a:r>
              <a:rPr lang="en-US">
                <a:latin typeface="Calibri"/>
                <a:ea typeface="Calibri"/>
                <a:cs typeface="Calibri"/>
                <a:sym typeface="Calibri"/>
              </a:rPr>
              <a:t>This demo is recorded as an .MP4 file with captions. Students access it through the online course. Durations for each demo are included in the instructor guide.</a:t>
            </a:r>
            <a:endParaRPr/>
          </a:p>
          <a:p>
            <a:pPr indent="0" lvl="0" marL="0" rtl="0" algn="l">
              <a:spcBef>
                <a:spcPts val="0"/>
              </a:spcBef>
              <a:spcAft>
                <a:spcPts val="0"/>
              </a:spcAft>
              <a:buNone/>
            </a:pPr>
            <a:r>
              <a:rPr b="0" i="0"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lang="en-US">
                <a:latin typeface="Calibri"/>
                <a:ea typeface="Calibri"/>
                <a:cs typeface="Calibri"/>
                <a:sym typeface="Calibri"/>
              </a:rPr>
              <a:t>Find this recorded demo in your course as part of this module.</a:t>
            </a:r>
            <a:endParaRPr>
              <a:latin typeface="Calibri"/>
              <a:ea typeface="Calibri"/>
              <a:cs typeface="Calibri"/>
              <a:sym typeface="Calibri"/>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7" name="Shape 2217"/>
        <p:cNvGrpSpPr/>
        <p:nvPr/>
      </p:nvGrpSpPr>
      <p:grpSpPr>
        <a:xfrm>
          <a:off x="0" y="0"/>
          <a:ext cx="0" cy="0"/>
          <a:chOff x="0" y="0"/>
          <a:chExt cx="0" cy="0"/>
        </a:xfrm>
      </p:grpSpPr>
      <p:sp>
        <p:nvSpPr>
          <p:cNvPr id="2218" name="Google Shape;2218;p37: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9" name="Google Shape;2219;p37:notes"/>
          <p:cNvSpPr txBox="1"/>
          <p:nvPr>
            <p:ph idx="1" type="body"/>
          </p:nvPr>
        </p:nvSpPr>
        <p:spPr>
          <a:xfrm>
            <a:off x="317500" y="3810000"/>
            <a:ext cx="7112000" cy="53975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lang="en-US">
                <a:latin typeface="Calibri"/>
                <a:ea typeface="Calibri"/>
                <a:cs typeface="Calibri"/>
                <a:sym typeface="Calibri"/>
              </a:rPr>
              <a:t>Amazon S3 provides a versioning feature to protect objects from accidental overwrites and deletes. You can use versioning to recover from both unintended user actions and application failures.</a:t>
            </a:r>
            <a:endParaRPr>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lang="en-US">
                <a:latin typeface="Calibri"/>
                <a:ea typeface="Calibri"/>
                <a:cs typeface="Calibri"/>
                <a:sym typeface="Calibri"/>
              </a:rPr>
              <a:t>You enable versioning at the bucket level. Each object in a bucket has a version ID, and when versioning is disabled, the bucket’s value is set to null. When versioning is enabled, Amazon S3 creates a new object and assigns a unique value to its version ID (increments it) every time it is uploaded.</a:t>
            </a:r>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lang="en-US">
                <a:latin typeface="Calibri"/>
                <a:ea typeface="Calibri"/>
                <a:cs typeface="Calibri"/>
                <a:sym typeface="Calibri"/>
              </a:rPr>
              <a:t>By default, S3 Versioning is disabled on buckets, and you must explicitly enable it. When versioning is not enabled, the ID of the object is null. </a:t>
            </a:r>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lang="en-US">
                <a:latin typeface="Calibri"/>
                <a:ea typeface="Calibri"/>
                <a:cs typeface="Calibri"/>
                <a:sym typeface="Calibri"/>
              </a:rPr>
              <a:t>An S3 bucket can be in one of three versioning states:</a:t>
            </a:r>
            <a:endParaRPr/>
          </a:p>
          <a:p>
            <a:pPr indent="-171450" lvl="0" marL="171450" rtl="0" algn="l">
              <a:spcBef>
                <a:spcPts val="0"/>
              </a:spcBef>
              <a:spcAft>
                <a:spcPts val="0"/>
              </a:spcAft>
              <a:buClr>
                <a:schemeClr val="dk1"/>
              </a:buClr>
              <a:buSzPts val="1200"/>
              <a:buFont typeface="Arial"/>
              <a:buChar char="•"/>
            </a:pPr>
            <a:r>
              <a:rPr lang="en-US">
                <a:latin typeface="Calibri"/>
                <a:ea typeface="Calibri"/>
                <a:cs typeface="Calibri"/>
                <a:sym typeface="Calibri"/>
              </a:rPr>
              <a:t>Versioning enabled: If you upload an object with the same key, Amazon S3 keeps the old object and creates a new object with a new version ID. If you delete an object, Amazon S3 logically deletes it and adds a marker, but the old version is retrievable by its version ID.</a:t>
            </a:r>
            <a:endParaRPr i="1">
              <a:latin typeface="Calibri"/>
              <a:ea typeface="Calibri"/>
              <a:cs typeface="Calibri"/>
              <a:sym typeface="Calibri"/>
            </a:endParaRPr>
          </a:p>
          <a:p>
            <a:pPr indent="-171450" lvl="0" marL="171450" rtl="0" algn="l">
              <a:spcBef>
                <a:spcPts val="0"/>
              </a:spcBef>
              <a:spcAft>
                <a:spcPts val="0"/>
              </a:spcAft>
              <a:buClr>
                <a:schemeClr val="dk1"/>
              </a:buClr>
              <a:buSzPts val="1200"/>
              <a:buFont typeface="Arial"/>
              <a:buChar char="•"/>
            </a:pPr>
            <a:r>
              <a:rPr lang="en-US">
                <a:latin typeface="Calibri"/>
                <a:ea typeface="Calibri"/>
                <a:cs typeface="Calibri"/>
                <a:sym typeface="Calibri"/>
              </a:rPr>
              <a:t>Versioning disabled: This is the default setting. If you upload an object to a bucket with the same key, it overwrites the old version.  If you delete an object, it is permanently deleted.</a:t>
            </a:r>
            <a:endParaRPr/>
          </a:p>
          <a:p>
            <a:pPr indent="-171450" lvl="0" marL="171450" rtl="0" algn="l">
              <a:spcBef>
                <a:spcPts val="0"/>
              </a:spcBef>
              <a:spcAft>
                <a:spcPts val="0"/>
              </a:spcAft>
              <a:buClr>
                <a:schemeClr val="dk1"/>
              </a:buClr>
              <a:buSzPts val="1200"/>
              <a:buFont typeface="Arial"/>
              <a:buChar char="•"/>
            </a:pPr>
            <a:r>
              <a:rPr lang="en-US">
                <a:latin typeface="Calibri"/>
                <a:ea typeface="Calibri"/>
                <a:cs typeface="Calibri"/>
                <a:sym typeface="Calibri"/>
              </a:rPr>
              <a:t>Versioning suspended: The versions of existing objects are maintained, but the bucket temporarily behaves as if versioning were disabled.</a:t>
            </a:r>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lang="en-US">
                <a:latin typeface="Calibri"/>
                <a:ea typeface="Calibri"/>
                <a:cs typeface="Calibri"/>
                <a:sym typeface="Calibri"/>
              </a:rPr>
              <a:t>When versioning has been enabled on a bucket, it cannot be disabled and can only be suspended.</a:t>
            </a:r>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lang="en-US">
                <a:latin typeface="Calibri"/>
                <a:ea typeface="Calibri"/>
                <a:cs typeface="Calibri"/>
                <a:sym typeface="Calibri"/>
              </a:rPr>
              <a:t>There is no cost for using versioning, but because each version is a copy of an object, each version contributes to storage costs. </a:t>
            </a:r>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lang="en-US">
                <a:latin typeface="Calibri"/>
                <a:ea typeface="Calibri"/>
                <a:cs typeface="Calibri"/>
                <a:sym typeface="Calibri"/>
              </a:rPr>
              <a:t>For more information about versioning in S3 buckets, see the page Using versioning in S3 buckets in the Amazon S3 user guide. Your course resources include a direct link.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5" name="Shape 2225"/>
        <p:cNvGrpSpPr/>
        <p:nvPr/>
      </p:nvGrpSpPr>
      <p:grpSpPr>
        <a:xfrm>
          <a:off x="0" y="0"/>
          <a:ext cx="0" cy="0"/>
          <a:chOff x="0" y="0"/>
          <a:chExt cx="0" cy="0"/>
        </a:xfrm>
      </p:grpSpPr>
      <p:sp>
        <p:nvSpPr>
          <p:cNvPr id="2226" name="Google Shape;2226;p38: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7" name="Google Shape;2227;p38: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|The next five slides provide different examples of versioning.</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b="0" i="0" lang="en-US">
                <a:solidFill>
                  <a:schemeClr val="dk1"/>
                </a:solidFill>
                <a:latin typeface="Calibri"/>
                <a:ea typeface="Calibri"/>
                <a:cs typeface="Calibri"/>
                <a:sym typeface="Calibri"/>
              </a:rPr>
              <a:t>Now you will look at some examples of how versioning works.</a:t>
            </a:r>
            <a:endParaRPr/>
          </a:p>
          <a:p>
            <a:pPr indent="0" lvl="0" marL="0" rtl="0" algn="l">
              <a:spcBef>
                <a:spcPts val="0"/>
              </a:spcBef>
              <a:spcAft>
                <a:spcPts val="0"/>
              </a:spcAft>
              <a:buNone/>
            </a:pPr>
            <a:r>
              <a:t/>
            </a:r>
            <a:endParaRPr b="0" i="0">
              <a:solidFill>
                <a:schemeClr val="dk1"/>
              </a:solidFill>
              <a:latin typeface="Calibri"/>
              <a:ea typeface="Calibri"/>
              <a:cs typeface="Calibri"/>
              <a:sym typeface="Calibri"/>
            </a:endParaRPr>
          </a:p>
          <a:p>
            <a:pPr indent="0" lvl="0" marL="0" rtl="0" algn="l">
              <a:spcBef>
                <a:spcPts val="0"/>
              </a:spcBef>
              <a:spcAft>
                <a:spcPts val="0"/>
              </a:spcAft>
              <a:buNone/>
            </a:pPr>
            <a:r>
              <a:rPr b="0" i="0" lang="en-US">
                <a:solidFill>
                  <a:schemeClr val="dk1"/>
                </a:solidFill>
                <a:latin typeface="Calibri"/>
                <a:ea typeface="Calibri"/>
                <a:cs typeface="Calibri"/>
                <a:sym typeface="Calibri"/>
              </a:rPr>
              <a:t>When you use a PUT request to add an object into a versioning-enabled bucket, the noncurrent version is not overwritten. As the diagram shows, when a new version of photo.gif is PUT into a bucket that already contains an object with the same name, the following behavior occurs:</a:t>
            </a:r>
            <a:endParaRPr/>
          </a:p>
          <a:p>
            <a:pPr indent="0" lvl="0" marL="0" rtl="0" algn="l">
              <a:spcBef>
                <a:spcPts val="0"/>
              </a:spcBef>
              <a:spcAft>
                <a:spcPts val="0"/>
              </a:spcAft>
              <a:buNone/>
            </a:pPr>
            <a:r>
              <a:t/>
            </a:r>
            <a:endParaRPr b="0" i="0">
              <a:solidFill>
                <a:schemeClr val="dk1"/>
              </a:solidFill>
              <a:latin typeface="Calibri"/>
              <a:ea typeface="Calibri"/>
              <a:cs typeface="Calibri"/>
              <a:sym typeface="Calibri"/>
            </a:endParaRPr>
          </a:p>
          <a:p>
            <a:pPr indent="0" lvl="0" marL="0" rtl="0" algn="l">
              <a:spcBef>
                <a:spcPts val="0"/>
              </a:spcBef>
              <a:spcAft>
                <a:spcPts val="0"/>
              </a:spcAft>
              <a:buNone/>
            </a:pPr>
            <a:r>
              <a:rPr b="0" i="0" lang="en-US">
                <a:solidFill>
                  <a:schemeClr val="dk1"/>
                </a:solidFill>
                <a:latin typeface="Calibri"/>
                <a:ea typeface="Calibri"/>
                <a:cs typeface="Calibri"/>
                <a:sym typeface="Calibri"/>
              </a:rPr>
              <a:t>The original object (ID = 111111) remains in the bucket.</a:t>
            </a:r>
            <a:endParaRPr/>
          </a:p>
          <a:p>
            <a:pPr indent="0" lvl="0" marL="0" rtl="0" algn="l">
              <a:spcBef>
                <a:spcPts val="0"/>
              </a:spcBef>
              <a:spcAft>
                <a:spcPts val="0"/>
              </a:spcAft>
              <a:buNone/>
            </a:pPr>
            <a:r>
              <a:t/>
            </a:r>
            <a:endParaRPr b="0" i="0">
              <a:solidFill>
                <a:schemeClr val="dk1"/>
              </a:solidFill>
              <a:latin typeface="Calibri"/>
              <a:ea typeface="Calibri"/>
              <a:cs typeface="Calibri"/>
              <a:sym typeface="Calibri"/>
            </a:endParaRPr>
          </a:p>
          <a:p>
            <a:pPr indent="0" lvl="0" marL="0" rtl="0" algn="l">
              <a:spcBef>
                <a:spcPts val="0"/>
              </a:spcBef>
              <a:spcAft>
                <a:spcPts val="0"/>
              </a:spcAft>
              <a:buNone/>
            </a:pPr>
            <a:r>
              <a:rPr b="0" i="0" lang="en-US">
                <a:solidFill>
                  <a:schemeClr val="dk1"/>
                </a:solidFill>
                <a:latin typeface="Calibri"/>
                <a:ea typeface="Calibri"/>
                <a:cs typeface="Calibri"/>
                <a:sym typeface="Calibri"/>
              </a:rPr>
              <a:t>Amazon S3 generates a new version ID (121212) and adds this newer version of the object to the bucket.</a:t>
            </a:r>
            <a:endParaRPr/>
          </a:p>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9" name="Shape 2239"/>
        <p:cNvGrpSpPr/>
        <p:nvPr/>
      </p:nvGrpSpPr>
      <p:grpSpPr>
        <a:xfrm>
          <a:off x="0" y="0"/>
          <a:ext cx="0" cy="0"/>
          <a:chOff x="0" y="0"/>
          <a:chExt cx="0" cy="0"/>
        </a:xfrm>
      </p:grpSpPr>
      <p:sp>
        <p:nvSpPr>
          <p:cNvPr id="2240" name="Google Shape;2240;p39: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1" name="Google Shape;2241;p39: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b="0" i="0" lang="en-US">
                <a:solidFill>
                  <a:schemeClr val="dk1"/>
                </a:solidFill>
                <a:latin typeface="Calibri"/>
                <a:ea typeface="Calibri"/>
                <a:cs typeface="Calibri"/>
                <a:sym typeface="Calibri"/>
              </a:rPr>
              <a:t>With versioning enabled, you can retrieve a previous version of an object if an object has been accidentally overwritten or deleted. </a:t>
            </a:r>
            <a:endParaRPr/>
          </a:p>
          <a:p>
            <a:pPr indent="0" lvl="0" marL="0" rtl="0" algn="l">
              <a:spcBef>
                <a:spcPts val="0"/>
              </a:spcBef>
              <a:spcAft>
                <a:spcPts val="0"/>
              </a:spcAft>
              <a:buNone/>
            </a:pPr>
            <a:r>
              <a:t/>
            </a:r>
            <a:endParaRPr b="0" i="0">
              <a:solidFill>
                <a:schemeClr val="dk1"/>
              </a:solidFill>
              <a:latin typeface="Calibri"/>
              <a:ea typeface="Calibri"/>
              <a:cs typeface="Calibri"/>
              <a:sym typeface="Calibri"/>
            </a:endParaRPr>
          </a:p>
          <a:p>
            <a:pPr indent="0" lvl="0" marL="0" rtl="0" algn="l">
              <a:spcBef>
                <a:spcPts val="0"/>
              </a:spcBef>
              <a:spcAft>
                <a:spcPts val="0"/>
              </a:spcAft>
              <a:buNone/>
            </a:pPr>
            <a:r>
              <a:rPr b="0" i="0" lang="en-US">
                <a:solidFill>
                  <a:schemeClr val="dk1"/>
                </a:solidFill>
                <a:latin typeface="Calibri"/>
                <a:ea typeface="Calibri"/>
                <a:cs typeface="Calibri"/>
                <a:sym typeface="Calibri"/>
              </a:rPr>
              <a:t>When you use the DELETE command to remove an object, all versions remain in the bucket, and Amazon S3 inserts a delete marker, as the diagram shows.</a:t>
            </a:r>
            <a:endParaRPr/>
          </a:p>
          <a:p>
            <a:pPr indent="0" lvl="0" marL="0" rtl="0" algn="l">
              <a:spcBef>
                <a:spcPts val="0"/>
              </a:spcBef>
              <a:spcAft>
                <a:spcPts val="0"/>
              </a:spcAft>
              <a:buNone/>
            </a:pPr>
            <a:r>
              <a:t/>
            </a:r>
            <a:endParaRPr b="0" i="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b="0" i="0" lang="en-US">
                <a:solidFill>
                  <a:schemeClr val="dk1"/>
                </a:solidFill>
                <a:latin typeface="Calibri"/>
                <a:ea typeface="Calibri"/>
                <a:cs typeface="Calibri"/>
                <a:sym typeface="Calibri"/>
              </a:rPr>
              <a:t>In this example, you can still retrieve the prior versions with the ID 121212 or 111111.</a:t>
            </a:r>
            <a:endParaRPr/>
          </a:p>
          <a:p>
            <a:pPr indent="0" lvl="0" marL="0" rtl="0" algn="l">
              <a:spcBef>
                <a:spcPts val="0"/>
              </a:spcBef>
              <a:spcAft>
                <a:spcPts val="0"/>
              </a:spcAft>
              <a:buNone/>
            </a:pPr>
            <a:r>
              <a:t/>
            </a:r>
            <a:endParaRPr b="0" i="0">
              <a:solidFill>
                <a:schemeClr val="dk1"/>
              </a:solidFill>
              <a:latin typeface="Calibri"/>
              <a:ea typeface="Calibri"/>
              <a:cs typeface="Calibri"/>
              <a:sym typeface="Calibri"/>
            </a:endParaRPr>
          </a:p>
          <a:p>
            <a:pPr indent="0" lvl="0" marL="0" rtl="0" algn="l">
              <a:spcBef>
                <a:spcPts val="0"/>
              </a:spcBef>
              <a:spcAft>
                <a:spcPts val="0"/>
              </a:spcAft>
              <a:buNone/>
            </a:pPr>
            <a:r>
              <a:t/>
            </a:r>
            <a:endParaRPr b="0" i="0">
              <a:solidFill>
                <a:schemeClr val="dk1"/>
              </a:solidFill>
              <a:latin typeface="Calibri"/>
              <a:ea typeface="Calibri"/>
              <a:cs typeface="Calibri"/>
              <a:sym typeface="Calibri"/>
            </a:endParaRPr>
          </a:p>
          <a:p>
            <a:pPr indent="0" lvl="0" marL="0" rtl="0" algn="l">
              <a:spcBef>
                <a:spcPts val="0"/>
              </a:spcBef>
              <a:spcAft>
                <a:spcPts val="0"/>
              </a:spcAft>
              <a:buNone/>
            </a:pPr>
            <a:r>
              <a:t/>
            </a:r>
            <a:endParaRPr b="0" i="0">
              <a:solidFill>
                <a:schemeClr val="dk1"/>
              </a:solidFill>
              <a:latin typeface="Calibri"/>
              <a:ea typeface="Calibri"/>
              <a:cs typeface="Calibri"/>
              <a:sym typeface="Calibri"/>
            </a:endParaRPr>
          </a:p>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5" name="Shape 2255"/>
        <p:cNvGrpSpPr/>
        <p:nvPr/>
      </p:nvGrpSpPr>
      <p:grpSpPr>
        <a:xfrm>
          <a:off x="0" y="0"/>
          <a:ext cx="0" cy="0"/>
          <a:chOff x="0" y="0"/>
          <a:chExt cx="0" cy="0"/>
        </a:xfrm>
      </p:grpSpPr>
      <p:sp>
        <p:nvSpPr>
          <p:cNvPr id="2256" name="Google Shape;2256;p40: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7" name="Google Shape;2257;p40: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b="0" i="0" lang="en-US">
                <a:solidFill>
                  <a:schemeClr val="dk1"/>
                </a:solidFill>
                <a:latin typeface="Calibri"/>
                <a:ea typeface="Calibri"/>
                <a:cs typeface="Calibri"/>
                <a:sym typeface="Calibri"/>
              </a:rPr>
              <a:t>The delete marker becomes the current version of the object. By default, </a:t>
            </a:r>
            <a:r>
              <a:rPr lang="en-US">
                <a:latin typeface="Calibri"/>
                <a:ea typeface="Calibri"/>
                <a:cs typeface="Calibri"/>
                <a:sym typeface="Calibri"/>
              </a:rPr>
              <a:t>GET</a:t>
            </a:r>
            <a:r>
              <a:rPr b="0" i="0" lang="en-US">
                <a:solidFill>
                  <a:schemeClr val="dk1"/>
                </a:solidFill>
                <a:latin typeface="Calibri"/>
                <a:ea typeface="Calibri"/>
                <a:cs typeface="Calibri"/>
                <a:sym typeface="Calibri"/>
              </a:rPr>
              <a:t> requests retrieve the most recently stored version. Performing a </a:t>
            </a:r>
            <a:r>
              <a:rPr lang="en-US">
                <a:latin typeface="Calibri"/>
                <a:ea typeface="Calibri"/>
                <a:cs typeface="Calibri"/>
                <a:sym typeface="Calibri"/>
              </a:rPr>
              <a:t>GET object</a:t>
            </a:r>
            <a:r>
              <a:rPr b="0" i="0" lang="en-US">
                <a:solidFill>
                  <a:schemeClr val="dk1"/>
                </a:solidFill>
                <a:latin typeface="Calibri"/>
                <a:ea typeface="Calibri"/>
                <a:cs typeface="Calibri"/>
                <a:sym typeface="Calibri"/>
              </a:rPr>
              <a:t> request when the current version is a delete marker returns a </a:t>
            </a:r>
            <a:r>
              <a:rPr lang="en-US">
                <a:latin typeface="Calibri"/>
                <a:ea typeface="Calibri"/>
                <a:cs typeface="Calibri"/>
                <a:sym typeface="Calibri"/>
              </a:rPr>
              <a:t>404 Not Found</a:t>
            </a:r>
            <a:r>
              <a:rPr b="0" i="0" lang="en-US">
                <a:solidFill>
                  <a:schemeClr val="dk1"/>
                </a:solidFill>
                <a:latin typeface="Calibri"/>
                <a:ea typeface="Calibri"/>
                <a:cs typeface="Calibri"/>
                <a:sym typeface="Calibri"/>
              </a:rPr>
              <a:t> error, as the diagram shows.</a:t>
            </a:r>
            <a:endParaRPr>
              <a:latin typeface="Calibri"/>
              <a:ea typeface="Calibri"/>
              <a:cs typeface="Calibri"/>
              <a:sym typeface="Calibri"/>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3" name="Shape 2273"/>
        <p:cNvGrpSpPr/>
        <p:nvPr/>
      </p:nvGrpSpPr>
      <p:grpSpPr>
        <a:xfrm>
          <a:off x="0" y="0"/>
          <a:ext cx="0" cy="0"/>
          <a:chOff x="0" y="0"/>
          <a:chExt cx="0" cy="0"/>
        </a:xfrm>
      </p:grpSpPr>
      <p:sp>
        <p:nvSpPr>
          <p:cNvPr id="2274" name="Google Shape;2274;p41: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5" name="Google Shape;2275;p41: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b="0" i="0" lang="en-US">
                <a:solidFill>
                  <a:schemeClr val="dk1"/>
                </a:solidFill>
                <a:latin typeface="Calibri"/>
                <a:ea typeface="Calibri"/>
                <a:cs typeface="Calibri"/>
                <a:sym typeface="Calibri"/>
              </a:rPr>
              <a:t>However, you can </a:t>
            </a:r>
            <a:r>
              <a:rPr lang="en-US">
                <a:latin typeface="Calibri"/>
                <a:ea typeface="Calibri"/>
                <a:cs typeface="Calibri"/>
                <a:sym typeface="Calibri"/>
              </a:rPr>
              <a:t>GET</a:t>
            </a:r>
            <a:r>
              <a:rPr b="0" i="0" lang="en-US">
                <a:solidFill>
                  <a:schemeClr val="dk1"/>
                </a:solidFill>
                <a:latin typeface="Calibri"/>
                <a:ea typeface="Calibri"/>
                <a:cs typeface="Calibri"/>
                <a:sym typeface="Calibri"/>
              </a:rPr>
              <a:t> a noncurrent version of an object by specifying its version ID. In the diagram, you use a </a:t>
            </a:r>
            <a:r>
              <a:rPr lang="en-US">
                <a:latin typeface="Calibri"/>
                <a:ea typeface="Calibri"/>
                <a:cs typeface="Calibri"/>
                <a:sym typeface="Calibri"/>
              </a:rPr>
              <a:t>GET</a:t>
            </a:r>
            <a:r>
              <a:rPr b="0" i="0" lang="en-US">
                <a:solidFill>
                  <a:schemeClr val="dk1"/>
                </a:solidFill>
                <a:latin typeface="Calibri"/>
                <a:ea typeface="Calibri"/>
                <a:cs typeface="Calibri"/>
                <a:sym typeface="Calibri"/>
              </a:rPr>
              <a:t> request for a specific object version, 111111. Amazon S3 returns that object version even though it's not the current version.</a:t>
            </a:r>
            <a:endParaRPr>
              <a:latin typeface="Calibri"/>
              <a:ea typeface="Calibri"/>
              <a:cs typeface="Calibri"/>
              <a:sym typeface="Calibri"/>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0" name="Shape 2290"/>
        <p:cNvGrpSpPr/>
        <p:nvPr/>
      </p:nvGrpSpPr>
      <p:grpSpPr>
        <a:xfrm>
          <a:off x="0" y="0"/>
          <a:ext cx="0" cy="0"/>
          <a:chOff x="0" y="0"/>
          <a:chExt cx="0" cy="0"/>
        </a:xfrm>
      </p:grpSpPr>
      <p:sp>
        <p:nvSpPr>
          <p:cNvPr id="2291" name="Google Shape;2291;p42: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2" name="Google Shape;2292;p42: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b="0" i="0" lang="en-US">
                <a:solidFill>
                  <a:schemeClr val="dk1"/>
                </a:solidFill>
                <a:latin typeface="Calibri"/>
                <a:ea typeface="Calibri"/>
                <a:cs typeface="Calibri"/>
                <a:sym typeface="Calibri"/>
              </a:rPr>
              <a:t>Lastly, you can permanently delete an object by specifying the version that you want to delete. Only the owner of an S3 bucket can permanently delete a version. </a:t>
            </a:r>
            <a:endParaRPr/>
          </a:p>
          <a:p>
            <a:pPr indent="0" lvl="0" marL="0" rtl="0" algn="l">
              <a:spcBef>
                <a:spcPts val="0"/>
              </a:spcBef>
              <a:spcAft>
                <a:spcPts val="0"/>
              </a:spcAft>
              <a:buNone/>
            </a:pPr>
            <a:r>
              <a:t/>
            </a:r>
            <a:endParaRPr b="0" i="0">
              <a:solidFill>
                <a:schemeClr val="dk1"/>
              </a:solidFill>
              <a:latin typeface="Calibri"/>
              <a:ea typeface="Calibri"/>
              <a:cs typeface="Calibri"/>
              <a:sym typeface="Calibri"/>
            </a:endParaRPr>
          </a:p>
          <a:p>
            <a:pPr indent="0" lvl="0" marL="0" rtl="0" algn="l">
              <a:spcBef>
                <a:spcPts val="0"/>
              </a:spcBef>
              <a:spcAft>
                <a:spcPts val="0"/>
              </a:spcAft>
              <a:buNone/>
            </a:pPr>
            <a:r>
              <a:rPr b="0" i="0" lang="en-US">
                <a:solidFill>
                  <a:schemeClr val="dk1"/>
                </a:solidFill>
                <a:latin typeface="Calibri"/>
                <a:ea typeface="Calibri"/>
                <a:cs typeface="Calibri"/>
                <a:sym typeface="Calibri"/>
              </a:rPr>
              <a:t>If your delete operation specifies the </a:t>
            </a:r>
            <a:r>
              <a:rPr lang="en-US">
                <a:latin typeface="Calibri"/>
                <a:ea typeface="Calibri"/>
                <a:cs typeface="Calibri"/>
                <a:sym typeface="Calibri"/>
              </a:rPr>
              <a:t>version ID</a:t>
            </a:r>
            <a:r>
              <a:rPr b="0" i="0" lang="en-US">
                <a:solidFill>
                  <a:schemeClr val="dk1"/>
                </a:solidFill>
                <a:latin typeface="Calibri"/>
                <a:ea typeface="Calibri"/>
                <a:cs typeface="Calibri"/>
                <a:sym typeface="Calibri"/>
              </a:rPr>
              <a:t>, that object version is permanently deleted, and Amazon S3 doesn't insert a delete marker.</a:t>
            </a:r>
            <a:endParaRPr>
              <a:latin typeface="Calibri"/>
              <a:ea typeface="Calibri"/>
              <a:cs typeface="Calibri"/>
              <a:sym typeface="Calibri"/>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5" name="Shape 2305"/>
        <p:cNvGrpSpPr/>
        <p:nvPr/>
      </p:nvGrpSpPr>
      <p:grpSpPr>
        <a:xfrm>
          <a:off x="0" y="0"/>
          <a:ext cx="0" cy="0"/>
          <a:chOff x="0" y="0"/>
          <a:chExt cx="0" cy="0"/>
        </a:xfrm>
      </p:grpSpPr>
      <p:sp>
        <p:nvSpPr>
          <p:cNvPr id="2306" name="Google Shape;2306;p43: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7" name="Google Shape;2307;p43: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b="1" lang="en-US">
                <a:latin typeface="Calibri"/>
                <a:ea typeface="Calibri"/>
                <a:cs typeface="Calibri"/>
                <a:sym typeface="Calibri"/>
              </a:rPr>
              <a:t>|</a:t>
            </a:r>
            <a:r>
              <a:rPr lang="en-US">
                <a:latin typeface="Calibri"/>
                <a:ea typeface="Calibri"/>
                <a:cs typeface="Calibri"/>
                <a:sym typeface="Calibri"/>
              </a:rPr>
              <a:t>This demo is recorded as an .MP4 file with captions. Students access it through the online course. Durations for each demo are included in the instructor guide.</a:t>
            </a:r>
            <a:endParaRPr/>
          </a:p>
          <a:p>
            <a:pPr indent="0" lvl="0" marL="0" rtl="0" algn="l">
              <a:spcBef>
                <a:spcPts val="0"/>
              </a:spcBef>
              <a:spcAft>
                <a:spcPts val="0"/>
              </a:spcAft>
              <a:buNone/>
            </a:pPr>
            <a:r>
              <a:rPr b="1" lang="en-US">
                <a:latin typeface="Calibri"/>
                <a:ea typeface="Calibri"/>
                <a:cs typeface="Calibri"/>
                <a:sym typeface="Calibri"/>
              </a:rPr>
              <a:t>|</a:t>
            </a:r>
            <a:endParaRPr b="1">
              <a:latin typeface="Calibri"/>
              <a:ea typeface="Calibri"/>
              <a:cs typeface="Calibri"/>
              <a:sym typeface="Calibri"/>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marR="0" rtl="0" algn="l">
              <a:spcBef>
                <a:spcPts val="0"/>
              </a:spcBef>
              <a:spcAft>
                <a:spcPts val="0"/>
              </a:spcAft>
              <a:buClr>
                <a:schemeClr val="dk1"/>
              </a:buClr>
              <a:buSzPts val="1200"/>
              <a:buFont typeface="Calibri"/>
              <a:buNone/>
            </a:pPr>
            <a:r>
              <a:rPr lang="en-US">
                <a:latin typeface="Calibri"/>
                <a:ea typeface="Calibri"/>
                <a:cs typeface="Calibri"/>
                <a:sym typeface="Calibri"/>
              </a:rPr>
              <a:t>Find this recorded demo in your course as part of this module.</a:t>
            </a:r>
            <a:endParaRPr b="1">
              <a:latin typeface="Calibri"/>
              <a:ea typeface="Calibri"/>
              <a:cs typeface="Calibri"/>
              <a:sym typeface="Calibri"/>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3" name="Shape 2313"/>
        <p:cNvGrpSpPr/>
        <p:nvPr/>
      </p:nvGrpSpPr>
      <p:grpSpPr>
        <a:xfrm>
          <a:off x="0" y="0"/>
          <a:ext cx="0" cy="0"/>
          <a:chOff x="0" y="0"/>
          <a:chExt cx="0" cy="0"/>
        </a:xfrm>
      </p:grpSpPr>
      <p:sp>
        <p:nvSpPr>
          <p:cNvPr id="2314" name="Google Shape;2314;p44: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5" name="Google Shape;2315;p44:notes"/>
          <p:cNvSpPr txBox="1"/>
          <p:nvPr>
            <p:ph idx="1" type="body"/>
          </p:nvPr>
        </p:nvSpPr>
        <p:spPr>
          <a:xfrm>
            <a:off x="317500" y="3810000"/>
            <a:ext cx="7112000" cy="53975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marR="0" rtl="0" algn="l">
              <a:spcBef>
                <a:spcPts val="0"/>
              </a:spcBef>
              <a:spcAft>
                <a:spcPts val="0"/>
              </a:spcAft>
              <a:buClr>
                <a:schemeClr val="dk1"/>
              </a:buClr>
              <a:buSzPts val="1200"/>
              <a:buFont typeface="Calibri"/>
              <a:buNone/>
            </a:pPr>
            <a:r>
              <a:rPr lang="en-US">
                <a:solidFill>
                  <a:schemeClr val="dk1"/>
                </a:solidFill>
                <a:latin typeface="Calibri"/>
                <a:ea typeface="Calibri"/>
                <a:cs typeface="Calibri"/>
                <a:sym typeface="Calibri"/>
              </a:rPr>
              <a:t>Cross-origin resource sharing (CORS) defines a way for client web applications that are loaded in one domain to interact with resources in a different domain. With CORS support, you can build rich client-side web applications with Amazon S3 and selectively allow cross-origin access to your Amazon S3 resources.</a:t>
            </a:r>
            <a:endParaRPr/>
          </a:p>
          <a:p>
            <a:pPr indent="0" lvl="0" marL="0" rtl="0" algn="l">
              <a:spcBef>
                <a:spcPts val="0"/>
              </a:spcBef>
              <a:spcAft>
                <a:spcPts val="0"/>
              </a:spcAft>
              <a:buNone/>
            </a:pPr>
            <a:r>
              <a:rPr lang="en-US">
                <a:solidFill>
                  <a:schemeClr val="dk1"/>
                </a:solidFill>
                <a:latin typeface="Calibri"/>
                <a:ea typeface="Calibri"/>
                <a:cs typeface="Calibri"/>
                <a:sym typeface="Calibri"/>
              </a:rPr>
              <a:t> </a:t>
            </a:r>
            <a:endParaRPr/>
          </a:p>
          <a:p>
            <a:pPr indent="0" lvl="0" marL="0" rtl="0" algn="l">
              <a:spcBef>
                <a:spcPts val="0"/>
              </a:spcBef>
              <a:spcAft>
                <a:spcPts val="0"/>
              </a:spcAft>
              <a:buNone/>
            </a:pPr>
            <a:r>
              <a:rPr b="0" i="0" lang="en-US">
                <a:solidFill>
                  <a:schemeClr val="dk1"/>
                </a:solidFill>
                <a:latin typeface="Calibri"/>
                <a:ea typeface="Calibri"/>
                <a:cs typeface="Calibri"/>
                <a:sym typeface="Calibri"/>
              </a:rPr>
              <a:t>To configure your bucket to allow cross-origin requests, you create a CORS configuration. A CORS configuration is an XML document with rules that identify the following </a:t>
            </a:r>
            <a:endParaRPr/>
          </a:p>
          <a:p>
            <a:pPr indent="-171450" lvl="0" marL="171450" rtl="0" algn="l">
              <a:spcBef>
                <a:spcPts val="0"/>
              </a:spcBef>
              <a:spcAft>
                <a:spcPts val="0"/>
              </a:spcAft>
              <a:buClr>
                <a:schemeClr val="dk1"/>
              </a:buClr>
              <a:buSzPts val="1200"/>
              <a:buFont typeface="Arial"/>
              <a:buChar char="•"/>
            </a:pPr>
            <a:r>
              <a:rPr b="0" i="0" lang="en-US">
                <a:solidFill>
                  <a:schemeClr val="dk1"/>
                </a:solidFill>
                <a:latin typeface="Calibri"/>
                <a:ea typeface="Calibri"/>
                <a:cs typeface="Calibri"/>
                <a:sym typeface="Calibri"/>
              </a:rPr>
              <a:t>The origins that you will allow to access your bucket.</a:t>
            </a:r>
            <a:endParaRPr/>
          </a:p>
          <a:p>
            <a:pPr indent="-171450" lvl="0" marL="171450" rtl="0" algn="l">
              <a:spcBef>
                <a:spcPts val="0"/>
              </a:spcBef>
              <a:spcAft>
                <a:spcPts val="0"/>
              </a:spcAft>
              <a:buClr>
                <a:schemeClr val="dk1"/>
              </a:buClr>
              <a:buSzPts val="1200"/>
              <a:buFont typeface="Arial"/>
              <a:buChar char="•"/>
            </a:pPr>
            <a:r>
              <a:rPr b="0" i="0" lang="en-US">
                <a:solidFill>
                  <a:schemeClr val="dk1"/>
                </a:solidFill>
                <a:latin typeface="Calibri"/>
                <a:ea typeface="Calibri"/>
                <a:cs typeface="Calibri"/>
                <a:sym typeface="Calibri"/>
              </a:rPr>
              <a:t>The operations (HTTP methods) that will support for each origin. In this example, GET </a:t>
            </a:r>
            <a:r>
              <a:rPr lang="en-US">
                <a:latin typeface="Calibri"/>
                <a:ea typeface="Calibri"/>
                <a:cs typeface="Calibri"/>
                <a:sym typeface="Calibri"/>
              </a:rPr>
              <a:t>requests are allowed from all origins. </a:t>
            </a:r>
            <a:endParaRPr/>
          </a:p>
          <a:p>
            <a:pPr indent="-171450" lvl="0" marL="171450" rtl="0" algn="l">
              <a:spcBef>
                <a:spcPts val="0"/>
              </a:spcBef>
              <a:spcAft>
                <a:spcPts val="0"/>
              </a:spcAft>
              <a:buClr>
                <a:schemeClr val="dk1"/>
              </a:buClr>
              <a:buSzPts val="1200"/>
              <a:buFont typeface="Arial"/>
              <a:buChar char="•"/>
            </a:pPr>
            <a:r>
              <a:rPr b="0" i="0" lang="en-US">
                <a:solidFill>
                  <a:schemeClr val="dk1"/>
                </a:solidFill>
                <a:latin typeface="Calibri"/>
                <a:ea typeface="Calibri"/>
                <a:cs typeface="Calibri"/>
                <a:sym typeface="Calibri"/>
              </a:rPr>
              <a:t>Other operation-specific information.</a:t>
            </a:r>
            <a:endParaRPr/>
          </a:p>
          <a:p>
            <a:pPr indent="-95250" lvl="0" marL="171450" rtl="0" algn="l">
              <a:spcBef>
                <a:spcPts val="0"/>
              </a:spcBef>
              <a:spcAft>
                <a:spcPts val="0"/>
              </a:spcAft>
              <a:buClr>
                <a:schemeClr val="dk1"/>
              </a:buClr>
              <a:buSzPts val="1200"/>
              <a:buFont typeface="Arial"/>
              <a:buNone/>
            </a:pPr>
            <a:r>
              <a:t/>
            </a:r>
            <a:endParaRPr b="0" i="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200"/>
              <a:buFont typeface="Arial"/>
              <a:buNone/>
            </a:pPr>
            <a:r>
              <a:rPr b="0" i="0" lang="en-US">
                <a:solidFill>
                  <a:schemeClr val="dk1"/>
                </a:solidFill>
                <a:latin typeface="Calibri"/>
                <a:ea typeface="Calibri"/>
                <a:cs typeface="Calibri"/>
                <a:sym typeface="Calibri"/>
              </a:rPr>
              <a:t>When Amazon S3 receives a preflight request from a browser, it evaluates the CORS configuration for the bucket and uses a </a:t>
            </a:r>
            <a:r>
              <a:rPr lang="en-US">
                <a:latin typeface="Calibri"/>
                <a:ea typeface="Calibri"/>
                <a:cs typeface="Calibri"/>
                <a:sym typeface="Calibri"/>
              </a:rPr>
              <a:t>CORS </a:t>
            </a:r>
            <a:r>
              <a:rPr b="0" i="0" lang="en-US">
                <a:solidFill>
                  <a:schemeClr val="dk1"/>
                </a:solidFill>
                <a:latin typeface="Calibri"/>
                <a:ea typeface="Calibri"/>
                <a:cs typeface="Calibri"/>
                <a:sym typeface="Calibri"/>
              </a:rPr>
              <a:t>rule that matches the incoming browser request to allow a cross-origin request.</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US">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a:solidFill>
                  <a:schemeClr val="dk1"/>
                </a:solidFill>
                <a:latin typeface="Calibri"/>
                <a:ea typeface="Calibri"/>
                <a:cs typeface="Calibri"/>
                <a:sym typeface="Calibri"/>
              </a:rPr>
              <a:t>This slide shows one example: Y</a:t>
            </a:r>
            <a:r>
              <a:rPr lang="en-US">
                <a:latin typeface="Calibri"/>
                <a:ea typeface="Calibri"/>
                <a:cs typeface="Calibri"/>
                <a:sym typeface="Calibri"/>
              </a:rPr>
              <a:t>ou want to host a web font in your S3 bucket. A </a:t>
            </a:r>
            <a:r>
              <a:rPr lang="en-US">
                <a:solidFill>
                  <a:srgbClr val="000000"/>
                </a:solidFill>
                <a:latin typeface="Calibri"/>
                <a:ea typeface="Calibri"/>
                <a:cs typeface="Calibri"/>
                <a:sym typeface="Calibri"/>
              </a:rPr>
              <a:t>webpage</a:t>
            </a:r>
            <a:r>
              <a:rPr lang="en-US">
                <a:latin typeface="Calibri"/>
                <a:ea typeface="Calibri"/>
                <a:cs typeface="Calibri"/>
                <a:sym typeface="Calibri"/>
              </a:rPr>
              <a:t> in an alternate domain may try to use this web font. </a:t>
            </a:r>
            <a:r>
              <a:rPr lang="en-US">
                <a:solidFill>
                  <a:srgbClr val="000000"/>
                </a:solidFill>
                <a:latin typeface="Calibri"/>
                <a:ea typeface="Calibri"/>
                <a:cs typeface="Calibri"/>
                <a:sym typeface="Calibri"/>
              </a:rPr>
              <a:t>Before</a:t>
            </a:r>
            <a:r>
              <a:rPr lang="en-US">
                <a:latin typeface="Calibri"/>
                <a:ea typeface="Calibri"/>
                <a:cs typeface="Calibri"/>
                <a:sym typeface="Calibri"/>
              </a:rPr>
              <a:t> the browser loads this </a:t>
            </a:r>
            <a:r>
              <a:rPr lang="en-US">
                <a:solidFill>
                  <a:srgbClr val="000000"/>
                </a:solidFill>
                <a:latin typeface="Calibri"/>
                <a:ea typeface="Calibri"/>
                <a:cs typeface="Calibri"/>
                <a:sym typeface="Calibri"/>
              </a:rPr>
              <a:t>webpage</a:t>
            </a:r>
            <a:r>
              <a:rPr lang="en-US">
                <a:latin typeface="Calibri"/>
                <a:ea typeface="Calibri"/>
                <a:cs typeface="Calibri"/>
                <a:sym typeface="Calibri"/>
              </a:rPr>
              <a:t>, it </a:t>
            </a:r>
            <a:r>
              <a:rPr lang="en-US">
                <a:solidFill>
                  <a:srgbClr val="000000"/>
                </a:solidFill>
                <a:latin typeface="Calibri"/>
                <a:ea typeface="Calibri"/>
                <a:cs typeface="Calibri"/>
                <a:sym typeface="Calibri"/>
              </a:rPr>
              <a:t>performs</a:t>
            </a:r>
            <a:r>
              <a:rPr lang="en-US">
                <a:latin typeface="Calibri"/>
                <a:ea typeface="Calibri"/>
                <a:cs typeface="Calibri"/>
                <a:sym typeface="Calibri"/>
              </a:rPr>
              <a:t> a CORS check to make sure that the domain from which the page is being loaded is </a:t>
            </a:r>
            <a:r>
              <a:rPr lang="en-US">
                <a:solidFill>
                  <a:srgbClr val="000000"/>
                </a:solidFill>
                <a:latin typeface="Calibri"/>
                <a:ea typeface="Calibri"/>
                <a:cs typeface="Calibri"/>
                <a:sym typeface="Calibri"/>
              </a:rPr>
              <a:t>allowed</a:t>
            </a:r>
            <a:r>
              <a:rPr lang="en-US">
                <a:latin typeface="Calibri"/>
                <a:ea typeface="Calibri"/>
                <a:cs typeface="Calibri"/>
                <a:sym typeface="Calibri"/>
              </a:rPr>
              <a:t> to access S3 </a:t>
            </a:r>
            <a:r>
              <a:rPr lang="en-US">
                <a:solidFill>
                  <a:srgbClr val="000000"/>
                </a:solidFill>
                <a:latin typeface="Calibri"/>
                <a:ea typeface="Calibri"/>
                <a:cs typeface="Calibri"/>
                <a:sym typeface="Calibri"/>
              </a:rPr>
              <a:t>bucket resources</a:t>
            </a:r>
            <a:r>
              <a:rPr lang="en-US">
                <a:latin typeface="Calibri"/>
                <a:ea typeface="Calibri"/>
                <a:cs typeface="Calibri"/>
                <a:sym typeface="Calibri"/>
              </a:rPr>
              <a:t>. </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US">
                <a:solidFill>
                  <a:schemeClr val="dk1"/>
                </a:solidFill>
                <a:latin typeface="Calibri"/>
                <a:ea typeface="Calibri"/>
                <a:cs typeface="Calibri"/>
                <a:sym typeface="Calibri"/>
              </a:rPr>
              <a:t>For more information about using cross-origin resource sharing (CORS), see the CORS page in the Amazon S3 user guide.  Your course resources include a direct link.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0" name="Shape 2340"/>
        <p:cNvGrpSpPr/>
        <p:nvPr/>
      </p:nvGrpSpPr>
      <p:grpSpPr>
        <a:xfrm>
          <a:off x="0" y="0"/>
          <a:ext cx="0" cy="0"/>
          <a:chOff x="0" y="0"/>
          <a:chExt cx="0" cy="0"/>
        </a:xfrm>
      </p:grpSpPr>
      <p:sp>
        <p:nvSpPr>
          <p:cNvPr id="2341" name="Google Shape;2341;p45: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2" name="Google Shape;2342;p45: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lang="en-US">
                <a:latin typeface="Calibri"/>
                <a:ea typeface="Calibri"/>
                <a:cs typeface="Calibri"/>
                <a:sym typeface="Calibri"/>
              </a:rPr>
              <a:t>Along with versioning, consistency of data is important. Now you review the Amazon S3 consistency model. </a:t>
            </a:r>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b="1" lang="en-US">
                <a:latin typeface="Calibri"/>
                <a:ea typeface="Calibri"/>
                <a:cs typeface="Calibri"/>
                <a:sym typeface="Calibri"/>
              </a:rPr>
              <a:t>Image description: </a:t>
            </a:r>
            <a:r>
              <a:rPr lang="en-US">
                <a:latin typeface="Calibri"/>
                <a:ea typeface="Calibri"/>
                <a:cs typeface="Calibri"/>
                <a:sym typeface="Calibri"/>
              </a:rPr>
              <a:t>Graphic shows a new object uploaded to S3 (as version 1). Any immediate read back of that object will consistently be v1 (which confirms read-after-write consistency for PUTS of new objects). </a:t>
            </a:r>
            <a:r>
              <a:rPr b="1" lang="en-US">
                <a:latin typeface="Calibri"/>
                <a:ea typeface="Calibri"/>
                <a:cs typeface="Calibri"/>
                <a:sym typeface="Calibri"/>
              </a:rPr>
              <a:t>End description</a:t>
            </a:r>
            <a:endParaRPr/>
          </a:p>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rPr lang="en-US">
                <a:latin typeface="Calibri"/>
                <a:ea typeface="Calibri"/>
                <a:cs typeface="Calibri"/>
                <a:sym typeface="Calibri"/>
              </a:rPr>
              <a:t>Amazon S3 pioneered object storage in the cloud with high availability, performance, and virtually unlimited scalability, with eventual consistency. Without strong consistency, you would insert custom code into these applications or provision databases to keep objects consistent with any changes in Amazon S3 across millions or billions of objects.</a:t>
            </a:r>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lang="en-US">
                <a:latin typeface="Calibri"/>
                <a:ea typeface="Calibri"/>
                <a:cs typeface="Calibri"/>
                <a:sym typeface="Calibri"/>
              </a:rPr>
              <a:t>Amazon S3 delivers strong read-after-write and list consistency automatically for all applications. With strong consistency, Amazon S3 simplifies the migration of on-premises analytics workloads by removing the need to make changes to applications. Amazon S3 also reduces costs by removing the need for extra infrastructure to provide strong consistency. </a:t>
            </a:r>
            <a:endParaRPr/>
          </a:p>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rPr lang="en-US">
                <a:latin typeface="Calibri"/>
                <a:ea typeface="Calibri"/>
                <a:cs typeface="Calibri"/>
                <a:sym typeface="Calibri"/>
              </a:rPr>
              <a:t>Amazon S3 is strongly consistent for all new and existing S3 objects in all AWS Regions.</a:t>
            </a:r>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lang="en-US">
                <a:latin typeface="Calibri"/>
                <a:ea typeface="Calibri"/>
                <a:cs typeface="Calibri"/>
                <a:sym typeface="Calibri"/>
              </a:rPr>
              <a:t>Amazon S3 achieves high availability by replicating data across multiple servers within AWS data centers. If a PUT request is successful, the data is safely stored. Any read (GET or LIST) that is initiated following a successful PUT response will return the data written by the PUT. This strong read-after-write consistency exists automatically for all applications, without changes to performance or availability. </a:t>
            </a:r>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lang="en-US">
                <a:latin typeface="Calibri"/>
                <a:ea typeface="Calibri"/>
                <a:cs typeface="Calibri"/>
                <a:sym typeface="Calibri"/>
              </a:rPr>
              <a:t>Strong consistency simplifies the migration of on-premises analytics workloads by removing the need to make changes to support applications. It also removes the need for extra infrastructure, such as S3Guard, to provide strong consistency.</a:t>
            </a:r>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lang="en-US">
                <a:latin typeface="Calibri"/>
                <a:ea typeface="Calibri"/>
                <a:cs typeface="Calibri"/>
                <a:sym typeface="Calibri"/>
              </a:rPr>
              <a:t>Although objects are strongly consistent, S3 bucket configurations have an eventual consistency model. For example, if you delete a bucket and immediately list all buckets, the deleted bucket might still appear in the list. However, within a short period of time, if you run the list bucket command again, the deleted bucket will no longer appear in the results for the list bucket.</a:t>
            </a:r>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b="0" i="0" lang="en-US">
                <a:solidFill>
                  <a:schemeClr val="dk1"/>
                </a:solidFill>
                <a:latin typeface="Calibri"/>
                <a:ea typeface="Calibri"/>
                <a:cs typeface="Calibri"/>
                <a:sym typeface="Calibri"/>
              </a:rPr>
              <a:t>See the link provided on the course resources page for more information on Amazon S3 strong consistency.</a:t>
            </a:r>
            <a:endParaRPr>
              <a:latin typeface="Calibri"/>
              <a:ea typeface="Calibri"/>
              <a:cs typeface="Calibri"/>
              <a:sym typeface="Calibri"/>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9" name="Shape 2359"/>
        <p:cNvGrpSpPr/>
        <p:nvPr/>
      </p:nvGrpSpPr>
      <p:grpSpPr>
        <a:xfrm>
          <a:off x="0" y="0"/>
          <a:ext cx="0" cy="0"/>
          <a:chOff x="0" y="0"/>
          <a:chExt cx="0" cy="0"/>
        </a:xfrm>
      </p:grpSpPr>
      <p:sp>
        <p:nvSpPr>
          <p:cNvPr id="2360" name="Google Shape;2360;p46: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1" name="Google Shape;2361;p46: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lang="en-US">
                <a:latin typeface="Calibri"/>
                <a:ea typeface="Calibri"/>
                <a:cs typeface="Calibri"/>
                <a:sym typeface="Calibri"/>
              </a:rPr>
              <a:t>Here are a few key points to summarize this section.</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7" name="Shape 2367"/>
        <p:cNvGrpSpPr/>
        <p:nvPr/>
      </p:nvGrpSpPr>
      <p:grpSpPr>
        <a:xfrm>
          <a:off x="0" y="0"/>
          <a:ext cx="0" cy="0"/>
          <a:chOff x="0" y="0"/>
          <a:chExt cx="0" cy="0"/>
        </a:xfrm>
      </p:grpSpPr>
      <p:sp>
        <p:nvSpPr>
          <p:cNvPr id="2368" name="Google Shape;2368;p47: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9" name="Google Shape;2369;p47: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|In this section, you will learn about design choices for securing buckets and objects, configuring access, and locating buckets within AWS Regions.</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lang="en-US">
                <a:latin typeface="Calibri"/>
                <a:ea typeface="Calibri"/>
                <a:cs typeface="Calibri"/>
                <a:sym typeface="Calibri"/>
              </a:rPr>
              <a:t>This section describes designing with Amazon S3.</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4" name="Shape 2374"/>
        <p:cNvGrpSpPr/>
        <p:nvPr/>
      </p:nvGrpSpPr>
      <p:grpSpPr>
        <a:xfrm>
          <a:off x="0" y="0"/>
          <a:ext cx="0" cy="0"/>
          <a:chOff x="0" y="0"/>
          <a:chExt cx="0" cy="0"/>
        </a:xfrm>
      </p:grpSpPr>
      <p:sp>
        <p:nvSpPr>
          <p:cNvPr id="2375" name="Google Shape;2375;p48: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6" name="Google Shape;2376;p48: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lang="en-US">
                <a:latin typeface="Calibri"/>
                <a:ea typeface="Calibri"/>
                <a:cs typeface="Calibri"/>
                <a:sym typeface="Calibri"/>
              </a:rPr>
              <a:t>When your objective is to protect digital data, data encryption is an essential tool. Data encryption takes data that is legible and encodes it. Encrypted data is unreadable to anyone who does not have access to the secret key that can be used to decode it. Thus, even if an attacker gains access to your data, they cannot make sense of it. Optionally, use AWS Key Management Service (AWS KMS) to manage secret keys.</a:t>
            </a:r>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lang="en-US">
                <a:latin typeface="Calibri"/>
                <a:ea typeface="Calibri"/>
                <a:cs typeface="Calibri"/>
                <a:sym typeface="Calibri"/>
              </a:rPr>
              <a:t>Protecting data is very important. By default, all S3 buckets are private, and only users who are explicitly granted access to S3 buckets can access those buckets. It is essential that you manage and control access to Amazon S3 data.</a:t>
            </a:r>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lang="en-US">
                <a:latin typeface="Calibri"/>
                <a:ea typeface="Calibri"/>
                <a:cs typeface="Calibri"/>
                <a:sym typeface="Calibri"/>
              </a:rPr>
              <a:t>For more information, see Data protection in Amazon S3 on the content resources page of your online course.</a:t>
            </a:r>
            <a:endParaRPr/>
          </a:p>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1" name="Shape 2381"/>
        <p:cNvGrpSpPr/>
        <p:nvPr/>
      </p:nvGrpSpPr>
      <p:grpSpPr>
        <a:xfrm>
          <a:off x="0" y="0"/>
          <a:ext cx="0" cy="0"/>
          <a:chOff x="0" y="0"/>
          <a:chExt cx="0" cy="0"/>
        </a:xfrm>
      </p:grpSpPr>
      <p:sp>
        <p:nvSpPr>
          <p:cNvPr id="2382" name="Google Shape;2382;p49: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3" name="Google Shape;2383;p49: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lang="en-US">
                <a:latin typeface="Calibri"/>
                <a:ea typeface="Calibri"/>
                <a:cs typeface="Calibri"/>
                <a:sym typeface="Calibri"/>
              </a:rPr>
              <a:t>All S3 buckets have encryption configured by default, and all new objects that are uploaded to an S3 bucket are automatically encrypted at rest. SSE-S3 is the default encryption configuration for every bucket in Amazon S3. To use a different type of encryption, you can either specify the type of server-side encryption to use in your S3 PUT requests, or you can set the default encryption configuration in the destination bucket.</a:t>
            </a:r>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lang="en-US">
                <a:latin typeface="Calibri"/>
                <a:ea typeface="Calibri"/>
                <a:cs typeface="Calibri"/>
                <a:sym typeface="Calibri"/>
              </a:rPr>
              <a:t>If you want to specify a different encryption type in your PUT requests, you can use server-side encryption with AWS Key Management Service (AWS KMS) keys (SSE-KMS), dual-layer server-side encryption with AWS KMS keys (DSSE-KMS), or server-side encryption with customer-provided keys (SSE-C). </a:t>
            </a:r>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lang="en-US">
                <a:latin typeface="Calibri"/>
                <a:ea typeface="Calibri"/>
                <a:cs typeface="Calibri"/>
                <a:sym typeface="Calibri"/>
              </a:rPr>
              <a:t>If you want to set a different default encryption configuration in the destination bucket, you can use SSE-KMS or DSSE-KMS.</a:t>
            </a:r>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200"/>
              <a:buFont typeface="Arial"/>
              <a:buNone/>
            </a:pPr>
            <a:r>
              <a:rPr lang="en-US">
                <a:latin typeface="Calibri"/>
                <a:ea typeface="Calibri"/>
                <a:cs typeface="Calibri"/>
                <a:sym typeface="Calibri"/>
              </a:rPr>
              <a:t>Client-side encryption is another option. When you use this approach, you encrypt the data on the client side before you upload it to Amazon S3. In this case, you manage the encryption process, the encryption keys, and related tools. Like server-side encryption, client-side encryption can reduce risk by encrypting the data with a key that is stored in a different mechanism than the mechanism that stores the data itself.</a:t>
            </a:r>
            <a:endParaRPr/>
          </a:p>
          <a:p>
            <a:pPr indent="0" lvl="0" marL="0" rtl="0" algn="l">
              <a:spcBef>
                <a:spcPts val="0"/>
              </a:spcBef>
              <a:spcAft>
                <a:spcPts val="0"/>
              </a:spcAft>
              <a:buClr>
                <a:schemeClr val="dk1"/>
              </a:buClr>
              <a:buSzPts val="1200"/>
              <a:buFont typeface="Arial"/>
              <a:buNone/>
            </a:pPr>
            <a:r>
              <a:t/>
            </a:r>
            <a:endParaRPr>
              <a:latin typeface="Calibri"/>
              <a:ea typeface="Calibri"/>
              <a:cs typeface="Calibri"/>
              <a:sym typeface="Calibri"/>
            </a:endParaRPr>
          </a:p>
          <a:p>
            <a:pPr indent="0" lvl="0" marL="0" marR="0" rtl="0" algn="l">
              <a:spcBef>
                <a:spcPts val="0"/>
              </a:spcBef>
              <a:spcAft>
                <a:spcPts val="0"/>
              </a:spcAft>
              <a:buClr>
                <a:schemeClr val="dk1"/>
              </a:buClr>
              <a:buSzPts val="1200"/>
              <a:buFont typeface="Arial"/>
              <a:buNone/>
            </a:pPr>
            <a:r>
              <a:rPr lang="en-US">
                <a:latin typeface="Calibri"/>
                <a:ea typeface="Calibri"/>
                <a:cs typeface="Calibri"/>
                <a:sym typeface="Calibri"/>
              </a:rPr>
              <a:t>For more information, see </a:t>
            </a:r>
            <a:r>
              <a:rPr lang="en-US">
                <a:solidFill>
                  <a:schemeClr val="dk1"/>
                </a:solidFill>
                <a:latin typeface="Calibri"/>
                <a:ea typeface="Calibri"/>
                <a:cs typeface="Calibri"/>
                <a:sym typeface="Calibri"/>
              </a:rPr>
              <a:t>Protecting data with encryption </a:t>
            </a:r>
            <a:r>
              <a:rPr lang="en-US">
                <a:latin typeface="Calibri"/>
                <a:ea typeface="Calibri"/>
                <a:cs typeface="Calibri"/>
                <a:sym typeface="Calibri"/>
              </a:rPr>
              <a:t>on the content resources page of your online course.</a:t>
            </a:r>
            <a:endParaRPr/>
          </a:p>
          <a:p>
            <a:pPr indent="0" lvl="0" marL="0" marR="0" rtl="0" algn="l">
              <a:lnSpc>
                <a:spcPct val="100000"/>
              </a:lnSpc>
              <a:spcBef>
                <a:spcPts val="0"/>
              </a:spcBef>
              <a:spcAft>
                <a:spcPts val="0"/>
              </a:spcAft>
              <a:buClr>
                <a:schemeClr val="dk1"/>
              </a:buClr>
              <a:buSzPts val="1200"/>
              <a:buFont typeface="Arial"/>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8" name="Shape 2388"/>
        <p:cNvGrpSpPr/>
        <p:nvPr/>
      </p:nvGrpSpPr>
      <p:grpSpPr>
        <a:xfrm>
          <a:off x="0" y="0"/>
          <a:ext cx="0" cy="0"/>
          <a:chOff x="0" y="0"/>
          <a:chExt cx="0" cy="0"/>
        </a:xfrm>
      </p:grpSpPr>
      <p:sp>
        <p:nvSpPr>
          <p:cNvPr id="2389" name="Google Shape;2389;p50: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0" name="Google Shape;2390;p50: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lang="en-US">
                <a:latin typeface="Calibri"/>
                <a:ea typeface="Calibri"/>
                <a:cs typeface="Calibri"/>
                <a:sym typeface="Calibri"/>
              </a:rPr>
              <a:t>AWS provides many tools and options for controlling access to your S3 buckets or objects, such as the following:</a:t>
            </a:r>
            <a:endParaRPr/>
          </a:p>
          <a:p>
            <a:pPr indent="-171450" lvl="0" marL="171450" rtl="0" algn="l">
              <a:spcBef>
                <a:spcPts val="0"/>
              </a:spcBef>
              <a:spcAft>
                <a:spcPts val="0"/>
              </a:spcAft>
              <a:buClr>
                <a:schemeClr val="dk1"/>
              </a:buClr>
              <a:buSzPts val="1200"/>
              <a:buFont typeface="Arial"/>
              <a:buChar char="•"/>
            </a:pPr>
            <a:r>
              <a:rPr lang="en-US">
                <a:latin typeface="Calibri"/>
                <a:ea typeface="Calibri"/>
                <a:cs typeface="Calibri"/>
                <a:sym typeface="Calibri"/>
              </a:rPr>
              <a:t>The Amazon S3 Block Public Access feature overrides any other policies or object permissions. Enable Block Public Access for all buckets that you don't want to be publicly accessible. This feature provides a straightforward method for avoiding unintended exposure of Amazon S3 data.</a:t>
            </a:r>
            <a:endParaRPr/>
          </a:p>
          <a:p>
            <a:pPr indent="-171450" lvl="0" marL="171450" rtl="0" algn="l">
              <a:spcBef>
                <a:spcPts val="0"/>
              </a:spcBef>
              <a:spcAft>
                <a:spcPts val="0"/>
              </a:spcAft>
              <a:buClr>
                <a:schemeClr val="dk1"/>
              </a:buClr>
              <a:buSzPts val="1200"/>
              <a:buFont typeface="Arial"/>
              <a:buChar char="•"/>
            </a:pPr>
            <a:r>
              <a:rPr lang="en-US">
                <a:latin typeface="Calibri"/>
                <a:ea typeface="Calibri"/>
                <a:cs typeface="Calibri"/>
                <a:sym typeface="Calibri"/>
              </a:rPr>
              <a:t>Write AWS Identity and Access Management (IAM) policies that specify the users or roles that can access specific buckets and objects. </a:t>
            </a:r>
            <a:endParaRPr/>
          </a:p>
          <a:p>
            <a:pPr indent="-171450" lvl="0" marL="171450" rtl="0" algn="l">
              <a:spcBef>
                <a:spcPts val="0"/>
              </a:spcBef>
              <a:spcAft>
                <a:spcPts val="0"/>
              </a:spcAft>
              <a:buClr>
                <a:schemeClr val="dk1"/>
              </a:buClr>
              <a:buSzPts val="1200"/>
              <a:buFont typeface="Arial"/>
              <a:buChar char="•"/>
            </a:pPr>
            <a:r>
              <a:rPr lang="en-US">
                <a:latin typeface="Calibri"/>
                <a:ea typeface="Calibri"/>
                <a:cs typeface="Calibri"/>
                <a:sym typeface="Calibri"/>
              </a:rPr>
              <a:t>You typically use bucket policies to define access to specific buckets or objects when the user or system cannot authenticate by using IAM. You can configure bucket policies to grant access across AWS accounts or to grant public or anonymous access to Amazon S3 data. If you use bucket policies, you should carefully write them and fully test them. You can specify a deny statement in a bucket policy to restrict access. Access will be restricted even if the users have permissions that are granted in an identity-based policy that is attached to the users.</a:t>
            </a:r>
            <a:endParaRPr/>
          </a:p>
          <a:p>
            <a:pPr indent="-171450" lvl="0" marL="171450" rtl="0" algn="l">
              <a:spcBef>
                <a:spcPts val="0"/>
              </a:spcBef>
              <a:spcAft>
                <a:spcPts val="0"/>
              </a:spcAft>
              <a:buClr>
                <a:schemeClr val="dk1"/>
              </a:buClr>
              <a:buSzPts val="1200"/>
              <a:buFont typeface="Arial"/>
              <a:buChar char="•"/>
            </a:pPr>
            <a:r>
              <a:rPr lang="en-US">
                <a:latin typeface="Calibri"/>
                <a:ea typeface="Calibri"/>
                <a:cs typeface="Calibri"/>
                <a:sym typeface="Calibri"/>
              </a:rPr>
              <a:t>Set access control lists (ACLs) on your buckets and objects that are less commonly used (ACLs predate IAM). If you use ACLs, do not set access that is too open or permissive.</a:t>
            </a:r>
            <a:endParaRPr/>
          </a:p>
          <a:p>
            <a:pPr indent="-171450" lvl="0" marL="171450" marR="0" rtl="0" algn="l">
              <a:spcBef>
                <a:spcPts val="0"/>
              </a:spcBef>
              <a:spcAft>
                <a:spcPts val="0"/>
              </a:spcAft>
              <a:buClr>
                <a:schemeClr val="dk1"/>
              </a:buClr>
              <a:buSzPts val="1200"/>
              <a:buFont typeface="Arial"/>
              <a:buChar char="•"/>
            </a:pPr>
            <a:r>
              <a:rPr lang="en-US">
                <a:latin typeface="Calibri"/>
                <a:ea typeface="Calibri"/>
                <a:cs typeface="Calibri"/>
                <a:sym typeface="Calibri"/>
              </a:rPr>
              <a:t>S3 access points are named network endpoints that are attached to buckets. You can use access endpoints to perform S3 object operations. Customers with shared datasets can scale access for many applications by creating individualized access points with names and permissions that are customized for each application. </a:t>
            </a:r>
            <a:endParaRPr/>
          </a:p>
          <a:p>
            <a:pPr indent="-171450" lvl="0" marL="171450" marR="0" rtl="0" algn="l">
              <a:spcBef>
                <a:spcPts val="0"/>
              </a:spcBef>
              <a:spcAft>
                <a:spcPts val="0"/>
              </a:spcAft>
              <a:buClr>
                <a:schemeClr val="dk1"/>
              </a:buClr>
              <a:buSzPts val="1200"/>
              <a:buFont typeface="Arial"/>
              <a:buChar char="•"/>
            </a:pPr>
            <a:r>
              <a:rPr lang="en-US">
                <a:latin typeface="Calibri"/>
                <a:ea typeface="Calibri"/>
                <a:cs typeface="Calibri"/>
                <a:sym typeface="Calibri"/>
              </a:rPr>
              <a:t>Preassigned URLs grant time-limited access to others with temporary URLs.</a:t>
            </a:r>
            <a:endParaRPr/>
          </a:p>
          <a:p>
            <a:pPr indent="-171450" lvl="0" marL="171450" marR="0" rtl="0" algn="l">
              <a:spcBef>
                <a:spcPts val="0"/>
              </a:spcBef>
              <a:spcAft>
                <a:spcPts val="0"/>
              </a:spcAft>
              <a:buClr>
                <a:schemeClr val="dk1"/>
              </a:buClr>
              <a:buSzPts val="1200"/>
              <a:buFont typeface="Arial"/>
              <a:buChar char="•"/>
            </a:pPr>
            <a:r>
              <a:rPr lang="en-US">
                <a:latin typeface="Calibri"/>
                <a:ea typeface="Calibri"/>
                <a:cs typeface="Calibri"/>
                <a:sym typeface="Calibri"/>
              </a:rPr>
              <a:t>AWS Trusted Advisor provides a bucket permission check feature. It is a useful tool for discovering if any of the buckets in your account have permissions that grant global access. </a:t>
            </a:r>
            <a:endParaRPr/>
          </a:p>
          <a:p>
            <a:pPr indent="-95250" lvl="0" marL="171450" rtl="0" algn="l">
              <a:spcBef>
                <a:spcPts val="0"/>
              </a:spcBef>
              <a:spcAft>
                <a:spcPts val="0"/>
              </a:spcAft>
              <a:buClr>
                <a:schemeClr val="dk1"/>
              </a:buClr>
              <a:buSzPts val="1200"/>
              <a:buFont typeface="Arial"/>
              <a:buNone/>
            </a:pPr>
            <a:r>
              <a:t/>
            </a:r>
            <a:endParaRPr>
              <a:latin typeface="Calibri"/>
              <a:ea typeface="Calibri"/>
              <a:cs typeface="Calibri"/>
              <a:sym typeface="Calibri"/>
            </a:endParaRPr>
          </a:p>
          <a:p>
            <a:pPr indent="0" lvl="0" marL="0" marR="0" rtl="0" algn="l">
              <a:spcBef>
                <a:spcPts val="0"/>
              </a:spcBef>
              <a:spcAft>
                <a:spcPts val="0"/>
              </a:spcAft>
              <a:buClr>
                <a:schemeClr val="dk1"/>
              </a:buClr>
              <a:buSzPts val="1200"/>
              <a:buFont typeface="Arial"/>
              <a:buNone/>
            </a:pPr>
            <a:r>
              <a:rPr lang="en-US">
                <a:solidFill>
                  <a:schemeClr val="dk1"/>
                </a:solidFill>
                <a:latin typeface="Calibri"/>
                <a:ea typeface="Calibri"/>
                <a:cs typeface="Calibri"/>
                <a:sym typeface="Calibri"/>
              </a:rPr>
              <a:t>See the link titled Data protection in Amazon S3 in the course resources page for more information.</a:t>
            </a:r>
            <a:endParaRPr/>
          </a:p>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5" name="Shape 2395"/>
        <p:cNvGrpSpPr/>
        <p:nvPr/>
      </p:nvGrpSpPr>
      <p:grpSpPr>
        <a:xfrm>
          <a:off x="0" y="0"/>
          <a:ext cx="0" cy="0"/>
          <a:chOff x="0" y="0"/>
          <a:chExt cx="0" cy="0"/>
        </a:xfrm>
      </p:grpSpPr>
      <p:sp>
        <p:nvSpPr>
          <p:cNvPr id="2396" name="Google Shape;2396;p51: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7" name="Google Shape;2397;p51: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lang="en-US">
                <a:latin typeface="Calibri"/>
                <a:ea typeface="Calibri"/>
                <a:cs typeface="Calibri"/>
                <a:sym typeface="Calibri"/>
              </a:rPr>
              <a:t>Here are three different general approaches to configuring access to objects in an S3 bucket:</a:t>
            </a:r>
            <a:endParaRPr/>
          </a:p>
          <a:p>
            <a:pPr indent="-171450" lvl="0" marL="171450" rtl="0" algn="l">
              <a:spcBef>
                <a:spcPts val="0"/>
              </a:spcBef>
              <a:spcAft>
                <a:spcPts val="0"/>
              </a:spcAft>
              <a:buClr>
                <a:schemeClr val="dk1"/>
              </a:buClr>
              <a:buSzPts val="1200"/>
              <a:buFont typeface="Arial"/>
              <a:buChar char="•"/>
            </a:pPr>
            <a:r>
              <a:rPr lang="en-US">
                <a:latin typeface="Calibri"/>
                <a:ea typeface="Calibri"/>
                <a:cs typeface="Calibri"/>
                <a:sym typeface="Calibri"/>
              </a:rPr>
              <a:t>Option 1 shows the default security settings for Amazon S3. By default, all S3 buckets and the objects stored in them are private (protected). The only entities with access to a newly created, unmodified bucket are the account administrator and the AWS account root user. The resource owner can grant specific access permissions to others, but anyone without those permissions will not have access.</a:t>
            </a:r>
            <a:endParaRPr/>
          </a:p>
          <a:p>
            <a:pPr indent="-171450" lvl="0" marL="171450" rtl="0" algn="l">
              <a:spcBef>
                <a:spcPts val="0"/>
              </a:spcBef>
              <a:spcAft>
                <a:spcPts val="0"/>
              </a:spcAft>
              <a:buClr>
                <a:schemeClr val="dk1"/>
              </a:buClr>
              <a:buSzPts val="1200"/>
              <a:buFont typeface="Arial"/>
              <a:buChar char="•"/>
            </a:pPr>
            <a:r>
              <a:rPr lang="en-US">
                <a:latin typeface="Calibri"/>
                <a:ea typeface="Calibri"/>
                <a:cs typeface="Calibri"/>
                <a:sym typeface="Calibri"/>
              </a:rPr>
              <a:t>Option 2 shows a case where Amazon S3 was configured to provide controlled access. User A was granted access to the objects in the bucket, but User B was denied access. Controlled access scenarios are common. The bucket owner can configure these scenarios by using one or more of the tools or options for controlling access to Amazon S3 data discussed earlier. </a:t>
            </a:r>
            <a:endParaRPr/>
          </a:p>
          <a:p>
            <a:pPr indent="-171450" lvl="0" marL="171450" rtl="0" algn="l">
              <a:spcBef>
                <a:spcPts val="0"/>
              </a:spcBef>
              <a:spcAft>
                <a:spcPts val="0"/>
              </a:spcAft>
              <a:buClr>
                <a:schemeClr val="dk1"/>
              </a:buClr>
              <a:buSzPts val="1200"/>
              <a:buFont typeface="Arial"/>
              <a:buChar char="•"/>
            </a:pPr>
            <a:r>
              <a:rPr lang="en-US">
                <a:latin typeface="Calibri"/>
                <a:ea typeface="Calibri"/>
                <a:cs typeface="Calibri"/>
                <a:sym typeface="Calibri"/>
              </a:rPr>
              <a:t>Option 3 shows an occasion where S3 security settings have been disabled and anyone can publicly access the objects stored in the bucket. </a:t>
            </a:r>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b="1" lang="en-US">
                <a:latin typeface="Calibri"/>
                <a:ea typeface="Calibri"/>
                <a:cs typeface="Calibri"/>
                <a:sym typeface="Calibri"/>
              </a:rPr>
              <a:t>Not recommended</a:t>
            </a:r>
            <a:endParaRPr/>
          </a:p>
          <a:p>
            <a:pPr indent="0" lvl="0" marL="0" rtl="0" algn="l">
              <a:spcBef>
                <a:spcPts val="0"/>
              </a:spcBef>
              <a:spcAft>
                <a:spcPts val="0"/>
              </a:spcAft>
              <a:buNone/>
            </a:pPr>
            <a:r>
              <a:rPr lang="en-US">
                <a:latin typeface="Calibri"/>
                <a:ea typeface="Calibri"/>
                <a:cs typeface="Calibri"/>
                <a:sym typeface="Calibri"/>
              </a:rPr>
              <a:t>Using an S3 bucket to host a static website is an example of setting up an AWS architecture quickly. However, for most Amazon S3 use cases, you would not want to grant public access to Amazon S3. Most use cases do not require public access. More often, you use Amazon S3 to store data that is used by an application that runs outside of Amazon S3 or to back up sensitive data. For these common use cases, you should never grant public access to buckets that hold data.</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8" name="Shape 2458"/>
        <p:cNvGrpSpPr/>
        <p:nvPr/>
      </p:nvGrpSpPr>
      <p:grpSpPr>
        <a:xfrm>
          <a:off x="0" y="0"/>
          <a:ext cx="0" cy="0"/>
          <a:chOff x="0" y="0"/>
          <a:chExt cx="0" cy="0"/>
        </a:xfrm>
      </p:grpSpPr>
      <p:sp>
        <p:nvSpPr>
          <p:cNvPr id="2459" name="Google Shape;2459;p52: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0" name="Google Shape;2460;p52:notes"/>
          <p:cNvSpPr txBox="1"/>
          <p:nvPr>
            <p:ph idx="1" type="body"/>
          </p:nvPr>
        </p:nvSpPr>
        <p:spPr>
          <a:xfrm>
            <a:off x="317500" y="3810000"/>
            <a:ext cx="7112000" cy="552189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i="0" lang="en-US">
                <a:latin typeface="Calibri"/>
                <a:ea typeface="Calibri"/>
                <a:cs typeface="Calibri"/>
                <a:sym typeface="Calibri"/>
              </a:rPr>
              <a:t>|Slide number </a:t>
            </a:r>
            <a:fld id="{00000000-1234-1234-1234-123412341234}" type="slidenum">
              <a:rPr b="1" i="0" lang="en-US">
                <a:latin typeface="Calibri"/>
                <a:ea typeface="Calibri"/>
                <a:cs typeface="Calibri"/>
                <a:sym typeface="Calibri"/>
              </a:rPr>
              <a:t>‹#›</a:t>
            </a:fld>
            <a:r>
              <a:rPr b="1" i="0" lang="en-US">
                <a:latin typeface="Calibri"/>
                <a:ea typeface="Calibri"/>
                <a:cs typeface="Calibri"/>
                <a:sym typeface="Calibri"/>
              </a:rPr>
              <a:t> </a:t>
            </a:r>
            <a:endParaRPr/>
          </a:p>
          <a:p>
            <a:pPr indent="0" lvl="0" marL="0" rtl="0" algn="l">
              <a:spcBef>
                <a:spcPts val="0"/>
              </a:spcBef>
              <a:spcAft>
                <a:spcPts val="0"/>
              </a:spcAft>
              <a:buNone/>
            </a:pPr>
            <a:r>
              <a:rPr b="1" i="0" lang="en-US">
                <a:latin typeface="Calibri"/>
                <a:ea typeface="Calibri"/>
                <a:cs typeface="Calibri"/>
                <a:sym typeface="Calibri"/>
              </a:rPr>
              <a:t>|Instructor notes</a:t>
            </a:r>
            <a:endParaRPr/>
          </a:p>
          <a:p>
            <a:pPr indent="0" lvl="0" marL="0" rtl="0" algn="l">
              <a:spcBef>
                <a:spcPts val="0"/>
              </a:spcBef>
              <a:spcAft>
                <a:spcPts val="0"/>
              </a:spcAft>
              <a:buNone/>
            </a:pPr>
            <a:r>
              <a:rPr i="0" lang="en-US">
                <a:latin typeface="Calibri"/>
                <a:ea typeface="Calibri"/>
                <a:cs typeface="Calibri"/>
                <a:sym typeface="Calibri"/>
              </a:rPr>
              <a:t>|</a:t>
            </a:r>
            <a:endParaRPr/>
          </a:p>
          <a:p>
            <a:pPr indent="0" lvl="0" marL="0" rtl="0" algn="l">
              <a:spcBef>
                <a:spcPts val="0"/>
              </a:spcBef>
              <a:spcAft>
                <a:spcPts val="0"/>
              </a:spcAft>
              <a:buNone/>
            </a:pPr>
            <a:r>
              <a:rPr b="1" i="0" lang="en-US">
                <a:latin typeface="Calibri"/>
                <a:ea typeface="Calibri"/>
                <a:cs typeface="Calibri"/>
                <a:sym typeface="Calibri"/>
              </a:rPr>
              <a:t>|Student notes</a:t>
            </a:r>
            <a:endParaRPr/>
          </a:p>
          <a:p>
            <a:pPr indent="0" lvl="0" marL="0" rtl="0" algn="l">
              <a:spcBef>
                <a:spcPts val="0"/>
              </a:spcBef>
              <a:spcAft>
                <a:spcPts val="0"/>
              </a:spcAft>
              <a:buNone/>
            </a:pPr>
            <a:r>
              <a:rPr i="0" lang="en-US">
                <a:solidFill>
                  <a:schemeClr val="dk1"/>
                </a:solidFill>
                <a:latin typeface="Calibri"/>
                <a:ea typeface="Calibri"/>
                <a:cs typeface="Calibri"/>
                <a:sym typeface="Calibri"/>
              </a:rPr>
              <a:t>Now that you have learned about protecting and encrypting your data, there are many considerations when deciding what Region to host your data in:</a:t>
            </a:r>
            <a:endParaRPr i="0">
              <a:latin typeface="Calibri"/>
              <a:ea typeface="Calibri"/>
              <a:cs typeface="Calibri"/>
              <a:sym typeface="Calibri"/>
            </a:endParaRPr>
          </a:p>
          <a:p>
            <a:pPr indent="-171450" lvl="0" marL="171450" rtl="0" algn="l">
              <a:spcBef>
                <a:spcPts val="0"/>
              </a:spcBef>
              <a:spcAft>
                <a:spcPts val="0"/>
              </a:spcAft>
              <a:buClr>
                <a:schemeClr val="dk1"/>
              </a:buClr>
              <a:buSzPts val="1200"/>
              <a:buFont typeface="Arial"/>
              <a:buChar char="•"/>
            </a:pPr>
            <a:r>
              <a:rPr i="0" lang="en-US">
                <a:solidFill>
                  <a:schemeClr val="dk1"/>
                </a:solidFill>
                <a:latin typeface="Calibri"/>
                <a:ea typeface="Calibri"/>
                <a:cs typeface="Calibri"/>
                <a:sym typeface="Calibri"/>
              </a:rPr>
              <a:t>Y</a:t>
            </a:r>
            <a:r>
              <a:rPr i="0" lang="en-US">
                <a:latin typeface="Calibri"/>
                <a:ea typeface="Calibri"/>
                <a:cs typeface="Calibri"/>
                <a:sym typeface="Calibri"/>
              </a:rPr>
              <a:t>ou should consider </a:t>
            </a:r>
            <a:r>
              <a:rPr b="0" i="0" lang="en-US">
                <a:latin typeface="Calibri"/>
                <a:ea typeface="Calibri"/>
                <a:cs typeface="Calibri"/>
                <a:sym typeface="Calibri"/>
              </a:rPr>
              <a:t>data privacy laws </a:t>
            </a:r>
            <a:r>
              <a:rPr i="0" lang="en-US">
                <a:latin typeface="Calibri"/>
                <a:ea typeface="Calibri"/>
                <a:cs typeface="Calibri"/>
                <a:sym typeface="Calibri"/>
              </a:rPr>
              <a:t>and your regulatory compliance requirements. </a:t>
            </a:r>
            <a:r>
              <a:rPr i="0" lang="en-US">
                <a:solidFill>
                  <a:schemeClr val="dk1"/>
                </a:solidFill>
                <a:latin typeface="Calibri"/>
                <a:ea typeface="Calibri"/>
                <a:cs typeface="Calibri"/>
                <a:sym typeface="Calibri"/>
              </a:rPr>
              <a:t>Data that you store on AWS is subject to the laws of the country and locality where it is stored. In addition, some laws dictate that if you are operating your business in their jurisdiction, you cannot store that data anywhere else. Similarly, </a:t>
            </a:r>
            <a:r>
              <a:rPr b="0" i="0" lang="en-US">
                <a:solidFill>
                  <a:schemeClr val="dk1"/>
                </a:solidFill>
                <a:latin typeface="Calibri"/>
                <a:ea typeface="Calibri"/>
                <a:cs typeface="Calibri"/>
                <a:sym typeface="Calibri"/>
              </a:rPr>
              <a:t>compliance</a:t>
            </a:r>
            <a:r>
              <a:rPr i="0" lang="en-US">
                <a:solidFill>
                  <a:schemeClr val="dk1"/>
                </a:solidFill>
                <a:latin typeface="Calibri"/>
                <a:ea typeface="Calibri"/>
                <a:cs typeface="Calibri"/>
                <a:sym typeface="Calibri"/>
              </a:rPr>
              <a:t> standards (such as the US Health Insurance Portability and Accountability Act, or HIPAA) have strict guidelines on how and where data can be stored. </a:t>
            </a:r>
            <a:endParaRPr/>
          </a:p>
          <a:p>
            <a:pPr indent="-171450" lvl="0" marL="171450" rtl="0" algn="l">
              <a:spcBef>
                <a:spcPts val="0"/>
              </a:spcBef>
              <a:spcAft>
                <a:spcPts val="0"/>
              </a:spcAft>
              <a:buClr>
                <a:schemeClr val="dk1"/>
              </a:buClr>
              <a:buSzPts val="1200"/>
              <a:buFont typeface="Arial"/>
              <a:buChar char="•"/>
            </a:pPr>
            <a:r>
              <a:rPr i="0" lang="en-US">
                <a:solidFill>
                  <a:schemeClr val="dk1"/>
                </a:solidFill>
                <a:latin typeface="Calibri"/>
                <a:ea typeface="Calibri"/>
                <a:cs typeface="Calibri"/>
                <a:sym typeface="Calibri"/>
              </a:rPr>
              <a:t>P</a:t>
            </a:r>
            <a:r>
              <a:rPr b="0" i="0" lang="en-US">
                <a:solidFill>
                  <a:schemeClr val="dk1"/>
                </a:solidFill>
                <a:latin typeface="Calibri"/>
                <a:ea typeface="Calibri"/>
                <a:cs typeface="Calibri"/>
                <a:sym typeface="Calibri"/>
              </a:rPr>
              <a:t>roximity</a:t>
            </a:r>
            <a:r>
              <a:rPr i="0" lang="en-US">
                <a:solidFill>
                  <a:schemeClr val="dk1"/>
                </a:solidFill>
                <a:latin typeface="Calibri"/>
                <a:ea typeface="Calibri"/>
                <a:cs typeface="Calibri"/>
                <a:sym typeface="Calibri"/>
              </a:rPr>
              <a:t> is an important factor when choosing your Region, especially when </a:t>
            </a:r>
            <a:r>
              <a:rPr b="0" i="0" lang="en-US">
                <a:solidFill>
                  <a:schemeClr val="dk1"/>
                </a:solidFill>
                <a:latin typeface="Calibri"/>
                <a:ea typeface="Calibri"/>
                <a:cs typeface="Calibri"/>
                <a:sym typeface="Calibri"/>
              </a:rPr>
              <a:t>latency</a:t>
            </a:r>
            <a:r>
              <a:rPr i="0" lang="en-US">
                <a:solidFill>
                  <a:schemeClr val="dk1"/>
                </a:solidFill>
                <a:latin typeface="Calibri"/>
                <a:ea typeface="Calibri"/>
                <a:cs typeface="Calibri"/>
                <a:sym typeface="Calibri"/>
              </a:rPr>
              <a:t> is a critical factor. In most cases, the latency difference between using the closest Region and the farthest Region is relatively small, but even small differences in latency can impact customer experience. Customers expect responsive environments, and as time passes and technology becomes more and more powerful, those expectations also rise.  </a:t>
            </a:r>
            <a:endParaRPr/>
          </a:p>
          <a:p>
            <a:pPr indent="-171450" lvl="0" marL="171450" rtl="0" algn="l">
              <a:spcBef>
                <a:spcPts val="0"/>
              </a:spcBef>
              <a:spcAft>
                <a:spcPts val="0"/>
              </a:spcAft>
              <a:buClr>
                <a:schemeClr val="dk1"/>
              </a:buClr>
              <a:buSzPts val="1200"/>
              <a:buFont typeface="Arial"/>
              <a:buChar char="•"/>
            </a:pPr>
            <a:r>
              <a:rPr lang="en-US">
                <a:latin typeface="Calibri"/>
                <a:ea typeface="Calibri"/>
                <a:cs typeface="Calibri"/>
                <a:sym typeface="Calibri"/>
              </a:rPr>
              <a:t>Availability of AWS services and features is an important consideration. Though AWS strives to make services and features available everywhere, the complications that arise from having a global reach make it challenging to accomplish that goal. Instead of waiting until a service is available everywhere before launching it, services are released when they are ready. Service availability is then expanded as soon as possible.</a:t>
            </a:r>
            <a:endParaRPr/>
          </a:p>
          <a:p>
            <a:pPr indent="-171450" lvl="0" marL="171450" rtl="0" algn="l">
              <a:spcBef>
                <a:spcPts val="0"/>
              </a:spcBef>
              <a:spcAft>
                <a:spcPts val="0"/>
              </a:spcAft>
              <a:buClr>
                <a:schemeClr val="dk1"/>
              </a:buClr>
              <a:buSzPts val="1200"/>
              <a:buFont typeface="Arial"/>
              <a:buChar char="•"/>
            </a:pPr>
            <a:r>
              <a:rPr lang="en-US">
                <a:latin typeface="Calibri"/>
                <a:ea typeface="Calibri"/>
                <a:cs typeface="Calibri"/>
                <a:sym typeface="Calibri"/>
              </a:rPr>
              <a:t>Cost is an important consideration when choosing a Region. Service costs can differ depending on which Region they are used in. For example, an EC2 instance in the us-east-1 Region might not cost the same as if it ran in the eu-west-1 Region. Typically, the difference in cost might not be enough to supersede the other three considerations. However, in cases where the latency, compliance, and service availability differences between Regions are minimal, you might be able to save by using the lower-cost Region for your environment.</a:t>
            </a:r>
            <a:endParaRPr/>
          </a:p>
          <a:p>
            <a:pPr indent="-171450" lvl="0" marL="171450" rtl="0" algn="l">
              <a:spcBef>
                <a:spcPts val="0"/>
              </a:spcBef>
              <a:spcAft>
                <a:spcPts val="0"/>
              </a:spcAft>
              <a:buClr>
                <a:schemeClr val="dk1"/>
              </a:buClr>
              <a:buSzPts val="1200"/>
              <a:buFont typeface="Arial"/>
              <a:buChar char="•"/>
            </a:pPr>
            <a:r>
              <a:rPr lang="en-US">
                <a:latin typeface="Calibri"/>
                <a:ea typeface="Calibri"/>
                <a:cs typeface="Calibri"/>
                <a:sym typeface="Calibri"/>
              </a:rPr>
              <a:t>Finally, in circumstances where your customers are in different areas of the world, consider optimizing their experience by replicating your environment in multiple Regions that are closer to them. Because you would then be distributing your load across multiple environments, your costs for components in each environment might go down even as you add more infrastructure. For example, by adding a second application environment, you might be able to cut your processing and storage capacity requirements in half in each environment. Because AWS is designed to provide that kind of flexibility and because you pay for only what you use, you could scale your existing environment down as a way to mitigate the cost of adding another environment. The downside to this approach is that you now have two environments to manage. Also, not all of your components will scale down enough to mitigate all the costs of the new components. Additionally, you might need to maintain one single storage source of truth in one Region, such as a primary Amazon Relational Database Service (Amazon RDS) instance. Your secondary Region would need to communicate with the storage instance, which might increase latency and cost for those operations.</a:t>
            </a:r>
            <a:endParaRPr/>
          </a:p>
          <a:p>
            <a:pPr indent="0" lvl="0" marL="0" rtl="0" algn="l">
              <a:spcBef>
                <a:spcPts val="0"/>
              </a:spcBef>
              <a:spcAft>
                <a:spcPts val="0"/>
              </a:spcAft>
              <a:buNone/>
            </a:pPr>
            <a:r>
              <a:t/>
            </a:r>
            <a:endParaRPr i="0">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lang="en-US">
                <a:solidFill>
                  <a:schemeClr val="dk1"/>
                </a:solidFill>
                <a:latin typeface="Calibri"/>
                <a:ea typeface="Calibri"/>
                <a:cs typeface="Calibri"/>
                <a:sym typeface="Calibri"/>
              </a:rPr>
              <a:t>See the link titled AWS Services by Region in the course resources page for more information.</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5" name="Shape 2465"/>
        <p:cNvGrpSpPr/>
        <p:nvPr/>
      </p:nvGrpSpPr>
      <p:grpSpPr>
        <a:xfrm>
          <a:off x="0" y="0"/>
          <a:ext cx="0" cy="0"/>
          <a:chOff x="0" y="0"/>
          <a:chExt cx="0" cy="0"/>
        </a:xfrm>
      </p:grpSpPr>
      <p:sp>
        <p:nvSpPr>
          <p:cNvPr id="2466" name="Google Shape;2466;p53: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7" name="Google Shape;2467;p53:notes"/>
          <p:cNvSpPr txBox="1"/>
          <p:nvPr>
            <p:ph idx="1" type="body"/>
          </p:nvPr>
        </p:nvSpPr>
        <p:spPr>
          <a:xfrm>
            <a:off x="317500" y="3810000"/>
            <a:ext cx="7112000" cy="544673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b="0" i="0" lang="en-US">
                <a:solidFill>
                  <a:schemeClr val="dk1"/>
                </a:solidFill>
                <a:latin typeface="Calibri"/>
                <a:ea typeface="Calibri"/>
                <a:cs typeface="Calibri"/>
                <a:sym typeface="Calibri"/>
              </a:rPr>
              <a:t>Now that you understand the importance of encrypting objects, configuring access, and choosing a Region, this next feature, Amazon S3 Inventory, helps you manage your storage. </a:t>
            </a:r>
            <a:endParaRPr/>
          </a:p>
          <a:p>
            <a:pPr indent="0" lvl="0" marL="0" rtl="0" algn="l">
              <a:spcBef>
                <a:spcPts val="0"/>
              </a:spcBef>
              <a:spcAft>
                <a:spcPts val="0"/>
              </a:spcAft>
              <a:buNone/>
            </a:pPr>
            <a:r>
              <a:t/>
            </a:r>
            <a:endParaRPr b="0" i="0">
              <a:solidFill>
                <a:schemeClr val="dk1"/>
              </a:solidFill>
              <a:latin typeface="Calibri"/>
              <a:ea typeface="Calibri"/>
              <a:cs typeface="Calibri"/>
              <a:sym typeface="Calibri"/>
            </a:endParaRPr>
          </a:p>
          <a:p>
            <a:pPr indent="0" lvl="0" marL="0" rtl="0" algn="l">
              <a:spcBef>
                <a:spcPts val="0"/>
              </a:spcBef>
              <a:spcAft>
                <a:spcPts val="0"/>
              </a:spcAft>
              <a:buNone/>
            </a:pPr>
            <a:r>
              <a:rPr b="0" i="0" lang="en-US">
                <a:solidFill>
                  <a:schemeClr val="dk1"/>
                </a:solidFill>
                <a:latin typeface="Calibri"/>
                <a:ea typeface="Calibri"/>
                <a:cs typeface="Calibri"/>
                <a:sym typeface="Calibri"/>
              </a:rPr>
              <a:t>For example, you can use it to audit and report on the replication and encryption status of your objects for business, compliance, and regulatory needs. You can also simplify and speed up business workflows and big data jobs by using Amazon S3 Inventory, which provides a scheduled alternative to the Amazon S3 synchronous </a:t>
            </a:r>
            <a:r>
              <a:rPr lang="en-US">
                <a:latin typeface="Calibri"/>
                <a:ea typeface="Calibri"/>
                <a:cs typeface="Calibri"/>
                <a:sym typeface="Calibri"/>
              </a:rPr>
              <a:t>List</a:t>
            </a:r>
            <a:r>
              <a:rPr b="0" i="0" lang="en-US">
                <a:solidFill>
                  <a:schemeClr val="dk1"/>
                </a:solidFill>
                <a:latin typeface="Calibri"/>
                <a:ea typeface="Calibri"/>
                <a:cs typeface="Calibri"/>
                <a:sym typeface="Calibri"/>
              </a:rPr>
              <a:t> API operations.</a:t>
            </a:r>
            <a:endParaRPr/>
          </a:p>
          <a:p>
            <a:pPr indent="0" lvl="0" marL="0" rtl="0" algn="l">
              <a:spcBef>
                <a:spcPts val="0"/>
              </a:spcBef>
              <a:spcAft>
                <a:spcPts val="0"/>
              </a:spcAft>
              <a:buNone/>
            </a:pPr>
            <a:r>
              <a:t/>
            </a:r>
            <a:endParaRPr b="0" i="0">
              <a:solidFill>
                <a:schemeClr val="dk1"/>
              </a:solidFill>
              <a:latin typeface="Calibri"/>
              <a:ea typeface="Calibri"/>
              <a:cs typeface="Calibri"/>
              <a:sym typeface="Calibri"/>
            </a:endParaRPr>
          </a:p>
          <a:p>
            <a:pPr indent="0" lvl="0" marL="0" rtl="0" algn="l">
              <a:spcBef>
                <a:spcPts val="0"/>
              </a:spcBef>
              <a:spcAft>
                <a:spcPts val="0"/>
              </a:spcAft>
              <a:buNone/>
            </a:pPr>
            <a:r>
              <a:rPr b="0" i="0" lang="en-US">
                <a:solidFill>
                  <a:schemeClr val="dk1"/>
                </a:solidFill>
                <a:latin typeface="Calibri"/>
                <a:ea typeface="Calibri"/>
                <a:cs typeface="Calibri"/>
                <a:sym typeface="Calibri"/>
              </a:rPr>
              <a:t>Amazon S3 Inventory provides comma-separated values (CSV), Apache optimized row columnar (ORC) files, or Apache Parquet output files that list your objects and their corresponding metadata on a daily or weekly basis for an S3 bucket or objects with a shared prefix (that is, objects that have names that begin with a common string). If you set up a weekly inventory, a report is generated every Sunday (UTC time zone) after the initial report.</a:t>
            </a:r>
            <a:endParaRPr/>
          </a:p>
          <a:p>
            <a:pPr indent="0" lvl="0" marL="0" rtl="0" algn="l">
              <a:spcBef>
                <a:spcPts val="0"/>
              </a:spcBef>
              <a:spcAft>
                <a:spcPts val="0"/>
              </a:spcAft>
              <a:buNone/>
            </a:pPr>
            <a:r>
              <a:t/>
            </a:r>
            <a:endParaRPr b="0" i="0">
              <a:solidFill>
                <a:schemeClr val="dk1"/>
              </a:solidFill>
              <a:latin typeface="Calibri"/>
              <a:ea typeface="Calibri"/>
              <a:cs typeface="Calibri"/>
              <a:sym typeface="Calibri"/>
            </a:endParaRPr>
          </a:p>
          <a:p>
            <a:pPr indent="0" lvl="0" marL="0" rtl="0" algn="l">
              <a:spcBef>
                <a:spcPts val="0"/>
              </a:spcBef>
              <a:spcAft>
                <a:spcPts val="0"/>
              </a:spcAft>
              <a:buNone/>
            </a:pPr>
            <a:r>
              <a:rPr b="0" i="0" lang="en-US">
                <a:solidFill>
                  <a:schemeClr val="dk1"/>
                </a:solidFill>
                <a:latin typeface="Calibri"/>
                <a:ea typeface="Calibri"/>
                <a:cs typeface="Calibri"/>
                <a:sym typeface="Calibri"/>
              </a:rPr>
              <a:t>When you're configuring an inventory list, you can specify the following:</a:t>
            </a:r>
            <a:endParaRPr/>
          </a:p>
          <a:p>
            <a:pPr indent="-171450" lvl="0" marL="171450" rtl="0" algn="l">
              <a:spcBef>
                <a:spcPts val="0"/>
              </a:spcBef>
              <a:spcAft>
                <a:spcPts val="0"/>
              </a:spcAft>
              <a:buClr>
                <a:schemeClr val="dk1"/>
              </a:buClr>
              <a:buSzPts val="1200"/>
              <a:buFont typeface="Arial"/>
              <a:buChar char="•"/>
            </a:pPr>
            <a:r>
              <a:rPr b="0" i="0" lang="en-US">
                <a:solidFill>
                  <a:schemeClr val="dk1"/>
                </a:solidFill>
                <a:latin typeface="Calibri"/>
                <a:ea typeface="Calibri"/>
                <a:cs typeface="Calibri"/>
                <a:sym typeface="Calibri"/>
              </a:rPr>
              <a:t>What object metadata to include in the inventory</a:t>
            </a:r>
            <a:endParaRPr/>
          </a:p>
          <a:p>
            <a:pPr indent="-171450" lvl="0" marL="171450" rtl="0" algn="l">
              <a:spcBef>
                <a:spcPts val="0"/>
              </a:spcBef>
              <a:spcAft>
                <a:spcPts val="0"/>
              </a:spcAft>
              <a:buClr>
                <a:schemeClr val="dk1"/>
              </a:buClr>
              <a:buSzPts val="1200"/>
              <a:buFont typeface="Arial"/>
              <a:buChar char="•"/>
            </a:pPr>
            <a:r>
              <a:rPr b="0" i="0" lang="en-US">
                <a:solidFill>
                  <a:schemeClr val="dk1"/>
                </a:solidFill>
                <a:latin typeface="Calibri"/>
                <a:ea typeface="Calibri"/>
                <a:cs typeface="Calibri"/>
                <a:sym typeface="Calibri"/>
              </a:rPr>
              <a:t>Whether to list all object versions or only current versions</a:t>
            </a:r>
            <a:endParaRPr/>
          </a:p>
          <a:p>
            <a:pPr indent="-171450" lvl="0" marL="171450" rtl="0" algn="l">
              <a:spcBef>
                <a:spcPts val="0"/>
              </a:spcBef>
              <a:spcAft>
                <a:spcPts val="0"/>
              </a:spcAft>
              <a:buClr>
                <a:schemeClr val="dk1"/>
              </a:buClr>
              <a:buSzPts val="1200"/>
              <a:buFont typeface="Arial"/>
              <a:buChar char="•"/>
            </a:pPr>
            <a:r>
              <a:rPr b="0" i="0" lang="en-US">
                <a:solidFill>
                  <a:schemeClr val="dk1"/>
                </a:solidFill>
                <a:latin typeface="Calibri"/>
                <a:ea typeface="Calibri"/>
                <a:cs typeface="Calibri"/>
                <a:sym typeface="Calibri"/>
              </a:rPr>
              <a:t>Where to store the inventory list file output</a:t>
            </a:r>
            <a:endParaRPr/>
          </a:p>
          <a:p>
            <a:pPr indent="-171450" lvl="0" marL="171450" rtl="0" algn="l">
              <a:spcBef>
                <a:spcPts val="0"/>
              </a:spcBef>
              <a:spcAft>
                <a:spcPts val="0"/>
              </a:spcAft>
              <a:buClr>
                <a:schemeClr val="dk1"/>
              </a:buClr>
              <a:buSzPts val="1200"/>
              <a:buFont typeface="Arial"/>
              <a:buChar char="•"/>
            </a:pPr>
            <a:r>
              <a:rPr b="0" i="0" lang="en-US">
                <a:solidFill>
                  <a:schemeClr val="dk1"/>
                </a:solidFill>
                <a:latin typeface="Calibri"/>
                <a:ea typeface="Calibri"/>
                <a:cs typeface="Calibri"/>
                <a:sym typeface="Calibri"/>
              </a:rPr>
              <a:t>Whether to generate the inventory on a daily or weekly basis</a:t>
            </a:r>
            <a:endParaRPr/>
          </a:p>
          <a:p>
            <a:pPr indent="-171450" lvl="0" marL="171450" rtl="0" algn="l">
              <a:spcBef>
                <a:spcPts val="0"/>
              </a:spcBef>
              <a:spcAft>
                <a:spcPts val="0"/>
              </a:spcAft>
              <a:buClr>
                <a:schemeClr val="dk1"/>
              </a:buClr>
              <a:buSzPts val="1200"/>
              <a:buFont typeface="Arial"/>
              <a:buChar char="•"/>
            </a:pPr>
            <a:r>
              <a:rPr b="0" i="0" lang="en-US">
                <a:solidFill>
                  <a:schemeClr val="dk1"/>
                </a:solidFill>
                <a:latin typeface="Calibri"/>
                <a:ea typeface="Calibri"/>
                <a:cs typeface="Calibri"/>
                <a:sym typeface="Calibri"/>
              </a:rPr>
              <a:t>Whether to encrypt the inventory list file</a:t>
            </a:r>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lang="en-US">
                <a:latin typeface="Calibri"/>
                <a:ea typeface="Calibri"/>
                <a:cs typeface="Calibri"/>
                <a:sym typeface="Calibri"/>
              </a:rPr>
              <a:t>You can query Amazon S3 Inventory with standard SQL queries by using Amazon Athena, Amazon Redshift Spectrum, and other tools, such as Presto, Apache Hive, and Apache Spark.</a:t>
            </a:r>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b="0" i="0" lang="en-US">
                <a:solidFill>
                  <a:schemeClr val="dk1"/>
                </a:solidFill>
                <a:latin typeface="Calibri"/>
                <a:ea typeface="Calibri"/>
                <a:cs typeface="Calibri"/>
                <a:sym typeface="Calibri"/>
              </a:rPr>
              <a:t>The bucket that the inventory lists objects for is called the </a:t>
            </a:r>
            <a:r>
              <a:rPr b="0" i="1" lang="en-US">
                <a:solidFill>
                  <a:schemeClr val="dk1"/>
                </a:solidFill>
                <a:latin typeface="Calibri"/>
                <a:ea typeface="Calibri"/>
                <a:cs typeface="Calibri"/>
                <a:sym typeface="Calibri"/>
              </a:rPr>
              <a:t>source bucket</a:t>
            </a:r>
            <a:r>
              <a:rPr b="0" i="0" lang="en-US">
                <a:solidFill>
                  <a:schemeClr val="dk1"/>
                </a:solidFill>
                <a:latin typeface="Calibri"/>
                <a:ea typeface="Calibri"/>
                <a:cs typeface="Calibri"/>
                <a:sym typeface="Calibri"/>
              </a:rPr>
              <a:t>. The bucket where the inventory list file is stored is called the </a:t>
            </a:r>
            <a:r>
              <a:rPr b="0" i="1" lang="en-US">
                <a:solidFill>
                  <a:schemeClr val="dk1"/>
                </a:solidFill>
                <a:latin typeface="Calibri"/>
                <a:ea typeface="Calibri"/>
                <a:cs typeface="Calibri"/>
                <a:sym typeface="Calibri"/>
              </a:rPr>
              <a:t>destination bucket</a:t>
            </a:r>
            <a:r>
              <a:rPr b="0" i="0" lang="en-US">
                <a:solidFill>
                  <a:schemeClr val="dk1"/>
                </a:solidFill>
                <a:latin typeface="Calibri"/>
                <a:ea typeface="Calibri"/>
                <a:cs typeface="Calibri"/>
                <a:sym typeface="Calibri"/>
              </a:rPr>
              <a:t>.</a:t>
            </a:r>
            <a:endParaRPr>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lang="en-US">
                <a:solidFill>
                  <a:schemeClr val="dk1"/>
                </a:solidFill>
                <a:latin typeface="Calibri"/>
                <a:ea typeface="Calibri"/>
                <a:cs typeface="Calibri"/>
                <a:sym typeface="Calibri"/>
              </a:rPr>
              <a:t>For more information, see Amazon S3 Inventory on the content resources page of your online course.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2" name="Shape 2472"/>
        <p:cNvGrpSpPr/>
        <p:nvPr/>
      </p:nvGrpSpPr>
      <p:grpSpPr>
        <a:xfrm>
          <a:off x="0" y="0"/>
          <a:ext cx="0" cy="0"/>
          <a:chOff x="0" y="0"/>
          <a:chExt cx="0" cy="0"/>
        </a:xfrm>
      </p:grpSpPr>
      <p:sp>
        <p:nvSpPr>
          <p:cNvPr id="2473" name="Google Shape;2473;p54: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4" name="Google Shape;2474;p54:notes"/>
          <p:cNvSpPr txBox="1"/>
          <p:nvPr>
            <p:ph idx="1" type="body"/>
          </p:nvPr>
        </p:nvSpPr>
        <p:spPr>
          <a:xfrm>
            <a:off x="317500" y="3810000"/>
            <a:ext cx="7112000" cy="53975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lang="en-US">
                <a:solidFill>
                  <a:schemeClr val="dk1"/>
                </a:solidFill>
                <a:latin typeface="Calibri"/>
                <a:ea typeface="Calibri"/>
                <a:cs typeface="Calibri"/>
                <a:sym typeface="Calibri"/>
              </a:rPr>
              <a:t>With Amazon </a:t>
            </a:r>
            <a:r>
              <a:rPr lang="en-US">
                <a:latin typeface="Calibri"/>
                <a:ea typeface="Calibri"/>
                <a:cs typeface="Calibri"/>
                <a:sym typeface="Calibri"/>
              </a:rPr>
              <a:t>S3, you pay for only what you use. There is no minimum fee. </a:t>
            </a:r>
            <a:r>
              <a:rPr b="0" i="0" lang="en-US">
                <a:solidFill>
                  <a:schemeClr val="dk1"/>
                </a:solidFill>
                <a:latin typeface="Calibri"/>
                <a:ea typeface="Calibri"/>
                <a:cs typeface="Calibri"/>
                <a:sym typeface="Calibri"/>
              </a:rPr>
              <a:t>You pay for storing objects in your S3 buckets. The rate you’re charged depends on the size of your object, the amount of time that you stored the objects during the month, and the storage class. You pay a monthly monitoring and automation charge for each object stored in the S3 Intelligent-Tiering storage class to monitor access patterns and move objects between access tiers. In S3 Intelligent-Tiering, there are no retrieval charges, and no additional tiering charges apply when objects are moved between access tiers.</a:t>
            </a:r>
            <a:endParaRPr/>
          </a:p>
          <a:p>
            <a:pPr indent="0" lvl="0" marL="0" rtl="0" algn="l">
              <a:spcBef>
                <a:spcPts val="0"/>
              </a:spcBef>
              <a:spcAft>
                <a:spcPts val="0"/>
              </a:spcAft>
              <a:buNone/>
            </a:pPr>
            <a:r>
              <a:t/>
            </a:r>
            <a:endParaRPr b="0" i="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lang="en-US">
                <a:solidFill>
                  <a:schemeClr val="dk1"/>
                </a:solidFill>
                <a:latin typeface="Calibri"/>
                <a:ea typeface="Calibri"/>
                <a:cs typeface="Calibri"/>
                <a:sym typeface="Calibri"/>
              </a:rPr>
              <a:t>For more information see AWS Pricing Calculator on the content resources page of your online course.</a:t>
            </a:r>
            <a:endParaRPr/>
          </a:p>
          <a:p>
            <a:pPr indent="0" lvl="0" marL="0" rtl="0" algn="l">
              <a:spcBef>
                <a:spcPts val="0"/>
              </a:spcBef>
              <a:spcAft>
                <a:spcPts val="0"/>
              </a:spcAft>
              <a:buNone/>
            </a:pPr>
            <a:r>
              <a:t/>
            </a:r>
            <a:endParaRPr b="0" i="0">
              <a:solidFill>
                <a:schemeClr val="dk1"/>
              </a:solidFill>
              <a:latin typeface="Calibri"/>
              <a:ea typeface="Calibri"/>
              <a:cs typeface="Calibri"/>
              <a:sym typeface="Calibri"/>
            </a:endParaRPr>
          </a:p>
          <a:p>
            <a:pPr indent="0" lvl="0" marL="0" rtl="0" algn="l">
              <a:spcBef>
                <a:spcPts val="0"/>
              </a:spcBef>
              <a:spcAft>
                <a:spcPts val="0"/>
              </a:spcAft>
              <a:buNone/>
            </a:pPr>
            <a:r>
              <a:rPr b="0" i="0" lang="en-US">
                <a:solidFill>
                  <a:schemeClr val="dk1"/>
                </a:solidFill>
                <a:latin typeface="Calibri"/>
                <a:ea typeface="Calibri"/>
                <a:cs typeface="Calibri"/>
                <a:sym typeface="Calibri"/>
              </a:rPr>
              <a:t>There are ingest charges for each request when using PUT, COPY, POST, or LIST requests or when using lifecycle rules to move data into any Amazon S3 storage class.</a:t>
            </a:r>
            <a:endParaRPr/>
          </a:p>
          <a:p>
            <a:pPr indent="0" lvl="0" marL="0" rtl="0" algn="l">
              <a:spcBef>
                <a:spcPts val="0"/>
              </a:spcBef>
              <a:spcAft>
                <a:spcPts val="0"/>
              </a:spcAft>
              <a:buNone/>
            </a:pPr>
            <a:r>
              <a:t/>
            </a:r>
            <a:endParaRPr b="0" i="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lang="en-US">
                <a:solidFill>
                  <a:schemeClr val="dk1"/>
                </a:solidFill>
                <a:latin typeface="Calibri"/>
                <a:ea typeface="Calibri"/>
                <a:cs typeface="Calibri"/>
                <a:sym typeface="Calibri"/>
              </a:rPr>
              <a:t>For more information see Requests &amp; data retrievals on the content resources page of your online course.</a:t>
            </a:r>
            <a:endParaRPr/>
          </a:p>
          <a:p>
            <a:pPr indent="0" lvl="0" marL="0" rtl="0" algn="l">
              <a:spcBef>
                <a:spcPts val="0"/>
              </a:spcBef>
              <a:spcAft>
                <a:spcPts val="0"/>
              </a:spcAft>
              <a:buNone/>
            </a:pPr>
            <a:r>
              <a:t/>
            </a:r>
            <a:endParaRPr b="0" i="0">
              <a:solidFill>
                <a:schemeClr val="dk1"/>
              </a:solidFill>
              <a:latin typeface="Calibri"/>
              <a:ea typeface="Calibri"/>
              <a:cs typeface="Calibri"/>
              <a:sym typeface="Calibri"/>
            </a:endParaRPr>
          </a:p>
          <a:p>
            <a:pPr indent="0" lvl="0" marL="0" rtl="0" algn="l">
              <a:spcBef>
                <a:spcPts val="0"/>
              </a:spcBef>
              <a:spcAft>
                <a:spcPts val="0"/>
              </a:spcAft>
              <a:buNone/>
            </a:pPr>
            <a:r>
              <a:rPr b="1" i="0" lang="en-US">
                <a:solidFill>
                  <a:schemeClr val="dk1"/>
                </a:solidFill>
                <a:latin typeface="Calibri"/>
                <a:ea typeface="Calibri"/>
                <a:cs typeface="Calibri"/>
                <a:sym typeface="Calibri"/>
              </a:rPr>
              <a:t>Encryption</a:t>
            </a:r>
            <a:endParaRPr/>
          </a:p>
          <a:p>
            <a:pPr indent="0" lvl="0" marL="0" rtl="0" algn="l">
              <a:spcBef>
                <a:spcPts val="0"/>
              </a:spcBef>
              <a:spcAft>
                <a:spcPts val="0"/>
              </a:spcAft>
              <a:buNone/>
            </a:pPr>
            <a:r>
              <a:rPr b="0" i="0" lang="en-US">
                <a:solidFill>
                  <a:schemeClr val="dk1"/>
                </a:solidFill>
                <a:latin typeface="Calibri"/>
                <a:ea typeface="Calibri"/>
                <a:cs typeface="Calibri"/>
                <a:sym typeface="Calibri"/>
              </a:rPr>
              <a:t>Amazon S3 automatically applies SSE-S3 as a base layer of encryption to all new objects added to Amazon S3 at no additional cost and with no impact on performance. SSE-C also does not incur any additional Amazon S3 charges. For SSE-KMS, you pay AWS KMS charges to generate or retrieve the data key used for encryption and decryption. For DSSE-KMS, in addition to the charges for AWS KMS, you pay an additional encryption fee for reach gigabyte for the second layer of encryption and decryption of data.</a:t>
            </a:r>
            <a:endParaRPr/>
          </a:p>
          <a:p>
            <a:pPr indent="0" lvl="0" marL="0" rtl="0" algn="l">
              <a:spcBef>
                <a:spcPts val="0"/>
              </a:spcBef>
              <a:spcAft>
                <a:spcPts val="0"/>
              </a:spcAft>
              <a:buNone/>
            </a:pPr>
            <a:r>
              <a:t/>
            </a:r>
            <a:endParaRPr>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lang="en-US">
                <a:solidFill>
                  <a:schemeClr val="dk1"/>
                </a:solidFill>
                <a:latin typeface="Calibri"/>
                <a:ea typeface="Calibri"/>
                <a:cs typeface="Calibri"/>
                <a:sym typeface="Calibri"/>
              </a:rPr>
              <a:t>For more information see S3 encryption on the content resources page of your online course.</a:t>
            </a:r>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b="1" lang="en-US">
                <a:latin typeface="Calibri"/>
                <a:ea typeface="Calibri"/>
                <a:cs typeface="Calibri"/>
                <a:sym typeface="Calibri"/>
              </a:rPr>
              <a:t>AWS Free Tier</a:t>
            </a:r>
            <a:endParaRPr/>
          </a:p>
          <a:p>
            <a:pPr indent="0" lvl="0" marL="0" rtl="0" algn="l">
              <a:spcBef>
                <a:spcPts val="0"/>
              </a:spcBef>
              <a:spcAft>
                <a:spcPts val="0"/>
              </a:spcAft>
              <a:buNone/>
            </a:pPr>
            <a:r>
              <a:rPr lang="en-US">
                <a:latin typeface="Calibri"/>
                <a:ea typeface="Calibri"/>
                <a:cs typeface="Calibri"/>
                <a:sym typeface="Calibri"/>
              </a:rPr>
              <a:t>As part of the AWS Free Tier, you can get started with Amazon S3 for free. Upon sign-up, new AWS customers receive 5 GB of Amazon S3 storage in the S3 Standard storage class; 20,000 GET requests; 2,000 PUT, COPY, POST, or LIST requests; and 100 GB of data transfer out each month. Your usage for the free tier is calculated each month across all AWS Regions except the AWS GovCloud Region and automatically applied to your bill; unused monthly usage will not roll over. </a:t>
            </a:r>
            <a:endParaRPr b="0" i="0">
              <a:latin typeface="Calibri"/>
              <a:ea typeface="Calibri"/>
              <a:cs typeface="Calibri"/>
              <a:sym typeface="Calibri"/>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2" name="Shape 2482"/>
        <p:cNvGrpSpPr/>
        <p:nvPr/>
      </p:nvGrpSpPr>
      <p:grpSpPr>
        <a:xfrm>
          <a:off x="0" y="0"/>
          <a:ext cx="0" cy="0"/>
          <a:chOff x="0" y="0"/>
          <a:chExt cx="0" cy="0"/>
        </a:xfrm>
      </p:grpSpPr>
      <p:sp>
        <p:nvSpPr>
          <p:cNvPr id="2483" name="Google Shape;2483;p55: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4" name="Google Shape;2484;p55: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|This activity is designed to create a discussion on a possible solution. Have students read the scenario and discuss. The following slide provides a solution.</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lang="en-US">
                <a:latin typeface="Calibri"/>
                <a:ea typeface="Calibri"/>
                <a:cs typeface="Calibri"/>
                <a:sym typeface="Calibri"/>
              </a:rPr>
              <a:t>Read the activity and discuss how you might set this up.</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0" name="Shape 2490"/>
        <p:cNvGrpSpPr/>
        <p:nvPr/>
      </p:nvGrpSpPr>
      <p:grpSpPr>
        <a:xfrm>
          <a:off x="0" y="0"/>
          <a:ext cx="0" cy="0"/>
          <a:chOff x="0" y="0"/>
          <a:chExt cx="0" cy="0"/>
        </a:xfrm>
      </p:grpSpPr>
      <p:sp>
        <p:nvSpPr>
          <p:cNvPr id="2491" name="Google Shape;2491;p56: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2" name="Google Shape;2492;p56: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lang="en-US">
                <a:latin typeface="Calibri"/>
                <a:ea typeface="Calibri"/>
                <a:cs typeface="Calibri"/>
                <a:sym typeface="Calibri"/>
              </a:rPr>
              <a:t>Because you do not want to set this up for public access, setting up controlled access meets the customer’s need. First, create a folder for each type of content (cooking, vendors, payroll, and compliance). Then create IAM policies (group or individual) to allow or deny users access to specific information based on their employee level at the café. </a:t>
            </a:r>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3" name="Shape 2523"/>
        <p:cNvGrpSpPr/>
        <p:nvPr/>
      </p:nvGrpSpPr>
      <p:grpSpPr>
        <a:xfrm>
          <a:off x="0" y="0"/>
          <a:ext cx="0" cy="0"/>
          <a:chOff x="0" y="0"/>
          <a:chExt cx="0" cy="0"/>
        </a:xfrm>
      </p:grpSpPr>
      <p:sp>
        <p:nvSpPr>
          <p:cNvPr id="2524" name="Google Shape;2524;p57: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5" name="Google Shape;2525;p57: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lang="en-US">
                <a:latin typeface="Calibri"/>
                <a:ea typeface="Calibri"/>
                <a:cs typeface="Calibri"/>
                <a:sym typeface="Calibri"/>
              </a:rPr>
              <a:t>Here are a few key points to summarize this section.</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1" name="Shape 2531"/>
        <p:cNvGrpSpPr/>
        <p:nvPr/>
      </p:nvGrpSpPr>
      <p:grpSpPr>
        <a:xfrm>
          <a:off x="0" y="0"/>
          <a:ext cx="0" cy="0"/>
          <a:chOff x="0" y="0"/>
          <a:chExt cx="0" cy="0"/>
        </a:xfrm>
      </p:grpSpPr>
      <p:sp>
        <p:nvSpPr>
          <p:cNvPr id="2532" name="Google Shape;2532;p58: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33" name="Google Shape;2533;p58: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lang="en-US">
                <a:latin typeface="Calibri"/>
                <a:ea typeface="Calibri"/>
                <a:cs typeface="Calibri"/>
                <a:sym typeface="Calibri"/>
              </a:rPr>
              <a:t>You will now complete a lab. The next slides summarize what you will do in the lab, and you will find the detailed instructions in the lab environment.</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7" name="Shape 2537"/>
        <p:cNvGrpSpPr/>
        <p:nvPr/>
      </p:nvGrpSpPr>
      <p:grpSpPr>
        <a:xfrm>
          <a:off x="0" y="0"/>
          <a:ext cx="0" cy="0"/>
          <a:chOff x="0" y="0"/>
          <a:chExt cx="0" cy="0"/>
        </a:xfrm>
      </p:grpSpPr>
      <p:sp>
        <p:nvSpPr>
          <p:cNvPr id="2538" name="Google Shape;2538;p59: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39" name="Google Shape;2539;p59: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|In this café lab, students create a static website hosted on Amazon S3.</a:t>
            </a:r>
            <a:endParaRPr/>
          </a:p>
          <a:p>
            <a:pPr indent="0" lvl="0" marL="0" rtl="0" algn="l">
              <a:spcBef>
                <a:spcPts val="0"/>
              </a:spcBef>
              <a:spcAft>
                <a:spcPts val="0"/>
              </a:spcAft>
              <a:buNone/>
            </a:pPr>
            <a:r>
              <a:rPr lang="en-US">
                <a:latin typeface="Calibri"/>
                <a:ea typeface="Calibri"/>
                <a:cs typeface="Calibri"/>
                <a:sym typeface="Calibri"/>
              </a:rPr>
              <a:t>|Share or show the architectures.svg file and highlight the sections of the architecture that will be modified or added with this lab.  </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marR="0" rtl="0" algn="l">
              <a:spcBef>
                <a:spcPts val="0"/>
              </a:spcBef>
              <a:spcAft>
                <a:spcPts val="0"/>
              </a:spcAft>
              <a:buClr>
                <a:schemeClr val="dk1"/>
              </a:buClr>
              <a:buSzPts val="1200"/>
              <a:buFont typeface="Calibri"/>
              <a:buNone/>
            </a:pPr>
            <a:r>
              <a:rPr b="0" i="0" lang="en-US">
                <a:solidFill>
                  <a:schemeClr val="dk1"/>
                </a:solidFill>
                <a:latin typeface="Calibri"/>
                <a:ea typeface="Calibri"/>
                <a:cs typeface="Calibri"/>
                <a:sym typeface="Calibri"/>
              </a:rPr>
              <a:t>Sofía mentioned to Nikhil that she would like the café to have a website that will showcase the café visually through images. The website should also provide customers with business details, such as the location of the store, the business hours, and telephone number. </a:t>
            </a:r>
            <a:endParaRPr/>
          </a:p>
          <a:p>
            <a:pPr indent="0" lvl="0" marL="0" marR="0" rtl="0" algn="l">
              <a:spcBef>
                <a:spcPts val="0"/>
              </a:spcBef>
              <a:spcAft>
                <a:spcPts val="0"/>
              </a:spcAft>
              <a:buClr>
                <a:schemeClr val="dk1"/>
              </a:buClr>
              <a:buSzPts val="1200"/>
              <a:buFont typeface="Calibri"/>
              <a:buNone/>
            </a:pPr>
            <a:r>
              <a:t/>
            </a:r>
            <a:endParaRPr b="0" i="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b="0" i="0" lang="en-US">
                <a:solidFill>
                  <a:schemeClr val="dk1"/>
                </a:solidFill>
                <a:latin typeface="Calibri"/>
                <a:ea typeface="Calibri"/>
                <a:cs typeface="Calibri"/>
                <a:sym typeface="Calibri"/>
              </a:rPr>
              <a:t>Nikhil is pleased to create the first website for the café. During this activity, you will take on the role of Nikhil and work on producing the results that everyone at the café hopes that you can deliver. Perhaps you can even exceed their expectations!</a:t>
            </a:r>
            <a:endParaRPr b="0">
              <a:latin typeface="Calibri"/>
              <a:ea typeface="Calibri"/>
              <a:cs typeface="Calibri"/>
              <a:sym typeface="Calibri"/>
            </a:endParaRPr>
          </a:p>
          <a:p>
            <a:pPr indent="0" lvl="0" marL="0" rtl="0" algn="l">
              <a:spcBef>
                <a:spcPts val="0"/>
              </a:spcBef>
              <a:spcAft>
                <a:spcPts val="0"/>
              </a:spcAft>
              <a:buNone/>
            </a:pPr>
            <a:r>
              <a:t/>
            </a:r>
            <a:endParaRPr b="0"/>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6" name="Shape 2546"/>
        <p:cNvGrpSpPr/>
        <p:nvPr/>
      </p:nvGrpSpPr>
      <p:grpSpPr>
        <a:xfrm>
          <a:off x="0" y="0"/>
          <a:ext cx="0" cy="0"/>
          <a:chOff x="0" y="0"/>
          <a:chExt cx="0" cy="0"/>
        </a:xfrm>
      </p:grpSpPr>
      <p:sp>
        <p:nvSpPr>
          <p:cNvPr id="2547" name="Google Shape;2547;p60: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8" name="Google Shape;2548;p60: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lang="en-US">
                <a:latin typeface="Calibri"/>
                <a:ea typeface="Calibri"/>
                <a:cs typeface="Calibri"/>
                <a:sym typeface="Calibri"/>
              </a:rPr>
              <a:t>Access the lab environment through your online course to get additional details and complete the lab.</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4" name="Shape 2554"/>
        <p:cNvGrpSpPr/>
        <p:nvPr/>
      </p:nvGrpSpPr>
      <p:grpSpPr>
        <a:xfrm>
          <a:off x="0" y="0"/>
          <a:ext cx="0" cy="0"/>
          <a:chOff x="0" y="0"/>
          <a:chExt cx="0" cy="0"/>
        </a:xfrm>
      </p:grpSpPr>
      <p:sp>
        <p:nvSpPr>
          <p:cNvPr id="2555" name="Google Shape;2555;p61: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6" name="Google Shape;2556;p61:notes"/>
          <p:cNvSpPr txBox="1"/>
          <p:nvPr>
            <p:ph idx="1" type="body"/>
          </p:nvPr>
        </p:nvSpPr>
        <p:spPr>
          <a:xfrm>
            <a:off x="317500" y="3810000"/>
            <a:ext cx="7112000" cy="53975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b="1" lang="en-US">
                <a:latin typeface="Calibri"/>
                <a:ea typeface="Calibri"/>
                <a:cs typeface="Calibri"/>
                <a:sym typeface="Calibri"/>
              </a:rPr>
              <a:t>|</a:t>
            </a:r>
            <a:r>
              <a:rPr b="0" i="0" lang="en-US">
                <a:solidFill>
                  <a:schemeClr val="dk1"/>
                </a:solidFill>
                <a:latin typeface="Calibri"/>
                <a:ea typeface="Calibri"/>
                <a:cs typeface="Calibri"/>
                <a:sym typeface="Calibri"/>
              </a:rPr>
              <a:t>An architectural diagram for this lab is included as part of the CafeLabDiagrams.svg file included in the educator files directory. Share this file with students so that they can zoom in and out of each phase of the architecture for a fuller picture as you debrief the lab.</a:t>
            </a:r>
            <a:endParaRPr b="1">
              <a:latin typeface="Calibri"/>
              <a:ea typeface="Calibri"/>
              <a:cs typeface="Calibri"/>
              <a:sym typeface="Calibri"/>
            </a:endParaRPr>
          </a:p>
          <a:p>
            <a:pPr indent="0" lvl="0" marL="0" rtl="0" algn="l">
              <a:spcBef>
                <a:spcPts val="0"/>
              </a:spcBef>
              <a:spcAft>
                <a:spcPts val="0"/>
              </a:spcAft>
              <a:buNone/>
            </a:pPr>
            <a:r>
              <a:rPr lang="en-US">
                <a:latin typeface="Calibri"/>
                <a:ea typeface="Calibri"/>
                <a:cs typeface="Calibri"/>
                <a:sym typeface="Calibri"/>
              </a:rPr>
              <a:t>|Lead the class in a conversation about the key takeaways from the lab. Use the details from the previous section to help you debrief the lab with the students after they have completed it. Debriefing the lab is strongly encouraged. It helps the students make connections between their hands-on experience and the concepts that you discussed in the lecture before this lab.</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|Suggested responses for question 1</a:t>
            </a:r>
            <a:r>
              <a:rPr lang="en-US">
                <a:latin typeface="Calibri"/>
                <a:ea typeface="Calibri"/>
                <a:cs typeface="Calibri"/>
                <a:sym typeface="Calibri"/>
              </a:rPr>
              <a:t>: How did you protect the café website from accidental overwrite and deletion?</a:t>
            </a:r>
            <a:br>
              <a:rPr lang="en-US">
                <a:latin typeface="Calibri"/>
                <a:ea typeface="Calibri"/>
                <a:cs typeface="Calibri"/>
                <a:sym typeface="Calibri"/>
              </a:rPr>
            </a:br>
            <a:r>
              <a:rPr lang="en-US">
                <a:latin typeface="Calibri"/>
                <a:ea typeface="Calibri"/>
                <a:cs typeface="Calibri"/>
                <a:sym typeface="Calibri"/>
              </a:rPr>
              <a:t>|In this lab, you protected the café website files from accidental overwrite and deletion by enabling versioning. With versioning, you can overwrite and delete files while still retaining prior versions of the files. If you use versioning, you can access prior versions of an object. When you have versioning enabled and you overwrite existing files with newer versions, your costs for storage will increase. This increase occurs is because you are now storing multiple versions of a file.</a:t>
            </a:r>
            <a:br>
              <a:rPr lang="en-US">
                <a:latin typeface="Calibri"/>
                <a:ea typeface="Calibri"/>
                <a:cs typeface="Calibri"/>
                <a:sym typeface="Calibri"/>
              </a:rPr>
            </a:br>
            <a:r>
              <a:rPr lang="en-US">
                <a:latin typeface="Calibri"/>
                <a:ea typeface="Calibri"/>
                <a:cs typeface="Calibri"/>
                <a:sym typeface="Calibri"/>
              </a:rPr>
              <a:t>|</a:t>
            </a:r>
            <a:br>
              <a:rPr lang="en-US">
                <a:latin typeface="Calibri"/>
                <a:ea typeface="Calibri"/>
                <a:cs typeface="Calibri"/>
                <a:sym typeface="Calibri"/>
              </a:rPr>
            </a:br>
            <a:r>
              <a:rPr lang="en-US">
                <a:latin typeface="Calibri"/>
                <a:ea typeface="Calibri"/>
                <a:cs typeface="Calibri"/>
                <a:sym typeface="Calibri"/>
              </a:rPr>
              <a:t>|</a:t>
            </a:r>
            <a:r>
              <a:rPr b="1" lang="en-US">
                <a:latin typeface="Calibri"/>
                <a:ea typeface="Calibri"/>
                <a:cs typeface="Calibri"/>
                <a:sym typeface="Calibri"/>
              </a:rPr>
              <a:t>Suggested responses for question 2: </a:t>
            </a:r>
            <a:r>
              <a:rPr lang="en-US">
                <a:latin typeface="Calibri"/>
                <a:ea typeface="Calibri"/>
                <a:cs typeface="Calibri"/>
                <a:sym typeface="Calibri"/>
              </a:rPr>
              <a:t>Which strategy did you use to help save on costs as the size of the website grows through the use of versioning?</a:t>
            </a:r>
            <a:br>
              <a:rPr lang="en-US">
                <a:latin typeface="Calibri"/>
                <a:ea typeface="Calibri"/>
                <a:cs typeface="Calibri"/>
                <a:sym typeface="Calibri"/>
              </a:rPr>
            </a:br>
            <a:r>
              <a:rPr lang="en-US">
                <a:latin typeface="Calibri"/>
                <a:ea typeface="Calibri"/>
                <a:cs typeface="Calibri"/>
                <a:sym typeface="Calibri"/>
              </a:rPr>
              <a:t>|When versioning is enabled, storage costs can increase significantly if you don’t have a plan to deal with versions that are no longer needed.</a:t>
            </a:r>
            <a:br>
              <a:rPr lang="en-US">
                <a:latin typeface="Calibri"/>
                <a:ea typeface="Calibri"/>
                <a:cs typeface="Calibri"/>
                <a:sym typeface="Calibri"/>
              </a:rPr>
            </a:br>
            <a:r>
              <a:rPr lang="en-US">
                <a:latin typeface="Calibri"/>
                <a:ea typeface="Calibri"/>
                <a:cs typeface="Calibri"/>
                <a:sym typeface="Calibri"/>
              </a:rPr>
              <a:t>In this lab, you set up two lifecycle policies. The first rule that you configured will automatically move previous versions of all source bucket objects to S3 Standard-IA after 30 days. This option helps to save money by moving the file to a cheaper storage class. The second rule will delete previous versions of the objects after 365 days. This option helps to save money because you no longer will pay for storage costs for files that have been deleted.</a:t>
            </a:r>
            <a:br>
              <a:rPr lang="en-US">
                <a:latin typeface="Calibri"/>
                <a:ea typeface="Calibri"/>
                <a:cs typeface="Calibri"/>
                <a:sym typeface="Calibri"/>
              </a:rPr>
            </a:b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br>
              <a:rPr lang="en-US">
                <a:latin typeface="Calibri"/>
                <a:ea typeface="Calibri"/>
                <a:cs typeface="Calibri"/>
                <a:sym typeface="Calibri"/>
              </a:rPr>
            </a:br>
            <a:r>
              <a:rPr lang="en-US">
                <a:latin typeface="Calibri"/>
                <a:ea typeface="Calibri"/>
                <a:cs typeface="Calibri"/>
                <a:sym typeface="Calibri"/>
              </a:rPr>
              <a:t>Your instructor might review these questions with you, or you might review them on your own. Use this opportunity to extend your thinking about the tasks that you performed during the lab.</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1" name="Shape 2561"/>
        <p:cNvGrpSpPr/>
        <p:nvPr/>
      </p:nvGrpSpPr>
      <p:grpSpPr>
        <a:xfrm>
          <a:off x="0" y="0"/>
          <a:ext cx="0" cy="0"/>
          <a:chOff x="0" y="0"/>
          <a:chExt cx="0" cy="0"/>
        </a:xfrm>
      </p:grpSpPr>
      <p:sp>
        <p:nvSpPr>
          <p:cNvPr id="2562" name="Google Shape;2562;p62: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3" name="Google Shape;2563;p62: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8" name="Shape 2568"/>
        <p:cNvGrpSpPr/>
        <p:nvPr/>
      </p:nvGrpSpPr>
      <p:grpSpPr>
        <a:xfrm>
          <a:off x="0" y="0"/>
          <a:ext cx="0" cy="0"/>
          <a:chOff x="0" y="0"/>
          <a:chExt cx="0" cy="0"/>
        </a:xfrm>
      </p:grpSpPr>
      <p:sp>
        <p:nvSpPr>
          <p:cNvPr id="2569" name="Google Shape;2569;p63: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0" name="Google Shape;2570;p63: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marR="0" rtl="0" algn="l">
              <a:spcBef>
                <a:spcPts val="0"/>
              </a:spcBef>
              <a:spcAft>
                <a:spcPts val="0"/>
              </a:spcAft>
              <a:buClr>
                <a:schemeClr val="dk1"/>
              </a:buClr>
              <a:buSzPts val="1200"/>
              <a:buFont typeface="Calibri"/>
              <a:buNone/>
            </a:pPr>
            <a:r>
              <a:rPr lang="en-US">
                <a:latin typeface="Calibri"/>
                <a:ea typeface="Calibri"/>
                <a:cs typeface="Calibri"/>
                <a:sym typeface="Calibri"/>
              </a:rPr>
              <a:t>|The remaining slides in this section present examples that highlight how the material in this module aligns to the AWS Well-Architected Framework best practices. Optionally, you might ask students to visit the Well-Architected Framework website and find the best practices that they think connect to the material that is presented in this module. They can use this section as a starting point. For more information, see the Appendix: Questions and best practices on the content resources page of your online course.</a:t>
            </a:r>
            <a:endParaRPr/>
          </a:p>
          <a:p>
            <a:pPr indent="0" lvl="0" marL="0" marR="0" rtl="0" algn="l">
              <a:spcBef>
                <a:spcPts val="0"/>
              </a:spcBef>
              <a:spcAft>
                <a:spcPts val="0"/>
              </a:spcAft>
              <a:buClr>
                <a:schemeClr val="dk1"/>
              </a:buClr>
              <a:buSzPts val="1200"/>
              <a:buFont typeface="Calibri"/>
              <a:buNone/>
            </a:pPr>
            <a:r>
              <a:rPr lang="en-US">
                <a:latin typeface="Calibri"/>
                <a:ea typeface="Calibri"/>
                <a:cs typeface="Calibri"/>
                <a:sym typeface="Calibri"/>
              </a:rPr>
              <a:t>|</a:t>
            </a:r>
            <a:endParaRPr/>
          </a:p>
          <a:p>
            <a:pPr indent="0" lvl="0" marL="0" marR="0" rtl="0" algn="l">
              <a:spcBef>
                <a:spcPts val="0"/>
              </a:spcBef>
              <a:spcAft>
                <a:spcPts val="0"/>
              </a:spcAft>
              <a:buClr>
                <a:schemeClr val="dk1"/>
              </a:buClr>
              <a:buSzPts val="1200"/>
              <a:buFont typeface="Calibri"/>
              <a:buNone/>
            </a:pPr>
            <a:r>
              <a:rPr b="1" lang="en-US">
                <a:latin typeface="Calibri"/>
                <a:ea typeface="Calibri"/>
                <a:cs typeface="Calibri"/>
                <a:sym typeface="Calibri"/>
              </a:rPr>
              <a:t>|Student notes</a:t>
            </a:r>
            <a:endParaRPr/>
          </a:p>
          <a:p>
            <a:pPr indent="0" lvl="0" marL="0" marR="0" rtl="0" algn="l">
              <a:spcBef>
                <a:spcPts val="0"/>
              </a:spcBef>
              <a:spcAft>
                <a:spcPts val="0"/>
              </a:spcAft>
              <a:buClr>
                <a:schemeClr val="dk1"/>
              </a:buClr>
              <a:buSzPts val="1200"/>
              <a:buFont typeface="Calibri"/>
              <a:buNone/>
            </a:pPr>
            <a:r>
              <a:rPr b="0" lang="en-US">
                <a:latin typeface="Calibri"/>
                <a:ea typeface="Calibri"/>
                <a:cs typeface="Calibri"/>
                <a:sym typeface="Calibri"/>
              </a:rPr>
              <a:t>The AWS Well-Architected Framework has six pillars, and each pillar includes best practices and a set of questions that you should consider when you architect cloud solutions. This section highlights a few best practices from the pillars that are most relevant to this module.  This includes Security, Reliability, Performance Efficiency, and Cost Optimization. </a:t>
            </a:r>
            <a:endParaRPr/>
          </a:p>
          <a:p>
            <a:pPr indent="0" lvl="0" marL="0" marR="0" rtl="0" algn="l">
              <a:spcBef>
                <a:spcPts val="0"/>
              </a:spcBef>
              <a:spcAft>
                <a:spcPts val="0"/>
              </a:spcAft>
              <a:buClr>
                <a:schemeClr val="dk1"/>
              </a:buClr>
              <a:buSzPts val="1200"/>
              <a:buFont typeface="Calibri"/>
              <a:buNone/>
            </a:pPr>
            <a:r>
              <a:t/>
            </a:r>
            <a:endParaRPr b="0">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b="0" lang="en-US">
                <a:latin typeface="Calibri"/>
                <a:ea typeface="Calibri"/>
                <a:cs typeface="Calibri"/>
                <a:sym typeface="Calibri"/>
              </a:rPr>
              <a:t>For more information, see the AWS Well-Architected Framework on the content resources page of your online course.</a:t>
            </a:r>
            <a:endParaRPr/>
          </a:p>
          <a:p>
            <a:pPr indent="0" lvl="0" marL="0" marR="0" rtl="0" algn="l">
              <a:lnSpc>
                <a:spcPct val="100000"/>
              </a:lnSpc>
              <a:spcBef>
                <a:spcPts val="0"/>
              </a:spcBef>
              <a:spcAft>
                <a:spcPts val="0"/>
              </a:spcAft>
              <a:buClr>
                <a:schemeClr val="dk1"/>
              </a:buClr>
              <a:buSzPts val="1200"/>
              <a:buFont typeface="Calibri"/>
              <a:buNone/>
            </a:pPr>
            <a:r>
              <a:t/>
            </a:r>
            <a:endParaRPr b="0"/>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8" name="Shape 2578"/>
        <p:cNvGrpSpPr/>
        <p:nvPr/>
      </p:nvGrpSpPr>
      <p:grpSpPr>
        <a:xfrm>
          <a:off x="0" y="0"/>
          <a:ext cx="0" cy="0"/>
          <a:chOff x="0" y="0"/>
          <a:chExt cx="0" cy="0"/>
        </a:xfrm>
      </p:grpSpPr>
      <p:sp>
        <p:nvSpPr>
          <p:cNvPr id="2579" name="Google Shape;2579;p64: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0" name="Google Shape;2580;p64:notes"/>
          <p:cNvSpPr txBox="1"/>
          <p:nvPr>
            <p:ph idx="1" type="body"/>
          </p:nvPr>
        </p:nvSpPr>
        <p:spPr>
          <a:xfrm>
            <a:off x="317500" y="3810000"/>
            <a:ext cx="7112000" cy="552189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b="0" lang="en-US">
                <a:latin typeface="Calibri"/>
                <a:ea typeface="Calibri"/>
                <a:cs typeface="Calibri"/>
                <a:sym typeface="Calibri"/>
              </a:rPr>
              <a:t>Data protection is an important best practice under the security pillar. </a:t>
            </a:r>
            <a:r>
              <a:rPr lang="en-US">
                <a:latin typeface="Calibri"/>
                <a:ea typeface="Calibri"/>
                <a:cs typeface="Calibri"/>
                <a:sym typeface="Calibri"/>
              </a:rPr>
              <a:t>Before architecting any workload, foundational practices that influence security should be in place. The methods described for protecting data are important because they support objectives such as preventing mishandling or complying with regulatory obligations. Protecting data at rest is an important part of protecting data. Two important best practices that relate to architecting with Amazon S3 as your storage layer are enforcing encryption at rest and enforcing access control. </a:t>
            </a:r>
            <a:endParaRPr/>
          </a:p>
          <a:p>
            <a:pPr indent="0" lvl="0" marL="0" rtl="0" algn="l">
              <a:spcBef>
                <a:spcPts val="0"/>
              </a:spcBef>
              <a:spcAft>
                <a:spcPts val="0"/>
              </a:spcAft>
              <a:buNone/>
            </a:pPr>
            <a:r>
              <a:t/>
            </a:r>
            <a:endParaRPr b="0">
              <a:latin typeface="Calibri"/>
              <a:ea typeface="Calibri"/>
              <a:cs typeface="Calibri"/>
              <a:sym typeface="Calibri"/>
            </a:endParaRPr>
          </a:p>
          <a:p>
            <a:pPr indent="0" lvl="0" marL="0" rtl="0" algn="l">
              <a:spcBef>
                <a:spcPts val="0"/>
              </a:spcBef>
              <a:spcAft>
                <a:spcPts val="0"/>
              </a:spcAft>
              <a:buNone/>
            </a:pPr>
            <a:r>
              <a:rPr b="1" lang="en-US">
                <a:latin typeface="Calibri"/>
                <a:ea typeface="Calibri"/>
                <a:cs typeface="Calibri"/>
                <a:sym typeface="Calibri"/>
              </a:rPr>
              <a:t>Enforce encryption at rest: </a:t>
            </a:r>
            <a:r>
              <a:rPr lang="en-US">
                <a:latin typeface="Calibri"/>
                <a:ea typeface="Calibri"/>
                <a:cs typeface="Calibri"/>
                <a:sym typeface="Calibri"/>
              </a:rPr>
              <a:t>Maintain the confidentiality of sensitive data in the event of unauthorized access or accidental disclosure. Private data should be encrypted by default when at rest. Data that is encrypted cannot be read or accessed without first unencrypting the data. Any data stored unencrypted should be inventoried and controlled. </a:t>
            </a:r>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b="1" lang="en-US">
                <a:latin typeface="Calibri"/>
                <a:ea typeface="Calibri"/>
                <a:cs typeface="Calibri"/>
                <a:sym typeface="Calibri"/>
              </a:rPr>
              <a:t>Enforce access control: </a:t>
            </a:r>
            <a:r>
              <a:rPr b="0" lang="en-US">
                <a:latin typeface="Calibri"/>
                <a:ea typeface="Calibri"/>
                <a:cs typeface="Calibri"/>
                <a:sym typeface="Calibri"/>
              </a:rPr>
              <a:t>Use</a:t>
            </a:r>
            <a:r>
              <a:rPr lang="en-US">
                <a:latin typeface="Calibri"/>
                <a:ea typeface="Calibri"/>
                <a:cs typeface="Calibri"/>
                <a:sym typeface="Calibri"/>
              </a:rPr>
              <a:t> mechanisms such as isolation and versioning, and apply the principle of least privilege. Prevent the granting of public access to your data. Verify that only authorized users can access data on a need-to-know basis. Protect your data with regular backups and versioning to prevent against intentional or inadvertent modification or deletion of data. Isolate critical data from other data to protect its confidentiality and data integrity. </a:t>
            </a:r>
            <a:endParaRPr/>
          </a:p>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rPr b="0" lang="en-US">
                <a:latin typeface="Calibri"/>
                <a:ea typeface="Calibri"/>
                <a:cs typeface="Calibri"/>
                <a:sym typeface="Calibri"/>
              </a:rPr>
              <a:t>In this, module you've learned about a number of Amazon S3 features and configuration choices that support these best practices, including the following: </a:t>
            </a:r>
            <a:endParaRPr/>
          </a:p>
          <a:p>
            <a:pPr indent="-171450" lvl="0" marL="171450" rtl="0" algn="l">
              <a:spcBef>
                <a:spcPts val="0"/>
              </a:spcBef>
              <a:spcAft>
                <a:spcPts val="0"/>
              </a:spcAft>
              <a:buClr>
                <a:schemeClr val="dk1"/>
              </a:buClr>
              <a:buSzPts val="1200"/>
              <a:buFont typeface="Arial"/>
              <a:buChar char="•"/>
            </a:pPr>
            <a:r>
              <a:rPr b="0" lang="en-US">
                <a:latin typeface="Calibri"/>
                <a:ea typeface="Calibri"/>
                <a:cs typeface="Calibri"/>
                <a:sym typeface="Calibri"/>
              </a:rPr>
              <a:t>S3 buckets and objects are encrypted by default, and you have options for how you manage the security keys for that encryption. </a:t>
            </a:r>
            <a:endParaRPr/>
          </a:p>
          <a:p>
            <a:pPr indent="-171450" lvl="0" marL="171450" rtl="0" algn="l">
              <a:spcBef>
                <a:spcPts val="0"/>
              </a:spcBef>
              <a:spcAft>
                <a:spcPts val="0"/>
              </a:spcAft>
              <a:buClr>
                <a:schemeClr val="dk1"/>
              </a:buClr>
              <a:buSzPts val="1200"/>
              <a:buFont typeface="Arial"/>
              <a:buChar char="•"/>
            </a:pPr>
            <a:r>
              <a:rPr b="0" lang="en-US">
                <a:latin typeface="Calibri"/>
                <a:ea typeface="Calibri"/>
                <a:cs typeface="Calibri"/>
                <a:sym typeface="Calibri"/>
              </a:rPr>
              <a:t>Buckets and objects are private by default, so you must explicitly grant access. You should grant access to only those individuals and resources that require it. You can use IAM policies and bucket policies to limit access to your Amazon S3 resources by both user and resource.</a:t>
            </a:r>
            <a:endParaRPr/>
          </a:p>
          <a:p>
            <a:pPr indent="-171450" lvl="0" marL="171450" rtl="0" algn="l">
              <a:spcBef>
                <a:spcPts val="0"/>
              </a:spcBef>
              <a:spcAft>
                <a:spcPts val="0"/>
              </a:spcAft>
              <a:buClr>
                <a:schemeClr val="dk1"/>
              </a:buClr>
              <a:buSzPts val="1200"/>
              <a:buFont typeface="Arial"/>
              <a:buChar char="•"/>
            </a:pPr>
            <a:r>
              <a:rPr b="0" lang="en-US">
                <a:latin typeface="Calibri"/>
                <a:ea typeface="Calibri"/>
                <a:cs typeface="Calibri"/>
                <a:sym typeface="Calibri"/>
              </a:rPr>
              <a:t>You can use versioning to protect objects in your S3 buckets against the loss of data due to accidental deletions or overwrites.</a:t>
            </a:r>
            <a:endParaRPr/>
          </a:p>
          <a:p>
            <a:pPr indent="-171450" lvl="0" marL="171450" marR="0" rtl="0" algn="l">
              <a:spcBef>
                <a:spcPts val="0"/>
              </a:spcBef>
              <a:spcAft>
                <a:spcPts val="0"/>
              </a:spcAft>
              <a:buClr>
                <a:schemeClr val="dk1"/>
              </a:buClr>
              <a:buSzPts val="1200"/>
              <a:buFont typeface="Arial"/>
              <a:buChar char="•"/>
            </a:pPr>
            <a:r>
              <a:rPr b="0" lang="en-US">
                <a:latin typeface="Calibri"/>
                <a:ea typeface="Calibri"/>
                <a:cs typeface="Calibri"/>
                <a:sym typeface="Calibri"/>
              </a:rPr>
              <a:t>The Block Public Access feature makes it difficult for you to inadvertently leave objects or buckets open for public access. </a:t>
            </a:r>
            <a:endParaRPr/>
          </a:p>
          <a:p>
            <a:pPr indent="0" lvl="0" marL="0" rtl="0" algn="l">
              <a:spcBef>
                <a:spcPts val="0"/>
              </a:spcBef>
              <a:spcAft>
                <a:spcPts val="0"/>
              </a:spcAft>
              <a:buNone/>
            </a:pPr>
            <a:r>
              <a:t/>
            </a:r>
            <a:endParaRPr b="1">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lang="en-US">
                <a:solidFill>
                  <a:schemeClr val="dk1"/>
                </a:solidFill>
                <a:latin typeface="Calibri"/>
                <a:ea typeface="Calibri"/>
                <a:cs typeface="Calibri"/>
                <a:sym typeface="Calibri"/>
              </a:rPr>
              <a:t>For more information, see the security pillar whitepaper which is linked in your course resources. Also see Data protection which is linked in your course resources. </a:t>
            </a:r>
            <a:endParaRPr b="1">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b="1"/>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8" name="Shape 2588"/>
        <p:cNvGrpSpPr/>
        <p:nvPr/>
      </p:nvGrpSpPr>
      <p:grpSpPr>
        <a:xfrm>
          <a:off x="0" y="0"/>
          <a:ext cx="0" cy="0"/>
          <a:chOff x="0" y="0"/>
          <a:chExt cx="0" cy="0"/>
        </a:xfrm>
      </p:grpSpPr>
      <p:sp>
        <p:nvSpPr>
          <p:cNvPr id="2589" name="Google Shape;2589;p65: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0" name="Google Shape;2590;p65: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lang="en-US">
                <a:latin typeface="Calibri"/>
                <a:ea typeface="Calibri"/>
                <a:cs typeface="Calibri"/>
                <a:sym typeface="Calibri"/>
              </a:rPr>
              <a:t>The optimal solution for a particular workload varies, and solutions often combine multiple approaches. Well-Architected workloads use multiple solutions and allow different features to improve performance.  An important best practice for architecture selection is to understand what's available.  It is also important to consider cost when selecting your storage. </a:t>
            </a:r>
            <a:endParaRPr/>
          </a:p>
          <a:p>
            <a:pPr indent="0" lvl="0" marL="0" rtl="0" algn="l">
              <a:spcBef>
                <a:spcPts val="0"/>
              </a:spcBef>
              <a:spcAft>
                <a:spcPts val="0"/>
              </a:spcAft>
              <a:buNone/>
            </a:pPr>
            <a:r>
              <a:t/>
            </a:r>
            <a:endParaRPr b="1">
              <a:latin typeface="Calibri"/>
              <a:ea typeface="Calibri"/>
              <a:cs typeface="Calibri"/>
              <a:sym typeface="Calibri"/>
            </a:endParaRPr>
          </a:p>
          <a:p>
            <a:pPr indent="0" lvl="0" marL="0" rtl="0" algn="l">
              <a:spcBef>
                <a:spcPts val="0"/>
              </a:spcBef>
              <a:spcAft>
                <a:spcPts val="0"/>
              </a:spcAft>
              <a:buNone/>
            </a:pPr>
            <a:r>
              <a:rPr b="0" lang="en-US">
                <a:latin typeface="Calibri"/>
                <a:ea typeface="Calibri"/>
                <a:cs typeface="Calibri"/>
                <a:sym typeface="Calibri"/>
              </a:rPr>
              <a:t>Topics in this module that relate to these best practices include the following: </a:t>
            </a:r>
            <a:endParaRPr/>
          </a:p>
          <a:p>
            <a:pPr indent="-171450" lvl="0" marL="171450" rtl="0" algn="l">
              <a:spcBef>
                <a:spcPts val="0"/>
              </a:spcBef>
              <a:spcAft>
                <a:spcPts val="0"/>
              </a:spcAft>
              <a:buClr>
                <a:schemeClr val="dk1"/>
              </a:buClr>
              <a:buSzPts val="1200"/>
              <a:buFont typeface="Arial"/>
              <a:buChar char="•"/>
            </a:pPr>
            <a:r>
              <a:rPr b="0" lang="en-US">
                <a:latin typeface="Calibri"/>
                <a:ea typeface="Calibri"/>
                <a:cs typeface="Calibri"/>
                <a:sym typeface="Calibri"/>
              </a:rPr>
              <a:t>Amazon S3 is a good choice for object storage and can store massive amounts of unstructured data.</a:t>
            </a:r>
            <a:endParaRPr/>
          </a:p>
          <a:p>
            <a:pPr indent="-171450" lvl="0" marL="171450" rtl="0" algn="l">
              <a:spcBef>
                <a:spcPts val="0"/>
              </a:spcBef>
              <a:spcAft>
                <a:spcPts val="0"/>
              </a:spcAft>
              <a:buClr>
                <a:schemeClr val="dk1"/>
              </a:buClr>
              <a:buSzPts val="1200"/>
              <a:buFont typeface="Arial"/>
              <a:buChar char="•"/>
            </a:pPr>
            <a:r>
              <a:rPr b="0" lang="en-US">
                <a:latin typeface="Calibri"/>
                <a:ea typeface="Calibri"/>
                <a:cs typeface="Calibri"/>
                <a:sym typeface="Calibri"/>
              </a:rPr>
              <a:t>Available configurations that help with performance include S3 Transfer Acceleration for moving files over a long distance between a client and a bucket, and multipart upload, which improves throughput when uploading very large files. </a:t>
            </a:r>
            <a:endParaRPr/>
          </a:p>
          <a:p>
            <a:pPr indent="-171450" lvl="0" marL="171450" rtl="0" algn="l">
              <a:spcBef>
                <a:spcPts val="0"/>
              </a:spcBef>
              <a:spcAft>
                <a:spcPts val="0"/>
              </a:spcAft>
              <a:buClr>
                <a:schemeClr val="dk1"/>
              </a:buClr>
              <a:buSzPts val="1200"/>
              <a:buFont typeface="Arial"/>
              <a:buChar char="•"/>
            </a:pPr>
            <a:r>
              <a:rPr b="0" lang="en-US">
                <a:latin typeface="Calibri"/>
                <a:ea typeface="Calibri"/>
                <a:cs typeface="Calibri"/>
                <a:sym typeface="Calibri"/>
              </a:rPr>
              <a:t>Amazon S3 provides different storage classes that you can use to store objects based on expected access patterns. S3 Intelligent-Tiering automatically moves objects based on access patterns to the storage tier that is most cost-effective. </a:t>
            </a:r>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lang="en-US">
                <a:solidFill>
                  <a:schemeClr val="dk1"/>
                </a:solidFill>
                <a:latin typeface="Calibri"/>
                <a:ea typeface="Calibri"/>
                <a:cs typeface="Calibri"/>
                <a:sym typeface="Calibri"/>
              </a:rPr>
              <a:t>For more information, see the performance efficiency pillar whitepaper linked in your course resources. </a:t>
            </a:r>
            <a:endParaRPr>
              <a:latin typeface="Calibri"/>
              <a:ea typeface="Calibri"/>
              <a:cs typeface="Calibri"/>
              <a:sym typeface="Calibri"/>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8" name="Shape 2598"/>
        <p:cNvGrpSpPr/>
        <p:nvPr/>
      </p:nvGrpSpPr>
      <p:grpSpPr>
        <a:xfrm>
          <a:off x="0" y="0"/>
          <a:ext cx="0" cy="0"/>
          <a:chOff x="0" y="0"/>
          <a:chExt cx="0" cy="0"/>
        </a:xfrm>
      </p:grpSpPr>
      <p:sp>
        <p:nvSpPr>
          <p:cNvPr id="2599" name="Google Shape;2599;p66: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0" name="Google Shape;2600;p66: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b="0" lang="en-US">
                <a:latin typeface="Calibri"/>
                <a:ea typeface="Calibri"/>
                <a:cs typeface="Calibri"/>
                <a:sym typeface="Calibri"/>
              </a:rPr>
              <a:t>Cost-effective resources is an important best practice under the cost optimization pillar. </a:t>
            </a:r>
            <a:r>
              <a:rPr lang="en-US">
                <a:latin typeface="Calibri"/>
                <a:ea typeface="Calibri"/>
                <a:cs typeface="Calibri"/>
                <a:sym typeface="Calibri"/>
              </a:rPr>
              <a:t>Using the appropriate services, resources, and configurations for your workloads is key to cost savings. Workloads can change over time. Some services or features are more cost effective at different usage levels. By performing the analysis on each component over time and at projected usage, the workload remains cost-effective over its lifetime.</a:t>
            </a:r>
            <a:endParaRPr b="0">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t/>
            </a:r>
            <a:endParaRPr b="1">
              <a:latin typeface="Calibri"/>
              <a:ea typeface="Calibri"/>
              <a:cs typeface="Calibri"/>
              <a:sym typeface="Calibri"/>
            </a:endParaRPr>
          </a:p>
          <a:p>
            <a:pPr indent="0" lvl="0" marL="0" rtl="0" algn="l">
              <a:spcBef>
                <a:spcPts val="0"/>
              </a:spcBef>
              <a:spcAft>
                <a:spcPts val="0"/>
              </a:spcAft>
              <a:buNone/>
            </a:pPr>
            <a:r>
              <a:rPr b="0" lang="en-US">
                <a:latin typeface="Calibri"/>
                <a:ea typeface="Calibri"/>
                <a:cs typeface="Calibri"/>
                <a:sym typeface="Calibri"/>
              </a:rPr>
              <a:t>Topics in this module that relate to these best practices include the following: </a:t>
            </a:r>
            <a:endParaRPr/>
          </a:p>
          <a:p>
            <a:pPr indent="-171450" lvl="0" marL="171450" rtl="0" algn="l">
              <a:spcBef>
                <a:spcPts val="0"/>
              </a:spcBef>
              <a:spcAft>
                <a:spcPts val="0"/>
              </a:spcAft>
              <a:buClr>
                <a:schemeClr val="dk1"/>
              </a:buClr>
              <a:buSzPts val="1200"/>
              <a:buFont typeface="Arial"/>
              <a:buChar char="•"/>
            </a:pPr>
            <a:r>
              <a:rPr b="0" lang="en-US">
                <a:latin typeface="Calibri"/>
                <a:ea typeface="Calibri"/>
                <a:cs typeface="Calibri"/>
                <a:sym typeface="Calibri"/>
              </a:rPr>
              <a:t>Amazon S3 provides different storage classes, and you can create lifecycle rules to automatically move data to a more cost-effective class. S3 Intelligent-Tiering automatically moves objects based on access patterns to the storage tier that is most cost-effective. Note how these features support both performance and cost-optimization best practices.</a:t>
            </a:r>
            <a:endParaRPr/>
          </a:p>
          <a:p>
            <a:pPr indent="-171450" lvl="0" marL="171450" rtl="0" algn="l">
              <a:spcBef>
                <a:spcPts val="0"/>
              </a:spcBef>
              <a:spcAft>
                <a:spcPts val="0"/>
              </a:spcAft>
              <a:buClr>
                <a:schemeClr val="dk1"/>
              </a:buClr>
              <a:buSzPts val="1200"/>
              <a:buFont typeface="Arial"/>
              <a:buChar char="•"/>
            </a:pPr>
            <a:r>
              <a:rPr b="0" lang="en-US">
                <a:latin typeface="Calibri"/>
                <a:ea typeface="Calibri"/>
                <a:cs typeface="Calibri"/>
                <a:sym typeface="Calibri"/>
              </a:rPr>
              <a:t>Use Amazon S3 Inventory to audit how Amazon S3 is being used to help make cost-effective choices about how your organization is using Amazon S3. </a:t>
            </a:r>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lang="en-US">
                <a:solidFill>
                  <a:schemeClr val="dk1"/>
                </a:solidFill>
                <a:latin typeface="Calibri"/>
                <a:ea typeface="Calibri"/>
                <a:cs typeface="Calibri"/>
                <a:sym typeface="Calibri"/>
              </a:rPr>
              <a:t>For more information, see the cost optimization pillar whitepaper linked in your course resources.</a:t>
            </a:r>
            <a:endParaRPr b="1">
              <a:latin typeface="Calibri"/>
              <a:ea typeface="Calibri"/>
              <a:cs typeface="Calibri"/>
              <a:sym typeface="Calibri"/>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7" name="Shape 2607"/>
        <p:cNvGrpSpPr/>
        <p:nvPr/>
      </p:nvGrpSpPr>
      <p:grpSpPr>
        <a:xfrm>
          <a:off x="0" y="0"/>
          <a:ext cx="0" cy="0"/>
          <a:chOff x="0" y="0"/>
          <a:chExt cx="0" cy="0"/>
        </a:xfrm>
      </p:grpSpPr>
      <p:sp>
        <p:nvSpPr>
          <p:cNvPr id="2608" name="Google Shape;2608;p67: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9" name="Google Shape;2609;p67: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b="0" lang="en-US">
                <a:latin typeface="Calibri"/>
                <a:ea typeface="Calibri"/>
                <a:cs typeface="Calibri"/>
                <a:sym typeface="Calibri"/>
              </a:rPr>
              <a:t>Failure management is an important best practice under the reliability pillar. Werner Vogels, CTO of Amazon.com, is credited with this quote: “</a:t>
            </a:r>
            <a:r>
              <a:rPr lang="en-US">
                <a:latin typeface="Calibri"/>
                <a:ea typeface="Calibri"/>
                <a:cs typeface="Calibri"/>
                <a:sym typeface="Calibri"/>
              </a:rPr>
              <a:t>Failures are a given, and everything will eventually fail over time.” For resilience, you should use an approach that builds layers of defense. For high availability, always (when possible) deploy your workload components to multiple Availability Zones (AZs). </a:t>
            </a:r>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b="0" lang="en-US">
                <a:latin typeface="Calibri"/>
                <a:ea typeface="Calibri"/>
                <a:cs typeface="Calibri"/>
                <a:sym typeface="Calibri"/>
              </a:rPr>
              <a:t>In this module, you've learned how Amazon S3 is designed to withstand failures so that you as an architect do not have to think about incorporating these best practices. Here are some characteristics of Amazon S3 that support this best practice: </a:t>
            </a:r>
            <a:endParaRPr/>
          </a:p>
          <a:p>
            <a:pPr indent="-171450" lvl="0" marL="171450" rtl="0" algn="l">
              <a:spcBef>
                <a:spcPts val="0"/>
              </a:spcBef>
              <a:spcAft>
                <a:spcPts val="0"/>
              </a:spcAft>
              <a:buClr>
                <a:schemeClr val="dk1"/>
              </a:buClr>
              <a:buSzPts val="1200"/>
              <a:buFont typeface="Arial"/>
              <a:buChar char="•"/>
            </a:pPr>
            <a:r>
              <a:rPr b="0" lang="en-US">
                <a:latin typeface="Calibri"/>
                <a:ea typeface="Calibri"/>
                <a:cs typeface="Calibri"/>
                <a:sym typeface="Calibri"/>
              </a:rPr>
              <a:t>Amazon S3 is designed for 11 nines of durability to help ensure that data is not lost and is designed for 4 nines of availability so that you can rely on your data being accessible when needed. </a:t>
            </a:r>
            <a:endParaRPr/>
          </a:p>
          <a:p>
            <a:pPr indent="-171450" lvl="0" marL="171450" rtl="0" algn="l">
              <a:spcBef>
                <a:spcPts val="0"/>
              </a:spcBef>
              <a:spcAft>
                <a:spcPts val="0"/>
              </a:spcAft>
              <a:buClr>
                <a:schemeClr val="dk1"/>
              </a:buClr>
              <a:buSzPts val="1200"/>
              <a:buFont typeface="Arial"/>
              <a:buChar char="•"/>
            </a:pPr>
            <a:r>
              <a:rPr b="0" i="0" lang="en-US">
                <a:solidFill>
                  <a:schemeClr val="dk1"/>
                </a:solidFill>
                <a:latin typeface="Calibri"/>
                <a:ea typeface="Calibri"/>
                <a:cs typeface="Calibri"/>
                <a:sym typeface="Calibri"/>
              </a:rPr>
              <a:t>Amazon S3 redundantly stores your objects on multiple Availability Zones in the Amazon S3 Region you designate.</a:t>
            </a:r>
            <a:endParaRPr/>
          </a:p>
          <a:p>
            <a:pPr indent="-171450" lvl="0" marL="171450" rtl="0" algn="l">
              <a:spcBef>
                <a:spcPts val="0"/>
              </a:spcBef>
              <a:spcAft>
                <a:spcPts val="0"/>
              </a:spcAft>
              <a:buClr>
                <a:schemeClr val="dk1"/>
              </a:buClr>
              <a:buSzPts val="1200"/>
              <a:buFont typeface="Arial"/>
              <a:buChar char="•"/>
            </a:pPr>
            <a:r>
              <a:rPr b="0" i="0" lang="en-US">
                <a:solidFill>
                  <a:schemeClr val="dk1"/>
                </a:solidFill>
                <a:latin typeface="Calibri"/>
                <a:ea typeface="Calibri"/>
                <a:cs typeface="Calibri"/>
                <a:sym typeface="Calibri"/>
              </a:rPr>
              <a:t>Amazon S3 regularly verifies the integrity of your data by using checksums.</a:t>
            </a:r>
            <a:endParaRPr/>
          </a:p>
          <a:p>
            <a:pPr indent="0" lvl="0" marL="0" rtl="0" algn="l">
              <a:spcBef>
                <a:spcPts val="0"/>
              </a:spcBef>
              <a:spcAft>
                <a:spcPts val="0"/>
              </a:spcAft>
              <a:buNone/>
            </a:pPr>
            <a:r>
              <a:t/>
            </a:r>
            <a:endParaRPr>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lang="en-US">
                <a:solidFill>
                  <a:schemeClr val="dk1"/>
                </a:solidFill>
                <a:latin typeface="Calibri"/>
                <a:ea typeface="Calibri"/>
                <a:cs typeface="Calibri"/>
                <a:sym typeface="Calibri"/>
              </a:rPr>
              <a:t>For more information, see the reliability pillar whitepaper linked in your course resources.</a:t>
            </a:r>
            <a:endParaRPr>
              <a:latin typeface="Calibri"/>
              <a:ea typeface="Calibri"/>
              <a:cs typeface="Calibri"/>
              <a:sym typeface="Calibri"/>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6" name="Shape 2616"/>
        <p:cNvGrpSpPr/>
        <p:nvPr/>
      </p:nvGrpSpPr>
      <p:grpSpPr>
        <a:xfrm>
          <a:off x="0" y="0"/>
          <a:ext cx="0" cy="0"/>
          <a:chOff x="0" y="0"/>
          <a:chExt cx="0" cy="0"/>
        </a:xfrm>
      </p:grpSpPr>
      <p:sp>
        <p:nvSpPr>
          <p:cNvPr id="2617" name="Google Shape;2617;p68: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8" name="Google Shape;2618;p68: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lang="en-US">
                <a:latin typeface="Calibri"/>
                <a:ea typeface="Calibri"/>
                <a:cs typeface="Calibri"/>
                <a:sym typeface="Calibri"/>
              </a:rPr>
              <a:t>Here are a few key points to summarize this section.</a:t>
            </a:r>
            <a:endParaRPr/>
          </a:p>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4" name="Shape 2624"/>
        <p:cNvGrpSpPr/>
        <p:nvPr/>
      </p:nvGrpSpPr>
      <p:grpSpPr>
        <a:xfrm>
          <a:off x="0" y="0"/>
          <a:ext cx="0" cy="0"/>
          <a:chOff x="0" y="0"/>
          <a:chExt cx="0" cy="0"/>
        </a:xfrm>
      </p:grpSpPr>
      <p:sp>
        <p:nvSpPr>
          <p:cNvPr id="2625" name="Google Shape;2625;p69: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6" name="Google Shape;2626;p69: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lang="en-US">
                <a:latin typeface="Calibri"/>
                <a:ea typeface="Calibri"/>
                <a:cs typeface="Calibri"/>
                <a:sym typeface="Calibri"/>
              </a:rPr>
              <a:t>This section summarizes what you have learned and brings the module to a close.</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1" name="Shape 2631"/>
        <p:cNvGrpSpPr/>
        <p:nvPr/>
      </p:nvGrpSpPr>
      <p:grpSpPr>
        <a:xfrm>
          <a:off x="0" y="0"/>
          <a:ext cx="0" cy="0"/>
          <a:chOff x="0" y="0"/>
          <a:chExt cx="0" cy="0"/>
        </a:xfrm>
      </p:grpSpPr>
      <p:sp>
        <p:nvSpPr>
          <p:cNvPr id="2632" name="Google Shape;2632;p70: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3" name="Google Shape;2633;p70: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8" name="Shape 2638"/>
        <p:cNvGrpSpPr/>
        <p:nvPr/>
      </p:nvGrpSpPr>
      <p:grpSpPr>
        <a:xfrm>
          <a:off x="0" y="0"/>
          <a:ext cx="0" cy="0"/>
          <a:chOff x="0" y="0"/>
          <a:chExt cx="0" cy="0"/>
        </a:xfrm>
      </p:grpSpPr>
      <p:sp>
        <p:nvSpPr>
          <p:cNvPr id="2639" name="Google Shape;2639;p71: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0" name="Google Shape;2640;p71: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Calibri"/>
              <a:ea typeface="Calibri"/>
              <a:cs typeface="Calibri"/>
              <a:sym typeface="Calibri"/>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6" name="Shape 2646"/>
        <p:cNvGrpSpPr/>
        <p:nvPr/>
      </p:nvGrpSpPr>
      <p:grpSpPr>
        <a:xfrm>
          <a:off x="0" y="0"/>
          <a:ext cx="0" cy="0"/>
          <a:chOff x="0" y="0"/>
          <a:chExt cx="0" cy="0"/>
        </a:xfrm>
      </p:grpSpPr>
      <p:sp>
        <p:nvSpPr>
          <p:cNvPr id="2647" name="Google Shape;2647;p72: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8" name="Google Shape;2648;p72: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lang="en-US">
                <a:latin typeface="Calibri"/>
                <a:ea typeface="Calibri"/>
                <a:cs typeface="Calibri"/>
                <a:sym typeface="Calibri"/>
              </a:rPr>
              <a:t>Use your online course to access the knowledge check for this module.</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4" name="Shape 2654"/>
        <p:cNvGrpSpPr/>
        <p:nvPr/>
      </p:nvGrpSpPr>
      <p:grpSpPr>
        <a:xfrm>
          <a:off x="0" y="0"/>
          <a:ext cx="0" cy="0"/>
          <a:chOff x="0" y="0"/>
          <a:chExt cx="0" cy="0"/>
        </a:xfrm>
      </p:grpSpPr>
      <p:sp>
        <p:nvSpPr>
          <p:cNvPr id="2655" name="Google Shape;2655;p73: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6" name="Google Shape;2656;p73: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|The key words section is animated to be revealed on click.</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3" name="Shape 2663"/>
        <p:cNvGrpSpPr/>
        <p:nvPr/>
      </p:nvGrpSpPr>
      <p:grpSpPr>
        <a:xfrm>
          <a:off x="0" y="0"/>
          <a:ext cx="0" cy="0"/>
          <a:chOff x="0" y="0"/>
          <a:chExt cx="0" cy="0"/>
        </a:xfrm>
      </p:grpSpPr>
      <p:sp>
        <p:nvSpPr>
          <p:cNvPr id="2664" name="Google Shape;2664;p74: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5" name="Google Shape;2665;p74: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lang="en-US">
                <a:latin typeface="Calibri"/>
                <a:ea typeface="Calibri"/>
                <a:cs typeface="Calibri"/>
                <a:sym typeface="Calibri"/>
              </a:rPr>
              <a:t>Use the key words that you identified on the previous slide, and review each of the possible responses to determine which one best addresses the question.</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1" name="Shape 2681"/>
        <p:cNvGrpSpPr/>
        <p:nvPr/>
      </p:nvGrpSpPr>
      <p:grpSpPr>
        <a:xfrm>
          <a:off x="0" y="0"/>
          <a:ext cx="0" cy="0"/>
          <a:chOff x="0" y="0"/>
          <a:chExt cx="0" cy="0"/>
        </a:xfrm>
      </p:grpSpPr>
      <p:sp>
        <p:nvSpPr>
          <p:cNvPr id="2682" name="Google Shape;2682;p75: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3" name="Google Shape;2683;p75:notes"/>
          <p:cNvSpPr txBox="1"/>
          <p:nvPr>
            <p:ph idx="1" type="body"/>
          </p:nvPr>
        </p:nvSpPr>
        <p:spPr>
          <a:xfrm>
            <a:off x="317500" y="3810000"/>
            <a:ext cx="7112000" cy="558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rtl="0" algn="l">
              <a:spcBef>
                <a:spcPts val="0"/>
              </a:spcBef>
              <a:spcAft>
                <a:spcPts val="0"/>
              </a:spcAft>
              <a:buNone/>
            </a:pPr>
            <a:r>
              <a:rPr b="1" lang="en-US">
                <a:latin typeface="Calibri"/>
                <a:ea typeface="Calibri"/>
                <a:cs typeface="Calibri"/>
                <a:sym typeface="Calibri"/>
              </a:rPr>
              <a:t>|Instructor notes</a:t>
            </a:r>
            <a:endParaRPr/>
          </a:p>
          <a:p>
            <a:pPr indent="0" lvl="0" marL="0" rtl="0" algn="l">
              <a:spcBef>
                <a:spcPts val="0"/>
              </a:spcBef>
              <a:spcAft>
                <a:spcPts val="0"/>
              </a:spcAft>
              <a:buNone/>
            </a:pPr>
            <a:r>
              <a:rPr lang="en-US">
                <a:latin typeface="Calibri"/>
                <a:ea typeface="Calibri"/>
                <a:cs typeface="Calibri"/>
                <a:sym typeface="Calibri"/>
              </a:rPr>
              <a:t>|</a:t>
            </a:r>
            <a:endParaRPr/>
          </a:p>
          <a:p>
            <a:pPr indent="0" lvl="0" marL="0" rtl="0" algn="l">
              <a:spcBef>
                <a:spcPts val="0"/>
              </a:spcBef>
              <a:spcAft>
                <a:spcPts val="0"/>
              </a:spcAft>
              <a:buNone/>
            </a:pPr>
            <a:r>
              <a:rPr b="1" lang="en-US">
                <a:latin typeface="Calibri"/>
                <a:ea typeface="Calibri"/>
                <a:cs typeface="Calibri"/>
                <a:sym typeface="Calibri"/>
              </a:rPr>
              <a:t>|Student notes</a:t>
            </a:r>
            <a:endParaRPr/>
          </a:p>
          <a:p>
            <a:pPr indent="0" lvl="0" marL="0" rtl="0" algn="l">
              <a:spcBef>
                <a:spcPts val="0"/>
              </a:spcBef>
              <a:spcAft>
                <a:spcPts val="0"/>
              </a:spcAft>
              <a:buNone/>
            </a:pPr>
            <a:r>
              <a:rPr lang="en-US">
                <a:latin typeface="Calibri"/>
                <a:ea typeface="Calibri"/>
                <a:cs typeface="Calibri"/>
                <a:sym typeface="Calibri"/>
              </a:rPr>
              <a:t>Choice A (Store data in two S3 buckets) would provide some limited protection against data loss due to an outage in one of the Regions, but it would not address the issue of someone accidentally deleting or overwriting a file.</a:t>
            </a:r>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lang="en-US">
                <a:latin typeface="Calibri"/>
                <a:ea typeface="Calibri"/>
                <a:cs typeface="Calibri"/>
                <a:sym typeface="Calibri"/>
              </a:rPr>
              <a:t>Choice C (Move data to Amazon S3 Infrequent Access) would be helpful if the question asked about reducing costs for files that were not accessed often.</a:t>
            </a:r>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lang="en-US">
                <a:latin typeface="Calibri"/>
                <a:ea typeface="Calibri"/>
                <a:cs typeface="Calibri"/>
                <a:sym typeface="Calibri"/>
              </a:rPr>
              <a:t>Choice D (Use Amazon S3 Inventory) might help the salespeople understand the activity on the objects in their bucket, but it wouldn't prevent files from being deleted. </a:t>
            </a:r>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lang="en-US">
                <a:latin typeface="Calibri"/>
                <a:ea typeface="Calibri"/>
                <a:cs typeface="Calibri"/>
                <a:sym typeface="Calibri"/>
              </a:rPr>
              <a:t>Choice B (Enable versioning) would provide a means of protecting files from being deleted or overwritten. When versioning is enabled, the prior version of the file will still be available.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6" name="Shape 2696"/>
        <p:cNvGrpSpPr/>
        <p:nvPr/>
      </p:nvGrpSpPr>
      <p:grpSpPr>
        <a:xfrm>
          <a:off x="0" y="0"/>
          <a:ext cx="0" cy="0"/>
          <a:chOff x="0" y="0"/>
          <a:chExt cx="0" cy="0"/>
        </a:xfrm>
      </p:grpSpPr>
      <p:sp>
        <p:nvSpPr>
          <p:cNvPr id="2697" name="Google Shape;2697;p76:notes"/>
          <p:cNvSpPr/>
          <p:nvPr>
            <p:ph idx="2" type="sldImg"/>
          </p:nvPr>
        </p:nvSpPr>
        <p:spPr>
          <a:xfrm>
            <a:off x="1143000" y="635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8" name="Google Shape;2698;p76:notes"/>
          <p:cNvSpPr txBox="1"/>
          <p:nvPr>
            <p:ph idx="1" type="body"/>
          </p:nvPr>
        </p:nvSpPr>
        <p:spPr>
          <a:xfrm>
            <a:off x="317500" y="3810000"/>
            <a:ext cx="7112000" cy="53975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1" lang="en-US">
                <a:latin typeface="Calibri"/>
                <a:ea typeface="Calibri"/>
                <a:cs typeface="Calibri"/>
                <a:sym typeface="Calibri"/>
              </a:rPr>
              <a:t>|Slide number </a:t>
            </a:r>
            <a:fld id="{00000000-1234-1234-1234-123412341234}" type="slidenum">
              <a:rPr b="1" lang="en-US">
                <a:latin typeface="Calibri"/>
                <a:ea typeface="Calibri"/>
                <a:cs typeface="Calibri"/>
                <a:sym typeface="Calibri"/>
              </a:rPr>
              <a:t>‹#›</a:t>
            </a:fld>
            <a:r>
              <a:rPr b="1" lang="en-US">
                <a:latin typeface="Calibri"/>
                <a:ea typeface="Calibri"/>
                <a:cs typeface="Calibri"/>
                <a:sym typeface="Calibri"/>
              </a:rPr>
              <a:t> </a:t>
            </a:r>
            <a:endParaRPr/>
          </a:p>
          <a:p>
            <a:pPr indent="0" lvl="0" marL="0" marR="0" rtl="0" algn="l">
              <a:spcBef>
                <a:spcPts val="0"/>
              </a:spcBef>
              <a:spcAft>
                <a:spcPts val="0"/>
              </a:spcAft>
              <a:buClr>
                <a:schemeClr val="dk1"/>
              </a:buClr>
              <a:buSzPts val="1200"/>
              <a:buFont typeface="Calibri"/>
              <a:buNone/>
            </a:pPr>
            <a:r>
              <a:rPr b="1" lang="en-US">
                <a:latin typeface="Calibri"/>
                <a:ea typeface="Calibri"/>
                <a:cs typeface="Calibri"/>
                <a:sym typeface="Calibri"/>
              </a:rPr>
              <a:t>|Instructor notes</a:t>
            </a:r>
            <a:endParaRPr/>
          </a:p>
          <a:p>
            <a:pPr indent="0" lvl="0" marL="0" marR="0" rtl="0" algn="l">
              <a:spcBef>
                <a:spcPts val="0"/>
              </a:spcBef>
              <a:spcAft>
                <a:spcPts val="0"/>
              </a:spcAft>
              <a:buClr>
                <a:schemeClr val="dk1"/>
              </a:buClr>
              <a:buSzPts val="1200"/>
              <a:buFont typeface="Calibri"/>
              <a:buNone/>
            </a:pPr>
            <a:r>
              <a:rPr lang="en-US">
                <a:latin typeface="Calibri"/>
                <a:ea typeface="Calibri"/>
                <a:cs typeface="Calibri"/>
                <a:sym typeface="Calibri"/>
              </a:rPr>
              <a:t>|</a:t>
            </a:r>
            <a:endParaRPr/>
          </a:p>
          <a:p>
            <a:pPr indent="0" lvl="0" marL="0" marR="0" rtl="0" algn="l">
              <a:spcBef>
                <a:spcPts val="0"/>
              </a:spcBef>
              <a:spcAft>
                <a:spcPts val="0"/>
              </a:spcAft>
              <a:buClr>
                <a:schemeClr val="dk1"/>
              </a:buClr>
              <a:buSzPts val="1200"/>
              <a:buFont typeface="Calibri"/>
              <a:buNone/>
            </a:pPr>
            <a:r>
              <a:rPr b="1" lang="en-US">
                <a:latin typeface="Calibri"/>
                <a:ea typeface="Calibri"/>
                <a:cs typeface="Calibri"/>
                <a:sym typeface="Calibri"/>
              </a:rPr>
              <a:t>|Student notes</a:t>
            </a:r>
            <a:endParaRPr/>
          </a:p>
          <a:p>
            <a:pPr indent="0" lvl="0" marL="0" marR="0" rtl="0" algn="l">
              <a:spcBef>
                <a:spcPts val="0"/>
              </a:spcBef>
              <a:spcAft>
                <a:spcPts val="0"/>
              </a:spcAft>
              <a:buClr>
                <a:schemeClr val="dk1"/>
              </a:buClr>
              <a:buSzPts val="1200"/>
              <a:buFont typeface="Calibri"/>
              <a:buNone/>
            </a:pPr>
            <a:r>
              <a:rPr lang="en-US">
                <a:latin typeface="Calibri"/>
                <a:ea typeface="Calibri"/>
                <a:cs typeface="Calibri"/>
                <a:sym typeface="Calibri"/>
              </a:rPr>
              <a:t>That concludes this module. The Content Resources page of your course includes links to additional resources that are related to this module.</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8.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1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1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1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image" Target="../media/image14.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image" Target="../media/image14.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25.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14.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2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21.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 Id="rId3" Type="http://schemas.openxmlformats.org/officeDocument/2006/relationships/image" Target="../media/image21.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21.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21.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jpg"/><Relationship Id="rId3" Type="http://schemas.openxmlformats.org/officeDocument/2006/relationships/image" Target="../media/image39.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6.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4.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 Id="rId3" Type="http://schemas.openxmlformats.org/officeDocument/2006/relationships/image" Target="../media/image4.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2.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21.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4.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 Id="rId3" Type="http://schemas.openxmlformats.org/officeDocument/2006/relationships/image" Target="../media/image2.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2.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8.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8.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 Id="rId3" Type="http://schemas.openxmlformats.org/officeDocument/2006/relationships/image" Target="../media/image21.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6.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 Id="rId3" Type="http://schemas.openxmlformats.org/officeDocument/2006/relationships/image" Target="../media/image21.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6.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png"/><Relationship Id="rId3" Type="http://schemas.openxmlformats.org/officeDocument/2006/relationships/image" Target="../media/image21.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 Id="rId3" Type="http://schemas.openxmlformats.org/officeDocument/2006/relationships/image" Target="../media/image21.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0.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 Id="rId3" Type="http://schemas.openxmlformats.org/officeDocument/2006/relationships/image" Target="../media/image21.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0.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4.pn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 Id="rId3" Type="http://schemas.openxmlformats.org/officeDocument/2006/relationships/image" Target="../media/image2.pn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 Id="rId3" Type="http://schemas.openxmlformats.org/officeDocument/2006/relationships/image" Target="../media/image4.png"/></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png"/><Relationship Id="rId3" Type="http://schemas.openxmlformats.org/officeDocument/2006/relationships/image" Target="../media/image4.png"/></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7.png"/><Relationship Id="rId3" Type="http://schemas.openxmlformats.org/officeDocument/2006/relationships/image" Target="../media/image4.png"/></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21.pn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 Id="rId3" Type="http://schemas.openxmlformats.org/officeDocument/2006/relationships/image" Target="../media/image21.png"/></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4.png"/></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png"/><Relationship Id="rId3" Type="http://schemas.openxmlformats.org/officeDocument/2006/relationships/image" Target="../media/image2.png"/></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 Id="rId3" Type="http://schemas.openxmlformats.org/officeDocument/2006/relationships/image" Target="../media/image2.png"/></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9.pn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 Id="rId3" Type="http://schemas.openxmlformats.org/officeDocument/2006/relationships/image" Target="../media/image8.png"/></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 Id="rId3" Type="http://schemas.openxmlformats.org/officeDocument/2006/relationships/image" Target="../media/image8.png"/></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9.png"/></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4.png"/></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2.pn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3.png"/><Relationship Id="rId3" Type="http://schemas.openxmlformats.org/officeDocument/2006/relationships/image" Target="../media/image21.png"/></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6.png"/></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3.png"/><Relationship Id="rId3" Type="http://schemas.openxmlformats.org/officeDocument/2006/relationships/image" Target="../media/image21.png"/></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6.png"/></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1.png"/><Relationship Id="rId3" Type="http://schemas.openxmlformats.org/officeDocument/2006/relationships/image" Target="../media/image21.png"/></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2.png"/></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5.png"/><Relationship Id="rId3" Type="http://schemas.openxmlformats.org/officeDocument/2006/relationships/image" Target="../media/image21.png"/></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png"/></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5.png"/><Relationship Id="rId3" Type="http://schemas.openxmlformats.org/officeDocument/2006/relationships/image" Target="../media/image21.png"/></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0.png"/></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4.png"/></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png"/><Relationship Id="rId3" Type="http://schemas.openxmlformats.org/officeDocument/2006/relationships/image" Target="../media/image21.png"/></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bg>
      <p:bgPr>
        <a:blipFill>
          <a:blip r:embed="rId2">
            <a:alphaModFix/>
          </a:blip>
          <a:stretch>
            <a:fillRect/>
          </a:stretch>
        </a:blipFill>
      </p:bgPr>
    </p:bg>
    <p:spTree>
      <p:nvGrpSpPr>
        <p:cNvPr id="11" name="Shape 11"/>
        <p:cNvGrpSpPr/>
        <p:nvPr/>
      </p:nvGrpSpPr>
      <p:grpSpPr>
        <a:xfrm>
          <a:off x="0" y="0"/>
          <a:ext cx="0" cy="0"/>
          <a:chOff x="0" y="0"/>
          <a:chExt cx="0" cy="0"/>
        </a:xfrm>
      </p:grpSpPr>
      <p:sp>
        <p:nvSpPr>
          <p:cNvPr id="12" name="Google Shape;12;p78"/>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b="0" i="0" sz="1200" u="none" cap="none" strike="noStrike">
                <a:solidFill>
                  <a:schemeClr val="lt1"/>
                </a:solidFill>
                <a:latin typeface="Play"/>
                <a:ea typeface="Play"/>
                <a:cs typeface="Play"/>
                <a:sym typeface="Play"/>
              </a:defRPr>
            </a:lvl1pPr>
            <a:lvl2pPr indent="0" lvl="1" marL="0" algn="r">
              <a:spcBef>
                <a:spcPts val="0"/>
              </a:spcBef>
              <a:buNone/>
              <a:defRPr b="0" i="0" sz="1200" u="none" cap="none" strike="noStrike">
                <a:solidFill>
                  <a:schemeClr val="lt1"/>
                </a:solidFill>
                <a:latin typeface="Play"/>
                <a:ea typeface="Play"/>
                <a:cs typeface="Play"/>
                <a:sym typeface="Play"/>
              </a:defRPr>
            </a:lvl2pPr>
            <a:lvl3pPr indent="0" lvl="2" marL="0" algn="r">
              <a:spcBef>
                <a:spcPts val="0"/>
              </a:spcBef>
              <a:buNone/>
              <a:defRPr b="0" i="0" sz="1200" u="none" cap="none" strike="noStrike">
                <a:solidFill>
                  <a:schemeClr val="lt1"/>
                </a:solidFill>
                <a:latin typeface="Play"/>
                <a:ea typeface="Play"/>
                <a:cs typeface="Play"/>
                <a:sym typeface="Play"/>
              </a:defRPr>
            </a:lvl3pPr>
            <a:lvl4pPr indent="0" lvl="3" marL="0" algn="r">
              <a:spcBef>
                <a:spcPts val="0"/>
              </a:spcBef>
              <a:buNone/>
              <a:defRPr b="0" i="0" sz="1200" u="none" cap="none" strike="noStrike">
                <a:solidFill>
                  <a:schemeClr val="lt1"/>
                </a:solidFill>
                <a:latin typeface="Play"/>
                <a:ea typeface="Play"/>
                <a:cs typeface="Play"/>
                <a:sym typeface="Play"/>
              </a:defRPr>
            </a:lvl4pPr>
            <a:lvl5pPr indent="0" lvl="4" marL="0" algn="r">
              <a:spcBef>
                <a:spcPts val="0"/>
              </a:spcBef>
              <a:buNone/>
              <a:defRPr b="0" i="0" sz="1200" u="none" cap="none" strike="noStrike">
                <a:solidFill>
                  <a:schemeClr val="lt1"/>
                </a:solidFill>
                <a:latin typeface="Play"/>
                <a:ea typeface="Play"/>
                <a:cs typeface="Play"/>
                <a:sym typeface="Play"/>
              </a:defRPr>
            </a:lvl5pPr>
            <a:lvl6pPr indent="0" lvl="5" marL="0" algn="r">
              <a:spcBef>
                <a:spcPts val="0"/>
              </a:spcBef>
              <a:buNone/>
              <a:defRPr b="0" i="0" sz="1200" u="none" cap="none" strike="noStrike">
                <a:solidFill>
                  <a:schemeClr val="lt1"/>
                </a:solidFill>
                <a:latin typeface="Play"/>
                <a:ea typeface="Play"/>
                <a:cs typeface="Play"/>
                <a:sym typeface="Play"/>
              </a:defRPr>
            </a:lvl6pPr>
            <a:lvl7pPr indent="0" lvl="6" marL="0" algn="r">
              <a:spcBef>
                <a:spcPts val="0"/>
              </a:spcBef>
              <a:buNone/>
              <a:defRPr b="0" i="0" sz="1200" u="none" cap="none" strike="noStrike">
                <a:solidFill>
                  <a:schemeClr val="lt1"/>
                </a:solidFill>
                <a:latin typeface="Play"/>
                <a:ea typeface="Play"/>
                <a:cs typeface="Play"/>
                <a:sym typeface="Play"/>
              </a:defRPr>
            </a:lvl7pPr>
            <a:lvl8pPr indent="0" lvl="7" marL="0" algn="r">
              <a:spcBef>
                <a:spcPts val="0"/>
              </a:spcBef>
              <a:buNone/>
              <a:defRPr b="0" i="0" sz="1200" u="none" cap="none" strike="noStrike">
                <a:solidFill>
                  <a:schemeClr val="lt1"/>
                </a:solidFill>
                <a:latin typeface="Play"/>
                <a:ea typeface="Play"/>
                <a:cs typeface="Play"/>
                <a:sym typeface="Play"/>
              </a:defRPr>
            </a:lvl8pPr>
            <a:lvl9pPr indent="0" lvl="8" marL="0" algn="r">
              <a:spcBef>
                <a:spcPts val="0"/>
              </a:spcBef>
              <a:buNone/>
              <a:defRPr b="0" i="0" sz="1200" u="none" cap="none" strike="noStrike">
                <a:solidFill>
                  <a:schemeClr val="lt1"/>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3" name="Google Shape;13;p78"/>
          <p:cNvSpPr txBox="1"/>
          <p:nvPr>
            <p:ph type="title"/>
          </p:nvPr>
        </p:nvSpPr>
        <p:spPr>
          <a:xfrm>
            <a:off x="457200" y="1051560"/>
            <a:ext cx="11375136" cy="16733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4800"/>
              <a:buFont typeface="Play"/>
              <a:buNone/>
              <a:defRPr sz="4800">
                <a:solidFill>
                  <a:schemeClr val="lt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78"/>
          <p:cNvSpPr txBox="1"/>
          <p:nvPr>
            <p:ph idx="1" type="body"/>
          </p:nvPr>
        </p:nvSpPr>
        <p:spPr>
          <a:xfrm>
            <a:off x="457200" y="2772920"/>
            <a:ext cx="5500255" cy="175564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Clr>
                <a:schemeClr val="lt1"/>
              </a:buClr>
              <a:buSzPts val="3200"/>
              <a:buNone/>
              <a:defRPr sz="3200">
                <a:solidFill>
                  <a:schemeClr val="lt1"/>
                </a:solidFill>
                <a:latin typeface="Play"/>
                <a:ea typeface="Play"/>
                <a:cs typeface="Play"/>
                <a:sym typeface="Play"/>
              </a:defRPr>
            </a:lvl1pPr>
            <a:lvl2pPr indent="-228600" lvl="1" marL="914400" algn="ctr">
              <a:lnSpc>
                <a:spcPct val="90000"/>
              </a:lnSpc>
              <a:spcBef>
                <a:spcPts val="0"/>
              </a:spcBef>
              <a:spcAft>
                <a:spcPts val="0"/>
              </a:spcAft>
              <a:buClr>
                <a:srgbClr val="232F3E"/>
              </a:buClr>
              <a:buSzPts val="2000"/>
              <a:buNone/>
              <a:defRPr sz="2000"/>
            </a:lvl2pPr>
            <a:lvl3pPr indent="-228600" lvl="2" marL="1371600" algn="ctr">
              <a:lnSpc>
                <a:spcPct val="90000"/>
              </a:lnSpc>
              <a:spcBef>
                <a:spcPts val="1200"/>
              </a:spcBef>
              <a:spcAft>
                <a:spcPts val="0"/>
              </a:spcAft>
              <a:buClr>
                <a:srgbClr val="232F3E"/>
              </a:buClr>
              <a:buSzPts val="1800"/>
              <a:buNone/>
              <a:defRPr sz="1800"/>
            </a:lvl3pPr>
            <a:lvl4pPr indent="-228600" lvl="3" marL="1828800" algn="ctr">
              <a:lnSpc>
                <a:spcPct val="90000"/>
              </a:lnSpc>
              <a:spcBef>
                <a:spcPts val="1200"/>
              </a:spcBef>
              <a:spcAft>
                <a:spcPts val="0"/>
              </a:spcAft>
              <a:buClr>
                <a:srgbClr val="232F3E"/>
              </a:buClr>
              <a:buSzPts val="1600"/>
              <a:buNone/>
              <a:defRPr sz="1600"/>
            </a:lvl4pPr>
            <a:lvl5pPr indent="-228600" lvl="4" marL="2286000" algn="ctr">
              <a:lnSpc>
                <a:spcPct val="90000"/>
              </a:lnSpc>
              <a:spcBef>
                <a:spcPts val="1200"/>
              </a:spcBef>
              <a:spcAft>
                <a:spcPts val="0"/>
              </a:spcAft>
              <a:buClr>
                <a:srgbClr val="232F3E"/>
              </a:buClr>
              <a:buSzPts val="1600"/>
              <a:buNone/>
              <a:defRPr sz="1600"/>
            </a:lvl5pPr>
            <a:lvl6pPr indent="-228600" lvl="5" marL="2743200" algn="ctr">
              <a:lnSpc>
                <a:spcPct val="90000"/>
              </a:lnSpc>
              <a:spcBef>
                <a:spcPts val="1200"/>
              </a:spcBef>
              <a:spcAft>
                <a:spcPts val="0"/>
              </a:spcAft>
              <a:buClr>
                <a:schemeClr val="dk1"/>
              </a:buClr>
              <a:buSzPts val="1600"/>
              <a:buNone/>
              <a:defRPr sz="1600"/>
            </a:lvl6pPr>
            <a:lvl7pPr indent="-228600" lvl="6" marL="3200400" algn="ctr">
              <a:lnSpc>
                <a:spcPct val="90000"/>
              </a:lnSpc>
              <a:spcBef>
                <a:spcPts val="500"/>
              </a:spcBef>
              <a:spcAft>
                <a:spcPts val="0"/>
              </a:spcAft>
              <a:buClr>
                <a:schemeClr val="dk1"/>
              </a:buClr>
              <a:buSzPts val="1600"/>
              <a:buNone/>
              <a:defRPr sz="1600"/>
            </a:lvl7pPr>
            <a:lvl8pPr indent="-228600" lvl="7" marL="3657600" algn="ctr">
              <a:lnSpc>
                <a:spcPct val="90000"/>
              </a:lnSpc>
              <a:spcBef>
                <a:spcPts val="500"/>
              </a:spcBef>
              <a:spcAft>
                <a:spcPts val="0"/>
              </a:spcAft>
              <a:buClr>
                <a:schemeClr val="dk1"/>
              </a:buClr>
              <a:buSzPts val="1600"/>
              <a:buNone/>
              <a:defRPr sz="1600"/>
            </a:lvl8pPr>
            <a:lvl9pPr indent="-228600" lvl="8" marL="4114800" algn="ctr">
              <a:lnSpc>
                <a:spcPct val="90000"/>
              </a:lnSpc>
              <a:spcBef>
                <a:spcPts val="500"/>
              </a:spcBef>
              <a:spcAft>
                <a:spcPts val="0"/>
              </a:spcAft>
              <a:buClr>
                <a:schemeClr val="dk1"/>
              </a:buClr>
              <a:buSzPts val="1600"/>
              <a:buNone/>
              <a:defRPr sz="1600"/>
            </a:lvl9pPr>
          </a:lstStyle>
          <a:p/>
        </p:txBody>
      </p:sp>
      <p:pic>
        <p:nvPicPr>
          <p:cNvPr id="15" name="Google Shape;15;p78"/>
          <p:cNvPicPr preferRelativeResize="0"/>
          <p:nvPr/>
        </p:nvPicPr>
        <p:blipFill rotWithShape="1">
          <a:blip r:embed="rId3">
            <a:alphaModFix/>
          </a:blip>
          <a:srcRect b="0" l="0" r="0" t="0"/>
          <a:stretch/>
        </p:blipFill>
        <p:spPr>
          <a:xfrm>
            <a:off x="3799983" y="6468531"/>
            <a:ext cx="4610100" cy="267127"/>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lide Variant" showMasterSp="0">
  <p:cSld name="Section Slide Variant">
    <p:bg>
      <p:bgPr>
        <a:blipFill>
          <a:blip r:embed="rId2">
            <a:alphaModFix/>
          </a:blip>
          <a:stretch>
            <a:fillRect/>
          </a:stretch>
        </a:blipFill>
      </p:bgPr>
    </p:bg>
    <p:spTree>
      <p:nvGrpSpPr>
        <p:cNvPr id="16" name="Shape 16"/>
        <p:cNvGrpSpPr/>
        <p:nvPr/>
      </p:nvGrpSpPr>
      <p:grpSpPr>
        <a:xfrm>
          <a:off x="0" y="0"/>
          <a:ext cx="0" cy="0"/>
          <a:chOff x="0" y="0"/>
          <a:chExt cx="0" cy="0"/>
        </a:xfrm>
      </p:grpSpPr>
      <p:sp>
        <p:nvSpPr>
          <p:cNvPr id="17" name="Google Shape;17;p79"/>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b="0" i="0" sz="1200" u="none" cap="none" strike="noStrike">
                <a:solidFill>
                  <a:srgbClr val="232F3E"/>
                </a:solidFill>
                <a:latin typeface="Play"/>
                <a:ea typeface="Play"/>
                <a:cs typeface="Play"/>
                <a:sym typeface="Play"/>
              </a:defRPr>
            </a:lvl1pPr>
            <a:lvl2pPr indent="0" lvl="1" marL="0" algn="r">
              <a:spcBef>
                <a:spcPts val="0"/>
              </a:spcBef>
              <a:buNone/>
              <a:defRPr b="0" i="0" sz="1200" u="none" cap="none" strike="noStrike">
                <a:solidFill>
                  <a:srgbClr val="232F3E"/>
                </a:solidFill>
                <a:latin typeface="Play"/>
                <a:ea typeface="Play"/>
                <a:cs typeface="Play"/>
                <a:sym typeface="Play"/>
              </a:defRPr>
            </a:lvl2pPr>
            <a:lvl3pPr indent="0" lvl="2" marL="0" algn="r">
              <a:spcBef>
                <a:spcPts val="0"/>
              </a:spcBef>
              <a:buNone/>
              <a:defRPr b="0" i="0" sz="1200" u="none" cap="none" strike="noStrike">
                <a:solidFill>
                  <a:srgbClr val="232F3E"/>
                </a:solidFill>
                <a:latin typeface="Play"/>
                <a:ea typeface="Play"/>
                <a:cs typeface="Play"/>
                <a:sym typeface="Play"/>
              </a:defRPr>
            </a:lvl3pPr>
            <a:lvl4pPr indent="0" lvl="3" marL="0" algn="r">
              <a:spcBef>
                <a:spcPts val="0"/>
              </a:spcBef>
              <a:buNone/>
              <a:defRPr b="0" i="0" sz="1200" u="none" cap="none" strike="noStrike">
                <a:solidFill>
                  <a:srgbClr val="232F3E"/>
                </a:solidFill>
                <a:latin typeface="Play"/>
                <a:ea typeface="Play"/>
                <a:cs typeface="Play"/>
                <a:sym typeface="Play"/>
              </a:defRPr>
            </a:lvl4pPr>
            <a:lvl5pPr indent="0" lvl="4" marL="0" algn="r">
              <a:spcBef>
                <a:spcPts val="0"/>
              </a:spcBef>
              <a:buNone/>
              <a:defRPr b="0" i="0" sz="1200" u="none" cap="none" strike="noStrike">
                <a:solidFill>
                  <a:srgbClr val="232F3E"/>
                </a:solidFill>
                <a:latin typeface="Play"/>
                <a:ea typeface="Play"/>
                <a:cs typeface="Play"/>
                <a:sym typeface="Play"/>
              </a:defRPr>
            </a:lvl5pPr>
            <a:lvl6pPr indent="0" lvl="5" marL="0" algn="r">
              <a:spcBef>
                <a:spcPts val="0"/>
              </a:spcBef>
              <a:buNone/>
              <a:defRPr b="0" i="0" sz="1200" u="none" cap="none" strike="noStrike">
                <a:solidFill>
                  <a:srgbClr val="232F3E"/>
                </a:solidFill>
                <a:latin typeface="Play"/>
                <a:ea typeface="Play"/>
                <a:cs typeface="Play"/>
                <a:sym typeface="Play"/>
              </a:defRPr>
            </a:lvl6pPr>
            <a:lvl7pPr indent="0" lvl="6" marL="0" algn="r">
              <a:spcBef>
                <a:spcPts val="0"/>
              </a:spcBef>
              <a:buNone/>
              <a:defRPr b="0" i="0" sz="1200" u="none" cap="none" strike="noStrike">
                <a:solidFill>
                  <a:srgbClr val="232F3E"/>
                </a:solidFill>
                <a:latin typeface="Play"/>
                <a:ea typeface="Play"/>
                <a:cs typeface="Play"/>
                <a:sym typeface="Play"/>
              </a:defRPr>
            </a:lvl7pPr>
            <a:lvl8pPr indent="0" lvl="7" marL="0" algn="r">
              <a:spcBef>
                <a:spcPts val="0"/>
              </a:spcBef>
              <a:buNone/>
              <a:defRPr b="0" i="0" sz="1200" u="none" cap="none" strike="noStrike">
                <a:solidFill>
                  <a:srgbClr val="232F3E"/>
                </a:solidFill>
                <a:latin typeface="Play"/>
                <a:ea typeface="Play"/>
                <a:cs typeface="Play"/>
                <a:sym typeface="Play"/>
              </a:defRPr>
            </a:lvl8pPr>
            <a:lvl9pPr indent="0" lvl="8" marL="0" algn="r">
              <a:spcBef>
                <a:spcPts val="0"/>
              </a:spcBef>
              <a:buNone/>
              <a:defRPr b="0" i="0" sz="1200" u="none" cap="none" strike="noStrike">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79"/>
          <p:cNvSpPr txBox="1"/>
          <p:nvPr>
            <p:ph type="title"/>
          </p:nvPr>
        </p:nvSpPr>
        <p:spPr>
          <a:xfrm>
            <a:off x="457200" y="2545492"/>
            <a:ext cx="11375136" cy="244687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4800"/>
              <a:buFont typeface="Play"/>
              <a:buNone/>
              <a:defRPr sz="4800">
                <a:solidFill>
                  <a:schemeClr val="lt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79"/>
          <p:cNvSpPr txBox="1"/>
          <p:nvPr>
            <p:ph idx="1" type="subTitle"/>
          </p:nvPr>
        </p:nvSpPr>
        <p:spPr>
          <a:xfrm>
            <a:off x="457200" y="5040376"/>
            <a:ext cx="11375136" cy="995898"/>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lt1"/>
              </a:buClr>
              <a:buSzPts val="3200"/>
              <a:buNone/>
              <a:defRPr sz="3200">
                <a:solidFill>
                  <a:schemeClr val="lt1"/>
                </a:solidFill>
                <a:latin typeface="Play"/>
                <a:ea typeface="Play"/>
                <a:cs typeface="Play"/>
                <a:sym typeface="Play"/>
              </a:defRPr>
            </a:lvl1pPr>
            <a:lvl2pPr lvl="1" algn="ctr">
              <a:lnSpc>
                <a:spcPct val="90000"/>
              </a:lnSpc>
              <a:spcBef>
                <a:spcPts val="0"/>
              </a:spcBef>
              <a:spcAft>
                <a:spcPts val="0"/>
              </a:spcAft>
              <a:buClr>
                <a:srgbClr val="232F3E"/>
              </a:buClr>
              <a:buSzPts val="2000"/>
              <a:buNone/>
              <a:defRPr sz="2000"/>
            </a:lvl2pPr>
            <a:lvl3pPr lvl="2" algn="ctr">
              <a:lnSpc>
                <a:spcPct val="90000"/>
              </a:lnSpc>
              <a:spcBef>
                <a:spcPts val="1200"/>
              </a:spcBef>
              <a:spcAft>
                <a:spcPts val="0"/>
              </a:spcAft>
              <a:buClr>
                <a:srgbClr val="232F3E"/>
              </a:buClr>
              <a:buSzPts val="1800"/>
              <a:buNone/>
              <a:defRPr sz="1800"/>
            </a:lvl3pPr>
            <a:lvl4pPr lvl="3" algn="ctr">
              <a:lnSpc>
                <a:spcPct val="90000"/>
              </a:lnSpc>
              <a:spcBef>
                <a:spcPts val="1200"/>
              </a:spcBef>
              <a:spcAft>
                <a:spcPts val="0"/>
              </a:spcAft>
              <a:buClr>
                <a:srgbClr val="232F3E"/>
              </a:buClr>
              <a:buSzPts val="1600"/>
              <a:buNone/>
              <a:defRPr sz="1600"/>
            </a:lvl4pPr>
            <a:lvl5pPr lvl="4" algn="ctr">
              <a:lnSpc>
                <a:spcPct val="90000"/>
              </a:lnSpc>
              <a:spcBef>
                <a:spcPts val="1200"/>
              </a:spcBef>
              <a:spcAft>
                <a:spcPts val="0"/>
              </a:spcAft>
              <a:buClr>
                <a:srgbClr val="232F3E"/>
              </a:buClr>
              <a:buSzPts val="1600"/>
              <a:buNone/>
              <a:defRPr sz="1600"/>
            </a:lvl5pPr>
            <a:lvl6pPr lvl="5" algn="ctr">
              <a:lnSpc>
                <a:spcPct val="90000"/>
              </a:lnSpc>
              <a:spcBef>
                <a:spcPts val="12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20" name="Google Shape;20;p79"/>
          <p:cNvPicPr preferRelativeResize="0"/>
          <p:nvPr/>
        </p:nvPicPr>
        <p:blipFill rotWithShape="1">
          <a:blip r:embed="rId3">
            <a:alphaModFix/>
          </a:blip>
          <a:srcRect b="0" l="0" r="0" t="0"/>
          <a:stretch/>
        </p:blipFill>
        <p:spPr>
          <a:xfrm>
            <a:off x="3799983" y="6468531"/>
            <a:ext cx="4610100" cy="267127"/>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pic Introduction Variant" showMasterSp="0">
  <p:cSld name="Topic Introduction Variant">
    <p:bg>
      <p:bgPr>
        <a:blipFill>
          <a:blip r:embed="rId2">
            <a:alphaModFix/>
          </a:blip>
          <a:stretch>
            <a:fillRect/>
          </a:stretch>
        </a:blipFill>
      </p:bgPr>
    </p:bg>
    <p:spTree>
      <p:nvGrpSpPr>
        <p:cNvPr id="21" name="Shape 21"/>
        <p:cNvGrpSpPr/>
        <p:nvPr/>
      </p:nvGrpSpPr>
      <p:grpSpPr>
        <a:xfrm>
          <a:off x="0" y="0"/>
          <a:ext cx="0" cy="0"/>
          <a:chOff x="0" y="0"/>
          <a:chExt cx="0" cy="0"/>
        </a:xfrm>
      </p:grpSpPr>
      <p:sp>
        <p:nvSpPr>
          <p:cNvPr id="22" name="Google Shape;22;p80"/>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b="0" i="0" sz="1200" u="none" cap="none" strike="noStrike">
                <a:solidFill>
                  <a:srgbClr val="232F3E"/>
                </a:solidFill>
                <a:latin typeface="Play"/>
                <a:ea typeface="Play"/>
                <a:cs typeface="Play"/>
                <a:sym typeface="Play"/>
              </a:defRPr>
            </a:lvl1pPr>
            <a:lvl2pPr indent="0" lvl="1" marL="0" algn="r">
              <a:spcBef>
                <a:spcPts val="0"/>
              </a:spcBef>
              <a:buNone/>
              <a:defRPr b="0" i="0" sz="1200" u="none" cap="none" strike="noStrike">
                <a:solidFill>
                  <a:srgbClr val="232F3E"/>
                </a:solidFill>
                <a:latin typeface="Play"/>
                <a:ea typeface="Play"/>
                <a:cs typeface="Play"/>
                <a:sym typeface="Play"/>
              </a:defRPr>
            </a:lvl2pPr>
            <a:lvl3pPr indent="0" lvl="2" marL="0" algn="r">
              <a:spcBef>
                <a:spcPts val="0"/>
              </a:spcBef>
              <a:buNone/>
              <a:defRPr b="0" i="0" sz="1200" u="none" cap="none" strike="noStrike">
                <a:solidFill>
                  <a:srgbClr val="232F3E"/>
                </a:solidFill>
                <a:latin typeface="Play"/>
                <a:ea typeface="Play"/>
                <a:cs typeface="Play"/>
                <a:sym typeface="Play"/>
              </a:defRPr>
            </a:lvl3pPr>
            <a:lvl4pPr indent="0" lvl="3" marL="0" algn="r">
              <a:spcBef>
                <a:spcPts val="0"/>
              </a:spcBef>
              <a:buNone/>
              <a:defRPr b="0" i="0" sz="1200" u="none" cap="none" strike="noStrike">
                <a:solidFill>
                  <a:srgbClr val="232F3E"/>
                </a:solidFill>
                <a:latin typeface="Play"/>
                <a:ea typeface="Play"/>
                <a:cs typeface="Play"/>
                <a:sym typeface="Play"/>
              </a:defRPr>
            </a:lvl4pPr>
            <a:lvl5pPr indent="0" lvl="4" marL="0" algn="r">
              <a:spcBef>
                <a:spcPts val="0"/>
              </a:spcBef>
              <a:buNone/>
              <a:defRPr b="0" i="0" sz="1200" u="none" cap="none" strike="noStrike">
                <a:solidFill>
                  <a:srgbClr val="232F3E"/>
                </a:solidFill>
                <a:latin typeface="Play"/>
                <a:ea typeface="Play"/>
                <a:cs typeface="Play"/>
                <a:sym typeface="Play"/>
              </a:defRPr>
            </a:lvl5pPr>
            <a:lvl6pPr indent="0" lvl="5" marL="0" algn="r">
              <a:spcBef>
                <a:spcPts val="0"/>
              </a:spcBef>
              <a:buNone/>
              <a:defRPr b="0" i="0" sz="1200" u="none" cap="none" strike="noStrike">
                <a:solidFill>
                  <a:srgbClr val="232F3E"/>
                </a:solidFill>
                <a:latin typeface="Play"/>
                <a:ea typeface="Play"/>
                <a:cs typeface="Play"/>
                <a:sym typeface="Play"/>
              </a:defRPr>
            </a:lvl6pPr>
            <a:lvl7pPr indent="0" lvl="6" marL="0" algn="r">
              <a:spcBef>
                <a:spcPts val="0"/>
              </a:spcBef>
              <a:buNone/>
              <a:defRPr b="0" i="0" sz="1200" u="none" cap="none" strike="noStrike">
                <a:solidFill>
                  <a:srgbClr val="232F3E"/>
                </a:solidFill>
                <a:latin typeface="Play"/>
                <a:ea typeface="Play"/>
                <a:cs typeface="Play"/>
                <a:sym typeface="Play"/>
              </a:defRPr>
            </a:lvl7pPr>
            <a:lvl8pPr indent="0" lvl="7" marL="0" algn="r">
              <a:spcBef>
                <a:spcPts val="0"/>
              </a:spcBef>
              <a:buNone/>
              <a:defRPr b="0" i="0" sz="1200" u="none" cap="none" strike="noStrike">
                <a:solidFill>
                  <a:srgbClr val="232F3E"/>
                </a:solidFill>
                <a:latin typeface="Play"/>
                <a:ea typeface="Play"/>
                <a:cs typeface="Play"/>
                <a:sym typeface="Play"/>
              </a:defRPr>
            </a:lvl8pPr>
            <a:lvl9pPr indent="0" lvl="8" marL="0" algn="r">
              <a:spcBef>
                <a:spcPts val="0"/>
              </a:spcBef>
              <a:buNone/>
              <a:defRPr b="0" i="0" sz="1200" u="none" cap="none" strike="noStrike">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23" name="Google Shape;23;p80"/>
          <p:cNvSpPr txBox="1"/>
          <p:nvPr>
            <p:ph type="title"/>
          </p:nvPr>
        </p:nvSpPr>
        <p:spPr>
          <a:xfrm>
            <a:off x="243242" y="292099"/>
            <a:ext cx="4062057" cy="1866901"/>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0"/>
              </a:spcBef>
              <a:spcAft>
                <a:spcPts val="0"/>
              </a:spcAft>
              <a:buClr>
                <a:schemeClr val="lt1"/>
              </a:buClr>
              <a:buSzPts val="3600"/>
              <a:buFont typeface="Play"/>
              <a:buNone/>
              <a:defRPr sz="3600">
                <a:solidFill>
                  <a:schemeClr val="lt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80"/>
          <p:cNvSpPr txBox="1"/>
          <p:nvPr>
            <p:ph idx="1" type="body"/>
          </p:nvPr>
        </p:nvSpPr>
        <p:spPr>
          <a:xfrm>
            <a:off x="4592635" y="292099"/>
            <a:ext cx="7239701" cy="6142651"/>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latin typeface="Play"/>
                <a:ea typeface="Play"/>
                <a:cs typeface="Play"/>
                <a:sym typeface="Play"/>
              </a:defRPr>
            </a:lvl1pPr>
            <a:lvl2pPr indent="-381000" lvl="1" marL="914400" algn="l">
              <a:lnSpc>
                <a:spcPct val="100000"/>
              </a:lnSpc>
              <a:spcBef>
                <a:spcPts val="1200"/>
              </a:spcBef>
              <a:spcAft>
                <a:spcPts val="0"/>
              </a:spcAft>
              <a:buClr>
                <a:srgbClr val="232F3E"/>
              </a:buClr>
              <a:buSzPts val="2400"/>
              <a:buChar char="•"/>
              <a:defRPr sz="2400">
                <a:solidFill>
                  <a:srgbClr val="232F3E"/>
                </a:solidFill>
                <a:latin typeface="Play"/>
                <a:ea typeface="Play"/>
                <a:cs typeface="Play"/>
                <a:sym typeface="Play"/>
              </a:defRPr>
            </a:lvl2pPr>
            <a:lvl3pPr indent="-355600" lvl="2" marL="1371600" algn="l">
              <a:lnSpc>
                <a:spcPct val="100000"/>
              </a:lnSpc>
              <a:spcBef>
                <a:spcPts val="1200"/>
              </a:spcBef>
              <a:spcAft>
                <a:spcPts val="0"/>
              </a:spcAft>
              <a:buClr>
                <a:srgbClr val="232F3E"/>
              </a:buClr>
              <a:buSzPts val="2000"/>
              <a:buChar char="•"/>
              <a:defRPr sz="2000">
                <a:solidFill>
                  <a:srgbClr val="232F3E"/>
                </a:solidFill>
                <a:latin typeface="Play"/>
                <a:ea typeface="Play"/>
                <a:cs typeface="Play"/>
                <a:sym typeface="Play"/>
              </a:defRPr>
            </a:lvl3pPr>
            <a:lvl4pPr indent="-342900" lvl="3" marL="1828800" algn="l">
              <a:lnSpc>
                <a:spcPct val="100000"/>
              </a:lnSpc>
              <a:spcBef>
                <a:spcPts val="1200"/>
              </a:spcBef>
              <a:spcAft>
                <a:spcPts val="0"/>
              </a:spcAft>
              <a:buClr>
                <a:srgbClr val="232F3E"/>
              </a:buClr>
              <a:buSzPts val="1800"/>
              <a:buChar char="•"/>
              <a:defRPr sz="1800">
                <a:solidFill>
                  <a:srgbClr val="232F3E"/>
                </a:solidFill>
                <a:latin typeface="Play"/>
                <a:ea typeface="Play"/>
                <a:cs typeface="Play"/>
                <a:sym typeface="Play"/>
              </a:defRPr>
            </a:lvl4pPr>
            <a:lvl5pPr indent="-342900" lvl="4" marL="2286000" algn="l">
              <a:lnSpc>
                <a:spcPct val="100000"/>
              </a:lnSpc>
              <a:spcBef>
                <a:spcPts val="1200"/>
              </a:spcBef>
              <a:spcAft>
                <a:spcPts val="0"/>
              </a:spcAft>
              <a:buClr>
                <a:srgbClr val="232F3E"/>
              </a:buClr>
              <a:buSzPts val="1800"/>
              <a:buChar char="•"/>
              <a:defRPr sz="1800">
                <a:solidFill>
                  <a:srgbClr val="232F3E"/>
                </a:solidFill>
                <a:latin typeface="Play"/>
                <a:ea typeface="Play"/>
                <a:cs typeface="Play"/>
                <a:sym typeface="Play"/>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25" name="Google Shape;25;p80"/>
          <p:cNvPicPr preferRelativeResize="0"/>
          <p:nvPr/>
        </p:nvPicPr>
        <p:blipFill rotWithShape="1">
          <a:blip r:embed="rId3">
            <a:alphaModFix/>
          </a:blip>
          <a:srcRect b="0" l="0" r="0" t="0"/>
          <a:stretch/>
        </p:blipFill>
        <p:spPr>
          <a:xfrm>
            <a:off x="6009640" y="6468531"/>
            <a:ext cx="4610100" cy="267127"/>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2 Content Columns" type="tx">
  <p:cSld name="TITLE_AND_BODY">
    <p:bg>
      <p:bgPr>
        <a:solidFill>
          <a:schemeClr val="lt1"/>
        </a:solidFill>
      </p:bgPr>
    </p:bg>
    <p:spTree>
      <p:nvGrpSpPr>
        <p:cNvPr id="26" name="Shape 26"/>
        <p:cNvGrpSpPr/>
        <p:nvPr/>
      </p:nvGrpSpPr>
      <p:grpSpPr>
        <a:xfrm>
          <a:off x="0" y="0"/>
          <a:ext cx="0" cy="0"/>
          <a:chOff x="0" y="0"/>
          <a:chExt cx="0" cy="0"/>
        </a:xfrm>
      </p:grpSpPr>
      <p:sp>
        <p:nvSpPr>
          <p:cNvPr id="27" name="Google Shape;27;p81"/>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b="0" i="0" sz="1200" u="none" cap="none" strike="noStrike">
                <a:solidFill>
                  <a:srgbClr val="232F3E"/>
                </a:solidFill>
                <a:latin typeface="Play"/>
                <a:ea typeface="Play"/>
                <a:cs typeface="Play"/>
                <a:sym typeface="Play"/>
              </a:defRPr>
            </a:lvl1pPr>
            <a:lvl2pPr indent="0" lvl="1" marL="0" algn="r">
              <a:spcBef>
                <a:spcPts val="0"/>
              </a:spcBef>
              <a:buNone/>
              <a:defRPr b="0" i="0" sz="1200" u="none" cap="none" strike="noStrike">
                <a:solidFill>
                  <a:srgbClr val="232F3E"/>
                </a:solidFill>
                <a:latin typeface="Play"/>
                <a:ea typeface="Play"/>
                <a:cs typeface="Play"/>
                <a:sym typeface="Play"/>
              </a:defRPr>
            </a:lvl2pPr>
            <a:lvl3pPr indent="0" lvl="2" marL="0" algn="r">
              <a:spcBef>
                <a:spcPts val="0"/>
              </a:spcBef>
              <a:buNone/>
              <a:defRPr b="0" i="0" sz="1200" u="none" cap="none" strike="noStrike">
                <a:solidFill>
                  <a:srgbClr val="232F3E"/>
                </a:solidFill>
                <a:latin typeface="Play"/>
                <a:ea typeface="Play"/>
                <a:cs typeface="Play"/>
                <a:sym typeface="Play"/>
              </a:defRPr>
            </a:lvl3pPr>
            <a:lvl4pPr indent="0" lvl="3" marL="0" algn="r">
              <a:spcBef>
                <a:spcPts val="0"/>
              </a:spcBef>
              <a:buNone/>
              <a:defRPr b="0" i="0" sz="1200" u="none" cap="none" strike="noStrike">
                <a:solidFill>
                  <a:srgbClr val="232F3E"/>
                </a:solidFill>
                <a:latin typeface="Play"/>
                <a:ea typeface="Play"/>
                <a:cs typeface="Play"/>
                <a:sym typeface="Play"/>
              </a:defRPr>
            </a:lvl4pPr>
            <a:lvl5pPr indent="0" lvl="4" marL="0" algn="r">
              <a:spcBef>
                <a:spcPts val="0"/>
              </a:spcBef>
              <a:buNone/>
              <a:defRPr b="0" i="0" sz="1200" u="none" cap="none" strike="noStrike">
                <a:solidFill>
                  <a:srgbClr val="232F3E"/>
                </a:solidFill>
                <a:latin typeface="Play"/>
                <a:ea typeface="Play"/>
                <a:cs typeface="Play"/>
                <a:sym typeface="Play"/>
              </a:defRPr>
            </a:lvl5pPr>
            <a:lvl6pPr indent="0" lvl="5" marL="0" algn="r">
              <a:spcBef>
                <a:spcPts val="0"/>
              </a:spcBef>
              <a:buNone/>
              <a:defRPr b="0" i="0" sz="1200" u="none" cap="none" strike="noStrike">
                <a:solidFill>
                  <a:srgbClr val="232F3E"/>
                </a:solidFill>
                <a:latin typeface="Play"/>
                <a:ea typeface="Play"/>
                <a:cs typeface="Play"/>
                <a:sym typeface="Play"/>
              </a:defRPr>
            </a:lvl6pPr>
            <a:lvl7pPr indent="0" lvl="6" marL="0" algn="r">
              <a:spcBef>
                <a:spcPts val="0"/>
              </a:spcBef>
              <a:buNone/>
              <a:defRPr b="0" i="0" sz="1200" u="none" cap="none" strike="noStrike">
                <a:solidFill>
                  <a:srgbClr val="232F3E"/>
                </a:solidFill>
                <a:latin typeface="Play"/>
                <a:ea typeface="Play"/>
                <a:cs typeface="Play"/>
                <a:sym typeface="Play"/>
              </a:defRPr>
            </a:lvl7pPr>
            <a:lvl8pPr indent="0" lvl="7" marL="0" algn="r">
              <a:spcBef>
                <a:spcPts val="0"/>
              </a:spcBef>
              <a:buNone/>
              <a:defRPr b="0" i="0" sz="1200" u="none" cap="none" strike="noStrike">
                <a:solidFill>
                  <a:srgbClr val="232F3E"/>
                </a:solidFill>
                <a:latin typeface="Play"/>
                <a:ea typeface="Play"/>
                <a:cs typeface="Play"/>
                <a:sym typeface="Play"/>
              </a:defRPr>
            </a:lvl8pPr>
            <a:lvl9pPr indent="0" lvl="8" marL="0" algn="r">
              <a:spcBef>
                <a:spcPts val="0"/>
              </a:spcBef>
              <a:buNone/>
              <a:defRPr b="0" i="0" sz="1200" u="none" cap="none" strike="noStrike">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28" name="Google Shape;28;p81"/>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9" name="Google Shape;29;p81"/>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30" name="Google Shape;30;p81"/>
          <p:cNvSpPr txBox="1"/>
          <p:nvPr>
            <p:ph idx="1" type="body"/>
          </p:nvPr>
        </p:nvSpPr>
        <p:spPr>
          <a:xfrm>
            <a:off x="365760" y="1097280"/>
            <a:ext cx="5669280" cy="5330952"/>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defRPr>
            </a:lvl1pPr>
            <a:lvl2pPr indent="-381000" lvl="1" marL="914400" algn="l">
              <a:lnSpc>
                <a:spcPct val="100000"/>
              </a:lnSpc>
              <a:spcBef>
                <a:spcPts val="1200"/>
              </a:spcBef>
              <a:spcAft>
                <a:spcPts val="0"/>
              </a:spcAft>
              <a:buClr>
                <a:srgbClr val="232F3E"/>
              </a:buClr>
              <a:buSzPts val="2400"/>
              <a:buChar char="•"/>
              <a:defRPr sz="2400">
                <a:solidFill>
                  <a:srgbClr val="232F3E"/>
                </a:solidFill>
              </a:defRPr>
            </a:lvl2pPr>
            <a:lvl3pPr indent="-355600" lvl="2" marL="1371600" algn="l">
              <a:lnSpc>
                <a:spcPct val="100000"/>
              </a:lnSpc>
              <a:spcBef>
                <a:spcPts val="1200"/>
              </a:spcBef>
              <a:spcAft>
                <a:spcPts val="0"/>
              </a:spcAft>
              <a:buClr>
                <a:srgbClr val="232F3E"/>
              </a:buClr>
              <a:buSzPts val="2000"/>
              <a:buChar char="•"/>
              <a:defRPr sz="2000">
                <a:solidFill>
                  <a:srgbClr val="232F3E"/>
                </a:solidFill>
              </a:defRPr>
            </a:lvl3pPr>
            <a:lvl4pPr indent="-342900" lvl="3" marL="1828800" algn="l">
              <a:lnSpc>
                <a:spcPct val="100000"/>
              </a:lnSpc>
              <a:spcBef>
                <a:spcPts val="1200"/>
              </a:spcBef>
              <a:spcAft>
                <a:spcPts val="0"/>
              </a:spcAft>
              <a:buClr>
                <a:srgbClr val="232F3E"/>
              </a:buClr>
              <a:buSzPts val="1800"/>
              <a:buChar char="•"/>
              <a:defRPr sz="1800">
                <a:solidFill>
                  <a:srgbClr val="232F3E"/>
                </a:solidFill>
              </a:defRPr>
            </a:lvl4pPr>
            <a:lvl5pPr indent="-342900" lvl="4" marL="2286000" algn="l">
              <a:lnSpc>
                <a:spcPct val="100000"/>
              </a:lnSpc>
              <a:spcBef>
                <a:spcPts val="1200"/>
              </a:spcBef>
              <a:spcAft>
                <a:spcPts val="0"/>
              </a:spcAft>
              <a:buClr>
                <a:srgbClr val="232F3E"/>
              </a:buClr>
              <a:buSzPts val="1800"/>
              <a:buChar char="•"/>
              <a:defRPr sz="1800">
                <a:solidFill>
                  <a:srgbClr val="232F3E"/>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81"/>
          <p:cNvSpPr txBox="1"/>
          <p:nvPr>
            <p:ph idx="2" type="body"/>
          </p:nvPr>
        </p:nvSpPr>
        <p:spPr>
          <a:xfrm>
            <a:off x="6163056" y="1097280"/>
            <a:ext cx="5669280" cy="5330952"/>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defRPr>
            </a:lvl1pPr>
            <a:lvl2pPr indent="-381000" lvl="1" marL="914400" algn="l">
              <a:lnSpc>
                <a:spcPct val="100000"/>
              </a:lnSpc>
              <a:spcBef>
                <a:spcPts val="1200"/>
              </a:spcBef>
              <a:spcAft>
                <a:spcPts val="0"/>
              </a:spcAft>
              <a:buClr>
                <a:srgbClr val="232F3E"/>
              </a:buClr>
              <a:buSzPts val="2400"/>
              <a:buChar char="•"/>
              <a:defRPr sz="2400">
                <a:solidFill>
                  <a:srgbClr val="232F3E"/>
                </a:solidFill>
              </a:defRPr>
            </a:lvl2pPr>
            <a:lvl3pPr indent="-355600" lvl="2" marL="1371600" algn="l">
              <a:lnSpc>
                <a:spcPct val="100000"/>
              </a:lnSpc>
              <a:spcBef>
                <a:spcPts val="1200"/>
              </a:spcBef>
              <a:spcAft>
                <a:spcPts val="0"/>
              </a:spcAft>
              <a:buClr>
                <a:srgbClr val="232F3E"/>
              </a:buClr>
              <a:buSzPts val="2000"/>
              <a:buChar char="•"/>
              <a:defRPr sz="2000">
                <a:solidFill>
                  <a:srgbClr val="232F3E"/>
                </a:solidFill>
              </a:defRPr>
            </a:lvl3pPr>
            <a:lvl4pPr indent="-342900" lvl="3" marL="1828800" algn="l">
              <a:lnSpc>
                <a:spcPct val="100000"/>
              </a:lnSpc>
              <a:spcBef>
                <a:spcPts val="1200"/>
              </a:spcBef>
              <a:spcAft>
                <a:spcPts val="0"/>
              </a:spcAft>
              <a:buClr>
                <a:srgbClr val="232F3E"/>
              </a:buClr>
              <a:buSzPts val="1800"/>
              <a:buChar char="•"/>
              <a:defRPr sz="1800">
                <a:solidFill>
                  <a:srgbClr val="232F3E"/>
                </a:solidFill>
              </a:defRPr>
            </a:lvl4pPr>
            <a:lvl5pPr indent="-342900" lvl="4" marL="2286000" algn="l">
              <a:lnSpc>
                <a:spcPct val="100000"/>
              </a:lnSpc>
              <a:spcBef>
                <a:spcPts val="1200"/>
              </a:spcBef>
              <a:spcAft>
                <a:spcPts val="0"/>
              </a:spcAft>
              <a:buClr>
                <a:srgbClr val="232F3E"/>
              </a:buClr>
              <a:buSzPts val="1800"/>
              <a:buChar char="•"/>
              <a:defRPr sz="1800">
                <a:solidFill>
                  <a:srgbClr val="232F3E"/>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pic Introduction" showMasterSp="0">
  <p:cSld name="Topic Introduction">
    <p:bg>
      <p:bgPr>
        <a:blipFill>
          <a:blip r:embed="rId2">
            <a:alphaModFix/>
          </a:blip>
          <a:stretch>
            <a:fillRect/>
          </a:stretch>
        </a:blipFill>
      </p:bgPr>
    </p:bg>
    <p:spTree>
      <p:nvGrpSpPr>
        <p:cNvPr id="32" name="Shape 32"/>
        <p:cNvGrpSpPr/>
        <p:nvPr/>
      </p:nvGrpSpPr>
      <p:grpSpPr>
        <a:xfrm>
          <a:off x="0" y="0"/>
          <a:ext cx="0" cy="0"/>
          <a:chOff x="0" y="0"/>
          <a:chExt cx="0" cy="0"/>
        </a:xfrm>
      </p:grpSpPr>
      <p:sp>
        <p:nvSpPr>
          <p:cNvPr id="33" name="Google Shape;33;p84"/>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b="0" i="0" sz="1200" u="none" cap="none" strike="noStrike">
                <a:solidFill>
                  <a:srgbClr val="232F3E"/>
                </a:solidFill>
                <a:latin typeface="Play"/>
                <a:ea typeface="Play"/>
                <a:cs typeface="Play"/>
                <a:sym typeface="Play"/>
              </a:defRPr>
            </a:lvl1pPr>
            <a:lvl2pPr indent="0" lvl="1" marL="0" algn="r">
              <a:spcBef>
                <a:spcPts val="0"/>
              </a:spcBef>
              <a:buNone/>
              <a:defRPr b="0" i="0" sz="1200" u="none" cap="none" strike="noStrike">
                <a:solidFill>
                  <a:srgbClr val="232F3E"/>
                </a:solidFill>
                <a:latin typeface="Play"/>
                <a:ea typeface="Play"/>
                <a:cs typeface="Play"/>
                <a:sym typeface="Play"/>
              </a:defRPr>
            </a:lvl2pPr>
            <a:lvl3pPr indent="0" lvl="2" marL="0" algn="r">
              <a:spcBef>
                <a:spcPts val="0"/>
              </a:spcBef>
              <a:buNone/>
              <a:defRPr b="0" i="0" sz="1200" u="none" cap="none" strike="noStrike">
                <a:solidFill>
                  <a:srgbClr val="232F3E"/>
                </a:solidFill>
                <a:latin typeface="Play"/>
                <a:ea typeface="Play"/>
                <a:cs typeface="Play"/>
                <a:sym typeface="Play"/>
              </a:defRPr>
            </a:lvl3pPr>
            <a:lvl4pPr indent="0" lvl="3" marL="0" algn="r">
              <a:spcBef>
                <a:spcPts val="0"/>
              </a:spcBef>
              <a:buNone/>
              <a:defRPr b="0" i="0" sz="1200" u="none" cap="none" strike="noStrike">
                <a:solidFill>
                  <a:srgbClr val="232F3E"/>
                </a:solidFill>
                <a:latin typeface="Play"/>
                <a:ea typeface="Play"/>
                <a:cs typeface="Play"/>
                <a:sym typeface="Play"/>
              </a:defRPr>
            </a:lvl4pPr>
            <a:lvl5pPr indent="0" lvl="4" marL="0" algn="r">
              <a:spcBef>
                <a:spcPts val="0"/>
              </a:spcBef>
              <a:buNone/>
              <a:defRPr b="0" i="0" sz="1200" u="none" cap="none" strike="noStrike">
                <a:solidFill>
                  <a:srgbClr val="232F3E"/>
                </a:solidFill>
                <a:latin typeface="Play"/>
                <a:ea typeface="Play"/>
                <a:cs typeface="Play"/>
                <a:sym typeface="Play"/>
              </a:defRPr>
            </a:lvl5pPr>
            <a:lvl6pPr indent="0" lvl="5" marL="0" algn="r">
              <a:spcBef>
                <a:spcPts val="0"/>
              </a:spcBef>
              <a:buNone/>
              <a:defRPr b="0" i="0" sz="1200" u="none" cap="none" strike="noStrike">
                <a:solidFill>
                  <a:srgbClr val="232F3E"/>
                </a:solidFill>
                <a:latin typeface="Play"/>
                <a:ea typeface="Play"/>
                <a:cs typeface="Play"/>
                <a:sym typeface="Play"/>
              </a:defRPr>
            </a:lvl6pPr>
            <a:lvl7pPr indent="0" lvl="6" marL="0" algn="r">
              <a:spcBef>
                <a:spcPts val="0"/>
              </a:spcBef>
              <a:buNone/>
              <a:defRPr b="0" i="0" sz="1200" u="none" cap="none" strike="noStrike">
                <a:solidFill>
                  <a:srgbClr val="232F3E"/>
                </a:solidFill>
                <a:latin typeface="Play"/>
                <a:ea typeface="Play"/>
                <a:cs typeface="Play"/>
                <a:sym typeface="Play"/>
              </a:defRPr>
            </a:lvl7pPr>
            <a:lvl8pPr indent="0" lvl="7" marL="0" algn="r">
              <a:spcBef>
                <a:spcPts val="0"/>
              </a:spcBef>
              <a:buNone/>
              <a:defRPr b="0" i="0" sz="1200" u="none" cap="none" strike="noStrike">
                <a:solidFill>
                  <a:srgbClr val="232F3E"/>
                </a:solidFill>
                <a:latin typeface="Play"/>
                <a:ea typeface="Play"/>
                <a:cs typeface="Play"/>
                <a:sym typeface="Play"/>
              </a:defRPr>
            </a:lvl8pPr>
            <a:lvl9pPr indent="0" lvl="8" marL="0" algn="r">
              <a:spcBef>
                <a:spcPts val="0"/>
              </a:spcBef>
              <a:buNone/>
              <a:defRPr b="0" i="0" sz="1200" u="none" cap="none" strike="noStrike">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34" name="Google Shape;34;p84"/>
          <p:cNvSpPr txBox="1"/>
          <p:nvPr>
            <p:ph type="title"/>
          </p:nvPr>
        </p:nvSpPr>
        <p:spPr>
          <a:xfrm>
            <a:off x="243242" y="292099"/>
            <a:ext cx="4062057" cy="1866901"/>
          </a:xfrm>
          <a:prstGeom prst="rect">
            <a:avLst/>
          </a:prstGeom>
          <a:noFill/>
          <a:ln>
            <a:noFill/>
          </a:ln>
        </p:spPr>
        <p:txBody>
          <a:bodyPr anchorCtr="0" anchor="t" bIns="45700" lIns="91425" spcFirstLastPara="1" rIns="91425" wrap="square" tIns="45700">
            <a:noAutofit/>
          </a:bodyPr>
          <a:lstStyle>
            <a:lvl1pPr lvl="0" algn="ctr">
              <a:lnSpc>
                <a:spcPct val="90000"/>
              </a:lnSpc>
              <a:spcBef>
                <a:spcPts val="0"/>
              </a:spcBef>
              <a:spcAft>
                <a:spcPts val="0"/>
              </a:spcAft>
              <a:buClr>
                <a:srgbClr val="F1F3F3"/>
              </a:buClr>
              <a:buSzPts val="3600"/>
              <a:buFont typeface="Play"/>
              <a:buNone/>
              <a:defRPr sz="3600">
                <a:solidFill>
                  <a:srgbClr val="F1F3F3"/>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84"/>
          <p:cNvSpPr txBox="1"/>
          <p:nvPr>
            <p:ph idx="1" type="body"/>
          </p:nvPr>
        </p:nvSpPr>
        <p:spPr>
          <a:xfrm>
            <a:off x="246888" y="2434960"/>
            <a:ext cx="4060392" cy="3657600"/>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0"/>
              </a:spcBef>
              <a:spcAft>
                <a:spcPts val="0"/>
              </a:spcAft>
              <a:buClr>
                <a:srgbClr val="F1F3F3"/>
              </a:buClr>
              <a:buSzPts val="2800"/>
              <a:buNone/>
              <a:defRPr>
                <a:solidFill>
                  <a:srgbClr val="F1F3F3"/>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84"/>
          <p:cNvSpPr txBox="1"/>
          <p:nvPr>
            <p:ph idx="2" type="body"/>
          </p:nvPr>
        </p:nvSpPr>
        <p:spPr>
          <a:xfrm>
            <a:off x="4592635" y="292099"/>
            <a:ext cx="7239701" cy="6142651"/>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latin typeface="Play"/>
                <a:ea typeface="Play"/>
                <a:cs typeface="Play"/>
                <a:sym typeface="Play"/>
              </a:defRPr>
            </a:lvl1pPr>
            <a:lvl2pPr indent="-381000" lvl="1" marL="914400" algn="l">
              <a:lnSpc>
                <a:spcPct val="100000"/>
              </a:lnSpc>
              <a:spcBef>
                <a:spcPts val="1200"/>
              </a:spcBef>
              <a:spcAft>
                <a:spcPts val="0"/>
              </a:spcAft>
              <a:buClr>
                <a:srgbClr val="232F3E"/>
              </a:buClr>
              <a:buSzPts val="2400"/>
              <a:buChar char="•"/>
              <a:defRPr sz="2400">
                <a:solidFill>
                  <a:srgbClr val="232F3E"/>
                </a:solidFill>
                <a:latin typeface="Play"/>
                <a:ea typeface="Play"/>
                <a:cs typeface="Play"/>
                <a:sym typeface="Play"/>
              </a:defRPr>
            </a:lvl2pPr>
            <a:lvl3pPr indent="-355600" lvl="2" marL="1371600" algn="l">
              <a:lnSpc>
                <a:spcPct val="100000"/>
              </a:lnSpc>
              <a:spcBef>
                <a:spcPts val="1200"/>
              </a:spcBef>
              <a:spcAft>
                <a:spcPts val="0"/>
              </a:spcAft>
              <a:buClr>
                <a:srgbClr val="232F3E"/>
              </a:buClr>
              <a:buSzPts val="2000"/>
              <a:buChar char="•"/>
              <a:defRPr sz="2000">
                <a:solidFill>
                  <a:srgbClr val="232F3E"/>
                </a:solidFill>
                <a:latin typeface="Play"/>
                <a:ea typeface="Play"/>
                <a:cs typeface="Play"/>
                <a:sym typeface="Play"/>
              </a:defRPr>
            </a:lvl3pPr>
            <a:lvl4pPr indent="-342900" lvl="3" marL="1828800" algn="l">
              <a:lnSpc>
                <a:spcPct val="100000"/>
              </a:lnSpc>
              <a:spcBef>
                <a:spcPts val="1200"/>
              </a:spcBef>
              <a:spcAft>
                <a:spcPts val="0"/>
              </a:spcAft>
              <a:buClr>
                <a:srgbClr val="232F3E"/>
              </a:buClr>
              <a:buSzPts val="1800"/>
              <a:buChar char="•"/>
              <a:defRPr sz="1800">
                <a:solidFill>
                  <a:srgbClr val="232F3E"/>
                </a:solidFill>
                <a:latin typeface="Play"/>
                <a:ea typeface="Play"/>
                <a:cs typeface="Play"/>
                <a:sym typeface="Play"/>
              </a:defRPr>
            </a:lvl4pPr>
            <a:lvl5pPr indent="-342900" lvl="4" marL="2286000" algn="l">
              <a:lnSpc>
                <a:spcPct val="100000"/>
              </a:lnSpc>
              <a:spcBef>
                <a:spcPts val="1200"/>
              </a:spcBef>
              <a:spcAft>
                <a:spcPts val="0"/>
              </a:spcAft>
              <a:buClr>
                <a:srgbClr val="232F3E"/>
              </a:buClr>
              <a:buSzPts val="1800"/>
              <a:buChar char="•"/>
              <a:defRPr sz="1800">
                <a:solidFill>
                  <a:srgbClr val="232F3E"/>
                </a:solidFill>
                <a:latin typeface="Play"/>
                <a:ea typeface="Play"/>
                <a:cs typeface="Play"/>
                <a:sym typeface="Play"/>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37" name="Google Shape;37;p84"/>
          <p:cNvPicPr preferRelativeResize="0"/>
          <p:nvPr/>
        </p:nvPicPr>
        <p:blipFill rotWithShape="1">
          <a:blip r:embed="rId3">
            <a:alphaModFix/>
          </a:blip>
          <a:srcRect b="0" l="0" r="0" t="0"/>
          <a:stretch/>
        </p:blipFill>
        <p:spPr>
          <a:xfrm>
            <a:off x="6009640" y="6468531"/>
            <a:ext cx="4610100" cy="267127"/>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rvice Introduction Option 1" type="picTx">
  <p:cSld name="PICTURE_WITH_CAPTION_TEXT">
    <p:bg>
      <p:bgPr>
        <a:solidFill>
          <a:schemeClr val="lt1"/>
        </a:solidFill>
      </p:bgPr>
    </p:bg>
    <p:spTree>
      <p:nvGrpSpPr>
        <p:cNvPr id="38" name="Shape 38"/>
        <p:cNvGrpSpPr/>
        <p:nvPr/>
      </p:nvGrpSpPr>
      <p:grpSpPr>
        <a:xfrm>
          <a:off x="0" y="0"/>
          <a:ext cx="0" cy="0"/>
          <a:chOff x="0" y="0"/>
          <a:chExt cx="0" cy="0"/>
        </a:xfrm>
      </p:grpSpPr>
      <p:grpSp>
        <p:nvGrpSpPr>
          <p:cNvPr id="39" name="Google Shape;39;p87"/>
          <p:cNvGrpSpPr/>
          <p:nvPr/>
        </p:nvGrpSpPr>
        <p:grpSpPr>
          <a:xfrm>
            <a:off x="365759" y="1028377"/>
            <a:ext cx="11484864" cy="5509260"/>
            <a:chOff x="365759" y="1028377"/>
            <a:chExt cx="11484864" cy="5509260"/>
          </a:xfrm>
        </p:grpSpPr>
        <p:pic>
          <p:nvPicPr>
            <p:cNvPr id="40" name="Google Shape;40;p87"/>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pic>
          <p:nvPicPr>
            <p:cNvPr id="41" name="Google Shape;41;p87"/>
            <p:cNvPicPr preferRelativeResize="0"/>
            <p:nvPr/>
          </p:nvPicPr>
          <p:blipFill rotWithShape="1">
            <a:blip r:embed="rId3">
              <a:alphaModFix/>
            </a:blip>
            <a:srcRect b="0" l="0" r="0" t="0"/>
            <a:stretch/>
          </p:blipFill>
          <p:spPr>
            <a:xfrm rot="5400000">
              <a:off x="224043" y="3771577"/>
              <a:ext cx="5486400" cy="45720"/>
            </a:xfrm>
            <a:prstGeom prst="rect">
              <a:avLst/>
            </a:prstGeom>
            <a:noFill/>
            <a:ln>
              <a:noFill/>
            </a:ln>
          </p:spPr>
        </p:pic>
      </p:grpSp>
      <p:sp>
        <p:nvSpPr>
          <p:cNvPr id="42" name="Google Shape;42;p87"/>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b="0" i="0" sz="1200" u="none" cap="none" strike="noStrike">
                <a:solidFill>
                  <a:srgbClr val="232F3E"/>
                </a:solidFill>
                <a:latin typeface="Play"/>
                <a:ea typeface="Play"/>
                <a:cs typeface="Play"/>
                <a:sym typeface="Play"/>
              </a:defRPr>
            </a:lvl1pPr>
            <a:lvl2pPr indent="0" lvl="1" marL="0" algn="r">
              <a:spcBef>
                <a:spcPts val="0"/>
              </a:spcBef>
              <a:buNone/>
              <a:defRPr b="0" i="0" sz="1200" u="none" cap="none" strike="noStrike">
                <a:solidFill>
                  <a:srgbClr val="232F3E"/>
                </a:solidFill>
                <a:latin typeface="Play"/>
                <a:ea typeface="Play"/>
                <a:cs typeface="Play"/>
                <a:sym typeface="Play"/>
              </a:defRPr>
            </a:lvl2pPr>
            <a:lvl3pPr indent="0" lvl="2" marL="0" algn="r">
              <a:spcBef>
                <a:spcPts val="0"/>
              </a:spcBef>
              <a:buNone/>
              <a:defRPr b="0" i="0" sz="1200" u="none" cap="none" strike="noStrike">
                <a:solidFill>
                  <a:srgbClr val="232F3E"/>
                </a:solidFill>
                <a:latin typeface="Play"/>
                <a:ea typeface="Play"/>
                <a:cs typeface="Play"/>
                <a:sym typeface="Play"/>
              </a:defRPr>
            </a:lvl3pPr>
            <a:lvl4pPr indent="0" lvl="3" marL="0" algn="r">
              <a:spcBef>
                <a:spcPts val="0"/>
              </a:spcBef>
              <a:buNone/>
              <a:defRPr b="0" i="0" sz="1200" u="none" cap="none" strike="noStrike">
                <a:solidFill>
                  <a:srgbClr val="232F3E"/>
                </a:solidFill>
                <a:latin typeface="Play"/>
                <a:ea typeface="Play"/>
                <a:cs typeface="Play"/>
                <a:sym typeface="Play"/>
              </a:defRPr>
            </a:lvl4pPr>
            <a:lvl5pPr indent="0" lvl="4" marL="0" algn="r">
              <a:spcBef>
                <a:spcPts val="0"/>
              </a:spcBef>
              <a:buNone/>
              <a:defRPr b="0" i="0" sz="1200" u="none" cap="none" strike="noStrike">
                <a:solidFill>
                  <a:srgbClr val="232F3E"/>
                </a:solidFill>
                <a:latin typeface="Play"/>
                <a:ea typeface="Play"/>
                <a:cs typeface="Play"/>
                <a:sym typeface="Play"/>
              </a:defRPr>
            </a:lvl5pPr>
            <a:lvl6pPr indent="0" lvl="5" marL="0" algn="r">
              <a:spcBef>
                <a:spcPts val="0"/>
              </a:spcBef>
              <a:buNone/>
              <a:defRPr b="0" i="0" sz="1200" u="none" cap="none" strike="noStrike">
                <a:solidFill>
                  <a:srgbClr val="232F3E"/>
                </a:solidFill>
                <a:latin typeface="Play"/>
                <a:ea typeface="Play"/>
                <a:cs typeface="Play"/>
                <a:sym typeface="Play"/>
              </a:defRPr>
            </a:lvl6pPr>
            <a:lvl7pPr indent="0" lvl="6" marL="0" algn="r">
              <a:spcBef>
                <a:spcPts val="0"/>
              </a:spcBef>
              <a:buNone/>
              <a:defRPr b="0" i="0" sz="1200" u="none" cap="none" strike="noStrike">
                <a:solidFill>
                  <a:srgbClr val="232F3E"/>
                </a:solidFill>
                <a:latin typeface="Play"/>
                <a:ea typeface="Play"/>
                <a:cs typeface="Play"/>
                <a:sym typeface="Play"/>
              </a:defRPr>
            </a:lvl7pPr>
            <a:lvl8pPr indent="0" lvl="7" marL="0" algn="r">
              <a:spcBef>
                <a:spcPts val="0"/>
              </a:spcBef>
              <a:buNone/>
              <a:defRPr b="0" i="0" sz="1200" u="none" cap="none" strike="noStrike">
                <a:solidFill>
                  <a:srgbClr val="232F3E"/>
                </a:solidFill>
                <a:latin typeface="Play"/>
                <a:ea typeface="Play"/>
                <a:cs typeface="Play"/>
                <a:sym typeface="Play"/>
              </a:defRPr>
            </a:lvl8pPr>
            <a:lvl9pPr indent="0" lvl="8" marL="0" algn="r">
              <a:spcBef>
                <a:spcPts val="0"/>
              </a:spcBef>
              <a:buNone/>
              <a:defRPr b="0" i="0" sz="1200" u="none" cap="none" strike="noStrike">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43" name="Google Shape;43;p87"/>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87"/>
          <p:cNvSpPr/>
          <p:nvPr>
            <p:ph idx="2" type="pic"/>
          </p:nvPr>
        </p:nvSpPr>
        <p:spPr>
          <a:xfrm>
            <a:off x="531884" y="2182807"/>
            <a:ext cx="2286000" cy="2286000"/>
          </a:xfrm>
          <a:prstGeom prst="rect">
            <a:avLst/>
          </a:prstGeom>
          <a:noFill/>
          <a:ln>
            <a:noFill/>
          </a:ln>
        </p:spPr>
      </p:sp>
      <p:sp>
        <p:nvSpPr>
          <p:cNvPr id="45" name="Google Shape;45;p87"/>
          <p:cNvSpPr txBox="1"/>
          <p:nvPr>
            <p:ph idx="1" type="body"/>
          </p:nvPr>
        </p:nvSpPr>
        <p:spPr>
          <a:xfrm>
            <a:off x="531884" y="4508261"/>
            <a:ext cx="2286001" cy="914400"/>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0"/>
              </a:spcBef>
              <a:spcAft>
                <a:spcPts val="0"/>
              </a:spcAft>
              <a:buClr>
                <a:srgbClr val="232F3E"/>
              </a:buClr>
              <a:buSzPts val="2000"/>
              <a:buNone/>
              <a:defRPr sz="2000">
                <a:solidFill>
                  <a:srgbClr val="232F3E"/>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87"/>
          <p:cNvSpPr txBox="1"/>
          <p:nvPr>
            <p:ph idx="3" type="body"/>
          </p:nvPr>
        </p:nvSpPr>
        <p:spPr>
          <a:xfrm>
            <a:off x="3118104" y="1097280"/>
            <a:ext cx="8714232" cy="5330952"/>
          </a:xfrm>
          <a:prstGeom prst="rect">
            <a:avLst/>
          </a:prstGeom>
          <a:noFill/>
          <a:ln>
            <a:noFill/>
          </a:ln>
        </p:spPr>
        <p:txBody>
          <a:bodyPr anchorCtr="0" anchor="ctr" bIns="45700" lIns="91425" spcFirstLastPara="1" rIns="91425" wrap="square" tIns="45700">
            <a:normAutofit/>
          </a:bodyPr>
          <a:lstStyle>
            <a:lvl1pPr indent="-431800" lvl="0" marL="457200" algn="l">
              <a:lnSpc>
                <a:spcPct val="100000"/>
              </a:lnSpc>
              <a:spcBef>
                <a:spcPts val="0"/>
              </a:spcBef>
              <a:spcAft>
                <a:spcPts val="0"/>
              </a:spcAft>
              <a:buClr>
                <a:srgbClr val="232F3E"/>
              </a:buClr>
              <a:buSzPts val="3200"/>
              <a:buChar char="•"/>
              <a:defRPr sz="3200">
                <a:solidFill>
                  <a:srgbClr val="232F3E"/>
                </a:solidFill>
              </a:defRPr>
            </a:lvl1pPr>
            <a:lvl2pPr indent="-406400" lvl="1" marL="914400" algn="l">
              <a:lnSpc>
                <a:spcPct val="100000"/>
              </a:lnSpc>
              <a:spcBef>
                <a:spcPts val="1200"/>
              </a:spcBef>
              <a:spcAft>
                <a:spcPts val="0"/>
              </a:spcAft>
              <a:buClr>
                <a:srgbClr val="232F3E"/>
              </a:buClr>
              <a:buSzPts val="2800"/>
              <a:buChar char="•"/>
              <a:defRPr sz="2800">
                <a:solidFill>
                  <a:srgbClr val="232F3E"/>
                </a:solidFill>
              </a:defRPr>
            </a:lvl2pPr>
            <a:lvl3pPr indent="-381000" lvl="2" marL="1371600" algn="l">
              <a:lnSpc>
                <a:spcPct val="100000"/>
              </a:lnSpc>
              <a:spcBef>
                <a:spcPts val="1200"/>
              </a:spcBef>
              <a:spcAft>
                <a:spcPts val="0"/>
              </a:spcAft>
              <a:buClr>
                <a:srgbClr val="232F3E"/>
              </a:buClr>
              <a:buSzPts val="2400"/>
              <a:buChar char="•"/>
              <a:defRPr sz="2400">
                <a:solidFill>
                  <a:srgbClr val="232F3E"/>
                </a:solidFill>
              </a:defRPr>
            </a:lvl3pPr>
            <a:lvl4pPr indent="-355600" lvl="3" marL="1828800" algn="l">
              <a:lnSpc>
                <a:spcPct val="100000"/>
              </a:lnSpc>
              <a:spcBef>
                <a:spcPts val="1200"/>
              </a:spcBef>
              <a:spcAft>
                <a:spcPts val="0"/>
              </a:spcAft>
              <a:buClr>
                <a:srgbClr val="232F3E"/>
              </a:buClr>
              <a:buSzPts val="2000"/>
              <a:buChar char="•"/>
              <a:defRPr sz="2000">
                <a:solidFill>
                  <a:srgbClr val="232F3E"/>
                </a:solidFill>
              </a:defRPr>
            </a:lvl4pPr>
            <a:lvl5pPr indent="-355600" lvl="4" marL="2286000" algn="l">
              <a:lnSpc>
                <a:spcPct val="100000"/>
              </a:lnSpc>
              <a:spcBef>
                <a:spcPts val="1200"/>
              </a:spcBef>
              <a:spcAft>
                <a:spcPts val="0"/>
              </a:spcAft>
              <a:buClr>
                <a:srgbClr val="232F3E"/>
              </a:buClr>
              <a:buSzPts val="2000"/>
              <a:buChar char="•"/>
              <a:defRPr sz="2000">
                <a:solidFill>
                  <a:srgbClr val="232F3E"/>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bg>
      <p:bgPr>
        <a:solidFill>
          <a:schemeClr val="lt1"/>
        </a:solidFill>
      </p:bgPr>
    </p:bg>
    <p:spTree>
      <p:nvGrpSpPr>
        <p:cNvPr id="47" name="Shape 47"/>
        <p:cNvGrpSpPr/>
        <p:nvPr/>
      </p:nvGrpSpPr>
      <p:grpSpPr>
        <a:xfrm>
          <a:off x="0" y="0"/>
          <a:ext cx="0" cy="0"/>
          <a:chOff x="0" y="0"/>
          <a:chExt cx="0" cy="0"/>
        </a:xfrm>
      </p:grpSpPr>
      <p:sp>
        <p:nvSpPr>
          <p:cNvPr id="48" name="Google Shape;48;p88"/>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b="0" i="0" sz="1200" u="none" cap="none" strike="noStrike">
                <a:solidFill>
                  <a:srgbClr val="232F3E"/>
                </a:solidFill>
                <a:latin typeface="Play"/>
                <a:ea typeface="Play"/>
                <a:cs typeface="Play"/>
                <a:sym typeface="Play"/>
              </a:defRPr>
            </a:lvl1pPr>
            <a:lvl2pPr indent="0" lvl="1" marL="0" algn="r">
              <a:spcBef>
                <a:spcPts val="0"/>
              </a:spcBef>
              <a:buNone/>
              <a:defRPr b="0" i="0" sz="1200" u="none" cap="none" strike="noStrike">
                <a:solidFill>
                  <a:srgbClr val="232F3E"/>
                </a:solidFill>
                <a:latin typeface="Play"/>
                <a:ea typeface="Play"/>
                <a:cs typeface="Play"/>
                <a:sym typeface="Play"/>
              </a:defRPr>
            </a:lvl2pPr>
            <a:lvl3pPr indent="0" lvl="2" marL="0" algn="r">
              <a:spcBef>
                <a:spcPts val="0"/>
              </a:spcBef>
              <a:buNone/>
              <a:defRPr b="0" i="0" sz="1200" u="none" cap="none" strike="noStrike">
                <a:solidFill>
                  <a:srgbClr val="232F3E"/>
                </a:solidFill>
                <a:latin typeface="Play"/>
                <a:ea typeface="Play"/>
                <a:cs typeface="Play"/>
                <a:sym typeface="Play"/>
              </a:defRPr>
            </a:lvl3pPr>
            <a:lvl4pPr indent="0" lvl="3" marL="0" algn="r">
              <a:spcBef>
                <a:spcPts val="0"/>
              </a:spcBef>
              <a:buNone/>
              <a:defRPr b="0" i="0" sz="1200" u="none" cap="none" strike="noStrike">
                <a:solidFill>
                  <a:srgbClr val="232F3E"/>
                </a:solidFill>
                <a:latin typeface="Play"/>
                <a:ea typeface="Play"/>
                <a:cs typeface="Play"/>
                <a:sym typeface="Play"/>
              </a:defRPr>
            </a:lvl4pPr>
            <a:lvl5pPr indent="0" lvl="4" marL="0" algn="r">
              <a:spcBef>
                <a:spcPts val="0"/>
              </a:spcBef>
              <a:buNone/>
              <a:defRPr b="0" i="0" sz="1200" u="none" cap="none" strike="noStrike">
                <a:solidFill>
                  <a:srgbClr val="232F3E"/>
                </a:solidFill>
                <a:latin typeface="Play"/>
                <a:ea typeface="Play"/>
                <a:cs typeface="Play"/>
                <a:sym typeface="Play"/>
              </a:defRPr>
            </a:lvl5pPr>
            <a:lvl6pPr indent="0" lvl="5" marL="0" algn="r">
              <a:spcBef>
                <a:spcPts val="0"/>
              </a:spcBef>
              <a:buNone/>
              <a:defRPr b="0" i="0" sz="1200" u="none" cap="none" strike="noStrike">
                <a:solidFill>
                  <a:srgbClr val="232F3E"/>
                </a:solidFill>
                <a:latin typeface="Play"/>
                <a:ea typeface="Play"/>
                <a:cs typeface="Play"/>
                <a:sym typeface="Play"/>
              </a:defRPr>
            </a:lvl6pPr>
            <a:lvl7pPr indent="0" lvl="6" marL="0" algn="r">
              <a:spcBef>
                <a:spcPts val="0"/>
              </a:spcBef>
              <a:buNone/>
              <a:defRPr b="0" i="0" sz="1200" u="none" cap="none" strike="noStrike">
                <a:solidFill>
                  <a:srgbClr val="232F3E"/>
                </a:solidFill>
                <a:latin typeface="Play"/>
                <a:ea typeface="Play"/>
                <a:cs typeface="Play"/>
                <a:sym typeface="Play"/>
              </a:defRPr>
            </a:lvl7pPr>
            <a:lvl8pPr indent="0" lvl="7" marL="0" algn="r">
              <a:spcBef>
                <a:spcPts val="0"/>
              </a:spcBef>
              <a:buNone/>
              <a:defRPr b="0" i="0" sz="1200" u="none" cap="none" strike="noStrike">
                <a:solidFill>
                  <a:srgbClr val="232F3E"/>
                </a:solidFill>
                <a:latin typeface="Play"/>
                <a:ea typeface="Play"/>
                <a:cs typeface="Play"/>
                <a:sym typeface="Play"/>
              </a:defRPr>
            </a:lvl8pPr>
            <a:lvl9pPr indent="0" lvl="8" marL="0" algn="r">
              <a:spcBef>
                <a:spcPts val="0"/>
              </a:spcBef>
              <a:buNone/>
              <a:defRPr b="0" i="0" sz="1200" u="none" cap="none" strike="noStrike">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49" name="Google Shape;49;p88"/>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50" name="Google Shape;50;p88"/>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51" name="Google Shape;51;p88"/>
          <p:cNvSpPr txBox="1"/>
          <p:nvPr>
            <p:ph idx="1" type="body"/>
          </p:nvPr>
        </p:nvSpPr>
        <p:spPr>
          <a:xfrm>
            <a:off x="365760" y="1097280"/>
            <a:ext cx="11466576" cy="533095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0"/>
              </a:spcBef>
              <a:spcAft>
                <a:spcPts val="0"/>
              </a:spcAft>
              <a:buClr>
                <a:srgbClr val="232F3E"/>
              </a:buClr>
              <a:buSzPts val="2800"/>
              <a:buChar char="•"/>
              <a:defRPr>
                <a:solidFill>
                  <a:srgbClr val="232F3E"/>
                </a:solidFill>
              </a:defRPr>
            </a:lvl1pPr>
            <a:lvl2pPr indent="-381000" lvl="1" marL="914400" algn="l">
              <a:lnSpc>
                <a:spcPct val="100000"/>
              </a:lnSpc>
              <a:spcBef>
                <a:spcPts val="1200"/>
              </a:spcBef>
              <a:spcAft>
                <a:spcPts val="0"/>
              </a:spcAft>
              <a:buClr>
                <a:srgbClr val="232F3E"/>
              </a:buClr>
              <a:buSzPts val="2400"/>
              <a:buChar char="•"/>
              <a:defRPr>
                <a:solidFill>
                  <a:srgbClr val="232F3E"/>
                </a:solidFill>
              </a:defRPr>
            </a:lvl2pPr>
            <a:lvl3pPr indent="-355600" lvl="2" marL="1371600" algn="l">
              <a:lnSpc>
                <a:spcPct val="100000"/>
              </a:lnSpc>
              <a:spcBef>
                <a:spcPts val="1200"/>
              </a:spcBef>
              <a:spcAft>
                <a:spcPts val="0"/>
              </a:spcAft>
              <a:buClr>
                <a:srgbClr val="232F3E"/>
              </a:buClr>
              <a:buSzPts val="2000"/>
              <a:buChar char="•"/>
              <a:defRPr>
                <a:solidFill>
                  <a:srgbClr val="232F3E"/>
                </a:solidFill>
              </a:defRPr>
            </a:lvl3pPr>
            <a:lvl4pPr indent="-342900" lvl="3" marL="1828800" algn="l">
              <a:lnSpc>
                <a:spcPct val="100000"/>
              </a:lnSpc>
              <a:spcBef>
                <a:spcPts val="1200"/>
              </a:spcBef>
              <a:spcAft>
                <a:spcPts val="0"/>
              </a:spcAft>
              <a:buClr>
                <a:srgbClr val="232F3E"/>
              </a:buClr>
              <a:buSzPts val="1800"/>
              <a:buChar char="•"/>
              <a:defRPr>
                <a:solidFill>
                  <a:srgbClr val="232F3E"/>
                </a:solidFill>
              </a:defRPr>
            </a:lvl4pPr>
            <a:lvl5pPr indent="-342900" lvl="4" marL="2286000" algn="l">
              <a:lnSpc>
                <a:spcPct val="100000"/>
              </a:lnSpc>
              <a:spcBef>
                <a:spcPts val="1200"/>
              </a:spcBef>
              <a:spcAft>
                <a:spcPts val="0"/>
              </a:spcAft>
              <a:buClr>
                <a:srgbClr val="232F3E"/>
              </a:buClr>
              <a:buSzPts val="1800"/>
              <a:buChar char="•"/>
              <a:defRPr>
                <a:solidFill>
                  <a:srgbClr val="232F3E"/>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2 Code Columns">
  <p:cSld name="Title and 2 Code Columns">
    <p:bg>
      <p:bgPr>
        <a:solidFill>
          <a:schemeClr val="lt1"/>
        </a:solidFill>
      </p:bgPr>
    </p:bg>
    <p:spTree>
      <p:nvGrpSpPr>
        <p:cNvPr id="52" name="Shape 52"/>
        <p:cNvGrpSpPr/>
        <p:nvPr/>
      </p:nvGrpSpPr>
      <p:grpSpPr>
        <a:xfrm>
          <a:off x="0" y="0"/>
          <a:ext cx="0" cy="0"/>
          <a:chOff x="0" y="0"/>
          <a:chExt cx="0" cy="0"/>
        </a:xfrm>
      </p:grpSpPr>
      <p:sp>
        <p:nvSpPr>
          <p:cNvPr id="53" name="Google Shape;53;p91"/>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54" name="Google Shape;54;p91"/>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55" name="Google Shape;55;p91"/>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56" name="Google Shape;56;p91"/>
          <p:cNvSpPr txBox="1"/>
          <p:nvPr>
            <p:ph idx="1" type="body"/>
          </p:nvPr>
        </p:nvSpPr>
        <p:spPr>
          <a:xfrm>
            <a:off x="365760" y="1097280"/>
            <a:ext cx="5669280" cy="5330952"/>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0"/>
              </a:spcBef>
              <a:spcAft>
                <a:spcPts val="0"/>
              </a:spcAft>
              <a:buClr>
                <a:srgbClr val="232F3E"/>
              </a:buClr>
              <a:buSzPts val="1600"/>
              <a:buNone/>
              <a:defRPr sz="1600">
                <a:solidFill>
                  <a:srgbClr val="232F3E"/>
                </a:solidFill>
                <a:latin typeface="Droid Sans Mono"/>
                <a:ea typeface="Droid Sans Mono"/>
                <a:cs typeface="Droid Sans Mono"/>
                <a:sym typeface="Droid Sans Mono"/>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 name="Google Shape;57;p91"/>
          <p:cNvSpPr txBox="1"/>
          <p:nvPr>
            <p:ph idx="2" type="body"/>
          </p:nvPr>
        </p:nvSpPr>
        <p:spPr>
          <a:xfrm>
            <a:off x="6163056" y="1097280"/>
            <a:ext cx="5669280" cy="5330952"/>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0"/>
              </a:spcBef>
              <a:spcAft>
                <a:spcPts val="0"/>
              </a:spcAft>
              <a:buClr>
                <a:srgbClr val="232F3E"/>
              </a:buClr>
              <a:buSzPts val="1600"/>
              <a:buNone/>
              <a:defRPr sz="1600">
                <a:solidFill>
                  <a:srgbClr val="232F3E"/>
                </a:solidFill>
                <a:latin typeface="Droid Sans Mono"/>
                <a:ea typeface="Droid Sans Mono"/>
                <a:cs typeface="Droid Sans Mono"/>
                <a:sym typeface="Droid Sans Mono"/>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bg>
      <p:bgPr>
        <a:solidFill>
          <a:schemeClr val="lt1"/>
        </a:solidFill>
      </p:bgPr>
    </p:bg>
    <p:spTree>
      <p:nvGrpSpPr>
        <p:cNvPr id="58" name="Shape 58"/>
        <p:cNvGrpSpPr/>
        <p:nvPr/>
      </p:nvGrpSpPr>
      <p:grpSpPr>
        <a:xfrm>
          <a:off x="0" y="0"/>
          <a:ext cx="0" cy="0"/>
          <a:chOff x="0" y="0"/>
          <a:chExt cx="0" cy="0"/>
        </a:xfrm>
      </p:grpSpPr>
      <p:sp>
        <p:nvSpPr>
          <p:cNvPr id="59" name="Google Shape;59;p93"/>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pic>
        <p:nvPicPr>
          <p:cNvPr id="60" name="Google Shape;60;p93"/>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61" name="Google Shape;61;p93"/>
          <p:cNvSpPr txBox="1"/>
          <p:nvPr>
            <p:ph type="title"/>
          </p:nvPr>
        </p:nvSpPr>
        <p:spPr>
          <a:xfrm>
            <a:off x="365760" y="301752"/>
            <a:ext cx="11466576" cy="73152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de">
  <p:cSld name="Title and Code">
    <p:bg>
      <p:bgPr>
        <a:solidFill>
          <a:schemeClr val="lt1"/>
        </a:solidFill>
      </p:bgPr>
    </p:bg>
    <p:spTree>
      <p:nvGrpSpPr>
        <p:cNvPr id="62" name="Shape 62"/>
        <p:cNvGrpSpPr/>
        <p:nvPr/>
      </p:nvGrpSpPr>
      <p:grpSpPr>
        <a:xfrm>
          <a:off x="0" y="0"/>
          <a:ext cx="0" cy="0"/>
          <a:chOff x="0" y="0"/>
          <a:chExt cx="0" cy="0"/>
        </a:xfrm>
      </p:grpSpPr>
      <p:sp>
        <p:nvSpPr>
          <p:cNvPr id="63" name="Google Shape;63;p94"/>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64" name="Google Shape;64;p94"/>
          <p:cNvSpPr txBox="1"/>
          <p:nvPr>
            <p:ph type="title"/>
          </p:nvPr>
        </p:nvSpPr>
        <p:spPr>
          <a:xfrm>
            <a:off x="365760" y="301752"/>
            <a:ext cx="11466576" cy="73152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65" name="Google Shape;65;p94"/>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66" name="Google Shape;66;p94"/>
          <p:cNvSpPr txBox="1"/>
          <p:nvPr>
            <p:ph idx="1" type="body"/>
          </p:nvPr>
        </p:nvSpPr>
        <p:spPr>
          <a:xfrm>
            <a:off x="365760" y="1097280"/>
            <a:ext cx="11466576" cy="533095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rgbClr val="232F3E"/>
              </a:buClr>
              <a:buSzPts val="1600"/>
              <a:buNone/>
              <a:defRPr sz="1600">
                <a:solidFill>
                  <a:srgbClr val="232F3E"/>
                </a:solidFill>
                <a:latin typeface="Droid Sans Mono"/>
                <a:ea typeface="Droid Sans Mono"/>
                <a:cs typeface="Droid Sans Mono"/>
                <a:sym typeface="Droid Sans Mono"/>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3 Headers, and 3 Text Columns">
  <p:cSld name="1_Title, 3 Headers, and 3 Text Columns">
    <p:bg>
      <p:bgPr>
        <a:solidFill>
          <a:schemeClr val="lt1"/>
        </a:solidFill>
      </p:bgPr>
    </p:bg>
    <p:spTree>
      <p:nvGrpSpPr>
        <p:cNvPr id="67" name="Shape 67"/>
        <p:cNvGrpSpPr/>
        <p:nvPr/>
      </p:nvGrpSpPr>
      <p:grpSpPr>
        <a:xfrm>
          <a:off x="0" y="0"/>
          <a:ext cx="0" cy="0"/>
          <a:chOff x="0" y="0"/>
          <a:chExt cx="0" cy="0"/>
        </a:xfrm>
      </p:grpSpPr>
      <p:sp>
        <p:nvSpPr>
          <p:cNvPr id="68" name="Google Shape;68;p95"/>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69" name="Google Shape;69;p95"/>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95"/>
          <p:cNvSpPr txBox="1"/>
          <p:nvPr>
            <p:ph idx="1" type="body"/>
          </p:nvPr>
        </p:nvSpPr>
        <p:spPr>
          <a:xfrm>
            <a:off x="365760" y="1053311"/>
            <a:ext cx="3749040" cy="440329"/>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95"/>
          <p:cNvSpPr txBox="1"/>
          <p:nvPr>
            <p:ph idx="2" type="body"/>
          </p:nvPr>
        </p:nvSpPr>
        <p:spPr>
          <a:xfrm>
            <a:off x="365760" y="1563624"/>
            <a:ext cx="3749040" cy="4873752"/>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defRPr>
            </a:lvl1pPr>
            <a:lvl2pPr indent="-381000" lvl="1" marL="914400" algn="l">
              <a:lnSpc>
                <a:spcPct val="100000"/>
              </a:lnSpc>
              <a:spcBef>
                <a:spcPts val="600"/>
              </a:spcBef>
              <a:spcAft>
                <a:spcPts val="0"/>
              </a:spcAft>
              <a:buClr>
                <a:srgbClr val="232F3E"/>
              </a:buClr>
              <a:buSzPts val="2400"/>
              <a:buChar char="•"/>
              <a:defRPr sz="2400">
                <a:solidFill>
                  <a:srgbClr val="232F3E"/>
                </a:solidFill>
              </a:defRPr>
            </a:lvl2pPr>
            <a:lvl3pPr indent="-355600" lvl="2" marL="1371600" algn="l">
              <a:lnSpc>
                <a:spcPct val="100000"/>
              </a:lnSpc>
              <a:spcBef>
                <a:spcPts val="600"/>
              </a:spcBef>
              <a:spcAft>
                <a:spcPts val="0"/>
              </a:spcAft>
              <a:buClr>
                <a:srgbClr val="232F3E"/>
              </a:buClr>
              <a:buSzPts val="2000"/>
              <a:buChar char="•"/>
              <a:defRPr sz="2000">
                <a:solidFill>
                  <a:srgbClr val="232F3E"/>
                </a:solidFill>
              </a:defRPr>
            </a:lvl3pPr>
            <a:lvl4pPr indent="-342900" lvl="3" marL="1828800" algn="l">
              <a:lnSpc>
                <a:spcPct val="100000"/>
              </a:lnSpc>
              <a:spcBef>
                <a:spcPts val="600"/>
              </a:spcBef>
              <a:spcAft>
                <a:spcPts val="0"/>
              </a:spcAft>
              <a:buClr>
                <a:srgbClr val="232F3E"/>
              </a:buClr>
              <a:buSzPts val="1800"/>
              <a:buChar char="•"/>
              <a:defRPr sz="1800">
                <a:solidFill>
                  <a:srgbClr val="232F3E"/>
                </a:solidFill>
              </a:defRPr>
            </a:lvl4pPr>
            <a:lvl5pPr indent="-342900" lvl="4" marL="2286000" algn="l">
              <a:lnSpc>
                <a:spcPct val="100000"/>
              </a:lnSpc>
              <a:spcBef>
                <a:spcPts val="600"/>
              </a:spcBef>
              <a:spcAft>
                <a:spcPts val="0"/>
              </a:spcAft>
              <a:buClr>
                <a:srgbClr val="232F3E"/>
              </a:buClr>
              <a:buSzPts val="1800"/>
              <a:buChar char="•"/>
              <a:defRPr sz="18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 name="Google Shape;72;p95"/>
          <p:cNvSpPr txBox="1"/>
          <p:nvPr>
            <p:ph idx="3" type="body"/>
          </p:nvPr>
        </p:nvSpPr>
        <p:spPr>
          <a:xfrm>
            <a:off x="4224528" y="1053311"/>
            <a:ext cx="3749040" cy="440329"/>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95"/>
          <p:cNvSpPr txBox="1"/>
          <p:nvPr>
            <p:ph idx="4" type="body"/>
          </p:nvPr>
        </p:nvSpPr>
        <p:spPr>
          <a:xfrm>
            <a:off x="4224528" y="1563624"/>
            <a:ext cx="3749040" cy="4873752"/>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defRPr>
            </a:lvl1pPr>
            <a:lvl2pPr indent="-381000" lvl="1" marL="914400" algn="l">
              <a:lnSpc>
                <a:spcPct val="100000"/>
              </a:lnSpc>
              <a:spcBef>
                <a:spcPts val="600"/>
              </a:spcBef>
              <a:spcAft>
                <a:spcPts val="0"/>
              </a:spcAft>
              <a:buClr>
                <a:srgbClr val="232F3E"/>
              </a:buClr>
              <a:buSzPts val="2400"/>
              <a:buChar char="•"/>
              <a:defRPr sz="2400">
                <a:solidFill>
                  <a:srgbClr val="232F3E"/>
                </a:solidFill>
              </a:defRPr>
            </a:lvl2pPr>
            <a:lvl3pPr indent="-355600" lvl="2" marL="1371600" algn="l">
              <a:lnSpc>
                <a:spcPct val="100000"/>
              </a:lnSpc>
              <a:spcBef>
                <a:spcPts val="600"/>
              </a:spcBef>
              <a:spcAft>
                <a:spcPts val="0"/>
              </a:spcAft>
              <a:buClr>
                <a:srgbClr val="232F3E"/>
              </a:buClr>
              <a:buSzPts val="2000"/>
              <a:buChar char="•"/>
              <a:defRPr sz="2000">
                <a:solidFill>
                  <a:srgbClr val="232F3E"/>
                </a:solidFill>
              </a:defRPr>
            </a:lvl3pPr>
            <a:lvl4pPr indent="-342900" lvl="3" marL="1828800" algn="l">
              <a:lnSpc>
                <a:spcPct val="100000"/>
              </a:lnSpc>
              <a:spcBef>
                <a:spcPts val="600"/>
              </a:spcBef>
              <a:spcAft>
                <a:spcPts val="0"/>
              </a:spcAft>
              <a:buClr>
                <a:srgbClr val="232F3E"/>
              </a:buClr>
              <a:buSzPts val="1800"/>
              <a:buChar char="•"/>
              <a:defRPr sz="1800">
                <a:solidFill>
                  <a:srgbClr val="232F3E"/>
                </a:solidFill>
              </a:defRPr>
            </a:lvl4pPr>
            <a:lvl5pPr indent="-342900" lvl="4" marL="2286000" algn="l">
              <a:lnSpc>
                <a:spcPct val="100000"/>
              </a:lnSpc>
              <a:spcBef>
                <a:spcPts val="600"/>
              </a:spcBef>
              <a:spcAft>
                <a:spcPts val="0"/>
              </a:spcAft>
              <a:buClr>
                <a:srgbClr val="232F3E"/>
              </a:buClr>
              <a:buSzPts val="1800"/>
              <a:buChar char="•"/>
              <a:defRPr sz="18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 name="Google Shape;74;p95"/>
          <p:cNvSpPr txBox="1"/>
          <p:nvPr>
            <p:ph idx="5" type="body"/>
          </p:nvPr>
        </p:nvSpPr>
        <p:spPr>
          <a:xfrm>
            <a:off x="8083296" y="1053311"/>
            <a:ext cx="3749040" cy="440329"/>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95"/>
          <p:cNvSpPr txBox="1"/>
          <p:nvPr>
            <p:ph idx="6" type="body"/>
          </p:nvPr>
        </p:nvSpPr>
        <p:spPr>
          <a:xfrm>
            <a:off x="8083296" y="1591056"/>
            <a:ext cx="3749040" cy="4843688"/>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defRPr>
            </a:lvl1pPr>
            <a:lvl2pPr indent="-381000" lvl="1" marL="914400" algn="l">
              <a:lnSpc>
                <a:spcPct val="100000"/>
              </a:lnSpc>
              <a:spcBef>
                <a:spcPts val="600"/>
              </a:spcBef>
              <a:spcAft>
                <a:spcPts val="0"/>
              </a:spcAft>
              <a:buClr>
                <a:srgbClr val="232F3E"/>
              </a:buClr>
              <a:buSzPts val="2400"/>
              <a:buChar char="•"/>
              <a:defRPr sz="2400">
                <a:solidFill>
                  <a:srgbClr val="232F3E"/>
                </a:solidFill>
              </a:defRPr>
            </a:lvl2pPr>
            <a:lvl3pPr indent="-355600" lvl="2" marL="1371600" algn="l">
              <a:lnSpc>
                <a:spcPct val="100000"/>
              </a:lnSpc>
              <a:spcBef>
                <a:spcPts val="600"/>
              </a:spcBef>
              <a:spcAft>
                <a:spcPts val="0"/>
              </a:spcAft>
              <a:buClr>
                <a:srgbClr val="232F3E"/>
              </a:buClr>
              <a:buSzPts val="2000"/>
              <a:buChar char="•"/>
              <a:defRPr sz="2000">
                <a:solidFill>
                  <a:srgbClr val="232F3E"/>
                </a:solidFill>
              </a:defRPr>
            </a:lvl3pPr>
            <a:lvl4pPr indent="-342900" lvl="3" marL="1828800" algn="l">
              <a:lnSpc>
                <a:spcPct val="100000"/>
              </a:lnSpc>
              <a:spcBef>
                <a:spcPts val="600"/>
              </a:spcBef>
              <a:spcAft>
                <a:spcPts val="0"/>
              </a:spcAft>
              <a:buClr>
                <a:srgbClr val="232F3E"/>
              </a:buClr>
              <a:buSzPts val="1800"/>
              <a:buChar char="•"/>
              <a:defRPr sz="1800">
                <a:solidFill>
                  <a:srgbClr val="232F3E"/>
                </a:solidFill>
              </a:defRPr>
            </a:lvl4pPr>
            <a:lvl5pPr indent="-342900" lvl="4" marL="2286000" algn="l">
              <a:lnSpc>
                <a:spcPct val="100000"/>
              </a:lnSpc>
              <a:spcBef>
                <a:spcPts val="600"/>
              </a:spcBef>
              <a:spcAft>
                <a:spcPts val="0"/>
              </a:spcAft>
              <a:buClr>
                <a:srgbClr val="232F3E"/>
              </a:buClr>
              <a:buSzPts val="1800"/>
              <a:buChar char="•"/>
              <a:defRPr sz="18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95"/>
          <p:cNvSpPr txBox="1"/>
          <p:nvPr>
            <p:ph idx="7" type="body"/>
          </p:nvPr>
        </p:nvSpPr>
        <p:spPr>
          <a:xfrm>
            <a:off x="359664" y="1053311"/>
            <a:ext cx="3749040" cy="440329"/>
          </a:xfrm>
          <a:prstGeom prst="rect">
            <a:avLst/>
          </a:prstGeom>
          <a:solidFill>
            <a:schemeClr val="accent1"/>
          </a:solid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Clr>
                <a:schemeClr val="lt1"/>
              </a:buClr>
              <a:buSzPts val="2800"/>
              <a:buNone/>
              <a:defRPr>
                <a:solidFill>
                  <a:schemeClr val="lt1"/>
                </a:solidFill>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95"/>
          <p:cNvSpPr txBox="1"/>
          <p:nvPr>
            <p:ph idx="8" type="body"/>
          </p:nvPr>
        </p:nvSpPr>
        <p:spPr>
          <a:xfrm>
            <a:off x="4218432" y="1053311"/>
            <a:ext cx="3749040" cy="440329"/>
          </a:xfrm>
          <a:prstGeom prst="rect">
            <a:avLst/>
          </a:prstGeom>
          <a:solidFill>
            <a:schemeClr val="accent1"/>
          </a:solid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Clr>
                <a:schemeClr val="lt1"/>
              </a:buClr>
              <a:buSzPts val="2800"/>
              <a:buNone/>
              <a:defRPr>
                <a:solidFill>
                  <a:schemeClr val="lt1"/>
                </a:solidFill>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95"/>
          <p:cNvSpPr txBox="1"/>
          <p:nvPr>
            <p:ph idx="9" type="body"/>
          </p:nvPr>
        </p:nvSpPr>
        <p:spPr>
          <a:xfrm>
            <a:off x="8077200" y="1053311"/>
            <a:ext cx="3749040" cy="440329"/>
          </a:xfrm>
          <a:prstGeom prst="rect">
            <a:avLst/>
          </a:prstGeom>
          <a:solidFill>
            <a:schemeClr val="accent1"/>
          </a:solid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Clr>
                <a:schemeClr val="lt1"/>
              </a:buClr>
              <a:buSzPts val="2800"/>
              <a:buNone/>
              <a:defRPr>
                <a:solidFill>
                  <a:schemeClr val="lt1"/>
                </a:solidFill>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Column, and Small Picture">
  <p:cSld name="Title, Text Column, and Small Picture">
    <p:bg>
      <p:bgPr>
        <a:solidFill>
          <a:schemeClr val="lt1"/>
        </a:solidFill>
      </p:bgPr>
    </p:bg>
    <p:spTree>
      <p:nvGrpSpPr>
        <p:cNvPr id="79" name="Shape 79"/>
        <p:cNvGrpSpPr/>
        <p:nvPr/>
      </p:nvGrpSpPr>
      <p:grpSpPr>
        <a:xfrm>
          <a:off x="0" y="0"/>
          <a:ext cx="0" cy="0"/>
          <a:chOff x="0" y="0"/>
          <a:chExt cx="0" cy="0"/>
        </a:xfrm>
      </p:grpSpPr>
      <p:sp>
        <p:nvSpPr>
          <p:cNvPr id="80" name="Google Shape;80;p96"/>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81" name="Google Shape;81;p96"/>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82" name="Google Shape;82;p96"/>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83" name="Google Shape;83;p96"/>
          <p:cNvSpPr txBox="1"/>
          <p:nvPr>
            <p:ph idx="1" type="body"/>
          </p:nvPr>
        </p:nvSpPr>
        <p:spPr>
          <a:xfrm>
            <a:off x="365760" y="1097280"/>
            <a:ext cx="7644384" cy="5330952"/>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rgbClr val="232F3E"/>
              </a:buClr>
              <a:buSzPts val="2800"/>
              <a:buChar char="•"/>
              <a:defRPr>
                <a:solidFill>
                  <a:srgbClr val="232F3E"/>
                </a:solidFill>
              </a:defRPr>
            </a:lvl1pPr>
            <a:lvl2pPr indent="-381000" lvl="1" marL="914400" algn="l">
              <a:lnSpc>
                <a:spcPct val="100000"/>
              </a:lnSpc>
              <a:spcBef>
                <a:spcPts val="1200"/>
              </a:spcBef>
              <a:spcAft>
                <a:spcPts val="0"/>
              </a:spcAft>
              <a:buClr>
                <a:srgbClr val="232F3E"/>
              </a:buClr>
              <a:buSzPts val="2400"/>
              <a:buChar char="•"/>
              <a:defRPr>
                <a:solidFill>
                  <a:srgbClr val="232F3E"/>
                </a:solidFill>
              </a:defRPr>
            </a:lvl2pPr>
            <a:lvl3pPr indent="-355600" lvl="2" marL="1371600" algn="l">
              <a:lnSpc>
                <a:spcPct val="100000"/>
              </a:lnSpc>
              <a:spcBef>
                <a:spcPts val="1200"/>
              </a:spcBef>
              <a:spcAft>
                <a:spcPts val="0"/>
              </a:spcAft>
              <a:buClr>
                <a:srgbClr val="232F3E"/>
              </a:buClr>
              <a:buSzPts val="2000"/>
              <a:buChar char="•"/>
              <a:defRPr>
                <a:solidFill>
                  <a:srgbClr val="232F3E"/>
                </a:solidFill>
              </a:defRPr>
            </a:lvl3pPr>
            <a:lvl4pPr indent="-342900" lvl="3" marL="1828800" algn="l">
              <a:lnSpc>
                <a:spcPct val="100000"/>
              </a:lnSpc>
              <a:spcBef>
                <a:spcPts val="1200"/>
              </a:spcBef>
              <a:spcAft>
                <a:spcPts val="0"/>
              </a:spcAft>
              <a:buClr>
                <a:srgbClr val="232F3E"/>
              </a:buClr>
              <a:buSzPts val="1800"/>
              <a:buChar char="•"/>
              <a:defRPr>
                <a:solidFill>
                  <a:srgbClr val="232F3E"/>
                </a:solidFill>
              </a:defRPr>
            </a:lvl4pPr>
            <a:lvl5pPr indent="-342900" lvl="4" marL="2286000" algn="l">
              <a:lnSpc>
                <a:spcPct val="100000"/>
              </a:lnSpc>
              <a:spcBef>
                <a:spcPts val="1200"/>
              </a:spcBef>
              <a:spcAft>
                <a:spcPts val="0"/>
              </a:spcAft>
              <a:buClr>
                <a:srgbClr val="232F3E"/>
              </a:buClr>
              <a:buSzPts val="1800"/>
              <a:buChar char="•"/>
              <a:defRPr>
                <a:solidFill>
                  <a:srgbClr val="232F3E"/>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96"/>
          <p:cNvSpPr/>
          <p:nvPr>
            <p:ph idx="2" type="pic"/>
          </p:nvPr>
        </p:nvSpPr>
        <p:spPr>
          <a:xfrm>
            <a:off x="8498586" y="2276856"/>
            <a:ext cx="2971800" cy="2971800"/>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ademyQuestion">
  <p:cSld name="AcademyQuestion">
    <p:bg>
      <p:bgPr>
        <a:solidFill>
          <a:schemeClr val="lt1"/>
        </a:solidFill>
      </p:bgPr>
    </p:bg>
    <p:spTree>
      <p:nvGrpSpPr>
        <p:cNvPr id="85" name="Shape 85"/>
        <p:cNvGrpSpPr/>
        <p:nvPr/>
      </p:nvGrpSpPr>
      <p:grpSpPr>
        <a:xfrm>
          <a:off x="0" y="0"/>
          <a:ext cx="0" cy="0"/>
          <a:chOff x="0" y="0"/>
          <a:chExt cx="0" cy="0"/>
        </a:xfrm>
      </p:grpSpPr>
      <p:sp>
        <p:nvSpPr>
          <p:cNvPr id="86" name="Google Shape;86;p97"/>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87" name="Google Shape;87;p97"/>
          <p:cNvSpPr txBox="1"/>
          <p:nvPr>
            <p:ph type="title"/>
          </p:nvPr>
        </p:nvSpPr>
        <p:spPr>
          <a:xfrm>
            <a:off x="0" y="185995"/>
            <a:ext cx="12192000" cy="535531"/>
          </a:xfrm>
          <a:prstGeom prst="rect">
            <a:avLst/>
          </a:prstGeom>
          <a:noFill/>
          <a:ln>
            <a:noFill/>
          </a:ln>
        </p:spPr>
        <p:txBody>
          <a:bodyPr anchorCtr="0" anchor="ctr" bIns="45700" lIns="182875" spcFirstLastPara="1" rIns="182875" wrap="square" tIns="45700">
            <a:spAutoFit/>
          </a:bodyPr>
          <a:lstStyle>
            <a:lvl1pPr lvl="0" algn="l">
              <a:lnSpc>
                <a:spcPct val="90000"/>
              </a:lnSpc>
              <a:spcBef>
                <a:spcPts val="0"/>
              </a:spcBef>
              <a:spcAft>
                <a:spcPts val="0"/>
              </a:spcAft>
              <a:buClr>
                <a:srgbClr val="232F3E"/>
              </a:buClr>
              <a:buSzPts val="3200"/>
              <a:buFont typeface="Play"/>
              <a:buNone/>
              <a:defRPr sz="3200">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97"/>
          <p:cNvSpPr txBox="1"/>
          <p:nvPr>
            <p:ph idx="1" type="body"/>
          </p:nvPr>
        </p:nvSpPr>
        <p:spPr>
          <a:xfrm>
            <a:off x="0" y="721526"/>
            <a:ext cx="12192000" cy="1463040"/>
          </a:xfrm>
          <a:prstGeom prst="rect">
            <a:avLst/>
          </a:prstGeom>
          <a:solidFill>
            <a:schemeClr val="accent1"/>
          </a:solidFill>
          <a:ln>
            <a:noFill/>
          </a:ln>
        </p:spPr>
        <p:txBody>
          <a:bodyPr anchorCtr="0" anchor="t" bIns="91425" lIns="182875" spcFirstLastPara="1" rIns="182875" wrap="square" tIns="91425">
            <a:noAutofit/>
          </a:bodyPr>
          <a:lstStyle>
            <a:lvl1pPr indent="-228600" lvl="0" marL="457200" algn="l">
              <a:lnSpc>
                <a:spcPct val="100000"/>
              </a:lnSpc>
              <a:spcBef>
                <a:spcPts val="0"/>
              </a:spcBef>
              <a:spcAft>
                <a:spcPts val="0"/>
              </a:spcAft>
              <a:buClr>
                <a:schemeClr val="lt1"/>
              </a:buClr>
              <a:buSzPts val="1600"/>
              <a:buNone/>
              <a:defRPr sz="1600">
                <a:solidFill>
                  <a:schemeClr val="lt1"/>
                </a:solidFill>
              </a:defRPr>
            </a:lvl1pPr>
            <a:lvl2pPr indent="-228600" lvl="1" marL="914400" algn="l">
              <a:lnSpc>
                <a:spcPct val="90000"/>
              </a:lnSpc>
              <a:spcBef>
                <a:spcPts val="600"/>
              </a:spcBef>
              <a:spcAft>
                <a:spcPts val="0"/>
              </a:spcAft>
              <a:buClr>
                <a:schemeClr val="lt1"/>
              </a:buClr>
              <a:buSzPts val="1600"/>
              <a:buNone/>
              <a:defRPr sz="1600">
                <a:solidFill>
                  <a:schemeClr val="lt1"/>
                </a:solidFill>
              </a:defRPr>
            </a:lvl2pPr>
            <a:lvl3pPr indent="-228600" lvl="2" marL="1371600" algn="l">
              <a:lnSpc>
                <a:spcPct val="90000"/>
              </a:lnSpc>
              <a:spcBef>
                <a:spcPts val="1200"/>
              </a:spcBef>
              <a:spcAft>
                <a:spcPts val="0"/>
              </a:spcAft>
              <a:buClr>
                <a:schemeClr val="lt1"/>
              </a:buClr>
              <a:buSzPts val="1600"/>
              <a:buNone/>
              <a:defRPr sz="1600">
                <a:solidFill>
                  <a:schemeClr val="lt1"/>
                </a:solidFill>
              </a:defRPr>
            </a:lvl3pPr>
            <a:lvl4pPr indent="-228600" lvl="3" marL="1828800" algn="l">
              <a:lnSpc>
                <a:spcPct val="90000"/>
              </a:lnSpc>
              <a:spcBef>
                <a:spcPts val="1200"/>
              </a:spcBef>
              <a:spcAft>
                <a:spcPts val="0"/>
              </a:spcAft>
              <a:buClr>
                <a:schemeClr val="lt1"/>
              </a:buClr>
              <a:buSzPts val="1600"/>
              <a:buNone/>
              <a:defRPr sz="1600">
                <a:solidFill>
                  <a:schemeClr val="lt1"/>
                </a:solidFill>
              </a:defRPr>
            </a:lvl4pPr>
            <a:lvl5pPr indent="-228600" lvl="4" marL="2286000" algn="l">
              <a:lnSpc>
                <a:spcPct val="90000"/>
              </a:lnSpc>
              <a:spcBef>
                <a:spcPts val="1200"/>
              </a:spcBef>
              <a:spcAft>
                <a:spcPts val="0"/>
              </a:spcAft>
              <a:buClr>
                <a:schemeClr val="lt1"/>
              </a:buClr>
              <a:buSzPts val="1600"/>
              <a:buNone/>
              <a:defRPr sz="1600">
                <a:solidFill>
                  <a:schemeClr val="lt1"/>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howMasterSp="0">
  <p:cSld name="Thank You">
    <p:bg>
      <p:bgPr>
        <a:blipFill>
          <a:blip r:embed="rId2">
            <a:alphaModFix/>
          </a:blip>
          <a:stretch>
            <a:fillRect/>
          </a:stretch>
        </a:blipFill>
      </p:bgPr>
    </p:bg>
    <p:spTree>
      <p:nvGrpSpPr>
        <p:cNvPr id="89" name="Shape 89"/>
        <p:cNvGrpSpPr/>
        <p:nvPr/>
      </p:nvGrpSpPr>
      <p:grpSpPr>
        <a:xfrm>
          <a:off x="0" y="0"/>
          <a:ext cx="0" cy="0"/>
          <a:chOff x="0" y="0"/>
          <a:chExt cx="0" cy="0"/>
        </a:xfrm>
      </p:grpSpPr>
      <p:sp>
        <p:nvSpPr>
          <p:cNvPr id="90" name="Google Shape;90;p98"/>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91" name="Google Shape;91;p98"/>
          <p:cNvSpPr txBox="1"/>
          <p:nvPr>
            <p:ph type="title"/>
          </p:nvPr>
        </p:nvSpPr>
        <p:spPr>
          <a:xfrm>
            <a:off x="457200" y="1256247"/>
            <a:ext cx="7998031" cy="404982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1"/>
              </a:buClr>
              <a:buSzPts val="4400"/>
              <a:buFont typeface="Play"/>
              <a:buNone/>
              <a:defRPr sz="4400">
                <a:solidFill>
                  <a:schemeClr val="lt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98"/>
          <p:cNvSpPr txBox="1"/>
          <p:nvPr>
            <p:ph idx="1" type="body"/>
          </p:nvPr>
        </p:nvSpPr>
        <p:spPr>
          <a:xfrm>
            <a:off x="457200" y="5305425"/>
            <a:ext cx="7997825" cy="1141413"/>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lt1"/>
              </a:buClr>
              <a:buSzPts val="2800"/>
              <a:buFont typeface="Play"/>
              <a:buNone/>
              <a:defRPr b="0" cap="none">
                <a:solidFill>
                  <a:schemeClr val="lt1"/>
                </a:solidFill>
              </a:defRPr>
            </a:lvl1pPr>
            <a:lvl2pPr indent="-228600" lvl="1" marL="914400" algn="l">
              <a:lnSpc>
                <a:spcPct val="90000"/>
              </a:lnSpc>
              <a:spcBef>
                <a:spcPts val="0"/>
              </a:spcBef>
              <a:spcAft>
                <a:spcPts val="0"/>
              </a:spcAft>
              <a:buClr>
                <a:schemeClr val="lt2"/>
              </a:buClr>
              <a:buSzPts val="2000"/>
              <a:buNone/>
              <a:defRPr sz="2000">
                <a:solidFill>
                  <a:schemeClr val="lt2"/>
                </a:solidFill>
              </a:defRPr>
            </a:lvl2pPr>
            <a:lvl3pPr indent="-228600" lvl="2" marL="1371600" algn="l">
              <a:lnSpc>
                <a:spcPct val="90000"/>
              </a:lnSpc>
              <a:spcBef>
                <a:spcPts val="1200"/>
              </a:spcBef>
              <a:spcAft>
                <a:spcPts val="0"/>
              </a:spcAft>
              <a:buClr>
                <a:schemeClr val="lt2"/>
              </a:buClr>
              <a:buSzPts val="1800"/>
              <a:buNone/>
              <a:defRPr sz="1800">
                <a:solidFill>
                  <a:schemeClr val="lt2"/>
                </a:solidFill>
              </a:defRPr>
            </a:lvl3pPr>
            <a:lvl4pPr indent="-228600" lvl="3" marL="1828800" algn="l">
              <a:lnSpc>
                <a:spcPct val="90000"/>
              </a:lnSpc>
              <a:spcBef>
                <a:spcPts val="1200"/>
              </a:spcBef>
              <a:spcAft>
                <a:spcPts val="0"/>
              </a:spcAft>
              <a:buClr>
                <a:schemeClr val="lt2"/>
              </a:buClr>
              <a:buSzPts val="1600"/>
              <a:buNone/>
              <a:defRPr sz="1600">
                <a:solidFill>
                  <a:schemeClr val="lt2"/>
                </a:solidFill>
              </a:defRPr>
            </a:lvl4pPr>
            <a:lvl5pPr indent="-228600" lvl="4" marL="2286000" algn="l">
              <a:lnSpc>
                <a:spcPct val="90000"/>
              </a:lnSpc>
              <a:spcBef>
                <a:spcPts val="1200"/>
              </a:spcBef>
              <a:spcAft>
                <a:spcPts val="0"/>
              </a:spcAft>
              <a:buClr>
                <a:schemeClr val="lt2"/>
              </a:buClr>
              <a:buSzPts val="1600"/>
              <a:buNone/>
              <a:defRPr sz="1600">
                <a:solidFill>
                  <a:schemeClr val="lt2"/>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93" name="Google Shape;93;p98"/>
          <p:cNvPicPr preferRelativeResize="0"/>
          <p:nvPr/>
        </p:nvPicPr>
        <p:blipFill rotWithShape="1">
          <a:blip r:embed="rId3">
            <a:alphaModFix/>
          </a:blip>
          <a:srcRect b="0" l="0" r="0" t="0"/>
          <a:stretch/>
        </p:blipFill>
        <p:spPr>
          <a:xfrm>
            <a:off x="3799983" y="6468531"/>
            <a:ext cx="4610100" cy="267127"/>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Variant">
  <p:cSld name="Title Slide Variant">
    <p:bg>
      <p:bgPr>
        <a:blipFill>
          <a:blip r:embed="rId2">
            <a:alphaModFix/>
          </a:blip>
          <a:stretch>
            <a:fillRect/>
          </a:stretch>
        </a:blipFill>
      </p:bgPr>
    </p:bg>
    <p:spTree>
      <p:nvGrpSpPr>
        <p:cNvPr id="94" name="Shape 94"/>
        <p:cNvGrpSpPr/>
        <p:nvPr/>
      </p:nvGrpSpPr>
      <p:grpSpPr>
        <a:xfrm>
          <a:off x="0" y="0"/>
          <a:ext cx="0" cy="0"/>
          <a:chOff x="0" y="0"/>
          <a:chExt cx="0" cy="0"/>
        </a:xfrm>
      </p:grpSpPr>
      <p:sp>
        <p:nvSpPr>
          <p:cNvPr id="95" name="Google Shape;95;p99"/>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chemeClr val="lt1"/>
                </a:solidFill>
                <a:latin typeface="Play"/>
                <a:ea typeface="Play"/>
                <a:cs typeface="Play"/>
                <a:sym typeface="Play"/>
              </a:defRPr>
            </a:lvl1pPr>
            <a:lvl2pPr indent="0" lvl="1" marL="0" algn="r">
              <a:spcBef>
                <a:spcPts val="0"/>
              </a:spcBef>
              <a:buNone/>
              <a:defRPr sz="1200">
                <a:solidFill>
                  <a:schemeClr val="lt1"/>
                </a:solidFill>
                <a:latin typeface="Play"/>
                <a:ea typeface="Play"/>
                <a:cs typeface="Play"/>
                <a:sym typeface="Play"/>
              </a:defRPr>
            </a:lvl2pPr>
            <a:lvl3pPr indent="0" lvl="2" marL="0" algn="r">
              <a:spcBef>
                <a:spcPts val="0"/>
              </a:spcBef>
              <a:buNone/>
              <a:defRPr sz="1200">
                <a:solidFill>
                  <a:schemeClr val="lt1"/>
                </a:solidFill>
                <a:latin typeface="Play"/>
                <a:ea typeface="Play"/>
                <a:cs typeface="Play"/>
                <a:sym typeface="Play"/>
              </a:defRPr>
            </a:lvl3pPr>
            <a:lvl4pPr indent="0" lvl="3" marL="0" algn="r">
              <a:spcBef>
                <a:spcPts val="0"/>
              </a:spcBef>
              <a:buNone/>
              <a:defRPr sz="1200">
                <a:solidFill>
                  <a:schemeClr val="lt1"/>
                </a:solidFill>
                <a:latin typeface="Play"/>
                <a:ea typeface="Play"/>
                <a:cs typeface="Play"/>
                <a:sym typeface="Play"/>
              </a:defRPr>
            </a:lvl4pPr>
            <a:lvl5pPr indent="0" lvl="4" marL="0" algn="r">
              <a:spcBef>
                <a:spcPts val="0"/>
              </a:spcBef>
              <a:buNone/>
              <a:defRPr sz="1200">
                <a:solidFill>
                  <a:schemeClr val="lt1"/>
                </a:solidFill>
                <a:latin typeface="Play"/>
                <a:ea typeface="Play"/>
                <a:cs typeface="Play"/>
                <a:sym typeface="Play"/>
              </a:defRPr>
            </a:lvl5pPr>
            <a:lvl6pPr indent="0" lvl="5" marL="0" algn="r">
              <a:spcBef>
                <a:spcPts val="0"/>
              </a:spcBef>
              <a:buNone/>
              <a:defRPr sz="1200">
                <a:solidFill>
                  <a:schemeClr val="lt1"/>
                </a:solidFill>
                <a:latin typeface="Play"/>
                <a:ea typeface="Play"/>
                <a:cs typeface="Play"/>
                <a:sym typeface="Play"/>
              </a:defRPr>
            </a:lvl6pPr>
            <a:lvl7pPr indent="0" lvl="6" marL="0" algn="r">
              <a:spcBef>
                <a:spcPts val="0"/>
              </a:spcBef>
              <a:buNone/>
              <a:defRPr sz="1200">
                <a:solidFill>
                  <a:schemeClr val="lt1"/>
                </a:solidFill>
                <a:latin typeface="Play"/>
                <a:ea typeface="Play"/>
                <a:cs typeface="Play"/>
                <a:sym typeface="Play"/>
              </a:defRPr>
            </a:lvl7pPr>
            <a:lvl8pPr indent="0" lvl="7" marL="0" algn="r">
              <a:spcBef>
                <a:spcPts val="0"/>
              </a:spcBef>
              <a:buNone/>
              <a:defRPr sz="1200">
                <a:solidFill>
                  <a:schemeClr val="lt1"/>
                </a:solidFill>
                <a:latin typeface="Play"/>
                <a:ea typeface="Play"/>
                <a:cs typeface="Play"/>
                <a:sym typeface="Play"/>
              </a:defRPr>
            </a:lvl8pPr>
            <a:lvl9pPr indent="0" lvl="8" marL="0" algn="r">
              <a:spcBef>
                <a:spcPts val="0"/>
              </a:spcBef>
              <a:buNone/>
              <a:defRPr sz="1200">
                <a:solidFill>
                  <a:schemeClr val="lt1"/>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96" name="Google Shape;96;p99"/>
          <p:cNvSpPr txBox="1"/>
          <p:nvPr>
            <p:ph type="title"/>
          </p:nvPr>
        </p:nvSpPr>
        <p:spPr>
          <a:xfrm>
            <a:off x="457200" y="2503472"/>
            <a:ext cx="8946292" cy="16733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4800"/>
              <a:buFont typeface="Play"/>
              <a:buNone/>
              <a:defRPr sz="4800">
                <a:solidFill>
                  <a:schemeClr val="lt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99"/>
          <p:cNvSpPr txBox="1"/>
          <p:nvPr>
            <p:ph idx="1" type="body"/>
          </p:nvPr>
        </p:nvSpPr>
        <p:spPr>
          <a:xfrm>
            <a:off x="457200" y="4224832"/>
            <a:ext cx="8946292" cy="99589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Clr>
                <a:schemeClr val="lt1"/>
              </a:buClr>
              <a:buSzPts val="3200"/>
              <a:buNone/>
              <a:defRPr sz="3200">
                <a:solidFill>
                  <a:schemeClr val="lt1"/>
                </a:solidFill>
                <a:latin typeface="Play"/>
                <a:ea typeface="Play"/>
                <a:cs typeface="Play"/>
                <a:sym typeface="Play"/>
              </a:defRPr>
            </a:lvl1pPr>
            <a:lvl2pPr indent="-228600" lvl="1" marL="914400" algn="ctr">
              <a:lnSpc>
                <a:spcPct val="90000"/>
              </a:lnSpc>
              <a:spcBef>
                <a:spcPts val="0"/>
              </a:spcBef>
              <a:spcAft>
                <a:spcPts val="0"/>
              </a:spcAft>
              <a:buClr>
                <a:srgbClr val="232F3E"/>
              </a:buClr>
              <a:buSzPts val="2000"/>
              <a:buNone/>
              <a:defRPr sz="2000"/>
            </a:lvl2pPr>
            <a:lvl3pPr indent="-228600" lvl="2" marL="1371600" algn="ctr">
              <a:lnSpc>
                <a:spcPct val="90000"/>
              </a:lnSpc>
              <a:spcBef>
                <a:spcPts val="1200"/>
              </a:spcBef>
              <a:spcAft>
                <a:spcPts val="0"/>
              </a:spcAft>
              <a:buClr>
                <a:srgbClr val="232F3E"/>
              </a:buClr>
              <a:buSzPts val="1800"/>
              <a:buNone/>
              <a:defRPr sz="1800"/>
            </a:lvl3pPr>
            <a:lvl4pPr indent="-228600" lvl="3" marL="1828800" algn="ctr">
              <a:lnSpc>
                <a:spcPct val="90000"/>
              </a:lnSpc>
              <a:spcBef>
                <a:spcPts val="1200"/>
              </a:spcBef>
              <a:spcAft>
                <a:spcPts val="0"/>
              </a:spcAft>
              <a:buClr>
                <a:srgbClr val="232F3E"/>
              </a:buClr>
              <a:buSzPts val="1600"/>
              <a:buNone/>
              <a:defRPr sz="1600"/>
            </a:lvl4pPr>
            <a:lvl5pPr indent="-228600" lvl="4" marL="2286000" algn="ctr">
              <a:lnSpc>
                <a:spcPct val="90000"/>
              </a:lnSpc>
              <a:spcBef>
                <a:spcPts val="1200"/>
              </a:spcBef>
              <a:spcAft>
                <a:spcPts val="0"/>
              </a:spcAft>
              <a:buClr>
                <a:srgbClr val="232F3E"/>
              </a:buClr>
              <a:buSzPts val="1600"/>
              <a:buNone/>
              <a:defRPr sz="1600"/>
            </a:lvl5pPr>
            <a:lvl6pPr indent="-228600" lvl="5" marL="2743200" algn="ctr">
              <a:lnSpc>
                <a:spcPct val="90000"/>
              </a:lnSpc>
              <a:spcBef>
                <a:spcPts val="1200"/>
              </a:spcBef>
              <a:spcAft>
                <a:spcPts val="0"/>
              </a:spcAft>
              <a:buClr>
                <a:schemeClr val="dk1"/>
              </a:buClr>
              <a:buSzPts val="1600"/>
              <a:buNone/>
              <a:defRPr sz="1600"/>
            </a:lvl6pPr>
            <a:lvl7pPr indent="-228600" lvl="6" marL="3200400" algn="ctr">
              <a:lnSpc>
                <a:spcPct val="90000"/>
              </a:lnSpc>
              <a:spcBef>
                <a:spcPts val="500"/>
              </a:spcBef>
              <a:spcAft>
                <a:spcPts val="0"/>
              </a:spcAft>
              <a:buClr>
                <a:schemeClr val="dk1"/>
              </a:buClr>
              <a:buSzPts val="1600"/>
              <a:buNone/>
              <a:defRPr sz="1600"/>
            </a:lvl7pPr>
            <a:lvl8pPr indent="-228600" lvl="7" marL="3657600" algn="ctr">
              <a:lnSpc>
                <a:spcPct val="90000"/>
              </a:lnSpc>
              <a:spcBef>
                <a:spcPts val="500"/>
              </a:spcBef>
              <a:spcAft>
                <a:spcPts val="0"/>
              </a:spcAft>
              <a:buClr>
                <a:schemeClr val="dk1"/>
              </a:buClr>
              <a:buSzPts val="1600"/>
              <a:buNone/>
              <a:defRPr sz="1600"/>
            </a:lvl8pPr>
            <a:lvl9pPr indent="-228600" lvl="8" marL="4114800" algn="ctr">
              <a:lnSpc>
                <a:spcPct val="90000"/>
              </a:lnSpc>
              <a:spcBef>
                <a:spcPts val="500"/>
              </a:spcBef>
              <a:spcAft>
                <a:spcPts val="0"/>
              </a:spcAft>
              <a:buClr>
                <a:schemeClr val="dk1"/>
              </a:buClr>
              <a:buSzPts val="1600"/>
              <a:buNone/>
              <a:defRPr sz="1600"/>
            </a:lvl9pPr>
          </a:lstStyle>
          <a:p/>
        </p:txBody>
      </p:sp>
      <p:pic>
        <p:nvPicPr>
          <p:cNvPr id="98" name="Google Shape;98;p99"/>
          <p:cNvPicPr preferRelativeResize="0"/>
          <p:nvPr/>
        </p:nvPicPr>
        <p:blipFill rotWithShape="1">
          <a:blip r:embed="rId3">
            <a:alphaModFix/>
          </a:blip>
          <a:srcRect b="0" l="0" r="0" t="0"/>
          <a:stretch/>
        </p:blipFill>
        <p:spPr>
          <a:xfrm>
            <a:off x="3799983" y="6446520"/>
            <a:ext cx="4610100" cy="31115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lide" showMasterSp="0">
  <p:cSld name="Section Slide">
    <p:bg>
      <p:bgPr>
        <a:blipFill>
          <a:blip r:embed="rId2">
            <a:alphaModFix/>
          </a:blip>
          <a:stretch>
            <a:fillRect/>
          </a:stretch>
        </a:blipFill>
      </p:bgPr>
    </p:bg>
    <p:spTree>
      <p:nvGrpSpPr>
        <p:cNvPr id="99" name="Shape 99"/>
        <p:cNvGrpSpPr/>
        <p:nvPr/>
      </p:nvGrpSpPr>
      <p:grpSpPr>
        <a:xfrm>
          <a:off x="0" y="0"/>
          <a:ext cx="0" cy="0"/>
          <a:chOff x="0" y="0"/>
          <a:chExt cx="0" cy="0"/>
        </a:xfrm>
      </p:grpSpPr>
      <p:sp>
        <p:nvSpPr>
          <p:cNvPr id="100" name="Google Shape;100;p100"/>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01" name="Google Shape;101;p100"/>
          <p:cNvSpPr txBox="1"/>
          <p:nvPr>
            <p:ph type="title"/>
          </p:nvPr>
        </p:nvSpPr>
        <p:spPr>
          <a:xfrm>
            <a:off x="457200" y="2545492"/>
            <a:ext cx="6456405" cy="244687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4800"/>
              <a:buFont typeface="Play"/>
              <a:buNone/>
              <a:defRPr sz="4800">
                <a:solidFill>
                  <a:schemeClr val="lt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100"/>
          <p:cNvSpPr txBox="1"/>
          <p:nvPr>
            <p:ph idx="1" type="body"/>
          </p:nvPr>
        </p:nvSpPr>
        <p:spPr>
          <a:xfrm>
            <a:off x="457200" y="5040376"/>
            <a:ext cx="6456405" cy="99589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Clr>
                <a:schemeClr val="lt1"/>
              </a:buClr>
              <a:buSzPts val="3200"/>
              <a:buNone/>
              <a:defRPr sz="3200">
                <a:solidFill>
                  <a:schemeClr val="lt1"/>
                </a:solidFill>
                <a:latin typeface="Play"/>
                <a:ea typeface="Play"/>
                <a:cs typeface="Play"/>
                <a:sym typeface="Play"/>
              </a:defRPr>
            </a:lvl1pPr>
            <a:lvl2pPr indent="-228600" lvl="1" marL="914400" algn="ctr">
              <a:lnSpc>
                <a:spcPct val="90000"/>
              </a:lnSpc>
              <a:spcBef>
                <a:spcPts val="0"/>
              </a:spcBef>
              <a:spcAft>
                <a:spcPts val="0"/>
              </a:spcAft>
              <a:buClr>
                <a:srgbClr val="232F3E"/>
              </a:buClr>
              <a:buSzPts val="2000"/>
              <a:buNone/>
              <a:defRPr sz="2000"/>
            </a:lvl2pPr>
            <a:lvl3pPr indent="-228600" lvl="2" marL="1371600" algn="ctr">
              <a:lnSpc>
                <a:spcPct val="90000"/>
              </a:lnSpc>
              <a:spcBef>
                <a:spcPts val="1200"/>
              </a:spcBef>
              <a:spcAft>
                <a:spcPts val="0"/>
              </a:spcAft>
              <a:buClr>
                <a:srgbClr val="232F3E"/>
              </a:buClr>
              <a:buSzPts val="1800"/>
              <a:buNone/>
              <a:defRPr sz="1800"/>
            </a:lvl3pPr>
            <a:lvl4pPr indent="-228600" lvl="3" marL="1828800" algn="ctr">
              <a:lnSpc>
                <a:spcPct val="90000"/>
              </a:lnSpc>
              <a:spcBef>
                <a:spcPts val="1200"/>
              </a:spcBef>
              <a:spcAft>
                <a:spcPts val="0"/>
              </a:spcAft>
              <a:buClr>
                <a:srgbClr val="232F3E"/>
              </a:buClr>
              <a:buSzPts val="1600"/>
              <a:buNone/>
              <a:defRPr sz="1600"/>
            </a:lvl4pPr>
            <a:lvl5pPr indent="-228600" lvl="4" marL="2286000" algn="ctr">
              <a:lnSpc>
                <a:spcPct val="90000"/>
              </a:lnSpc>
              <a:spcBef>
                <a:spcPts val="1200"/>
              </a:spcBef>
              <a:spcAft>
                <a:spcPts val="0"/>
              </a:spcAft>
              <a:buClr>
                <a:srgbClr val="232F3E"/>
              </a:buClr>
              <a:buSzPts val="1600"/>
              <a:buNone/>
              <a:defRPr sz="1600"/>
            </a:lvl5pPr>
            <a:lvl6pPr indent="-228600" lvl="5" marL="2743200" algn="ctr">
              <a:lnSpc>
                <a:spcPct val="90000"/>
              </a:lnSpc>
              <a:spcBef>
                <a:spcPts val="1200"/>
              </a:spcBef>
              <a:spcAft>
                <a:spcPts val="0"/>
              </a:spcAft>
              <a:buClr>
                <a:schemeClr val="dk1"/>
              </a:buClr>
              <a:buSzPts val="1600"/>
              <a:buNone/>
              <a:defRPr sz="1600"/>
            </a:lvl6pPr>
            <a:lvl7pPr indent="-228600" lvl="6" marL="3200400" algn="ctr">
              <a:lnSpc>
                <a:spcPct val="90000"/>
              </a:lnSpc>
              <a:spcBef>
                <a:spcPts val="500"/>
              </a:spcBef>
              <a:spcAft>
                <a:spcPts val="0"/>
              </a:spcAft>
              <a:buClr>
                <a:schemeClr val="dk1"/>
              </a:buClr>
              <a:buSzPts val="1600"/>
              <a:buNone/>
              <a:defRPr sz="1600"/>
            </a:lvl7pPr>
            <a:lvl8pPr indent="-228600" lvl="7" marL="3657600" algn="ctr">
              <a:lnSpc>
                <a:spcPct val="90000"/>
              </a:lnSpc>
              <a:spcBef>
                <a:spcPts val="500"/>
              </a:spcBef>
              <a:spcAft>
                <a:spcPts val="0"/>
              </a:spcAft>
              <a:buClr>
                <a:schemeClr val="dk1"/>
              </a:buClr>
              <a:buSzPts val="1600"/>
              <a:buNone/>
              <a:defRPr sz="1600"/>
            </a:lvl8pPr>
            <a:lvl9pPr indent="-228600" lvl="8" marL="4114800" algn="ctr">
              <a:lnSpc>
                <a:spcPct val="90000"/>
              </a:lnSpc>
              <a:spcBef>
                <a:spcPts val="500"/>
              </a:spcBef>
              <a:spcAft>
                <a:spcPts val="0"/>
              </a:spcAft>
              <a:buClr>
                <a:schemeClr val="dk1"/>
              </a:buClr>
              <a:buSzPts val="1600"/>
              <a:buNone/>
              <a:defRPr sz="1600"/>
            </a:lvl9pPr>
          </a:lstStyle>
          <a:p/>
        </p:txBody>
      </p:sp>
      <p:pic>
        <p:nvPicPr>
          <p:cNvPr id="103" name="Google Shape;103;p100"/>
          <p:cNvPicPr preferRelativeResize="0"/>
          <p:nvPr/>
        </p:nvPicPr>
        <p:blipFill rotWithShape="1">
          <a:blip r:embed="rId3">
            <a:alphaModFix/>
          </a:blip>
          <a:srcRect b="0" l="0" r="0" t="0"/>
          <a:stretch/>
        </p:blipFill>
        <p:spPr>
          <a:xfrm>
            <a:off x="1151752" y="6446520"/>
            <a:ext cx="4610100" cy="31115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dule Outline" showMasterSp="0" type="secHead">
  <p:cSld name="SECTION_HEADER">
    <p:bg>
      <p:bgPr>
        <a:blipFill>
          <a:blip r:embed="rId2">
            <a:alphaModFix/>
          </a:blip>
          <a:stretch>
            <a:fillRect/>
          </a:stretch>
        </a:blipFill>
      </p:bgPr>
    </p:bg>
    <p:spTree>
      <p:nvGrpSpPr>
        <p:cNvPr id="104" name="Shape 104"/>
        <p:cNvGrpSpPr/>
        <p:nvPr/>
      </p:nvGrpSpPr>
      <p:grpSpPr>
        <a:xfrm>
          <a:off x="0" y="0"/>
          <a:ext cx="0" cy="0"/>
          <a:chOff x="0" y="0"/>
          <a:chExt cx="0" cy="0"/>
        </a:xfrm>
      </p:grpSpPr>
      <p:sp>
        <p:nvSpPr>
          <p:cNvPr id="105" name="Google Shape;105;p101"/>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06" name="Google Shape;106;p101"/>
          <p:cNvSpPr txBox="1"/>
          <p:nvPr>
            <p:ph idx="1" type="body"/>
          </p:nvPr>
        </p:nvSpPr>
        <p:spPr>
          <a:xfrm>
            <a:off x="365760" y="1123950"/>
            <a:ext cx="11634787" cy="388938"/>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chemeClr val="lt1"/>
              </a:buClr>
              <a:buSzPts val="2000"/>
              <a:buNone/>
              <a:defRPr sz="20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101"/>
          <p:cNvSpPr txBox="1"/>
          <p:nvPr>
            <p:ph type="title"/>
          </p:nvPr>
        </p:nvSpPr>
        <p:spPr>
          <a:xfrm>
            <a:off x="365760" y="1541983"/>
            <a:ext cx="8547012" cy="118872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600"/>
              <a:buFont typeface="Play"/>
              <a:buNone/>
              <a:defRPr>
                <a:solidFill>
                  <a:schemeClr val="lt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 name="Google Shape;108;p101"/>
          <p:cNvSpPr txBox="1"/>
          <p:nvPr>
            <p:ph idx="2" type="body"/>
          </p:nvPr>
        </p:nvSpPr>
        <p:spPr>
          <a:xfrm>
            <a:off x="914400" y="2743200"/>
            <a:ext cx="7998372" cy="36576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Clr>
                <a:schemeClr val="lt1"/>
              </a:buClr>
              <a:buSzPts val="2800"/>
              <a:buNone/>
              <a:defRPr>
                <a:solidFill>
                  <a:schemeClr val="lt1"/>
                </a:solidFill>
                <a:latin typeface="Play"/>
                <a:ea typeface="Play"/>
                <a:cs typeface="Play"/>
                <a:sym typeface="Play"/>
              </a:defRPr>
            </a:lvl1pPr>
            <a:lvl2pPr indent="-342900" lvl="1" marL="914400" algn="l">
              <a:lnSpc>
                <a:spcPct val="90000"/>
              </a:lnSpc>
              <a:spcBef>
                <a:spcPts val="6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09" name="Google Shape;109;p101"/>
          <p:cNvPicPr preferRelativeResize="0"/>
          <p:nvPr/>
        </p:nvPicPr>
        <p:blipFill rotWithShape="1">
          <a:blip r:embed="rId3">
            <a:alphaModFix/>
          </a:blip>
          <a:srcRect b="0" l="0" r="0" t="0"/>
          <a:stretch/>
        </p:blipFill>
        <p:spPr>
          <a:xfrm>
            <a:off x="3799983" y="6446519"/>
            <a:ext cx="4610100" cy="31115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showMasterSp="0">
  <p:cSld name="Quote">
    <p:bg>
      <p:bgPr>
        <a:blipFill>
          <a:blip r:embed="rId2">
            <a:alphaModFix/>
          </a:blip>
          <a:stretch>
            <a:fillRect/>
          </a:stretch>
        </a:blipFill>
      </p:bgPr>
    </p:bg>
    <p:spTree>
      <p:nvGrpSpPr>
        <p:cNvPr id="110" name="Shape 110"/>
        <p:cNvGrpSpPr/>
        <p:nvPr/>
      </p:nvGrpSpPr>
      <p:grpSpPr>
        <a:xfrm>
          <a:off x="0" y="0"/>
          <a:ext cx="0" cy="0"/>
          <a:chOff x="0" y="0"/>
          <a:chExt cx="0" cy="0"/>
        </a:xfrm>
      </p:grpSpPr>
      <p:sp>
        <p:nvSpPr>
          <p:cNvPr id="111" name="Google Shape;111;p102"/>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12" name="Google Shape;112;p102"/>
          <p:cNvSpPr txBox="1"/>
          <p:nvPr>
            <p:ph type="title"/>
          </p:nvPr>
        </p:nvSpPr>
        <p:spPr>
          <a:xfrm>
            <a:off x="365760" y="1709738"/>
            <a:ext cx="11472013" cy="360984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000"/>
              <a:buFont typeface="Play"/>
              <a:buNone/>
              <a:defRPr sz="4000">
                <a:solidFill>
                  <a:schemeClr val="lt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3" name="Google Shape;113;p102"/>
          <p:cNvSpPr txBox="1"/>
          <p:nvPr>
            <p:ph idx="1" type="body"/>
          </p:nvPr>
        </p:nvSpPr>
        <p:spPr>
          <a:xfrm>
            <a:off x="365760" y="5319584"/>
            <a:ext cx="11472013" cy="77006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Clr>
                <a:schemeClr val="lt1"/>
              </a:buClr>
              <a:buSzPts val="2800"/>
              <a:buNone/>
              <a:defRPr sz="2800">
                <a:solidFill>
                  <a:schemeClr val="lt1"/>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14" name="Google Shape;114;p102"/>
          <p:cNvPicPr preferRelativeResize="0"/>
          <p:nvPr/>
        </p:nvPicPr>
        <p:blipFill rotWithShape="1">
          <a:blip r:embed="rId3">
            <a:alphaModFix/>
          </a:blip>
          <a:srcRect b="0" l="0" r="0" t="0"/>
          <a:stretch/>
        </p:blipFill>
        <p:spPr>
          <a:xfrm>
            <a:off x="3799983" y="6446520"/>
            <a:ext cx="4610100" cy="31115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Header, Text, and Small Picture">
  <p:cSld name="Title, Header, Text, and Small Picture">
    <p:bg>
      <p:bgPr>
        <a:solidFill>
          <a:schemeClr val="lt1"/>
        </a:solidFill>
      </p:bgPr>
    </p:bg>
    <p:spTree>
      <p:nvGrpSpPr>
        <p:cNvPr id="115" name="Shape 115"/>
        <p:cNvGrpSpPr/>
        <p:nvPr/>
      </p:nvGrpSpPr>
      <p:grpSpPr>
        <a:xfrm>
          <a:off x="0" y="0"/>
          <a:ext cx="0" cy="0"/>
          <a:chOff x="0" y="0"/>
          <a:chExt cx="0" cy="0"/>
        </a:xfrm>
      </p:grpSpPr>
      <p:sp>
        <p:nvSpPr>
          <p:cNvPr id="116" name="Google Shape;116;p103"/>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17" name="Google Shape;117;p103"/>
          <p:cNvSpPr txBox="1"/>
          <p:nvPr>
            <p:ph type="title"/>
          </p:nvPr>
        </p:nvSpPr>
        <p:spPr>
          <a:xfrm>
            <a:off x="362712"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18" name="Google Shape;118;p103"/>
          <p:cNvPicPr preferRelativeResize="0"/>
          <p:nvPr/>
        </p:nvPicPr>
        <p:blipFill rotWithShape="1">
          <a:blip r:embed="rId2">
            <a:alphaModFix/>
          </a:blip>
          <a:srcRect b="0" l="0" r="0" t="0"/>
          <a:stretch/>
        </p:blipFill>
        <p:spPr>
          <a:xfrm>
            <a:off x="365760" y="1053311"/>
            <a:ext cx="11460480" cy="440329"/>
          </a:xfrm>
          <a:prstGeom prst="rect">
            <a:avLst/>
          </a:prstGeom>
          <a:noFill/>
          <a:ln>
            <a:noFill/>
          </a:ln>
        </p:spPr>
      </p:pic>
      <p:sp>
        <p:nvSpPr>
          <p:cNvPr id="119" name="Google Shape;119;p103"/>
          <p:cNvSpPr txBox="1"/>
          <p:nvPr>
            <p:ph idx="1" type="body"/>
          </p:nvPr>
        </p:nvSpPr>
        <p:spPr>
          <a:xfrm>
            <a:off x="365760" y="1053311"/>
            <a:ext cx="11460480" cy="440329"/>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0" name="Google Shape;120;p103"/>
          <p:cNvSpPr txBox="1"/>
          <p:nvPr>
            <p:ph idx="2" type="body"/>
          </p:nvPr>
        </p:nvSpPr>
        <p:spPr>
          <a:xfrm>
            <a:off x="365760" y="1563624"/>
            <a:ext cx="7644384" cy="487375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defRPr>
            </a:lvl1pPr>
            <a:lvl2pPr indent="-381000" lvl="1" marL="914400" algn="l">
              <a:lnSpc>
                <a:spcPct val="100000"/>
              </a:lnSpc>
              <a:spcBef>
                <a:spcPts val="1200"/>
              </a:spcBef>
              <a:spcAft>
                <a:spcPts val="0"/>
              </a:spcAft>
              <a:buClr>
                <a:srgbClr val="232F3E"/>
              </a:buClr>
              <a:buSzPts val="2400"/>
              <a:buChar char="•"/>
              <a:defRPr sz="2400">
                <a:solidFill>
                  <a:srgbClr val="232F3E"/>
                </a:solidFill>
              </a:defRPr>
            </a:lvl2pPr>
            <a:lvl3pPr indent="-355600" lvl="2" marL="1371600" algn="l">
              <a:lnSpc>
                <a:spcPct val="100000"/>
              </a:lnSpc>
              <a:spcBef>
                <a:spcPts val="1200"/>
              </a:spcBef>
              <a:spcAft>
                <a:spcPts val="0"/>
              </a:spcAft>
              <a:buClr>
                <a:srgbClr val="232F3E"/>
              </a:buClr>
              <a:buSzPts val="2000"/>
              <a:buChar char="•"/>
              <a:defRPr sz="2000">
                <a:solidFill>
                  <a:srgbClr val="232F3E"/>
                </a:solidFill>
              </a:defRPr>
            </a:lvl3pPr>
            <a:lvl4pPr indent="-342900" lvl="3" marL="1828800" algn="l">
              <a:lnSpc>
                <a:spcPct val="100000"/>
              </a:lnSpc>
              <a:spcBef>
                <a:spcPts val="1200"/>
              </a:spcBef>
              <a:spcAft>
                <a:spcPts val="0"/>
              </a:spcAft>
              <a:buClr>
                <a:srgbClr val="232F3E"/>
              </a:buClr>
              <a:buSzPts val="1800"/>
              <a:buChar char="•"/>
              <a:defRPr sz="1800">
                <a:solidFill>
                  <a:srgbClr val="232F3E"/>
                </a:solidFill>
              </a:defRPr>
            </a:lvl4pPr>
            <a:lvl5pPr indent="-342900" lvl="4" marL="2286000" algn="l">
              <a:lnSpc>
                <a:spcPct val="100000"/>
              </a:lnSpc>
              <a:spcBef>
                <a:spcPts val="1200"/>
              </a:spcBef>
              <a:spcAft>
                <a:spcPts val="0"/>
              </a:spcAft>
              <a:buClr>
                <a:srgbClr val="232F3E"/>
              </a:buClr>
              <a:buSzPts val="1800"/>
              <a:buChar char="•"/>
              <a:defRPr sz="1800">
                <a:solidFill>
                  <a:srgbClr val="232F3E"/>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1" name="Google Shape;121;p103"/>
          <p:cNvSpPr/>
          <p:nvPr>
            <p:ph idx="3" type="pic"/>
          </p:nvPr>
        </p:nvSpPr>
        <p:spPr>
          <a:xfrm>
            <a:off x="8498586" y="2276856"/>
            <a:ext cx="2971800" cy="2971800"/>
          </a:xfrm>
          <a:prstGeom prst="rect">
            <a:avLst/>
          </a:prstGeom>
          <a:no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rvice Introduction Option 2">
  <p:cSld name="Service Introduction Option 2">
    <p:bg>
      <p:bgPr>
        <a:solidFill>
          <a:schemeClr val="lt1"/>
        </a:solidFill>
      </p:bgPr>
    </p:bg>
    <p:spTree>
      <p:nvGrpSpPr>
        <p:cNvPr id="122" name="Shape 122"/>
        <p:cNvGrpSpPr/>
        <p:nvPr/>
      </p:nvGrpSpPr>
      <p:grpSpPr>
        <a:xfrm>
          <a:off x="0" y="0"/>
          <a:ext cx="0" cy="0"/>
          <a:chOff x="0" y="0"/>
          <a:chExt cx="0" cy="0"/>
        </a:xfrm>
      </p:grpSpPr>
      <p:grpSp>
        <p:nvGrpSpPr>
          <p:cNvPr id="123" name="Google Shape;123;p104"/>
          <p:cNvGrpSpPr/>
          <p:nvPr/>
        </p:nvGrpSpPr>
        <p:grpSpPr>
          <a:xfrm>
            <a:off x="365759" y="1028377"/>
            <a:ext cx="11484864" cy="5509260"/>
            <a:chOff x="365759" y="1028377"/>
            <a:chExt cx="11484864" cy="5509260"/>
          </a:xfrm>
        </p:grpSpPr>
        <p:pic>
          <p:nvPicPr>
            <p:cNvPr id="124" name="Google Shape;124;p104"/>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pic>
          <p:nvPicPr>
            <p:cNvPr id="125" name="Google Shape;125;p104"/>
            <p:cNvPicPr preferRelativeResize="0"/>
            <p:nvPr/>
          </p:nvPicPr>
          <p:blipFill rotWithShape="1">
            <a:blip r:embed="rId3">
              <a:alphaModFix/>
            </a:blip>
            <a:srcRect b="0" l="0" r="0" t="0"/>
            <a:stretch/>
          </p:blipFill>
          <p:spPr>
            <a:xfrm rot="5400000">
              <a:off x="224043" y="3771577"/>
              <a:ext cx="5486400" cy="45720"/>
            </a:xfrm>
            <a:prstGeom prst="rect">
              <a:avLst/>
            </a:prstGeom>
            <a:noFill/>
            <a:ln>
              <a:noFill/>
            </a:ln>
          </p:spPr>
        </p:pic>
      </p:grpSp>
      <p:sp>
        <p:nvSpPr>
          <p:cNvPr id="126" name="Google Shape;126;p104"/>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27" name="Google Shape;127;p104"/>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8" name="Google Shape;128;p104"/>
          <p:cNvSpPr/>
          <p:nvPr>
            <p:ph idx="2" type="pic"/>
          </p:nvPr>
        </p:nvSpPr>
        <p:spPr>
          <a:xfrm>
            <a:off x="531884" y="2182807"/>
            <a:ext cx="2286000" cy="2286000"/>
          </a:xfrm>
          <a:prstGeom prst="rect">
            <a:avLst/>
          </a:prstGeom>
          <a:noFill/>
          <a:ln>
            <a:noFill/>
          </a:ln>
        </p:spPr>
      </p:sp>
      <p:sp>
        <p:nvSpPr>
          <p:cNvPr id="129" name="Google Shape;129;p104"/>
          <p:cNvSpPr txBox="1"/>
          <p:nvPr>
            <p:ph idx="1" type="body"/>
          </p:nvPr>
        </p:nvSpPr>
        <p:spPr>
          <a:xfrm>
            <a:off x="531884" y="4508261"/>
            <a:ext cx="2286001" cy="914400"/>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0"/>
              </a:spcBef>
              <a:spcAft>
                <a:spcPts val="0"/>
              </a:spcAft>
              <a:buClr>
                <a:srgbClr val="232F3E"/>
              </a:buClr>
              <a:buSzPts val="2000"/>
              <a:buNone/>
              <a:defRPr sz="2000">
                <a:solidFill>
                  <a:srgbClr val="232F3E"/>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0" name="Google Shape;130;p104"/>
          <p:cNvSpPr txBox="1"/>
          <p:nvPr>
            <p:ph idx="3" type="body"/>
          </p:nvPr>
        </p:nvSpPr>
        <p:spPr>
          <a:xfrm>
            <a:off x="3118104" y="1097280"/>
            <a:ext cx="8714232" cy="1655064"/>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Clr>
                <a:srgbClr val="232F3E"/>
              </a:buClr>
              <a:buSzPts val="2400"/>
              <a:buNone/>
              <a:defRPr sz="2400">
                <a:solidFill>
                  <a:srgbClr val="232F3E"/>
                </a:solidFill>
                <a:latin typeface="Play"/>
                <a:ea typeface="Play"/>
                <a:cs typeface="Play"/>
                <a:sym typeface="Play"/>
              </a:defRPr>
            </a:lvl1pPr>
            <a:lvl2pPr indent="-228600" lvl="1" marL="914400" algn="l">
              <a:lnSpc>
                <a:spcPct val="90000"/>
              </a:lnSpc>
              <a:spcBef>
                <a:spcPts val="300"/>
              </a:spcBef>
              <a:spcAft>
                <a:spcPts val="0"/>
              </a:spcAft>
              <a:buClr>
                <a:srgbClr val="232F3E"/>
              </a:buClr>
              <a:buSzPts val="2400"/>
              <a:buNone/>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1" name="Google Shape;131;p104"/>
          <p:cNvSpPr/>
          <p:nvPr>
            <p:ph idx="4" type="pic"/>
          </p:nvPr>
        </p:nvSpPr>
        <p:spPr>
          <a:xfrm>
            <a:off x="3483864" y="2798064"/>
            <a:ext cx="2011680" cy="2011680"/>
          </a:xfrm>
          <a:prstGeom prst="rect">
            <a:avLst/>
          </a:prstGeom>
          <a:noFill/>
          <a:ln>
            <a:noFill/>
          </a:ln>
        </p:spPr>
      </p:sp>
      <p:sp>
        <p:nvSpPr>
          <p:cNvPr id="132" name="Google Shape;132;p104"/>
          <p:cNvSpPr txBox="1"/>
          <p:nvPr>
            <p:ph idx="5" type="body"/>
          </p:nvPr>
        </p:nvSpPr>
        <p:spPr>
          <a:xfrm>
            <a:off x="3118104" y="4846320"/>
            <a:ext cx="2743200" cy="1600200"/>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0"/>
              </a:spcBef>
              <a:spcAft>
                <a:spcPts val="0"/>
              </a:spcAft>
              <a:buClr>
                <a:srgbClr val="232F3E"/>
              </a:buClr>
              <a:buSzPts val="2000"/>
              <a:buNone/>
              <a:defRPr b="0" sz="2000">
                <a:solidFill>
                  <a:srgbClr val="232F3E"/>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3" name="Google Shape;133;p104"/>
          <p:cNvSpPr/>
          <p:nvPr>
            <p:ph idx="6" type="pic"/>
          </p:nvPr>
        </p:nvSpPr>
        <p:spPr>
          <a:xfrm>
            <a:off x="6473952" y="2798064"/>
            <a:ext cx="2011680" cy="2011680"/>
          </a:xfrm>
          <a:prstGeom prst="rect">
            <a:avLst/>
          </a:prstGeom>
          <a:noFill/>
          <a:ln>
            <a:noFill/>
          </a:ln>
        </p:spPr>
      </p:sp>
      <p:sp>
        <p:nvSpPr>
          <p:cNvPr id="134" name="Google Shape;134;p104"/>
          <p:cNvSpPr txBox="1"/>
          <p:nvPr>
            <p:ph idx="7" type="body"/>
          </p:nvPr>
        </p:nvSpPr>
        <p:spPr>
          <a:xfrm>
            <a:off x="6108192" y="4846320"/>
            <a:ext cx="2743200" cy="1600200"/>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0"/>
              </a:spcBef>
              <a:spcAft>
                <a:spcPts val="0"/>
              </a:spcAft>
              <a:buClr>
                <a:srgbClr val="232F3E"/>
              </a:buClr>
              <a:buSzPts val="2000"/>
              <a:buNone/>
              <a:defRPr b="0" sz="2000">
                <a:solidFill>
                  <a:srgbClr val="232F3E"/>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 name="Google Shape;135;p104"/>
          <p:cNvSpPr/>
          <p:nvPr>
            <p:ph idx="8" type="pic"/>
          </p:nvPr>
        </p:nvSpPr>
        <p:spPr>
          <a:xfrm>
            <a:off x="9454896" y="2798064"/>
            <a:ext cx="2011680" cy="2011680"/>
          </a:xfrm>
          <a:prstGeom prst="rect">
            <a:avLst/>
          </a:prstGeom>
          <a:noFill/>
          <a:ln>
            <a:noFill/>
          </a:ln>
        </p:spPr>
      </p:sp>
      <p:sp>
        <p:nvSpPr>
          <p:cNvPr id="136" name="Google Shape;136;p104"/>
          <p:cNvSpPr txBox="1"/>
          <p:nvPr>
            <p:ph idx="9" type="body"/>
          </p:nvPr>
        </p:nvSpPr>
        <p:spPr>
          <a:xfrm>
            <a:off x="9089136" y="4846320"/>
            <a:ext cx="2743200" cy="1600200"/>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0"/>
              </a:spcBef>
              <a:spcAft>
                <a:spcPts val="0"/>
              </a:spcAft>
              <a:buClr>
                <a:srgbClr val="232F3E"/>
              </a:buClr>
              <a:buSzPts val="2000"/>
              <a:buNone/>
              <a:defRPr b="0" sz="2000">
                <a:solidFill>
                  <a:srgbClr val="232F3E"/>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Narrow, and Wide Columns">
  <p:cSld name="Title, Narrow, and Wide Columns">
    <p:bg>
      <p:bgPr>
        <a:solidFill>
          <a:schemeClr val="lt1"/>
        </a:solidFill>
      </p:bgPr>
    </p:bg>
    <p:spTree>
      <p:nvGrpSpPr>
        <p:cNvPr id="137" name="Shape 137"/>
        <p:cNvGrpSpPr/>
        <p:nvPr/>
      </p:nvGrpSpPr>
      <p:grpSpPr>
        <a:xfrm>
          <a:off x="0" y="0"/>
          <a:ext cx="0" cy="0"/>
          <a:chOff x="0" y="0"/>
          <a:chExt cx="0" cy="0"/>
        </a:xfrm>
      </p:grpSpPr>
      <p:sp>
        <p:nvSpPr>
          <p:cNvPr id="138" name="Google Shape;138;p105"/>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39" name="Google Shape;139;p105"/>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40" name="Google Shape;140;p105"/>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141" name="Google Shape;141;p105"/>
          <p:cNvSpPr txBox="1"/>
          <p:nvPr>
            <p:ph idx="1" type="body"/>
          </p:nvPr>
        </p:nvSpPr>
        <p:spPr>
          <a:xfrm>
            <a:off x="365760" y="1097280"/>
            <a:ext cx="3657600" cy="5330952"/>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1200"/>
              </a:spcBef>
              <a:spcAft>
                <a:spcPts val="0"/>
              </a:spcAft>
              <a:buClr>
                <a:srgbClr val="232F3E"/>
              </a:buClr>
              <a:buSzPts val="2000"/>
              <a:buChar char="•"/>
              <a:defRPr sz="2000">
                <a:solidFill>
                  <a:srgbClr val="232F3E"/>
                </a:solidFill>
              </a:defRPr>
            </a:lvl2pPr>
            <a:lvl3pPr indent="-342900" lvl="2" marL="1371600" algn="l">
              <a:lnSpc>
                <a:spcPct val="100000"/>
              </a:lnSpc>
              <a:spcBef>
                <a:spcPts val="1200"/>
              </a:spcBef>
              <a:spcAft>
                <a:spcPts val="0"/>
              </a:spcAft>
              <a:buClr>
                <a:srgbClr val="232F3E"/>
              </a:buClr>
              <a:buSzPts val="1800"/>
              <a:buChar char="•"/>
              <a:defRPr sz="1800">
                <a:solidFill>
                  <a:srgbClr val="232F3E"/>
                </a:solidFill>
              </a:defRPr>
            </a:lvl3pPr>
            <a:lvl4pPr indent="-330200" lvl="3" marL="1828800" algn="l">
              <a:lnSpc>
                <a:spcPct val="100000"/>
              </a:lnSpc>
              <a:spcBef>
                <a:spcPts val="1200"/>
              </a:spcBef>
              <a:spcAft>
                <a:spcPts val="0"/>
              </a:spcAft>
              <a:buClr>
                <a:srgbClr val="232F3E"/>
              </a:buClr>
              <a:buSzPts val="1600"/>
              <a:buChar char="•"/>
              <a:defRPr sz="1600">
                <a:solidFill>
                  <a:srgbClr val="232F3E"/>
                </a:solidFill>
              </a:defRPr>
            </a:lvl4pPr>
            <a:lvl5pPr indent="-330200" lvl="4" marL="2286000" algn="l">
              <a:lnSpc>
                <a:spcPct val="100000"/>
              </a:lnSpc>
              <a:spcBef>
                <a:spcPts val="1200"/>
              </a:spcBef>
              <a:spcAft>
                <a:spcPts val="0"/>
              </a:spcAft>
              <a:buClr>
                <a:srgbClr val="232F3E"/>
              </a:buClr>
              <a:buSzPts val="1600"/>
              <a:buChar char="•"/>
              <a:defRPr sz="1600">
                <a:solidFill>
                  <a:srgbClr val="232F3E"/>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2" name="Google Shape;142;p105"/>
          <p:cNvSpPr txBox="1"/>
          <p:nvPr>
            <p:ph idx="2" type="body"/>
          </p:nvPr>
        </p:nvSpPr>
        <p:spPr>
          <a:xfrm>
            <a:off x="4187952" y="1097280"/>
            <a:ext cx="7644384" cy="5330952"/>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1200"/>
              </a:spcBef>
              <a:spcAft>
                <a:spcPts val="0"/>
              </a:spcAft>
              <a:buClr>
                <a:srgbClr val="232F3E"/>
              </a:buClr>
              <a:buSzPts val="2000"/>
              <a:buChar char="•"/>
              <a:defRPr sz="2000">
                <a:solidFill>
                  <a:srgbClr val="232F3E"/>
                </a:solidFill>
              </a:defRPr>
            </a:lvl2pPr>
            <a:lvl3pPr indent="-342900" lvl="2" marL="1371600" algn="l">
              <a:lnSpc>
                <a:spcPct val="100000"/>
              </a:lnSpc>
              <a:spcBef>
                <a:spcPts val="1200"/>
              </a:spcBef>
              <a:spcAft>
                <a:spcPts val="0"/>
              </a:spcAft>
              <a:buClr>
                <a:srgbClr val="232F3E"/>
              </a:buClr>
              <a:buSzPts val="1800"/>
              <a:buChar char="•"/>
              <a:defRPr sz="1800">
                <a:solidFill>
                  <a:srgbClr val="232F3E"/>
                </a:solidFill>
              </a:defRPr>
            </a:lvl3pPr>
            <a:lvl4pPr indent="-330200" lvl="3" marL="1828800" algn="l">
              <a:lnSpc>
                <a:spcPct val="100000"/>
              </a:lnSpc>
              <a:spcBef>
                <a:spcPts val="1200"/>
              </a:spcBef>
              <a:spcAft>
                <a:spcPts val="0"/>
              </a:spcAft>
              <a:buClr>
                <a:srgbClr val="232F3E"/>
              </a:buClr>
              <a:buSzPts val="1600"/>
              <a:buChar char="•"/>
              <a:defRPr sz="1600">
                <a:solidFill>
                  <a:srgbClr val="232F3E"/>
                </a:solidFill>
              </a:defRPr>
            </a:lvl4pPr>
            <a:lvl5pPr indent="-330200" lvl="4" marL="2286000" algn="l">
              <a:lnSpc>
                <a:spcPct val="100000"/>
              </a:lnSpc>
              <a:spcBef>
                <a:spcPts val="1200"/>
              </a:spcBef>
              <a:spcAft>
                <a:spcPts val="0"/>
              </a:spcAft>
              <a:buClr>
                <a:srgbClr val="232F3E"/>
              </a:buClr>
              <a:buSzPts val="1600"/>
              <a:buChar char="•"/>
              <a:defRPr sz="1600">
                <a:solidFill>
                  <a:srgbClr val="232F3E"/>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Header, and 2 Text Columns">
  <p:cSld name="Title, Header, and 2 Text Columns">
    <p:bg>
      <p:bgPr>
        <a:solidFill>
          <a:schemeClr val="lt1"/>
        </a:solidFill>
      </p:bgPr>
    </p:bg>
    <p:spTree>
      <p:nvGrpSpPr>
        <p:cNvPr id="143" name="Shape 143"/>
        <p:cNvGrpSpPr/>
        <p:nvPr/>
      </p:nvGrpSpPr>
      <p:grpSpPr>
        <a:xfrm>
          <a:off x="0" y="0"/>
          <a:ext cx="0" cy="0"/>
          <a:chOff x="0" y="0"/>
          <a:chExt cx="0" cy="0"/>
        </a:xfrm>
      </p:grpSpPr>
      <p:sp>
        <p:nvSpPr>
          <p:cNvPr id="144" name="Google Shape;144;p106"/>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45" name="Google Shape;145;p106"/>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46" name="Google Shape;146;p106"/>
          <p:cNvPicPr preferRelativeResize="0"/>
          <p:nvPr/>
        </p:nvPicPr>
        <p:blipFill rotWithShape="1">
          <a:blip r:embed="rId2">
            <a:alphaModFix/>
          </a:blip>
          <a:srcRect b="0" l="0" r="0" t="0"/>
          <a:stretch/>
        </p:blipFill>
        <p:spPr>
          <a:xfrm>
            <a:off x="365760" y="1053311"/>
            <a:ext cx="11460480" cy="440329"/>
          </a:xfrm>
          <a:prstGeom prst="rect">
            <a:avLst/>
          </a:prstGeom>
          <a:noFill/>
          <a:ln>
            <a:noFill/>
          </a:ln>
        </p:spPr>
      </p:pic>
      <p:sp>
        <p:nvSpPr>
          <p:cNvPr id="147" name="Google Shape;147;p106"/>
          <p:cNvSpPr txBox="1"/>
          <p:nvPr>
            <p:ph idx="1" type="body"/>
          </p:nvPr>
        </p:nvSpPr>
        <p:spPr>
          <a:xfrm>
            <a:off x="365760" y="1053311"/>
            <a:ext cx="11460480" cy="440329"/>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8" name="Google Shape;148;p106"/>
          <p:cNvSpPr txBox="1"/>
          <p:nvPr>
            <p:ph idx="2" type="body"/>
          </p:nvPr>
        </p:nvSpPr>
        <p:spPr>
          <a:xfrm>
            <a:off x="365760" y="1563624"/>
            <a:ext cx="5669280" cy="4873752"/>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defRPr>
            </a:lvl1pPr>
            <a:lvl2pPr indent="-381000" lvl="1" marL="914400" algn="l">
              <a:lnSpc>
                <a:spcPct val="100000"/>
              </a:lnSpc>
              <a:spcBef>
                <a:spcPts val="1200"/>
              </a:spcBef>
              <a:spcAft>
                <a:spcPts val="0"/>
              </a:spcAft>
              <a:buClr>
                <a:srgbClr val="232F3E"/>
              </a:buClr>
              <a:buSzPts val="2400"/>
              <a:buChar char="•"/>
              <a:defRPr sz="2400">
                <a:solidFill>
                  <a:srgbClr val="232F3E"/>
                </a:solidFill>
              </a:defRPr>
            </a:lvl2pPr>
            <a:lvl3pPr indent="-355600" lvl="2" marL="1371600" algn="l">
              <a:lnSpc>
                <a:spcPct val="100000"/>
              </a:lnSpc>
              <a:spcBef>
                <a:spcPts val="1200"/>
              </a:spcBef>
              <a:spcAft>
                <a:spcPts val="0"/>
              </a:spcAft>
              <a:buClr>
                <a:srgbClr val="232F3E"/>
              </a:buClr>
              <a:buSzPts val="2000"/>
              <a:buChar char="•"/>
              <a:defRPr sz="2000">
                <a:solidFill>
                  <a:srgbClr val="232F3E"/>
                </a:solidFill>
              </a:defRPr>
            </a:lvl3pPr>
            <a:lvl4pPr indent="-342900" lvl="3" marL="1828800" algn="l">
              <a:lnSpc>
                <a:spcPct val="100000"/>
              </a:lnSpc>
              <a:spcBef>
                <a:spcPts val="1200"/>
              </a:spcBef>
              <a:spcAft>
                <a:spcPts val="0"/>
              </a:spcAft>
              <a:buClr>
                <a:srgbClr val="232F3E"/>
              </a:buClr>
              <a:buSzPts val="1800"/>
              <a:buChar char="•"/>
              <a:defRPr sz="1800">
                <a:solidFill>
                  <a:srgbClr val="232F3E"/>
                </a:solidFill>
              </a:defRPr>
            </a:lvl4pPr>
            <a:lvl5pPr indent="-342900" lvl="4" marL="2286000" algn="l">
              <a:lnSpc>
                <a:spcPct val="100000"/>
              </a:lnSpc>
              <a:spcBef>
                <a:spcPts val="1200"/>
              </a:spcBef>
              <a:spcAft>
                <a:spcPts val="0"/>
              </a:spcAft>
              <a:buClr>
                <a:srgbClr val="232F3E"/>
              </a:buClr>
              <a:buSzPts val="1800"/>
              <a:buChar char="•"/>
              <a:defRPr sz="1800">
                <a:solidFill>
                  <a:srgbClr val="232F3E"/>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9" name="Google Shape;149;p106"/>
          <p:cNvSpPr txBox="1"/>
          <p:nvPr>
            <p:ph idx="3" type="body"/>
          </p:nvPr>
        </p:nvSpPr>
        <p:spPr>
          <a:xfrm>
            <a:off x="6163056" y="1563624"/>
            <a:ext cx="5669280" cy="4873752"/>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defRPr>
            </a:lvl1pPr>
            <a:lvl2pPr indent="-381000" lvl="1" marL="914400" algn="l">
              <a:lnSpc>
                <a:spcPct val="100000"/>
              </a:lnSpc>
              <a:spcBef>
                <a:spcPts val="1200"/>
              </a:spcBef>
              <a:spcAft>
                <a:spcPts val="0"/>
              </a:spcAft>
              <a:buClr>
                <a:srgbClr val="232F3E"/>
              </a:buClr>
              <a:buSzPts val="2400"/>
              <a:buChar char="•"/>
              <a:defRPr sz="2400">
                <a:solidFill>
                  <a:srgbClr val="232F3E"/>
                </a:solidFill>
              </a:defRPr>
            </a:lvl2pPr>
            <a:lvl3pPr indent="-355600" lvl="2" marL="1371600" algn="l">
              <a:lnSpc>
                <a:spcPct val="100000"/>
              </a:lnSpc>
              <a:spcBef>
                <a:spcPts val="1200"/>
              </a:spcBef>
              <a:spcAft>
                <a:spcPts val="0"/>
              </a:spcAft>
              <a:buClr>
                <a:srgbClr val="232F3E"/>
              </a:buClr>
              <a:buSzPts val="2000"/>
              <a:buChar char="•"/>
              <a:defRPr sz="2000">
                <a:solidFill>
                  <a:srgbClr val="232F3E"/>
                </a:solidFill>
              </a:defRPr>
            </a:lvl3pPr>
            <a:lvl4pPr indent="-342900" lvl="3" marL="1828800" algn="l">
              <a:lnSpc>
                <a:spcPct val="100000"/>
              </a:lnSpc>
              <a:spcBef>
                <a:spcPts val="1200"/>
              </a:spcBef>
              <a:spcAft>
                <a:spcPts val="0"/>
              </a:spcAft>
              <a:buClr>
                <a:srgbClr val="232F3E"/>
              </a:buClr>
              <a:buSzPts val="1800"/>
              <a:buChar char="•"/>
              <a:defRPr sz="1800">
                <a:solidFill>
                  <a:srgbClr val="232F3E"/>
                </a:solidFill>
              </a:defRPr>
            </a:lvl4pPr>
            <a:lvl5pPr indent="-342900" lvl="4" marL="2286000" algn="l">
              <a:lnSpc>
                <a:spcPct val="100000"/>
              </a:lnSpc>
              <a:spcBef>
                <a:spcPts val="1200"/>
              </a:spcBef>
              <a:spcAft>
                <a:spcPts val="0"/>
              </a:spcAft>
              <a:buClr>
                <a:srgbClr val="232F3E"/>
              </a:buClr>
              <a:buSzPts val="1800"/>
              <a:buChar char="•"/>
              <a:defRPr sz="1800">
                <a:solidFill>
                  <a:srgbClr val="232F3E"/>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Header, Content, Full Height Picture">
  <p:cSld name="Title, Header, Content, Full Height Picture">
    <p:bg>
      <p:bgPr>
        <a:solidFill>
          <a:schemeClr val="lt1"/>
        </a:solidFill>
      </p:bgPr>
    </p:bg>
    <p:spTree>
      <p:nvGrpSpPr>
        <p:cNvPr id="150" name="Shape 150"/>
        <p:cNvGrpSpPr/>
        <p:nvPr/>
      </p:nvGrpSpPr>
      <p:grpSpPr>
        <a:xfrm>
          <a:off x="0" y="0"/>
          <a:ext cx="0" cy="0"/>
          <a:chOff x="0" y="0"/>
          <a:chExt cx="0" cy="0"/>
        </a:xfrm>
      </p:grpSpPr>
      <p:pic>
        <p:nvPicPr>
          <p:cNvPr id="151" name="Google Shape;151;p107"/>
          <p:cNvPicPr preferRelativeResize="0"/>
          <p:nvPr/>
        </p:nvPicPr>
        <p:blipFill rotWithShape="1">
          <a:blip r:embed="rId2">
            <a:alphaModFix/>
          </a:blip>
          <a:srcRect b="0" l="0" r="0" t="0"/>
          <a:stretch/>
        </p:blipFill>
        <p:spPr>
          <a:xfrm>
            <a:off x="365761" y="1059966"/>
            <a:ext cx="5663184" cy="459972"/>
          </a:xfrm>
          <a:prstGeom prst="rect">
            <a:avLst/>
          </a:prstGeom>
          <a:noFill/>
          <a:ln>
            <a:noFill/>
          </a:ln>
        </p:spPr>
      </p:pic>
      <p:sp>
        <p:nvSpPr>
          <p:cNvPr id="152" name="Google Shape;152;p107"/>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53" name="Google Shape;153;p107"/>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4" name="Google Shape;154;p107"/>
          <p:cNvSpPr txBox="1"/>
          <p:nvPr>
            <p:ph idx="1" type="body"/>
          </p:nvPr>
        </p:nvSpPr>
        <p:spPr>
          <a:xfrm>
            <a:off x="365761" y="1051560"/>
            <a:ext cx="5669279" cy="440329"/>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5" name="Google Shape;155;p107"/>
          <p:cNvSpPr txBox="1"/>
          <p:nvPr>
            <p:ph idx="2" type="body"/>
          </p:nvPr>
        </p:nvSpPr>
        <p:spPr>
          <a:xfrm>
            <a:off x="365760" y="1554480"/>
            <a:ext cx="5669280" cy="488174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defRPr>
            </a:lvl1pPr>
            <a:lvl2pPr indent="-381000" lvl="1" marL="914400" algn="l">
              <a:lnSpc>
                <a:spcPct val="100000"/>
              </a:lnSpc>
              <a:spcBef>
                <a:spcPts val="1200"/>
              </a:spcBef>
              <a:spcAft>
                <a:spcPts val="0"/>
              </a:spcAft>
              <a:buClr>
                <a:srgbClr val="232F3E"/>
              </a:buClr>
              <a:buSzPts val="2400"/>
              <a:buChar char="•"/>
              <a:defRPr sz="2400">
                <a:solidFill>
                  <a:srgbClr val="232F3E"/>
                </a:solidFill>
              </a:defRPr>
            </a:lvl2pPr>
            <a:lvl3pPr indent="-355600" lvl="2" marL="1371600" algn="l">
              <a:lnSpc>
                <a:spcPct val="100000"/>
              </a:lnSpc>
              <a:spcBef>
                <a:spcPts val="1200"/>
              </a:spcBef>
              <a:spcAft>
                <a:spcPts val="0"/>
              </a:spcAft>
              <a:buClr>
                <a:srgbClr val="232F3E"/>
              </a:buClr>
              <a:buSzPts val="2000"/>
              <a:buChar char="•"/>
              <a:defRPr sz="2000">
                <a:solidFill>
                  <a:srgbClr val="232F3E"/>
                </a:solidFill>
              </a:defRPr>
            </a:lvl3pPr>
            <a:lvl4pPr indent="-342900" lvl="3" marL="1828800" algn="l">
              <a:lnSpc>
                <a:spcPct val="100000"/>
              </a:lnSpc>
              <a:spcBef>
                <a:spcPts val="1200"/>
              </a:spcBef>
              <a:spcAft>
                <a:spcPts val="0"/>
              </a:spcAft>
              <a:buClr>
                <a:srgbClr val="232F3E"/>
              </a:buClr>
              <a:buSzPts val="1800"/>
              <a:buChar char="•"/>
              <a:defRPr sz="1800">
                <a:solidFill>
                  <a:srgbClr val="232F3E"/>
                </a:solidFill>
              </a:defRPr>
            </a:lvl4pPr>
            <a:lvl5pPr indent="-342900" lvl="4" marL="2286000" algn="l">
              <a:lnSpc>
                <a:spcPct val="100000"/>
              </a:lnSpc>
              <a:spcBef>
                <a:spcPts val="1200"/>
              </a:spcBef>
              <a:spcAft>
                <a:spcPts val="0"/>
              </a:spcAft>
              <a:buClr>
                <a:srgbClr val="232F3E"/>
              </a:buClr>
              <a:buSzPts val="1800"/>
              <a:buChar char="•"/>
              <a:defRPr sz="1800">
                <a:solidFill>
                  <a:srgbClr val="232F3E"/>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 name="Google Shape;156;p107"/>
          <p:cNvSpPr/>
          <p:nvPr>
            <p:ph idx="3" type="pic"/>
          </p:nvPr>
        </p:nvSpPr>
        <p:spPr>
          <a:xfrm>
            <a:off x="6163056" y="1046819"/>
            <a:ext cx="5669280" cy="5398103"/>
          </a:xfrm>
          <a:prstGeom prst="rect">
            <a:avLst/>
          </a:prstGeom>
          <a:no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Pictures, 2 Headers, and 2 Text Columns">
  <p:cSld name="Title, 2 Pictures, 2 Headers, and 2 Text Columns">
    <p:bg>
      <p:bgPr>
        <a:solidFill>
          <a:schemeClr val="lt1"/>
        </a:solidFill>
      </p:bgPr>
    </p:bg>
    <p:spTree>
      <p:nvGrpSpPr>
        <p:cNvPr id="157" name="Shape 157"/>
        <p:cNvGrpSpPr/>
        <p:nvPr/>
      </p:nvGrpSpPr>
      <p:grpSpPr>
        <a:xfrm>
          <a:off x="0" y="0"/>
          <a:ext cx="0" cy="0"/>
          <a:chOff x="0" y="0"/>
          <a:chExt cx="0" cy="0"/>
        </a:xfrm>
      </p:grpSpPr>
      <p:grpSp>
        <p:nvGrpSpPr>
          <p:cNvPr id="158" name="Google Shape;158;p108"/>
          <p:cNvGrpSpPr/>
          <p:nvPr/>
        </p:nvGrpSpPr>
        <p:grpSpPr>
          <a:xfrm>
            <a:off x="365759" y="1028377"/>
            <a:ext cx="11484864" cy="2850096"/>
            <a:chOff x="365759" y="1028377"/>
            <a:chExt cx="11484864" cy="2850096"/>
          </a:xfrm>
        </p:grpSpPr>
        <p:pic>
          <p:nvPicPr>
            <p:cNvPr id="159" name="Google Shape;159;p108"/>
            <p:cNvPicPr preferRelativeResize="0"/>
            <p:nvPr/>
          </p:nvPicPr>
          <p:blipFill rotWithShape="1">
            <a:blip r:embed="rId2">
              <a:alphaModFix/>
            </a:blip>
            <a:srcRect b="0" l="0" r="0" t="0"/>
            <a:stretch/>
          </p:blipFill>
          <p:spPr>
            <a:xfrm>
              <a:off x="365760" y="3438144"/>
              <a:ext cx="11460480" cy="440329"/>
            </a:xfrm>
            <a:prstGeom prst="rect">
              <a:avLst/>
            </a:prstGeom>
            <a:noFill/>
            <a:ln>
              <a:noFill/>
            </a:ln>
          </p:spPr>
        </p:pic>
        <p:pic>
          <p:nvPicPr>
            <p:cNvPr id="160" name="Google Shape;160;p108"/>
            <p:cNvPicPr preferRelativeResize="0"/>
            <p:nvPr/>
          </p:nvPicPr>
          <p:blipFill rotWithShape="1">
            <a:blip r:embed="rId3">
              <a:alphaModFix/>
            </a:blip>
            <a:srcRect b="0" l="0" r="0" t="0"/>
            <a:stretch/>
          </p:blipFill>
          <p:spPr>
            <a:xfrm>
              <a:off x="365759" y="1028377"/>
              <a:ext cx="11484864" cy="45720"/>
            </a:xfrm>
            <a:prstGeom prst="rect">
              <a:avLst/>
            </a:prstGeom>
            <a:noFill/>
            <a:ln>
              <a:noFill/>
            </a:ln>
          </p:spPr>
        </p:pic>
      </p:grpSp>
      <p:sp>
        <p:nvSpPr>
          <p:cNvPr id="161" name="Google Shape;161;p108"/>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62" name="Google Shape;162;p108"/>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3" name="Google Shape;163;p108"/>
          <p:cNvSpPr/>
          <p:nvPr>
            <p:ph idx="2" type="pic"/>
          </p:nvPr>
        </p:nvSpPr>
        <p:spPr>
          <a:xfrm>
            <a:off x="2057400" y="1097280"/>
            <a:ext cx="2286000" cy="2286000"/>
          </a:xfrm>
          <a:prstGeom prst="rect">
            <a:avLst/>
          </a:prstGeom>
          <a:noFill/>
          <a:ln>
            <a:noFill/>
          </a:ln>
        </p:spPr>
      </p:sp>
      <p:sp>
        <p:nvSpPr>
          <p:cNvPr id="164" name="Google Shape;164;p108"/>
          <p:cNvSpPr txBox="1"/>
          <p:nvPr>
            <p:ph idx="1" type="body"/>
          </p:nvPr>
        </p:nvSpPr>
        <p:spPr>
          <a:xfrm>
            <a:off x="365760" y="3438144"/>
            <a:ext cx="5669280" cy="440329"/>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5" name="Google Shape;165;p108"/>
          <p:cNvSpPr txBox="1"/>
          <p:nvPr>
            <p:ph idx="3" type="body"/>
          </p:nvPr>
        </p:nvSpPr>
        <p:spPr>
          <a:xfrm>
            <a:off x="365760" y="3895344"/>
            <a:ext cx="5669280" cy="2551176"/>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latin typeface="Play"/>
                <a:ea typeface="Play"/>
                <a:cs typeface="Play"/>
                <a:sym typeface="Play"/>
              </a:defRPr>
            </a:lvl1pPr>
            <a:lvl2pPr indent="-381000" lvl="1" marL="914400" algn="l">
              <a:lnSpc>
                <a:spcPct val="100000"/>
              </a:lnSpc>
              <a:spcBef>
                <a:spcPts val="600"/>
              </a:spcBef>
              <a:spcAft>
                <a:spcPts val="0"/>
              </a:spcAft>
              <a:buClr>
                <a:srgbClr val="232F3E"/>
              </a:buClr>
              <a:buSzPts val="2400"/>
              <a:buChar char="•"/>
              <a:defRPr sz="2400">
                <a:solidFill>
                  <a:srgbClr val="232F3E"/>
                </a:solidFill>
                <a:latin typeface="Play"/>
                <a:ea typeface="Play"/>
                <a:cs typeface="Play"/>
                <a:sym typeface="Play"/>
              </a:defRPr>
            </a:lvl2pPr>
            <a:lvl3pPr indent="-355600" lvl="2" marL="1371600" algn="l">
              <a:lnSpc>
                <a:spcPct val="100000"/>
              </a:lnSpc>
              <a:spcBef>
                <a:spcPts val="600"/>
              </a:spcBef>
              <a:spcAft>
                <a:spcPts val="0"/>
              </a:spcAft>
              <a:buClr>
                <a:srgbClr val="232F3E"/>
              </a:buClr>
              <a:buSzPts val="2000"/>
              <a:buChar char="•"/>
              <a:defRPr sz="2000">
                <a:solidFill>
                  <a:srgbClr val="232F3E"/>
                </a:solidFill>
                <a:latin typeface="Play"/>
                <a:ea typeface="Play"/>
                <a:cs typeface="Play"/>
                <a:sym typeface="Play"/>
              </a:defRPr>
            </a:lvl3pPr>
            <a:lvl4pPr indent="-342900" lvl="3" marL="1828800" algn="l">
              <a:lnSpc>
                <a:spcPct val="100000"/>
              </a:lnSpc>
              <a:spcBef>
                <a:spcPts val="600"/>
              </a:spcBef>
              <a:spcAft>
                <a:spcPts val="0"/>
              </a:spcAft>
              <a:buClr>
                <a:srgbClr val="232F3E"/>
              </a:buClr>
              <a:buSzPts val="1800"/>
              <a:buChar char="•"/>
              <a:defRPr sz="1800">
                <a:solidFill>
                  <a:srgbClr val="232F3E"/>
                </a:solidFill>
                <a:latin typeface="Play"/>
                <a:ea typeface="Play"/>
                <a:cs typeface="Play"/>
                <a:sym typeface="Play"/>
              </a:defRPr>
            </a:lvl4pPr>
            <a:lvl5pPr indent="-342900" lvl="4" marL="2286000" algn="l">
              <a:lnSpc>
                <a:spcPct val="100000"/>
              </a:lnSpc>
              <a:spcBef>
                <a:spcPts val="600"/>
              </a:spcBef>
              <a:spcAft>
                <a:spcPts val="0"/>
              </a:spcAft>
              <a:buClr>
                <a:srgbClr val="232F3E"/>
              </a:buClr>
              <a:buSzPts val="1800"/>
              <a:buChar char="•"/>
              <a:defRPr sz="1800">
                <a:solidFill>
                  <a:srgbClr val="232F3E"/>
                </a:solidFill>
                <a:latin typeface="Play"/>
                <a:ea typeface="Play"/>
                <a:cs typeface="Play"/>
                <a:sym typeface="Play"/>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6" name="Google Shape;166;p108"/>
          <p:cNvSpPr/>
          <p:nvPr>
            <p:ph idx="4" type="pic"/>
          </p:nvPr>
        </p:nvSpPr>
        <p:spPr>
          <a:xfrm>
            <a:off x="7891272" y="1097280"/>
            <a:ext cx="2286000" cy="2286000"/>
          </a:xfrm>
          <a:prstGeom prst="rect">
            <a:avLst/>
          </a:prstGeom>
          <a:noFill/>
          <a:ln>
            <a:noFill/>
          </a:ln>
        </p:spPr>
      </p:sp>
      <p:sp>
        <p:nvSpPr>
          <p:cNvPr id="167" name="Google Shape;167;p108"/>
          <p:cNvSpPr txBox="1"/>
          <p:nvPr>
            <p:ph idx="5" type="body"/>
          </p:nvPr>
        </p:nvSpPr>
        <p:spPr>
          <a:xfrm>
            <a:off x="6163056" y="3438144"/>
            <a:ext cx="5669280" cy="440329"/>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8" name="Google Shape;168;p108"/>
          <p:cNvSpPr txBox="1"/>
          <p:nvPr>
            <p:ph idx="6" type="body"/>
          </p:nvPr>
        </p:nvSpPr>
        <p:spPr>
          <a:xfrm>
            <a:off x="6163056" y="3895344"/>
            <a:ext cx="5669280" cy="2551176"/>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latin typeface="Play"/>
                <a:ea typeface="Play"/>
                <a:cs typeface="Play"/>
                <a:sym typeface="Play"/>
              </a:defRPr>
            </a:lvl1pPr>
            <a:lvl2pPr indent="-381000" lvl="1" marL="914400" algn="l">
              <a:lnSpc>
                <a:spcPct val="100000"/>
              </a:lnSpc>
              <a:spcBef>
                <a:spcPts val="600"/>
              </a:spcBef>
              <a:spcAft>
                <a:spcPts val="0"/>
              </a:spcAft>
              <a:buClr>
                <a:srgbClr val="232F3E"/>
              </a:buClr>
              <a:buSzPts val="2400"/>
              <a:buChar char="•"/>
              <a:defRPr sz="2400">
                <a:solidFill>
                  <a:srgbClr val="232F3E"/>
                </a:solidFill>
                <a:latin typeface="Play"/>
                <a:ea typeface="Play"/>
                <a:cs typeface="Play"/>
                <a:sym typeface="Play"/>
              </a:defRPr>
            </a:lvl2pPr>
            <a:lvl3pPr indent="-355600" lvl="2" marL="1371600" algn="l">
              <a:lnSpc>
                <a:spcPct val="100000"/>
              </a:lnSpc>
              <a:spcBef>
                <a:spcPts val="600"/>
              </a:spcBef>
              <a:spcAft>
                <a:spcPts val="0"/>
              </a:spcAft>
              <a:buClr>
                <a:srgbClr val="232F3E"/>
              </a:buClr>
              <a:buSzPts val="2000"/>
              <a:buChar char="•"/>
              <a:defRPr sz="2000">
                <a:solidFill>
                  <a:srgbClr val="232F3E"/>
                </a:solidFill>
                <a:latin typeface="Play"/>
                <a:ea typeface="Play"/>
                <a:cs typeface="Play"/>
                <a:sym typeface="Play"/>
              </a:defRPr>
            </a:lvl3pPr>
            <a:lvl4pPr indent="-342900" lvl="3" marL="1828800" algn="l">
              <a:lnSpc>
                <a:spcPct val="100000"/>
              </a:lnSpc>
              <a:spcBef>
                <a:spcPts val="600"/>
              </a:spcBef>
              <a:spcAft>
                <a:spcPts val="0"/>
              </a:spcAft>
              <a:buClr>
                <a:srgbClr val="232F3E"/>
              </a:buClr>
              <a:buSzPts val="1800"/>
              <a:buChar char="•"/>
              <a:defRPr sz="1800">
                <a:solidFill>
                  <a:srgbClr val="232F3E"/>
                </a:solidFill>
                <a:latin typeface="Play"/>
                <a:ea typeface="Play"/>
                <a:cs typeface="Play"/>
                <a:sym typeface="Play"/>
              </a:defRPr>
            </a:lvl4pPr>
            <a:lvl5pPr indent="-342900" lvl="4" marL="2286000" algn="l">
              <a:lnSpc>
                <a:spcPct val="100000"/>
              </a:lnSpc>
              <a:spcBef>
                <a:spcPts val="600"/>
              </a:spcBef>
              <a:spcAft>
                <a:spcPts val="0"/>
              </a:spcAft>
              <a:buClr>
                <a:srgbClr val="232F3E"/>
              </a:buClr>
              <a:buSzPts val="1800"/>
              <a:buChar char="•"/>
              <a:defRPr sz="1800">
                <a:solidFill>
                  <a:srgbClr val="232F3E"/>
                </a:solidFill>
                <a:latin typeface="Play"/>
                <a:ea typeface="Play"/>
                <a:cs typeface="Play"/>
                <a:sym typeface="Play"/>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Columns">
  <p:cSld name="Title and 3 Columns">
    <p:bg>
      <p:bgPr>
        <a:solidFill>
          <a:schemeClr val="lt1"/>
        </a:solidFill>
      </p:bgPr>
    </p:bg>
    <p:spTree>
      <p:nvGrpSpPr>
        <p:cNvPr id="169" name="Shape 169"/>
        <p:cNvGrpSpPr/>
        <p:nvPr/>
      </p:nvGrpSpPr>
      <p:grpSpPr>
        <a:xfrm>
          <a:off x="0" y="0"/>
          <a:ext cx="0" cy="0"/>
          <a:chOff x="0" y="0"/>
          <a:chExt cx="0" cy="0"/>
        </a:xfrm>
      </p:grpSpPr>
      <p:sp>
        <p:nvSpPr>
          <p:cNvPr id="170" name="Google Shape;170;p109"/>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71" name="Google Shape;171;p109"/>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72" name="Google Shape;172;p109"/>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173" name="Google Shape;173;p109"/>
          <p:cNvSpPr txBox="1"/>
          <p:nvPr>
            <p:ph idx="1" type="body"/>
          </p:nvPr>
        </p:nvSpPr>
        <p:spPr>
          <a:xfrm>
            <a:off x="365760" y="1097280"/>
            <a:ext cx="3749040" cy="5330952"/>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defRPr>
            </a:lvl1pPr>
            <a:lvl2pPr indent="-381000" lvl="1" marL="914400" algn="l">
              <a:lnSpc>
                <a:spcPct val="100000"/>
              </a:lnSpc>
              <a:spcBef>
                <a:spcPts val="600"/>
              </a:spcBef>
              <a:spcAft>
                <a:spcPts val="0"/>
              </a:spcAft>
              <a:buClr>
                <a:srgbClr val="232F3E"/>
              </a:buClr>
              <a:buSzPts val="2400"/>
              <a:buChar char="•"/>
              <a:defRPr sz="2400">
                <a:solidFill>
                  <a:srgbClr val="232F3E"/>
                </a:solidFill>
              </a:defRPr>
            </a:lvl2pPr>
            <a:lvl3pPr indent="-355600" lvl="2" marL="1371600" algn="l">
              <a:lnSpc>
                <a:spcPct val="100000"/>
              </a:lnSpc>
              <a:spcBef>
                <a:spcPts val="600"/>
              </a:spcBef>
              <a:spcAft>
                <a:spcPts val="0"/>
              </a:spcAft>
              <a:buClr>
                <a:srgbClr val="232F3E"/>
              </a:buClr>
              <a:buSzPts val="2000"/>
              <a:buChar char="•"/>
              <a:defRPr sz="2000">
                <a:solidFill>
                  <a:srgbClr val="232F3E"/>
                </a:solidFill>
              </a:defRPr>
            </a:lvl3pPr>
            <a:lvl4pPr indent="-342900" lvl="3" marL="1828800" algn="l">
              <a:lnSpc>
                <a:spcPct val="100000"/>
              </a:lnSpc>
              <a:spcBef>
                <a:spcPts val="600"/>
              </a:spcBef>
              <a:spcAft>
                <a:spcPts val="0"/>
              </a:spcAft>
              <a:buClr>
                <a:srgbClr val="232F3E"/>
              </a:buClr>
              <a:buSzPts val="1800"/>
              <a:buChar char="•"/>
              <a:defRPr sz="1800">
                <a:solidFill>
                  <a:srgbClr val="232F3E"/>
                </a:solidFill>
              </a:defRPr>
            </a:lvl4pPr>
            <a:lvl5pPr indent="-342900" lvl="4" marL="2286000" algn="l">
              <a:lnSpc>
                <a:spcPct val="100000"/>
              </a:lnSpc>
              <a:spcBef>
                <a:spcPts val="600"/>
              </a:spcBef>
              <a:spcAft>
                <a:spcPts val="0"/>
              </a:spcAft>
              <a:buClr>
                <a:srgbClr val="232F3E"/>
              </a:buClr>
              <a:buSzPts val="1800"/>
              <a:buChar char="•"/>
              <a:defRPr sz="18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4" name="Google Shape;174;p109"/>
          <p:cNvSpPr txBox="1"/>
          <p:nvPr>
            <p:ph idx="2" type="body"/>
          </p:nvPr>
        </p:nvSpPr>
        <p:spPr>
          <a:xfrm>
            <a:off x="4224528" y="1097280"/>
            <a:ext cx="3749040" cy="5330952"/>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defRPr>
            </a:lvl1pPr>
            <a:lvl2pPr indent="-381000" lvl="1" marL="914400" algn="l">
              <a:lnSpc>
                <a:spcPct val="100000"/>
              </a:lnSpc>
              <a:spcBef>
                <a:spcPts val="600"/>
              </a:spcBef>
              <a:spcAft>
                <a:spcPts val="0"/>
              </a:spcAft>
              <a:buClr>
                <a:srgbClr val="232F3E"/>
              </a:buClr>
              <a:buSzPts val="2400"/>
              <a:buChar char="•"/>
              <a:defRPr sz="2400">
                <a:solidFill>
                  <a:srgbClr val="232F3E"/>
                </a:solidFill>
              </a:defRPr>
            </a:lvl2pPr>
            <a:lvl3pPr indent="-355600" lvl="2" marL="1371600" algn="l">
              <a:lnSpc>
                <a:spcPct val="100000"/>
              </a:lnSpc>
              <a:spcBef>
                <a:spcPts val="600"/>
              </a:spcBef>
              <a:spcAft>
                <a:spcPts val="0"/>
              </a:spcAft>
              <a:buClr>
                <a:srgbClr val="232F3E"/>
              </a:buClr>
              <a:buSzPts val="2000"/>
              <a:buChar char="•"/>
              <a:defRPr sz="2000">
                <a:solidFill>
                  <a:srgbClr val="232F3E"/>
                </a:solidFill>
              </a:defRPr>
            </a:lvl3pPr>
            <a:lvl4pPr indent="-342900" lvl="3" marL="1828800" algn="l">
              <a:lnSpc>
                <a:spcPct val="100000"/>
              </a:lnSpc>
              <a:spcBef>
                <a:spcPts val="600"/>
              </a:spcBef>
              <a:spcAft>
                <a:spcPts val="0"/>
              </a:spcAft>
              <a:buClr>
                <a:srgbClr val="232F3E"/>
              </a:buClr>
              <a:buSzPts val="1800"/>
              <a:buChar char="•"/>
              <a:defRPr sz="1800">
                <a:solidFill>
                  <a:srgbClr val="232F3E"/>
                </a:solidFill>
              </a:defRPr>
            </a:lvl4pPr>
            <a:lvl5pPr indent="-342900" lvl="4" marL="2286000" algn="l">
              <a:lnSpc>
                <a:spcPct val="100000"/>
              </a:lnSpc>
              <a:spcBef>
                <a:spcPts val="600"/>
              </a:spcBef>
              <a:spcAft>
                <a:spcPts val="0"/>
              </a:spcAft>
              <a:buClr>
                <a:srgbClr val="232F3E"/>
              </a:buClr>
              <a:buSzPts val="1800"/>
              <a:buChar char="•"/>
              <a:defRPr sz="18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5" name="Google Shape;175;p109"/>
          <p:cNvSpPr txBox="1"/>
          <p:nvPr>
            <p:ph idx="3" type="body"/>
          </p:nvPr>
        </p:nvSpPr>
        <p:spPr>
          <a:xfrm>
            <a:off x="8083296" y="1097280"/>
            <a:ext cx="3749040" cy="5330952"/>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defRPr>
            </a:lvl1pPr>
            <a:lvl2pPr indent="-381000" lvl="1" marL="914400" algn="l">
              <a:lnSpc>
                <a:spcPct val="100000"/>
              </a:lnSpc>
              <a:spcBef>
                <a:spcPts val="600"/>
              </a:spcBef>
              <a:spcAft>
                <a:spcPts val="0"/>
              </a:spcAft>
              <a:buClr>
                <a:srgbClr val="232F3E"/>
              </a:buClr>
              <a:buSzPts val="2400"/>
              <a:buChar char="•"/>
              <a:defRPr sz="2400">
                <a:solidFill>
                  <a:srgbClr val="232F3E"/>
                </a:solidFill>
              </a:defRPr>
            </a:lvl2pPr>
            <a:lvl3pPr indent="-355600" lvl="2" marL="1371600" algn="l">
              <a:lnSpc>
                <a:spcPct val="100000"/>
              </a:lnSpc>
              <a:spcBef>
                <a:spcPts val="600"/>
              </a:spcBef>
              <a:spcAft>
                <a:spcPts val="0"/>
              </a:spcAft>
              <a:buClr>
                <a:srgbClr val="232F3E"/>
              </a:buClr>
              <a:buSzPts val="2000"/>
              <a:buChar char="•"/>
              <a:defRPr sz="2000">
                <a:solidFill>
                  <a:srgbClr val="232F3E"/>
                </a:solidFill>
              </a:defRPr>
            </a:lvl3pPr>
            <a:lvl4pPr indent="-342900" lvl="3" marL="1828800" algn="l">
              <a:lnSpc>
                <a:spcPct val="100000"/>
              </a:lnSpc>
              <a:spcBef>
                <a:spcPts val="600"/>
              </a:spcBef>
              <a:spcAft>
                <a:spcPts val="0"/>
              </a:spcAft>
              <a:buClr>
                <a:srgbClr val="232F3E"/>
              </a:buClr>
              <a:buSzPts val="1800"/>
              <a:buChar char="•"/>
              <a:defRPr sz="1800">
                <a:solidFill>
                  <a:srgbClr val="232F3E"/>
                </a:solidFill>
              </a:defRPr>
            </a:lvl4pPr>
            <a:lvl5pPr indent="-342900" lvl="4" marL="2286000" algn="l">
              <a:lnSpc>
                <a:spcPct val="100000"/>
              </a:lnSpc>
              <a:spcBef>
                <a:spcPts val="600"/>
              </a:spcBef>
              <a:spcAft>
                <a:spcPts val="0"/>
              </a:spcAft>
              <a:buClr>
                <a:srgbClr val="232F3E"/>
              </a:buClr>
              <a:buSzPts val="1800"/>
              <a:buChar char="•"/>
              <a:defRPr sz="18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3 Headers, and 3 Text Columns">
  <p:cSld name="Title, 3 Headers, and 3 Text Columns">
    <p:bg>
      <p:bgPr>
        <a:solidFill>
          <a:schemeClr val="lt1"/>
        </a:solidFill>
      </p:bgPr>
    </p:bg>
    <p:spTree>
      <p:nvGrpSpPr>
        <p:cNvPr id="176" name="Shape 176"/>
        <p:cNvGrpSpPr/>
        <p:nvPr/>
      </p:nvGrpSpPr>
      <p:grpSpPr>
        <a:xfrm>
          <a:off x="0" y="0"/>
          <a:ext cx="0" cy="0"/>
          <a:chOff x="0" y="0"/>
          <a:chExt cx="0" cy="0"/>
        </a:xfrm>
      </p:grpSpPr>
      <p:pic>
        <p:nvPicPr>
          <p:cNvPr id="177" name="Google Shape;177;p110"/>
          <p:cNvPicPr preferRelativeResize="0"/>
          <p:nvPr/>
        </p:nvPicPr>
        <p:blipFill rotWithShape="1">
          <a:blip r:embed="rId2">
            <a:alphaModFix/>
          </a:blip>
          <a:srcRect b="0" l="0" r="0" t="0"/>
          <a:stretch/>
        </p:blipFill>
        <p:spPr>
          <a:xfrm>
            <a:off x="365760" y="1053311"/>
            <a:ext cx="11460480" cy="440329"/>
          </a:xfrm>
          <a:prstGeom prst="rect">
            <a:avLst/>
          </a:prstGeom>
          <a:noFill/>
          <a:ln>
            <a:noFill/>
          </a:ln>
        </p:spPr>
      </p:pic>
      <p:sp>
        <p:nvSpPr>
          <p:cNvPr id="178" name="Google Shape;178;p110"/>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79" name="Google Shape;179;p110"/>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0" name="Google Shape;180;p110"/>
          <p:cNvSpPr txBox="1"/>
          <p:nvPr>
            <p:ph idx="1" type="body"/>
          </p:nvPr>
        </p:nvSpPr>
        <p:spPr>
          <a:xfrm>
            <a:off x="365760" y="1053311"/>
            <a:ext cx="3749040" cy="440329"/>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1" name="Google Shape;181;p110"/>
          <p:cNvSpPr txBox="1"/>
          <p:nvPr>
            <p:ph idx="2" type="body"/>
          </p:nvPr>
        </p:nvSpPr>
        <p:spPr>
          <a:xfrm>
            <a:off x="365760" y="1563624"/>
            <a:ext cx="3749040" cy="4873752"/>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defRPr>
            </a:lvl1pPr>
            <a:lvl2pPr indent="-381000" lvl="1" marL="914400" algn="l">
              <a:lnSpc>
                <a:spcPct val="100000"/>
              </a:lnSpc>
              <a:spcBef>
                <a:spcPts val="600"/>
              </a:spcBef>
              <a:spcAft>
                <a:spcPts val="0"/>
              </a:spcAft>
              <a:buClr>
                <a:srgbClr val="232F3E"/>
              </a:buClr>
              <a:buSzPts val="2400"/>
              <a:buChar char="•"/>
              <a:defRPr sz="2400">
                <a:solidFill>
                  <a:srgbClr val="232F3E"/>
                </a:solidFill>
              </a:defRPr>
            </a:lvl2pPr>
            <a:lvl3pPr indent="-355600" lvl="2" marL="1371600" algn="l">
              <a:lnSpc>
                <a:spcPct val="100000"/>
              </a:lnSpc>
              <a:spcBef>
                <a:spcPts val="600"/>
              </a:spcBef>
              <a:spcAft>
                <a:spcPts val="0"/>
              </a:spcAft>
              <a:buClr>
                <a:srgbClr val="232F3E"/>
              </a:buClr>
              <a:buSzPts val="2000"/>
              <a:buChar char="•"/>
              <a:defRPr sz="2000">
                <a:solidFill>
                  <a:srgbClr val="232F3E"/>
                </a:solidFill>
              </a:defRPr>
            </a:lvl3pPr>
            <a:lvl4pPr indent="-342900" lvl="3" marL="1828800" algn="l">
              <a:lnSpc>
                <a:spcPct val="100000"/>
              </a:lnSpc>
              <a:spcBef>
                <a:spcPts val="600"/>
              </a:spcBef>
              <a:spcAft>
                <a:spcPts val="0"/>
              </a:spcAft>
              <a:buClr>
                <a:srgbClr val="232F3E"/>
              </a:buClr>
              <a:buSzPts val="1800"/>
              <a:buChar char="•"/>
              <a:defRPr sz="1800">
                <a:solidFill>
                  <a:srgbClr val="232F3E"/>
                </a:solidFill>
              </a:defRPr>
            </a:lvl4pPr>
            <a:lvl5pPr indent="-342900" lvl="4" marL="2286000" algn="l">
              <a:lnSpc>
                <a:spcPct val="100000"/>
              </a:lnSpc>
              <a:spcBef>
                <a:spcPts val="600"/>
              </a:spcBef>
              <a:spcAft>
                <a:spcPts val="0"/>
              </a:spcAft>
              <a:buClr>
                <a:srgbClr val="232F3E"/>
              </a:buClr>
              <a:buSzPts val="1800"/>
              <a:buChar char="•"/>
              <a:defRPr sz="18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2" name="Google Shape;182;p110"/>
          <p:cNvSpPr txBox="1"/>
          <p:nvPr>
            <p:ph idx="3" type="body"/>
          </p:nvPr>
        </p:nvSpPr>
        <p:spPr>
          <a:xfrm>
            <a:off x="4224528" y="1053311"/>
            <a:ext cx="3749040" cy="440329"/>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3" name="Google Shape;183;p110"/>
          <p:cNvSpPr txBox="1"/>
          <p:nvPr>
            <p:ph idx="4" type="body"/>
          </p:nvPr>
        </p:nvSpPr>
        <p:spPr>
          <a:xfrm>
            <a:off x="4224528" y="1563624"/>
            <a:ext cx="3749040" cy="4873752"/>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defRPr>
            </a:lvl1pPr>
            <a:lvl2pPr indent="-381000" lvl="1" marL="914400" algn="l">
              <a:lnSpc>
                <a:spcPct val="100000"/>
              </a:lnSpc>
              <a:spcBef>
                <a:spcPts val="600"/>
              </a:spcBef>
              <a:spcAft>
                <a:spcPts val="0"/>
              </a:spcAft>
              <a:buClr>
                <a:srgbClr val="232F3E"/>
              </a:buClr>
              <a:buSzPts val="2400"/>
              <a:buChar char="•"/>
              <a:defRPr sz="2400">
                <a:solidFill>
                  <a:srgbClr val="232F3E"/>
                </a:solidFill>
              </a:defRPr>
            </a:lvl2pPr>
            <a:lvl3pPr indent="-355600" lvl="2" marL="1371600" algn="l">
              <a:lnSpc>
                <a:spcPct val="100000"/>
              </a:lnSpc>
              <a:spcBef>
                <a:spcPts val="600"/>
              </a:spcBef>
              <a:spcAft>
                <a:spcPts val="0"/>
              </a:spcAft>
              <a:buClr>
                <a:srgbClr val="232F3E"/>
              </a:buClr>
              <a:buSzPts val="2000"/>
              <a:buChar char="•"/>
              <a:defRPr sz="2000">
                <a:solidFill>
                  <a:srgbClr val="232F3E"/>
                </a:solidFill>
              </a:defRPr>
            </a:lvl3pPr>
            <a:lvl4pPr indent="-342900" lvl="3" marL="1828800" algn="l">
              <a:lnSpc>
                <a:spcPct val="100000"/>
              </a:lnSpc>
              <a:spcBef>
                <a:spcPts val="600"/>
              </a:spcBef>
              <a:spcAft>
                <a:spcPts val="0"/>
              </a:spcAft>
              <a:buClr>
                <a:srgbClr val="232F3E"/>
              </a:buClr>
              <a:buSzPts val="1800"/>
              <a:buChar char="•"/>
              <a:defRPr sz="1800">
                <a:solidFill>
                  <a:srgbClr val="232F3E"/>
                </a:solidFill>
              </a:defRPr>
            </a:lvl4pPr>
            <a:lvl5pPr indent="-342900" lvl="4" marL="2286000" algn="l">
              <a:lnSpc>
                <a:spcPct val="100000"/>
              </a:lnSpc>
              <a:spcBef>
                <a:spcPts val="600"/>
              </a:spcBef>
              <a:spcAft>
                <a:spcPts val="0"/>
              </a:spcAft>
              <a:buClr>
                <a:srgbClr val="232F3E"/>
              </a:buClr>
              <a:buSzPts val="1800"/>
              <a:buChar char="•"/>
              <a:defRPr sz="18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4" name="Google Shape;184;p110"/>
          <p:cNvSpPr txBox="1"/>
          <p:nvPr>
            <p:ph idx="5" type="body"/>
          </p:nvPr>
        </p:nvSpPr>
        <p:spPr>
          <a:xfrm>
            <a:off x="8083296" y="1053311"/>
            <a:ext cx="3749040" cy="440329"/>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5" name="Google Shape;185;p110"/>
          <p:cNvSpPr txBox="1"/>
          <p:nvPr>
            <p:ph idx="6" type="body"/>
          </p:nvPr>
        </p:nvSpPr>
        <p:spPr>
          <a:xfrm>
            <a:off x="8083296" y="1591056"/>
            <a:ext cx="3749040" cy="4843688"/>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defRPr>
            </a:lvl1pPr>
            <a:lvl2pPr indent="-381000" lvl="1" marL="914400" algn="l">
              <a:lnSpc>
                <a:spcPct val="100000"/>
              </a:lnSpc>
              <a:spcBef>
                <a:spcPts val="600"/>
              </a:spcBef>
              <a:spcAft>
                <a:spcPts val="0"/>
              </a:spcAft>
              <a:buClr>
                <a:srgbClr val="232F3E"/>
              </a:buClr>
              <a:buSzPts val="2400"/>
              <a:buChar char="•"/>
              <a:defRPr sz="2400">
                <a:solidFill>
                  <a:srgbClr val="232F3E"/>
                </a:solidFill>
              </a:defRPr>
            </a:lvl2pPr>
            <a:lvl3pPr indent="-355600" lvl="2" marL="1371600" algn="l">
              <a:lnSpc>
                <a:spcPct val="100000"/>
              </a:lnSpc>
              <a:spcBef>
                <a:spcPts val="600"/>
              </a:spcBef>
              <a:spcAft>
                <a:spcPts val="0"/>
              </a:spcAft>
              <a:buClr>
                <a:srgbClr val="232F3E"/>
              </a:buClr>
              <a:buSzPts val="2000"/>
              <a:buChar char="•"/>
              <a:defRPr sz="2000">
                <a:solidFill>
                  <a:srgbClr val="232F3E"/>
                </a:solidFill>
              </a:defRPr>
            </a:lvl3pPr>
            <a:lvl4pPr indent="-342900" lvl="3" marL="1828800" algn="l">
              <a:lnSpc>
                <a:spcPct val="100000"/>
              </a:lnSpc>
              <a:spcBef>
                <a:spcPts val="600"/>
              </a:spcBef>
              <a:spcAft>
                <a:spcPts val="0"/>
              </a:spcAft>
              <a:buClr>
                <a:srgbClr val="232F3E"/>
              </a:buClr>
              <a:buSzPts val="1800"/>
              <a:buChar char="•"/>
              <a:defRPr sz="1800">
                <a:solidFill>
                  <a:srgbClr val="232F3E"/>
                </a:solidFill>
              </a:defRPr>
            </a:lvl4pPr>
            <a:lvl5pPr indent="-342900" lvl="4" marL="2286000" algn="l">
              <a:lnSpc>
                <a:spcPct val="100000"/>
              </a:lnSpc>
              <a:spcBef>
                <a:spcPts val="600"/>
              </a:spcBef>
              <a:spcAft>
                <a:spcPts val="0"/>
              </a:spcAft>
              <a:buClr>
                <a:srgbClr val="232F3E"/>
              </a:buClr>
              <a:buSzPts val="1800"/>
              <a:buChar char="•"/>
              <a:defRPr sz="18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3 Lg Pics, and 3 Headers">
  <p:cSld name="Title, 3 Lg Pics, and 3 Headers">
    <p:bg>
      <p:bgPr>
        <a:solidFill>
          <a:schemeClr val="lt1"/>
        </a:solidFill>
      </p:bgPr>
    </p:bg>
    <p:spTree>
      <p:nvGrpSpPr>
        <p:cNvPr id="186" name="Shape 186"/>
        <p:cNvGrpSpPr/>
        <p:nvPr/>
      </p:nvGrpSpPr>
      <p:grpSpPr>
        <a:xfrm>
          <a:off x="0" y="0"/>
          <a:ext cx="0" cy="0"/>
          <a:chOff x="0" y="0"/>
          <a:chExt cx="0" cy="0"/>
        </a:xfrm>
      </p:grpSpPr>
      <p:grpSp>
        <p:nvGrpSpPr>
          <p:cNvPr id="187" name="Google Shape;187;p111"/>
          <p:cNvGrpSpPr/>
          <p:nvPr/>
        </p:nvGrpSpPr>
        <p:grpSpPr>
          <a:xfrm>
            <a:off x="353568" y="1028377"/>
            <a:ext cx="11497055" cy="4075392"/>
            <a:chOff x="353568" y="1028377"/>
            <a:chExt cx="11497055" cy="4075392"/>
          </a:xfrm>
        </p:grpSpPr>
        <p:pic>
          <p:nvPicPr>
            <p:cNvPr id="188" name="Google Shape;188;p111"/>
            <p:cNvPicPr preferRelativeResize="0"/>
            <p:nvPr/>
          </p:nvPicPr>
          <p:blipFill rotWithShape="1">
            <a:blip r:embed="rId2">
              <a:alphaModFix/>
            </a:blip>
            <a:srcRect b="0" l="0" r="0" t="0"/>
            <a:stretch/>
          </p:blipFill>
          <p:spPr>
            <a:xfrm>
              <a:off x="353568" y="4663440"/>
              <a:ext cx="11460480" cy="440329"/>
            </a:xfrm>
            <a:prstGeom prst="rect">
              <a:avLst/>
            </a:prstGeom>
            <a:noFill/>
            <a:ln>
              <a:noFill/>
            </a:ln>
          </p:spPr>
        </p:pic>
        <p:pic>
          <p:nvPicPr>
            <p:cNvPr id="189" name="Google Shape;189;p111"/>
            <p:cNvPicPr preferRelativeResize="0"/>
            <p:nvPr/>
          </p:nvPicPr>
          <p:blipFill rotWithShape="1">
            <a:blip r:embed="rId3">
              <a:alphaModFix/>
            </a:blip>
            <a:srcRect b="0" l="0" r="0" t="0"/>
            <a:stretch/>
          </p:blipFill>
          <p:spPr>
            <a:xfrm>
              <a:off x="365759" y="1028377"/>
              <a:ext cx="11484864" cy="45720"/>
            </a:xfrm>
            <a:prstGeom prst="rect">
              <a:avLst/>
            </a:prstGeom>
            <a:noFill/>
            <a:ln>
              <a:noFill/>
            </a:ln>
          </p:spPr>
        </p:pic>
      </p:grpSp>
      <p:sp>
        <p:nvSpPr>
          <p:cNvPr id="190" name="Google Shape;190;p111"/>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91" name="Google Shape;191;p111"/>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2" name="Google Shape;192;p111"/>
          <p:cNvSpPr txBox="1"/>
          <p:nvPr>
            <p:ph idx="1" type="body"/>
          </p:nvPr>
        </p:nvSpPr>
        <p:spPr>
          <a:xfrm>
            <a:off x="1097280" y="2286000"/>
            <a:ext cx="2286000" cy="2286000"/>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0"/>
              </a:spcBef>
              <a:spcAft>
                <a:spcPts val="0"/>
              </a:spcAft>
              <a:buClr>
                <a:schemeClr val="dk2"/>
              </a:buClr>
              <a:buSzPts val="2000"/>
              <a:buNone/>
              <a:defRPr sz="2000">
                <a:solidFill>
                  <a:schemeClr val="dk2"/>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3" name="Google Shape;193;p111"/>
          <p:cNvSpPr txBox="1"/>
          <p:nvPr>
            <p:ph idx="2" type="body"/>
          </p:nvPr>
        </p:nvSpPr>
        <p:spPr>
          <a:xfrm>
            <a:off x="365760" y="4663440"/>
            <a:ext cx="3749040" cy="440329"/>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chemeClr val="lt1"/>
              </a:buClr>
              <a:buSzPts val="2000"/>
              <a:buNone/>
              <a:defRPr b="0"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94" name="Google Shape;194;p111"/>
          <p:cNvSpPr txBox="1"/>
          <p:nvPr>
            <p:ph idx="3" type="body"/>
          </p:nvPr>
        </p:nvSpPr>
        <p:spPr>
          <a:xfrm>
            <a:off x="4956048" y="2286000"/>
            <a:ext cx="2286000" cy="2286000"/>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0"/>
              </a:spcBef>
              <a:spcAft>
                <a:spcPts val="0"/>
              </a:spcAft>
              <a:buClr>
                <a:schemeClr val="dk2"/>
              </a:buClr>
              <a:buSzPts val="2000"/>
              <a:buNone/>
              <a:defRPr sz="2000">
                <a:solidFill>
                  <a:schemeClr val="dk2"/>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5" name="Google Shape;195;p111"/>
          <p:cNvSpPr txBox="1"/>
          <p:nvPr>
            <p:ph idx="4" type="body"/>
          </p:nvPr>
        </p:nvSpPr>
        <p:spPr>
          <a:xfrm>
            <a:off x="4224528" y="4663440"/>
            <a:ext cx="3749040" cy="440329"/>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chemeClr val="lt1"/>
              </a:buClr>
              <a:buSzPts val="2000"/>
              <a:buNone/>
              <a:defRPr b="0"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96" name="Google Shape;196;p111"/>
          <p:cNvSpPr txBox="1"/>
          <p:nvPr>
            <p:ph idx="5" type="body"/>
          </p:nvPr>
        </p:nvSpPr>
        <p:spPr>
          <a:xfrm>
            <a:off x="8814816" y="2286000"/>
            <a:ext cx="2286000" cy="2286000"/>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0"/>
              </a:spcBef>
              <a:spcAft>
                <a:spcPts val="0"/>
              </a:spcAft>
              <a:buClr>
                <a:schemeClr val="dk2"/>
              </a:buClr>
              <a:buSzPts val="2000"/>
              <a:buNone/>
              <a:defRPr sz="2000">
                <a:solidFill>
                  <a:schemeClr val="dk2"/>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7" name="Google Shape;197;p111"/>
          <p:cNvSpPr txBox="1"/>
          <p:nvPr>
            <p:ph idx="6" type="body"/>
          </p:nvPr>
        </p:nvSpPr>
        <p:spPr>
          <a:xfrm>
            <a:off x="8083296" y="4663440"/>
            <a:ext cx="3749040" cy="440329"/>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chemeClr val="lt1"/>
              </a:buClr>
              <a:buSzPts val="2000"/>
              <a:buNone/>
              <a:defRPr b="0"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3 Pictures, and 3 Text Columns">
  <p:cSld name="Title, 3 Pictures, and 3 Text Columns">
    <p:bg>
      <p:bgPr>
        <a:solidFill>
          <a:schemeClr val="lt1"/>
        </a:solidFill>
      </p:bgPr>
    </p:bg>
    <p:spTree>
      <p:nvGrpSpPr>
        <p:cNvPr id="198" name="Shape 198"/>
        <p:cNvGrpSpPr/>
        <p:nvPr/>
      </p:nvGrpSpPr>
      <p:grpSpPr>
        <a:xfrm>
          <a:off x="0" y="0"/>
          <a:ext cx="0" cy="0"/>
          <a:chOff x="0" y="0"/>
          <a:chExt cx="0" cy="0"/>
        </a:xfrm>
      </p:grpSpPr>
      <p:sp>
        <p:nvSpPr>
          <p:cNvPr id="199" name="Google Shape;199;p112"/>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200" name="Google Shape;200;p112"/>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01" name="Google Shape;201;p112"/>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202" name="Google Shape;202;p112"/>
          <p:cNvSpPr/>
          <p:nvPr>
            <p:ph idx="2" type="pic"/>
          </p:nvPr>
        </p:nvSpPr>
        <p:spPr>
          <a:xfrm>
            <a:off x="1097280" y="2286000"/>
            <a:ext cx="2286000" cy="2286000"/>
          </a:xfrm>
          <a:prstGeom prst="rect">
            <a:avLst/>
          </a:prstGeom>
          <a:noFill/>
          <a:ln>
            <a:noFill/>
          </a:ln>
        </p:spPr>
      </p:sp>
      <p:sp>
        <p:nvSpPr>
          <p:cNvPr id="203" name="Google Shape;203;p112"/>
          <p:cNvSpPr txBox="1"/>
          <p:nvPr>
            <p:ph idx="1" type="body"/>
          </p:nvPr>
        </p:nvSpPr>
        <p:spPr>
          <a:xfrm>
            <a:off x="365760" y="4663440"/>
            <a:ext cx="3749040" cy="1783080"/>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2400"/>
              <a:buNone/>
              <a:defRPr b="0" sz="2400">
                <a:solidFill>
                  <a:srgbClr val="232F3E"/>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04" name="Google Shape;204;p112"/>
          <p:cNvSpPr/>
          <p:nvPr>
            <p:ph idx="3" type="pic"/>
          </p:nvPr>
        </p:nvSpPr>
        <p:spPr>
          <a:xfrm>
            <a:off x="4956048" y="2286000"/>
            <a:ext cx="2286000" cy="2286000"/>
          </a:xfrm>
          <a:prstGeom prst="rect">
            <a:avLst/>
          </a:prstGeom>
          <a:noFill/>
          <a:ln>
            <a:noFill/>
          </a:ln>
        </p:spPr>
      </p:sp>
      <p:sp>
        <p:nvSpPr>
          <p:cNvPr id="205" name="Google Shape;205;p112"/>
          <p:cNvSpPr txBox="1"/>
          <p:nvPr>
            <p:ph idx="4" type="body"/>
          </p:nvPr>
        </p:nvSpPr>
        <p:spPr>
          <a:xfrm>
            <a:off x="4224528" y="4663440"/>
            <a:ext cx="3749040" cy="1783080"/>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2400"/>
              <a:buNone/>
              <a:defRPr b="0" sz="2400">
                <a:solidFill>
                  <a:srgbClr val="232F3E"/>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06" name="Google Shape;206;p112"/>
          <p:cNvSpPr/>
          <p:nvPr>
            <p:ph idx="5" type="pic"/>
          </p:nvPr>
        </p:nvSpPr>
        <p:spPr>
          <a:xfrm>
            <a:off x="8814816" y="2286000"/>
            <a:ext cx="2286000" cy="2286000"/>
          </a:xfrm>
          <a:prstGeom prst="rect">
            <a:avLst/>
          </a:prstGeom>
          <a:noFill/>
          <a:ln>
            <a:noFill/>
          </a:ln>
        </p:spPr>
      </p:sp>
      <p:sp>
        <p:nvSpPr>
          <p:cNvPr id="207" name="Google Shape;207;p112"/>
          <p:cNvSpPr txBox="1"/>
          <p:nvPr>
            <p:ph idx="6" type="body"/>
          </p:nvPr>
        </p:nvSpPr>
        <p:spPr>
          <a:xfrm>
            <a:off x="8083296" y="4663440"/>
            <a:ext cx="3749040" cy="1783080"/>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2400"/>
              <a:buNone/>
              <a:defRPr b="0" sz="2400">
                <a:solidFill>
                  <a:srgbClr val="232F3E"/>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Header, 3 Pictures, and 3 Text Labels">
  <p:cSld name="Title, Header, 3 Pictures, and 3 Text Labels">
    <p:bg>
      <p:bgPr>
        <a:solidFill>
          <a:schemeClr val="lt1"/>
        </a:solidFill>
      </p:bgPr>
    </p:bg>
    <p:spTree>
      <p:nvGrpSpPr>
        <p:cNvPr id="208" name="Shape 208"/>
        <p:cNvGrpSpPr/>
        <p:nvPr/>
      </p:nvGrpSpPr>
      <p:grpSpPr>
        <a:xfrm>
          <a:off x="0" y="0"/>
          <a:ext cx="0" cy="0"/>
          <a:chOff x="0" y="0"/>
          <a:chExt cx="0" cy="0"/>
        </a:xfrm>
      </p:grpSpPr>
      <p:sp>
        <p:nvSpPr>
          <p:cNvPr id="209" name="Google Shape;209;p113"/>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210" name="Google Shape;210;p113"/>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11" name="Google Shape;211;p113"/>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212" name="Google Shape;212;p113"/>
          <p:cNvSpPr txBox="1"/>
          <p:nvPr>
            <p:ph idx="1" type="body"/>
          </p:nvPr>
        </p:nvSpPr>
        <p:spPr>
          <a:xfrm>
            <a:off x="365125" y="1084263"/>
            <a:ext cx="11466576" cy="115801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Clr>
                <a:srgbClr val="232F3E"/>
              </a:buClr>
              <a:buSzPts val="2800"/>
              <a:buNone/>
              <a:defRPr>
                <a:solidFill>
                  <a:srgbClr val="232F3E"/>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400"/>
              <a:buNone/>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3" name="Google Shape;213;p113"/>
          <p:cNvSpPr/>
          <p:nvPr>
            <p:ph idx="2" type="pic"/>
          </p:nvPr>
        </p:nvSpPr>
        <p:spPr>
          <a:xfrm>
            <a:off x="1097280" y="2286000"/>
            <a:ext cx="2286000" cy="2286000"/>
          </a:xfrm>
          <a:prstGeom prst="rect">
            <a:avLst/>
          </a:prstGeom>
          <a:noFill/>
          <a:ln>
            <a:noFill/>
          </a:ln>
        </p:spPr>
      </p:sp>
      <p:sp>
        <p:nvSpPr>
          <p:cNvPr id="214" name="Google Shape;214;p113"/>
          <p:cNvSpPr txBox="1"/>
          <p:nvPr>
            <p:ph idx="3" type="body"/>
          </p:nvPr>
        </p:nvSpPr>
        <p:spPr>
          <a:xfrm>
            <a:off x="365760" y="4663440"/>
            <a:ext cx="3749040" cy="1783080"/>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2400"/>
              <a:buNone/>
              <a:defRPr b="0" sz="2400">
                <a:solidFill>
                  <a:srgbClr val="232F3E"/>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15" name="Google Shape;215;p113"/>
          <p:cNvSpPr/>
          <p:nvPr>
            <p:ph idx="4" type="pic"/>
          </p:nvPr>
        </p:nvSpPr>
        <p:spPr>
          <a:xfrm>
            <a:off x="4956048" y="2286000"/>
            <a:ext cx="2286000" cy="2286000"/>
          </a:xfrm>
          <a:prstGeom prst="rect">
            <a:avLst/>
          </a:prstGeom>
          <a:noFill/>
          <a:ln>
            <a:noFill/>
          </a:ln>
        </p:spPr>
      </p:sp>
      <p:sp>
        <p:nvSpPr>
          <p:cNvPr id="216" name="Google Shape;216;p113"/>
          <p:cNvSpPr txBox="1"/>
          <p:nvPr>
            <p:ph idx="5" type="body"/>
          </p:nvPr>
        </p:nvSpPr>
        <p:spPr>
          <a:xfrm>
            <a:off x="4224528" y="4663440"/>
            <a:ext cx="3749040" cy="1783080"/>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2400"/>
              <a:buNone/>
              <a:defRPr b="0" sz="2400">
                <a:solidFill>
                  <a:srgbClr val="232F3E"/>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17" name="Google Shape;217;p113"/>
          <p:cNvSpPr/>
          <p:nvPr>
            <p:ph idx="6" type="pic"/>
          </p:nvPr>
        </p:nvSpPr>
        <p:spPr>
          <a:xfrm>
            <a:off x="8814816" y="2286000"/>
            <a:ext cx="2286000" cy="2286000"/>
          </a:xfrm>
          <a:prstGeom prst="rect">
            <a:avLst/>
          </a:prstGeom>
          <a:noFill/>
          <a:ln>
            <a:noFill/>
          </a:ln>
        </p:spPr>
      </p:sp>
      <p:sp>
        <p:nvSpPr>
          <p:cNvPr id="218" name="Google Shape;218;p113"/>
          <p:cNvSpPr txBox="1"/>
          <p:nvPr>
            <p:ph idx="7" type="body"/>
          </p:nvPr>
        </p:nvSpPr>
        <p:spPr>
          <a:xfrm>
            <a:off x="8083296" y="4663440"/>
            <a:ext cx="3749040" cy="1783080"/>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2400"/>
              <a:buNone/>
              <a:defRPr b="0" sz="2400">
                <a:solidFill>
                  <a:srgbClr val="232F3E"/>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3 Pics, and 3 Text Columns">
  <p:cSld name="Title, 3 Pics, and 3 Text Columns">
    <p:bg>
      <p:bgPr>
        <a:solidFill>
          <a:schemeClr val="lt1"/>
        </a:solidFill>
      </p:bgPr>
    </p:bg>
    <p:spTree>
      <p:nvGrpSpPr>
        <p:cNvPr id="219" name="Shape 219"/>
        <p:cNvGrpSpPr/>
        <p:nvPr/>
      </p:nvGrpSpPr>
      <p:grpSpPr>
        <a:xfrm>
          <a:off x="0" y="0"/>
          <a:ext cx="0" cy="0"/>
          <a:chOff x="0" y="0"/>
          <a:chExt cx="0" cy="0"/>
        </a:xfrm>
      </p:grpSpPr>
      <p:sp>
        <p:nvSpPr>
          <p:cNvPr id="220" name="Google Shape;220;p114"/>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221" name="Google Shape;221;p114"/>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22" name="Google Shape;222;p114"/>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223" name="Google Shape;223;p114"/>
          <p:cNvSpPr/>
          <p:nvPr>
            <p:ph idx="2" type="pic"/>
          </p:nvPr>
        </p:nvSpPr>
        <p:spPr>
          <a:xfrm>
            <a:off x="1097280" y="1097280"/>
            <a:ext cx="2286000" cy="2286000"/>
          </a:xfrm>
          <a:prstGeom prst="rect">
            <a:avLst/>
          </a:prstGeom>
          <a:noFill/>
          <a:ln>
            <a:noFill/>
          </a:ln>
        </p:spPr>
      </p:sp>
      <p:sp>
        <p:nvSpPr>
          <p:cNvPr id="224" name="Google Shape;224;p114"/>
          <p:cNvSpPr txBox="1"/>
          <p:nvPr>
            <p:ph idx="1" type="body"/>
          </p:nvPr>
        </p:nvSpPr>
        <p:spPr>
          <a:xfrm>
            <a:off x="365760" y="3429000"/>
            <a:ext cx="3749040" cy="2999232"/>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600"/>
              </a:spcBef>
              <a:spcAft>
                <a:spcPts val="0"/>
              </a:spcAft>
              <a:buClr>
                <a:srgbClr val="232F3E"/>
              </a:buClr>
              <a:buSzPts val="2000"/>
              <a:buChar char="•"/>
              <a:defRPr sz="2000">
                <a:solidFill>
                  <a:srgbClr val="232F3E"/>
                </a:solidFill>
              </a:defRPr>
            </a:lvl2pPr>
            <a:lvl3pPr indent="-342900" lvl="2" marL="1371600" algn="l">
              <a:lnSpc>
                <a:spcPct val="100000"/>
              </a:lnSpc>
              <a:spcBef>
                <a:spcPts val="600"/>
              </a:spcBef>
              <a:spcAft>
                <a:spcPts val="0"/>
              </a:spcAft>
              <a:buClr>
                <a:srgbClr val="232F3E"/>
              </a:buClr>
              <a:buSzPts val="1800"/>
              <a:buChar char="•"/>
              <a:defRPr sz="1800">
                <a:solidFill>
                  <a:srgbClr val="232F3E"/>
                </a:solidFill>
              </a:defRPr>
            </a:lvl3pPr>
            <a:lvl4pPr indent="-330200" lvl="3" marL="1828800" algn="l">
              <a:lnSpc>
                <a:spcPct val="100000"/>
              </a:lnSpc>
              <a:spcBef>
                <a:spcPts val="600"/>
              </a:spcBef>
              <a:spcAft>
                <a:spcPts val="0"/>
              </a:spcAft>
              <a:buClr>
                <a:srgbClr val="232F3E"/>
              </a:buClr>
              <a:buSzPts val="1600"/>
              <a:buChar char="•"/>
              <a:defRPr sz="1600">
                <a:solidFill>
                  <a:srgbClr val="232F3E"/>
                </a:solidFill>
              </a:defRPr>
            </a:lvl4pPr>
            <a:lvl5pPr indent="-330200" lvl="4" marL="2286000" algn="l">
              <a:lnSpc>
                <a:spcPct val="100000"/>
              </a:lnSpc>
              <a:spcBef>
                <a:spcPts val="600"/>
              </a:spcBef>
              <a:spcAft>
                <a:spcPts val="0"/>
              </a:spcAft>
              <a:buClr>
                <a:srgbClr val="232F3E"/>
              </a:buClr>
              <a:buSzPts val="1600"/>
              <a:buChar char="•"/>
              <a:defRPr sz="16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5" name="Google Shape;225;p114"/>
          <p:cNvSpPr/>
          <p:nvPr>
            <p:ph idx="3" type="pic"/>
          </p:nvPr>
        </p:nvSpPr>
        <p:spPr>
          <a:xfrm>
            <a:off x="4956048" y="1097280"/>
            <a:ext cx="2286000" cy="2286000"/>
          </a:xfrm>
          <a:prstGeom prst="rect">
            <a:avLst/>
          </a:prstGeom>
          <a:noFill/>
          <a:ln>
            <a:noFill/>
          </a:ln>
        </p:spPr>
      </p:sp>
      <p:sp>
        <p:nvSpPr>
          <p:cNvPr id="226" name="Google Shape;226;p114"/>
          <p:cNvSpPr txBox="1"/>
          <p:nvPr>
            <p:ph idx="4" type="body"/>
          </p:nvPr>
        </p:nvSpPr>
        <p:spPr>
          <a:xfrm>
            <a:off x="4224528" y="3429000"/>
            <a:ext cx="3749040" cy="2999232"/>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600"/>
              </a:spcBef>
              <a:spcAft>
                <a:spcPts val="0"/>
              </a:spcAft>
              <a:buClr>
                <a:srgbClr val="232F3E"/>
              </a:buClr>
              <a:buSzPts val="2000"/>
              <a:buChar char="•"/>
              <a:defRPr sz="2000">
                <a:solidFill>
                  <a:srgbClr val="232F3E"/>
                </a:solidFill>
              </a:defRPr>
            </a:lvl2pPr>
            <a:lvl3pPr indent="-342900" lvl="2" marL="1371600" algn="l">
              <a:lnSpc>
                <a:spcPct val="100000"/>
              </a:lnSpc>
              <a:spcBef>
                <a:spcPts val="600"/>
              </a:spcBef>
              <a:spcAft>
                <a:spcPts val="0"/>
              </a:spcAft>
              <a:buClr>
                <a:srgbClr val="232F3E"/>
              </a:buClr>
              <a:buSzPts val="1800"/>
              <a:buChar char="•"/>
              <a:defRPr sz="1800">
                <a:solidFill>
                  <a:srgbClr val="232F3E"/>
                </a:solidFill>
              </a:defRPr>
            </a:lvl3pPr>
            <a:lvl4pPr indent="-330200" lvl="3" marL="1828800" algn="l">
              <a:lnSpc>
                <a:spcPct val="100000"/>
              </a:lnSpc>
              <a:spcBef>
                <a:spcPts val="600"/>
              </a:spcBef>
              <a:spcAft>
                <a:spcPts val="0"/>
              </a:spcAft>
              <a:buClr>
                <a:srgbClr val="232F3E"/>
              </a:buClr>
              <a:buSzPts val="1600"/>
              <a:buChar char="•"/>
              <a:defRPr sz="1600">
                <a:solidFill>
                  <a:srgbClr val="232F3E"/>
                </a:solidFill>
              </a:defRPr>
            </a:lvl4pPr>
            <a:lvl5pPr indent="-330200" lvl="4" marL="2286000" algn="l">
              <a:lnSpc>
                <a:spcPct val="100000"/>
              </a:lnSpc>
              <a:spcBef>
                <a:spcPts val="600"/>
              </a:spcBef>
              <a:spcAft>
                <a:spcPts val="0"/>
              </a:spcAft>
              <a:buClr>
                <a:srgbClr val="232F3E"/>
              </a:buClr>
              <a:buSzPts val="1600"/>
              <a:buChar char="•"/>
              <a:defRPr sz="16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7" name="Google Shape;227;p114"/>
          <p:cNvSpPr/>
          <p:nvPr>
            <p:ph idx="5" type="pic"/>
          </p:nvPr>
        </p:nvSpPr>
        <p:spPr>
          <a:xfrm>
            <a:off x="8814816" y="1097280"/>
            <a:ext cx="2286000" cy="2286000"/>
          </a:xfrm>
          <a:prstGeom prst="rect">
            <a:avLst/>
          </a:prstGeom>
          <a:noFill/>
          <a:ln>
            <a:noFill/>
          </a:ln>
        </p:spPr>
      </p:sp>
      <p:sp>
        <p:nvSpPr>
          <p:cNvPr id="228" name="Google Shape;228;p114"/>
          <p:cNvSpPr txBox="1"/>
          <p:nvPr>
            <p:ph idx="6" type="body"/>
          </p:nvPr>
        </p:nvSpPr>
        <p:spPr>
          <a:xfrm>
            <a:off x="8083296" y="3429000"/>
            <a:ext cx="3749040" cy="2999232"/>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600"/>
              </a:spcBef>
              <a:spcAft>
                <a:spcPts val="0"/>
              </a:spcAft>
              <a:buClr>
                <a:srgbClr val="232F3E"/>
              </a:buClr>
              <a:buSzPts val="2000"/>
              <a:buChar char="•"/>
              <a:defRPr sz="2000">
                <a:solidFill>
                  <a:srgbClr val="232F3E"/>
                </a:solidFill>
              </a:defRPr>
            </a:lvl2pPr>
            <a:lvl3pPr indent="-342900" lvl="2" marL="1371600" algn="l">
              <a:lnSpc>
                <a:spcPct val="100000"/>
              </a:lnSpc>
              <a:spcBef>
                <a:spcPts val="600"/>
              </a:spcBef>
              <a:spcAft>
                <a:spcPts val="0"/>
              </a:spcAft>
              <a:buClr>
                <a:srgbClr val="232F3E"/>
              </a:buClr>
              <a:buSzPts val="1800"/>
              <a:buChar char="•"/>
              <a:defRPr sz="1800">
                <a:solidFill>
                  <a:srgbClr val="232F3E"/>
                </a:solidFill>
              </a:defRPr>
            </a:lvl3pPr>
            <a:lvl4pPr indent="-330200" lvl="3" marL="1828800" algn="l">
              <a:lnSpc>
                <a:spcPct val="100000"/>
              </a:lnSpc>
              <a:spcBef>
                <a:spcPts val="600"/>
              </a:spcBef>
              <a:spcAft>
                <a:spcPts val="0"/>
              </a:spcAft>
              <a:buClr>
                <a:srgbClr val="232F3E"/>
              </a:buClr>
              <a:buSzPts val="1600"/>
              <a:buChar char="•"/>
              <a:defRPr sz="1600">
                <a:solidFill>
                  <a:srgbClr val="232F3E"/>
                </a:solidFill>
              </a:defRPr>
            </a:lvl4pPr>
            <a:lvl5pPr indent="-330200" lvl="4" marL="2286000" algn="l">
              <a:lnSpc>
                <a:spcPct val="100000"/>
              </a:lnSpc>
              <a:spcBef>
                <a:spcPts val="600"/>
              </a:spcBef>
              <a:spcAft>
                <a:spcPts val="0"/>
              </a:spcAft>
              <a:buClr>
                <a:srgbClr val="232F3E"/>
              </a:buClr>
              <a:buSzPts val="1600"/>
              <a:buChar char="•"/>
              <a:defRPr sz="16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3 Pics, 3 Headers, and 3 Text Columns">
  <p:cSld name="Title, 3 Pics, 3 Headers, and 3 Text Columns">
    <p:bg>
      <p:bgPr>
        <a:solidFill>
          <a:schemeClr val="lt1"/>
        </a:solidFill>
      </p:bgPr>
    </p:bg>
    <p:spTree>
      <p:nvGrpSpPr>
        <p:cNvPr id="229" name="Shape 229"/>
        <p:cNvGrpSpPr/>
        <p:nvPr/>
      </p:nvGrpSpPr>
      <p:grpSpPr>
        <a:xfrm>
          <a:off x="0" y="0"/>
          <a:ext cx="0" cy="0"/>
          <a:chOff x="0" y="0"/>
          <a:chExt cx="0" cy="0"/>
        </a:xfrm>
      </p:grpSpPr>
      <p:grpSp>
        <p:nvGrpSpPr>
          <p:cNvPr id="230" name="Google Shape;230;p115"/>
          <p:cNvGrpSpPr/>
          <p:nvPr/>
        </p:nvGrpSpPr>
        <p:grpSpPr>
          <a:xfrm>
            <a:off x="365759" y="1028377"/>
            <a:ext cx="11484864" cy="2840952"/>
            <a:chOff x="365759" y="1028377"/>
            <a:chExt cx="11484864" cy="2840952"/>
          </a:xfrm>
        </p:grpSpPr>
        <p:pic>
          <p:nvPicPr>
            <p:cNvPr id="231" name="Google Shape;231;p115"/>
            <p:cNvPicPr preferRelativeResize="0"/>
            <p:nvPr/>
          </p:nvPicPr>
          <p:blipFill rotWithShape="1">
            <a:blip r:embed="rId2">
              <a:alphaModFix/>
            </a:blip>
            <a:srcRect b="0" l="0" r="0" t="0"/>
            <a:stretch/>
          </p:blipFill>
          <p:spPr>
            <a:xfrm>
              <a:off x="365760" y="3429000"/>
              <a:ext cx="11460480" cy="440329"/>
            </a:xfrm>
            <a:prstGeom prst="rect">
              <a:avLst/>
            </a:prstGeom>
            <a:noFill/>
            <a:ln>
              <a:noFill/>
            </a:ln>
          </p:spPr>
        </p:pic>
        <p:pic>
          <p:nvPicPr>
            <p:cNvPr id="232" name="Google Shape;232;p115"/>
            <p:cNvPicPr preferRelativeResize="0"/>
            <p:nvPr/>
          </p:nvPicPr>
          <p:blipFill rotWithShape="1">
            <a:blip r:embed="rId3">
              <a:alphaModFix/>
            </a:blip>
            <a:srcRect b="0" l="0" r="0" t="0"/>
            <a:stretch/>
          </p:blipFill>
          <p:spPr>
            <a:xfrm>
              <a:off x="365759" y="1028377"/>
              <a:ext cx="11484864" cy="45720"/>
            </a:xfrm>
            <a:prstGeom prst="rect">
              <a:avLst/>
            </a:prstGeom>
            <a:noFill/>
            <a:ln>
              <a:noFill/>
            </a:ln>
          </p:spPr>
        </p:pic>
      </p:grpSp>
      <p:sp>
        <p:nvSpPr>
          <p:cNvPr id="233" name="Google Shape;233;p115"/>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234" name="Google Shape;234;p115"/>
          <p:cNvSpPr txBox="1"/>
          <p:nvPr>
            <p:ph type="title"/>
          </p:nvPr>
        </p:nvSpPr>
        <p:spPr>
          <a:xfrm>
            <a:off x="365761"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5" name="Google Shape;235;p115"/>
          <p:cNvSpPr/>
          <p:nvPr>
            <p:ph idx="2" type="pic"/>
          </p:nvPr>
        </p:nvSpPr>
        <p:spPr>
          <a:xfrm>
            <a:off x="1097280" y="1097280"/>
            <a:ext cx="2286000" cy="2286000"/>
          </a:xfrm>
          <a:prstGeom prst="rect">
            <a:avLst/>
          </a:prstGeom>
          <a:noFill/>
          <a:ln>
            <a:noFill/>
          </a:ln>
        </p:spPr>
      </p:sp>
      <p:sp>
        <p:nvSpPr>
          <p:cNvPr id="236" name="Google Shape;236;p115"/>
          <p:cNvSpPr txBox="1"/>
          <p:nvPr>
            <p:ph idx="1" type="body"/>
          </p:nvPr>
        </p:nvSpPr>
        <p:spPr>
          <a:xfrm>
            <a:off x="365760" y="3429000"/>
            <a:ext cx="3749040" cy="440329"/>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37" name="Google Shape;237;p115"/>
          <p:cNvSpPr txBox="1"/>
          <p:nvPr>
            <p:ph idx="3" type="body"/>
          </p:nvPr>
        </p:nvSpPr>
        <p:spPr>
          <a:xfrm>
            <a:off x="365760" y="3895344"/>
            <a:ext cx="3749040" cy="2539399"/>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600"/>
              </a:spcBef>
              <a:spcAft>
                <a:spcPts val="0"/>
              </a:spcAft>
              <a:buClr>
                <a:srgbClr val="232F3E"/>
              </a:buClr>
              <a:buSzPts val="2000"/>
              <a:buChar char="•"/>
              <a:defRPr sz="2000">
                <a:solidFill>
                  <a:srgbClr val="232F3E"/>
                </a:solidFill>
              </a:defRPr>
            </a:lvl2pPr>
            <a:lvl3pPr indent="-342900" lvl="2" marL="1371600" algn="l">
              <a:lnSpc>
                <a:spcPct val="100000"/>
              </a:lnSpc>
              <a:spcBef>
                <a:spcPts val="600"/>
              </a:spcBef>
              <a:spcAft>
                <a:spcPts val="0"/>
              </a:spcAft>
              <a:buClr>
                <a:srgbClr val="232F3E"/>
              </a:buClr>
              <a:buSzPts val="1800"/>
              <a:buChar char="•"/>
              <a:defRPr sz="1800">
                <a:solidFill>
                  <a:srgbClr val="232F3E"/>
                </a:solidFill>
              </a:defRPr>
            </a:lvl3pPr>
            <a:lvl4pPr indent="-330200" lvl="3" marL="1828800" algn="l">
              <a:lnSpc>
                <a:spcPct val="100000"/>
              </a:lnSpc>
              <a:spcBef>
                <a:spcPts val="600"/>
              </a:spcBef>
              <a:spcAft>
                <a:spcPts val="0"/>
              </a:spcAft>
              <a:buClr>
                <a:srgbClr val="232F3E"/>
              </a:buClr>
              <a:buSzPts val="1600"/>
              <a:buChar char="•"/>
              <a:defRPr sz="1600">
                <a:solidFill>
                  <a:srgbClr val="232F3E"/>
                </a:solidFill>
              </a:defRPr>
            </a:lvl4pPr>
            <a:lvl5pPr indent="-330200" lvl="4" marL="2286000" algn="l">
              <a:lnSpc>
                <a:spcPct val="100000"/>
              </a:lnSpc>
              <a:spcBef>
                <a:spcPts val="600"/>
              </a:spcBef>
              <a:spcAft>
                <a:spcPts val="0"/>
              </a:spcAft>
              <a:buClr>
                <a:srgbClr val="232F3E"/>
              </a:buClr>
              <a:buSzPts val="1600"/>
              <a:buChar char="•"/>
              <a:defRPr sz="16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8" name="Google Shape;238;p115"/>
          <p:cNvSpPr/>
          <p:nvPr>
            <p:ph idx="4" type="pic"/>
          </p:nvPr>
        </p:nvSpPr>
        <p:spPr>
          <a:xfrm>
            <a:off x="4956048" y="1097280"/>
            <a:ext cx="2286000" cy="2286000"/>
          </a:xfrm>
          <a:prstGeom prst="rect">
            <a:avLst/>
          </a:prstGeom>
          <a:noFill/>
          <a:ln>
            <a:noFill/>
          </a:ln>
        </p:spPr>
      </p:sp>
      <p:sp>
        <p:nvSpPr>
          <p:cNvPr id="239" name="Google Shape;239;p115"/>
          <p:cNvSpPr txBox="1"/>
          <p:nvPr>
            <p:ph idx="5" type="body"/>
          </p:nvPr>
        </p:nvSpPr>
        <p:spPr>
          <a:xfrm>
            <a:off x="4224528" y="3429000"/>
            <a:ext cx="3749040" cy="440329"/>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40" name="Google Shape;240;p115"/>
          <p:cNvSpPr txBox="1"/>
          <p:nvPr>
            <p:ph idx="6" type="body"/>
          </p:nvPr>
        </p:nvSpPr>
        <p:spPr>
          <a:xfrm>
            <a:off x="4224528" y="3895344"/>
            <a:ext cx="3749040" cy="2539399"/>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600"/>
              </a:spcBef>
              <a:spcAft>
                <a:spcPts val="0"/>
              </a:spcAft>
              <a:buClr>
                <a:srgbClr val="232F3E"/>
              </a:buClr>
              <a:buSzPts val="2000"/>
              <a:buChar char="•"/>
              <a:defRPr sz="2000">
                <a:solidFill>
                  <a:srgbClr val="232F3E"/>
                </a:solidFill>
              </a:defRPr>
            </a:lvl2pPr>
            <a:lvl3pPr indent="-342900" lvl="2" marL="1371600" algn="l">
              <a:lnSpc>
                <a:spcPct val="100000"/>
              </a:lnSpc>
              <a:spcBef>
                <a:spcPts val="600"/>
              </a:spcBef>
              <a:spcAft>
                <a:spcPts val="0"/>
              </a:spcAft>
              <a:buClr>
                <a:srgbClr val="232F3E"/>
              </a:buClr>
              <a:buSzPts val="1800"/>
              <a:buChar char="•"/>
              <a:defRPr sz="1800">
                <a:solidFill>
                  <a:srgbClr val="232F3E"/>
                </a:solidFill>
              </a:defRPr>
            </a:lvl3pPr>
            <a:lvl4pPr indent="-330200" lvl="3" marL="1828800" algn="l">
              <a:lnSpc>
                <a:spcPct val="100000"/>
              </a:lnSpc>
              <a:spcBef>
                <a:spcPts val="600"/>
              </a:spcBef>
              <a:spcAft>
                <a:spcPts val="0"/>
              </a:spcAft>
              <a:buClr>
                <a:srgbClr val="232F3E"/>
              </a:buClr>
              <a:buSzPts val="1600"/>
              <a:buChar char="•"/>
              <a:defRPr sz="1600">
                <a:solidFill>
                  <a:srgbClr val="232F3E"/>
                </a:solidFill>
              </a:defRPr>
            </a:lvl4pPr>
            <a:lvl5pPr indent="-330200" lvl="4" marL="2286000" algn="l">
              <a:lnSpc>
                <a:spcPct val="100000"/>
              </a:lnSpc>
              <a:spcBef>
                <a:spcPts val="600"/>
              </a:spcBef>
              <a:spcAft>
                <a:spcPts val="0"/>
              </a:spcAft>
              <a:buClr>
                <a:srgbClr val="232F3E"/>
              </a:buClr>
              <a:buSzPts val="1600"/>
              <a:buChar char="•"/>
              <a:defRPr sz="16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1" name="Google Shape;241;p115"/>
          <p:cNvSpPr/>
          <p:nvPr>
            <p:ph idx="7" type="pic"/>
          </p:nvPr>
        </p:nvSpPr>
        <p:spPr>
          <a:xfrm>
            <a:off x="8814816" y="1097280"/>
            <a:ext cx="2286000" cy="2286000"/>
          </a:xfrm>
          <a:prstGeom prst="rect">
            <a:avLst/>
          </a:prstGeom>
          <a:noFill/>
          <a:ln>
            <a:noFill/>
          </a:ln>
        </p:spPr>
      </p:sp>
      <p:sp>
        <p:nvSpPr>
          <p:cNvPr id="242" name="Google Shape;242;p115"/>
          <p:cNvSpPr txBox="1"/>
          <p:nvPr>
            <p:ph idx="8" type="body"/>
          </p:nvPr>
        </p:nvSpPr>
        <p:spPr>
          <a:xfrm>
            <a:off x="8101583" y="3429000"/>
            <a:ext cx="3749040" cy="440329"/>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43" name="Google Shape;243;p115"/>
          <p:cNvSpPr txBox="1"/>
          <p:nvPr>
            <p:ph idx="9" type="body"/>
          </p:nvPr>
        </p:nvSpPr>
        <p:spPr>
          <a:xfrm>
            <a:off x="8083296" y="3895344"/>
            <a:ext cx="3749040" cy="2539399"/>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600"/>
              </a:spcBef>
              <a:spcAft>
                <a:spcPts val="0"/>
              </a:spcAft>
              <a:buClr>
                <a:srgbClr val="232F3E"/>
              </a:buClr>
              <a:buSzPts val="2000"/>
              <a:buChar char="•"/>
              <a:defRPr sz="2000">
                <a:solidFill>
                  <a:srgbClr val="232F3E"/>
                </a:solidFill>
              </a:defRPr>
            </a:lvl2pPr>
            <a:lvl3pPr indent="-342900" lvl="2" marL="1371600" algn="l">
              <a:lnSpc>
                <a:spcPct val="100000"/>
              </a:lnSpc>
              <a:spcBef>
                <a:spcPts val="600"/>
              </a:spcBef>
              <a:spcAft>
                <a:spcPts val="0"/>
              </a:spcAft>
              <a:buClr>
                <a:srgbClr val="232F3E"/>
              </a:buClr>
              <a:buSzPts val="1800"/>
              <a:buChar char="•"/>
              <a:defRPr sz="1800">
                <a:solidFill>
                  <a:srgbClr val="232F3E"/>
                </a:solidFill>
              </a:defRPr>
            </a:lvl3pPr>
            <a:lvl4pPr indent="-330200" lvl="3" marL="1828800" algn="l">
              <a:lnSpc>
                <a:spcPct val="100000"/>
              </a:lnSpc>
              <a:spcBef>
                <a:spcPts val="600"/>
              </a:spcBef>
              <a:spcAft>
                <a:spcPts val="0"/>
              </a:spcAft>
              <a:buClr>
                <a:srgbClr val="232F3E"/>
              </a:buClr>
              <a:buSzPts val="1600"/>
              <a:buChar char="•"/>
              <a:defRPr sz="1600">
                <a:solidFill>
                  <a:srgbClr val="232F3E"/>
                </a:solidFill>
              </a:defRPr>
            </a:lvl4pPr>
            <a:lvl5pPr indent="-330200" lvl="4" marL="2286000" algn="l">
              <a:lnSpc>
                <a:spcPct val="100000"/>
              </a:lnSpc>
              <a:spcBef>
                <a:spcPts val="600"/>
              </a:spcBef>
              <a:spcAft>
                <a:spcPts val="0"/>
              </a:spcAft>
              <a:buClr>
                <a:srgbClr val="232F3E"/>
              </a:buClr>
              <a:buSzPts val="1600"/>
              <a:buChar char="•"/>
              <a:defRPr sz="16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3 images, and 3 text">
  <p:cSld name="Title, 3 images, and 3 text">
    <p:bg>
      <p:bgPr>
        <a:solidFill>
          <a:schemeClr val="lt1"/>
        </a:solidFill>
      </p:bgPr>
    </p:bg>
    <p:spTree>
      <p:nvGrpSpPr>
        <p:cNvPr id="244" name="Shape 244"/>
        <p:cNvGrpSpPr/>
        <p:nvPr/>
      </p:nvGrpSpPr>
      <p:grpSpPr>
        <a:xfrm>
          <a:off x="0" y="0"/>
          <a:ext cx="0" cy="0"/>
          <a:chOff x="0" y="0"/>
          <a:chExt cx="0" cy="0"/>
        </a:xfrm>
      </p:grpSpPr>
      <p:sp>
        <p:nvSpPr>
          <p:cNvPr id="245" name="Google Shape;245;p116"/>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246" name="Google Shape;246;p116"/>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47" name="Google Shape;247;p116"/>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248" name="Google Shape;248;p116"/>
          <p:cNvSpPr/>
          <p:nvPr>
            <p:ph idx="2" type="pic"/>
          </p:nvPr>
        </p:nvSpPr>
        <p:spPr>
          <a:xfrm>
            <a:off x="365760" y="1238846"/>
            <a:ext cx="1554480" cy="1554480"/>
          </a:xfrm>
          <a:prstGeom prst="rect">
            <a:avLst/>
          </a:prstGeom>
          <a:noFill/>
          <a:ln>
            <a:noFill/>
          </a:ln>
        </p:spPr>
      </p:sp>
      <p:sp>
        <p:nvSpPr>
          <p:cNvPr id="249" name="Google Shape;249;p116"/>
          <p:cNvSpPr txBox="1"/>
          <p:nvPr>
            <p:ph idx="1" type="body"/>
          </p:nvPr>
        </p:nvSpPr>
        <p:spPr>
          <a:xfrm>
            <a:off x="2045043" y="1147406"/>
            <a:ext cx="9781197" cy="173736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rgbClr val="232F3E"/>
              </a:buClr>
              <a:buSzPts val="2400"/>
              <a:buNone/>
              <a:defRPr sz="2400">
                <a:solidFill>
                  <a:srgbClr val="232F3E"/>
                </a:solidFill>
              </a:defRPr>
            </a:lvl1pPr>
            <a:lvl2pPr indent="-228600" lvl="1" marL="914400" algn="l">
              <a:lnSpc>
                <a:spcPct val="100000"/>
              </a:lnSpc>
              <a:spcBef>
                <a:spcPts val="300"/>
              </a:spcBef>
              <a:spcAft>
                <a:spcPts val="0"/>
              </a:spcAft>
              <a:buClr>
                <a:srgbClr val="232F3E"/>
              </a:buClr>
              <a:buSzPts val="2000"/>
              <a:buNone/>
              <a:defRPr sz="2000">
                <a:solidFill>
                  <a:srgbClr val="232F3E"/>
                </a:solidFill>
              </a:defRPr>
            </a:lvl2pPr>
            <a:lvl3pPr indent="-228600" lvl="2" marL="1371600" algn="l">
              <a:lnSpc>
                <a:spcPct val="100000"/>
              </a:lnSpc>
              <a:spcBef>
                <a:spcPts val="600"/>
              </a:spcBef>
              <a:spcAft>
                <a:spcPts val="0"/>
              </a:spcAft>
              <a:buClr>
                <a:schemeClr val="dk2"/>
              </a:buClr>
              <a:buSzPts val="2000"/>
              <a:buNone/>
              <a:defRPr sz="2000">
                <a:solidFill>
                  <a:schemeClr val="dk2"/>
                </a:solidFill>
              </a:defRPr>
            </a:lvl3pPr>
            <a:lvl4pPr indent="-342900" lvl="3" marL="1828800" algn="l">
              <a:lnSpc>
                <a:spcPct val="100000"/>
              </a:lnSpc>
              <a:spcBef>
                <a:spcPts val="600"/>
              </a:spcBef>
              <a:spcAft>
                <a:spcPts val="0"/>
              </a:spcAft>
              <a:buClr>
                <a:schemeClr val="dk2"/>
              </a:buClr>
              <a:buSzPts val="1800"/>
              <a:buChar char="•"/>
              <a:defRPr sz="1800">
                <a:solidFill>
                  <a:schemeClr val="dk2"/>
                </a:solidFill>
              </a:defRPr>
            </a:lvl4pPr>
            <a:lvl5pPr indent="-342900" lvl="4" marL="2286000" algn="l">
              <a:lnSpc>
                <a:spcPct val="100000"/>
              </a:lnSpc>
              <a:spcBef>
                <a:spcPts val="600"/>
              </a:spcBef>
              <a:spcAft>
                <a:spcPts val="0"/>
              </a:spcAft>
              <a:buClr>
                <a:schemeClr val="dk2"/>
              </a:buClr>
              <a:buSzPts val="1800"/>
              <a:buChar char="•"/>
              <a:defRPr sz="1800">
                <a:solidFill>
                  <a:schemeClr val="dk2"/>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0" name="Google Shape;250;p116"/>
          <p:cNvSpPr/>
          <p:nvPr>
            <p:ph idx="3" type="pic"/>
          </p:nvPr>
        </p:nvSpPr>
        <p:spPr>
          <a:xfrm>
            <a:off x="365760" y="3008944"/>
            <a:ext cx="1554480" cy="1554480"/>
          </a:xfrm>
          <a:prstGeom prst="rect">
            <a:avLst/>
          </a:prstGeom>
          <a:noFill/>
          <a:ln>
            <a:noFill/>
          </a:ln>
        </p:spPr>
      </p:sp>
      <p:sp>
        <p:nvSpPr>
          <p:cNvPr id="251" name="Google Shape;251;p116"/>
          <p:cNvSpPr txBox="1"/>
          <p:nvPr>
            <p:ph idx="4" type="body"/>
          </p:nvPr>
        </p:nvSpPr>
        <p:spPr>
          <a:xfrm>
            <a:off x="2045043" y="2917504"/>
            <a:ext cx="9781197" cy="173736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rgbClr val="232F3E"/>
              </a:buClr>
              <a:buSzPts val="2400"/>
              <a:buNone/>
              <a:defRPr sz="2400">
                <a:solidFill>
                  <a:srgbClr val="232F3E"/>
                </a:solidFill>
              </a:defRPr>
            </a:lvl1pPr>
            <a:lvl2pPr indent="-228600" lvl="1" marL="914400" algn="l">
              <a:lnSpc>
                <a:spcPct val="100000"/>
              </a:lnSpc>
              <a:spcBef>
                <a:spcPts val="300"/>
              </a:spcBef>
              <a:spcAft>
                <a:spcPts val="0"/>
              </a:spcAft>
              <a:buClr>
                <a:srgbClr val="232F3E"/>
              </a:buClr>
              <a:buSzPts val="2000"/>
              <a:buNone/>
              <a:defRPr sz="2000">
                <a:solidFill>
                  <a:srgbClr val="232F3E"/>
                </a:solidFill>
              </a:defRPr>
            </a:lvl2pPr>
            <a:lvl3pPr indent="-228600" lvl="2" marL="1371600" algn="l">
              <a:lnSpc>
                <a:spcPct val="100000"/>
              </a:lnSpc>
              <a:spcBef>
                <a:spcPts val="600"/>
              </a:spcBef>
              <a:spcAft>
                <a:spcPts val="0"/>
              </a:spcAft>
              <a:buClr>
                <a:schemeClr val="dk2"/>
              </a:buClr>
              <a:buSzPts val="2000"/>
              <a:buNone/>
              <a:defRPr sz="2000">
                <a:solidFill>
                  <a:schemeClr val="dk2"/>
                </a:solidFill>
              </a:defRPr>
            </a:lvl3pPr>
            <a:lvl4pPr indent="-342900" lvl="3" marL="1828800" algn="l">
              <a:lnSpc>
                <a:spcPct val="100000"/>
              </a:lnSpc>
              <a:spcBef>
                <a:spcPts val="600"/>
              </a:spcBef>
              <a:spcAft>
                <a:spcPts val="0"/>
              </a:spcAft>
              <a:buClr>
                <a:schemeClr val="dk2"/>
              </a:buClr>
              <a:buSzPts val="1800"/>
              <a:buChar char="•"/>
              <a:defRPr sz="1800">
                <a:solidFill>
                  <a:schemeClr val="dk2"/>
                </a:solidFill>
              </a:defRPr>
            </a:lvl4pPr>
            <a:lvl5pPr indent="-342900" lvl="4" marL="2286000" algn="l">
              <a:lnSpc>
                <a:spcPct val="100000"/>
              </a:lnSpc>
              <a:spcBef>
                <a:spcPts val="600"/>
              </a:spcBef>
              <a:spcAft>
                <a:spcPts val="0"/>
              </a:spcAft>
              <a:buClr>
                <a:schemeClr val="dk2"/>
              </a:buClr>
              <a:buSzPts val="1800"/>
              <a:buChar char="•"/>
              <a:defRPr sz="1800">
                <a:solidFill>
                  <a:schemeClr val="dk2"/>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2" name="Google Shape;252;p116"/>
          <p:cNvSpPr/>
          <p:nvPr>
            <p:ph idx="5" type="pic"/>
          </p:nvPr>
        </p:nvSpPr>
        <p:spPr>
          <a:xfrm>
            <a:off x="365760" y="4776114"/>
            <a:ext cx="1554480" cy="1554480"/>
          </a:xfrm>
          <a:prstGeom prst="rect">
            <a:avLst/>
          </a:prstGeom>
          <a:noFill/>
          <a:ln>
            <a:noFill/>
          </a:ln>
        </p:spPr>
      </p:sp>
      <p:sp>
        <p:nvSpPr>
          <p:cNvPr id="253" name="Google Shape;253;p116"/>
          <p:cNvSpPr txBox="1"/>
          <p:nvPr>
            <p:ph idx="6" type="body"/>
          </p:nvPr>
        </p:nvSpPr>
        <p:spPr>
          <a:xfrm>
            <a:off x="2045043" y="4684674"/>
            <a:ext cx="9781197" cy="173736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rgbClr val="232F3E"/>
              </a:buClr>
              <a:buSzPts val="2400"/>
              <a:buNone/>
              <a:defRPr sz="2400">
                <a:solidFill>
                  <a:srgbClr val="232F3E"/>
                </a:solidFill>
              </a:defRPr>
            </a:lvl1pPr>
            <a:lvl2pPr indent="-228600" lvl="1" marL="914400" algn="l">
              <a:lnSpc>
                <a:spcPct val="100000"/>
              </a:lnSpc>
              <a:spcBef>
                <a:spcPts val="300"/>
              </a:spcBef>
              <a:spcAft>
                <a:spcPts val="0"/>
              </a:spcAft>
              <a:buClr>
                <a:srgbClr val="232F3E"/>
              </a:buClr>
              <a:buSzPts val="2000"/>
              <a:buNone/>
              <a:defRPr sz="2000">
                <a:solidFill>
                  <a:srgbClr val="232F3E"/>
                </a:solidFill>
              </a:defRPr>
            </a:lvl2pPr>
            <a:lvl3pPr indent="-228600" lvl="2" marL="1371600" algn="l">
              <a:lnSpc>
                <a:spcPct val="100000"/>
              </a:lnSpc>
              <a:spcBef>
                <a:spcPts val="600"/>
              </a:spcBef>
              <a:spcAft>
                <a:spcPts val="0"/>
              </a:spcAft>
              <a:buClr>
                <a:schemeClr val="dk2"/>
              </a:buClr>
              <a:buSzPts val="2000"/>
              <a:buNone/>
              <a:defRPr sz="2000">
                <a:solidFill>
                  <a:schemeClr val="dk2"/>
                </a:solidFill>
              </a:defRPr>
            </a:lvl3pPr>
            <a:lvl4pPr indent="-342900" lvl="3" marL="1828800" algn="l">
              <a:lnSpc>
                <a:spcPct val="100000"/>
              </a:lnSpc>
              <a:spcBef>
                <a:spcPts val="600"/>
              </a:spcBef>
              <a:spcAft>
                <a:spcPts val="0"/>
              </a:spcAft>
              <a:buClr>
                <a:schemeClr val="dk2"/>
              </a:buClr>
              <a:buSzPts val="1800"/>
              <a:buChar char="•"/>
              <a:defRPr sz="1800">
                <a:solidFill>
                  <a:schemeClr val="dk2"/>
                </a:solidFill>
              </a:defRPr>
            </a:lvl4pPr>
            <a:lvl5pPr indent="-342900" lvl="4" marL="2286000" algn="l">
              <a:lnSpc>
                <a:spcPct val="100000"/>
              </a:lnSpc>
              <a:spcBef>
                <a:spcPts val="600"/>
              </a:spcBef>
              <a:spcAft>
                <a:spcPts val="0"/>
              </a:spcAft>
              <a:buClr>
                <a:schemeClr val="dk2"/>
              </a:buClr>
              <a:buSzPts val="1800"/>
              <a:buChar char="•"/>
              <a:defRPr sz="1800">
                <a:solidFill>
                  <a:schemeClr val="dk2"/>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ronyms">
  <p:cSld name="Acronyms">
    <p:bg>
      <p:bgPr>
        <a:solidFill>
          <a:schemeClr val="lt1"/>
        </a:solidFill>
      </p:bgPr>
    </p:bg>
    <p:spTree>
      <p:nvGrpSpPr>
        <p:cNvPr id="254" name="Shape 254"/>
        <p:cNvGrpSpPr/>
        <p:nvPr/>
      </p:nvGrpSpPr>
      <p:grpSpPr>
        <a:xfrm>
          <a:off x="0" y="0"/>
          <a:ext cx="0" cy="0"/>
          <a:chOff x="0" y="0"/>
          <a:chExt cx="0" cy="0"/>
        </a:xfrm>
      </p:grpSpPr>
      <p:sp>
        <p:nvSpPr>
          <p:cNvPr id="255" name="Google Shape;255;p117"/>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256" name="Google Shape;256;p117"/>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57" name="Google Shape;257;p117"/>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258" name="Google Shape;258;p117"/>
          <p:cNvSpPr txBox="1"/>
          <p:nvPr>
            <p:ph idx="1" type="body"/>
          </p:nvPr>
        </p:nvSpPr>
        <p:spPr>
          <a:xfrm>
            <a:off x="353060" y="1188403"/>
            <a:ext cx="1828800" cy="15544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accent2"/>
              </a:buClr>
              <a:buSzPts val="5400"/>
              <a:buNone/>
              <a:defRPr b="1" sz="5400" cap="none">
                <a:solidFill>
                  <a:schemeClr val="accent2"/>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9" name="Google Shape;259;p117"/>
          <p:cNvSpPr txBox="1"/>
          <p:nvPr>
            <p:ph idx="2" type="body"/>
          </p:nvPr>
        </p:nvSpPr>
        <p:spPr>
          <a:xfrm>
            <a:off x="2194163" y="1096963"/>
            <a:ext cx="3840480" cy="173736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rgbClr val="232F3E"/>
              </a:buClr>
              <a:buSzPts val="2000"/>
              <a:buNone/>
              <a:defRPr sz="2000">
                <a:solidFill>
                  <a:srgbClr val="232F3E"/>
                </a:solidFill>
                <a:latin typeface="Play"/>
                <a:ea typeface="Play"/>
                <a:cs typeface="Play"/>
                <a:sym typeface="Play"/>
              </a:defRPr>
            </a:lvl1pPr>
            <a:lvl2pPr indent="-228600" lvl="1" marL="914400" algn="l">
              <a:lnSpc>
                <a:spcPct val="100000"/>
              </a:lnSpc>
              <a:spcBef>
                <a:spcPts val="300"/>
              </a:spcBef>
              <a:spcAft>
                <a:spcPts val="0"/>
              </a:spcAft>
              <a:buClr>
                <a:srgbClr val="232F3E"/>
              </a:buClr>
              <a:buSzPts val="2000"/>
              <a:buNone/>
              <a:defRPr sz="2000">
                <a:solidFill>
                  <a:srgbClr val="232F3E"/>
                </a:solidFill>
                <a:latin typeface="Play"/>
                <a:ea typeface="Play"/>
                <a:cs typeface="Play"/>
                <a:sym typeface="Play"/>
              </a:defRPr>
            </a:lvl2pPr>
            <a:lvl3pPr indent="-228600" lvl="2" marL="1371600" algn="l">
              <a:lnSpc>
                <a:spcPct val="100000"/>
              </a:lnSpc>
              <a:spcBef>
                <a:spcPts val="600"/>
              </a:spcBef>
              <a:spcAft>
                <a:spcPts val="0"/>
              </a:spcAft>
              <a:buClr>
                <a:schemeClr val="dk2"/>
              </a:buClr>
              <a:buSzPts val="2000"/>
              <a:buNone/>
              <a:defRPr sz="2000">
                <a:solidFill>
                  <a:schemeClr val="dk2"/>
                </a:solidFill>
                <a:latin typeface="Play"/>
                <a:ea typeface="Play"/>
                <a:cs typeface="Play"/>
                <a:sym typeface="Play"/>
              </a:defRPr>
            </a:lvl3pPr>
            <a:lvl4pPr indent="-342900" lvl="3" marL="1828800" algn="l">
              <a:lnSpc>
                <a:spcPct val="100000"/>
              </a:lnSpc>
              <a:spcBef>
                <a:spcPts val="600"/>
              </a:spcBef>
              <a:spcAft>
                <a:spcPts val="0"/>
              </a:spcAft>
              <a:buClr>
                <a:schemeClr val="dk2"/>
              </a:buClr>
              <a:buSzPts val="1800"/>
              <a:buChar char="•"/>
              <a:defRPr sz="1800">
                <a:solidFill>
                  <a:schemeClr val="dk2"/>
                </a:solidFill>
                <a:latin typeface="Play"/>
                <a:ea typeface="Play"/>
                <a:cs typeface="Play"/>
                <a:sym typeface="Play"/>
              </a:defRPr>
            </a:lvl4pPr>
            <a:lvl5pPr indent="-342900" lvl="4" marL="2286000" algn="l">
              <a:lnSpc>
                <a:spcPct val="100000"/>
              </a:lnSpc>
              <a:spcBef>
                <a:spcPts val="600"/>
              </a:spcBef>
              <a:spcAft>
                <a:spcPts val="0"/>
              </a:spcAft>
              <a:buClr>
                <a:schemeClr val="dk2"/>
              </a:buClr>
              <a:buSzPts val="1800"/>
              <a:buChar char="•"/>
              <a:defRPr sz="1800">
                <a:solidFill>
                  <a:schemeClr val="dk2"/>
                </a:solidFill>
                <a:latin typeface="Play"/>
                <a:ea typeface="Play"/>
                <a:cs typeface="Play"/>
                <a:sym typeface="Play"/>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0" name="Google Shape;260;p117"/>
          <p:cNvSpPr txBox="1"/>
          <p:nvPr>
            <p:ph idx="3" type="body"/>
          </p:nvPr>
        </p:nvSpPr>
        <p:spPr>
          <a:xfrm>
            <a:off x="353060" y="2980786"/>
            <a:ext cx="1828800" cy="15544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accent2"/>
              </a:buClr>
              <a:buSzPts val="5400"/>
              <a:buNone/>
              <a:defRPr b="1" sz="5400" cap="none">
                <a:solidFill>
                  <a:schemeClr val="accent2"/>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1" name="Google Shape;261;p117"/>
          <p:cNvSpPr txBox="1"/>
          <p:nvPr>
            <p:ph idx="4" type="body"/>
          </p:nvPr>
        </p:nvSpPr>
        <p:spPr>
          <a:xfrm>
            <a:off x="2194163" y="2889346"/>
            <a:ext cx="3840480" cy="173736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rgbClr val="232F3E"/>
              </a:buClr>
              <a:buSzPts val="2000"/>
              <a:buNone/>
              <a:defRPr sz="2000">
                <a:solidFill>
                  <a:srgbClr val="232F3E"/>
                </a:solidFill>
                <a:latin typeface="Play"/>
                <a:ea typeface="Play"/>
                <a:cs typeface="Play"/>
                <a:sym typeface="Play"/>
              </a:defRPr>
            </a:lvl1pPr>
            <a:lvl2pPr indent="-355600" lvl="1" marL="914400" algn="l">
              <a:lnSpc>
                <a:spcPct val="100000"/>
              </a:lnSpc>
              <a:spcBef>
                <a:spcPts val="300"/>
              </a:spcBef>
              <a:spcAft>
                <a:spcPts val="0"/>
              </a:spcAft>
              <a:buClr>
                <a:srgbClr val="232F3E"/>
              </a:buClr>
              <a:buSzPts val="2000"/>
              <a:buChar char="•"/>
              <a:defRPr sz="2000">
                <a:solidFill>
                  <a:srgbClr val="232F3E"/>
                </a:solidFill>
                <a:latin typeface="Play"/>
                <a:ea typeface="Play"/>
                <a:cs typeface="Play"/>
                <a:sym typeface="Play"/>
              </a:defRPr>
            </a:lvl2pPr>
            <a:lvl3pPr indent="-228600" lvl="2" marL="1371600" algn="l">
              <a:lnSpc>
                <a:spcPct val="100000"/>
              </a:lnSpc>
              <a:spcBef>
                <a:spcPts val="600"/>
              </a:spcBef>
              <a:spcAft>
                <a:spcPts val="0"/>
              </a:spcAft>
              <a:buClr>
                <a:schemeClr val="dk2"/>
              </a:buClr>
              <a:buSzPts val="2000"/>
              <a:buNone/>
              <a:defRPr sz="2000">
                <a:solidFill>
                  <a:schemeClr val="dk2"/>
                </a:solidFill>
                <a:latin typeface="Play"/>
                <a:ea typeface="Play"/>
                <a:cs typeface="Play"/>
                <a:sym typeface="Play"/>
              </a:defRPr>
            </a:lvl3pPr>
            <a:lvl4pPr indent="-342900" lvl="3" marL="1828800" algn="l">
              <a:lnSpc>
                <a:spcPct val="100000"/>
              </a:lnSpc>
              <a:spcBef>
                <a:spcPts val="600"/>
              </a:spcBef>
              <a:spcAft>
                <a:spcPts val="0"/>
              </a:spcAft>
              <a:buClr>
                <a:schemeClr val="dk2"/>
              </a:buClr>
              <a:buSzPts val="1800"/>
              <a:buChar char="•"/>
              <a:defRPr sz="1800">
                <a:solidFill>
                  <a:schemeClr val="dk2"/>
                </a:solidFill>
                <a:latin typeface="Play"/>
                <a:ea typeface="Play"/>
                <a:cs typeface="Play"/>
                <a:sym typeface="Play"/>
              </a:defRPr>
            </a:lvl4pPr>
            <a:lvl5pPr indent="-342900" lvl="4" marL="2286000" algn="l">
              <a:lnSpc>
                <a:spcPct val="100000"/>
              </a:lnSpc>
              <a:spcBef>
                <a:spcPts val="600"/>
              </a:spcBef>
              <a:spcAft>
                <a:spcPts val="0"/>
              </a:spcAft>
              <a:buClr>
                <a:schemeClr val="dk2"/>
              </a:buClr>
              <a:buSzPts val="1800"/>
              <a:buChar char="•"/>
              <a:defRPr sz="1800">
                <a:solidFill>
                  <a:schemeClr val="dk2"/>
                </a:solidFill>
                <a:latin typeface="Play"/>
                <a:ea typeface="Play"/>
                <a:cs typeface="Play"/>
                <a:sym typeface="Play"/>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2" name="Google Shape;262;p117"/>
          <p:cNvSpPr txBox="1"/>
          <p:nvPr>
            <p:ph idx="5" type="body"/>
          </p:nvPr>
        </p:nvSpPr>
        <p:spPr>
          <a:xfrm>
            <a:off x="353060" y="4773168"/>
            <a:ext cx="1828800" cy="15544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accent2"/>
              </a:buClr>
              <a:buSzPts val="5400"/>
              <a:buNone/>
              <a:defRPr b="1" sz="5400" cap="none">
                <a:solidFill>
                  <a:schemeClr val="accent2"/>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3" name="Google Shape;263;p117"/>
          <p:cNvSpPr txBox="1"/>
          <p:nvPr>
            <p:ph idx="6" type="body"/>
          </p:nvPr>
        </p:nvSpPr>
        <p:spPr>
          <a:xfrm>
            <a:off x="2194163" y="4681728"/>
            <a:ext cx="3840480" cy="173736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rgbClr val="232F3E"/>
              </a:buClr>
              <a:buSzPts val="2000"/>
              <a:buNone/>
              <a:defRPr sz="2000">
                <a:solidFill>
                  <a:srgbClr val="232F3E"/>
                </a:solidFill>
                <a:latin typeface="Play"/>
                <a:ea typeface="Play"/>
                <a:cs typeface="Play"/>
                <a:sym typeface="Play"/>
              </a:defRPr>
            </a:lvl1pPr>
            <a:lvl2pPr indent="-355600" lvl="1" marL="914400" algn="l">
              <a:lnSpc>
                <a:spcPct val="100000"/>
              </a:lnSpc>
              <a:spcBef>
                <a:spcPts val="300"/>
              </a:spcBef>
              <a:spcAft>
                <a:spcPts val="0"/>
              </a:spcAft>
              <a:buClr>
                <a:srgbClr val="232F3E"/>
              </a:buClr>
              <a:buSzPts val="2000"/>
              <a:buChar char="•"/>
              <a:defRPr sz="2000">
                <a:solidFill>
                  <a:srgbClr val="232F3E"/>
                </a:solidFill>
                <a:latin typeface="Play"/>
                <a:ea typeface="Play"/>
                <a:cs typeface="Play"/>
                <a:sym typeface="Play"/>
              </a:defRPr>
            </a:lvl2pPr>
            <a:lvl3pPr indent="-228600" lvl="2" marL="1371600" algn="l">
              <a:lnSpc>
                <a:spcPct val="100000"/>
              </a:lnSpc>
              <a:spcBef>
                <a:spcPts val="600"/>
              </a:spcBef>
              <a:spcAft>
                <a:spcPts val="0"/>
              </a:spcAft>
              <a:buClr>
                <a:schemeClr val="dk2"/>
              </a:buClr>
              <a:buSzPts val="2000"/>
              <a:buNone/>
              <a:defRPr sz="2000">
                <a:solidFill>
                  <a:schemeClr val="dk2"/>
                </a:solidFill>
                <a:latin typeface="Play"/>
                <a:ea typeface="Play"/>
                <a:cs typeface="Play"/>
                <a:sym typeface="Play"/>
              </a:defRPr>
            </a:lvl3pPr>
            <a:lvl4pPr indent="-342900" lvl="3" marL="1828800" algn="l">
              <a:lnSpc>
                <a:spcPct val="100000"/>
              </a:lnSpc>
              <a:spcBef>
                <a:spcPts val="600"/>
              </a:spcBef>
              <a:spcAft>
                <a:spcPts val="0"/>
              </a:spcAft>
              <a:buClr>
                <a:schemeClr val="dk2"/>
              </a:buClr>
              <a:buSzPts val="1800"/>
              <a:buChar char="•"/>
              <a:defRPr sz="1800">
                <a:solidFill>
                  <a:schemeClr val="dk2"/>
                </a:solidFill>
                <a:latin typeface="Play"/>
                <a:ea typeface="Play"/>
                <a:cs typeface="Play"/>
                <a:sym typeface="Play"/>
              </a:defRPr>
            </a:lvl4pPr>
            <a:lvl5pPr indent="-342900" lvl="4" marL="2286000" algn="l">
              <a:lnSpc>
                <a:spcPct val="100000"/>
              </a:lnSpc>
              <a:spcBef>
                <a:spcPts val="600"/>
              </a:spcBef>
              <a:spcAft>
                <a:spcPts val="0"/>
              </a:spcAft>
              <a:buClr>
                <a:schemeClr val="dk2"/>
              </a:buClr>
              <a:buSzPts val="1800"/>
              <a:buChar char="•"/>
              <a:defRPr sz="1800">
                <a:solidFill>
                  <a:schemeClr val="dk2"/>
                </a:solidFill>
                <a:latin typeface="Play"/>
                <a:ea typeface="Play"/>
                <a:cs typeface="Play"/>
                <a:sym typeface="Play"/>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4" name="Google Shape;264;p117"/>
          <p:cNvSpPr txBox="1"/>
          <p:nvPr>
            <p:ph idx="7" type="body"/>
          </p:nvPr>
        </p:nvSpPr>
        <p:spPr>
          <a:xfrm>
            <a:off x="6162412" y="1188403"/>
            <a:ext cx="1828800" cy="15544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accent2"/>
              </a:buClr>
              <a:buSzPts val="5400"/>
              <a:buNone/>
              <a:defRPr b="1" sz="5400" cap="none">
                <a:solidFill>
                  <a:schemeClr val="accent2"/>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5" name="Google Shape;265;p117"/>
          <p:cNvSpPr txBox="1"/>
          <p:nvPr>
            <p:ph idx="8" type="body"/>
          </p:nvPr>
        </p:nvSpPr>
        <p:spPr>
          <a:xfrm>
            <a:off x="7991878" y="1096963"/>
            <a:ext cx="3840480" cy="173736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rgbClr val="232F3E"/>
              </a:buClr>
              <a:buSzPts val="2000"/>
              <a:buFont typeface="Play"/>
              <a:buNone/>
              <a:defRPr sz="2000">
                <a:solidFill>
                  <a:srgbClr val="232F3E"/>
                </a:solidFill>
                <a:latin typeface="Play"/>
                <a:ea typeface="Play"/>
                <a:cs typeface="Play"/>
                <a:sym typeface="Play"/>
              </a:defRPr>
            </a:lvl1pPr>
            <a:lvl2pPr indent="-355600" lvl="1" marL="914400" algn="l">
              <a:lnSpc>
                <a:spcPct val="100000"/>
              </a:lnSpc>
              <a:spcBef>
                <a:spcPts val="300"/>
              </a:spcBef>
              <a:spcAft>
                <a:spcPts val="0"/>
              </a:spcAft>
              <a:buClr>
                <a:srgbClr val="232F3E"/>
              </a:buClr>
              <a:buSzPts val="2000"/>
              <a:buChar char="•"/>
              <a:defRPr sz="2000">
                <a:solidFill>
                  <a:srgbClr val="232F3E"/>
                </a:solidFill>
                <a:latin typeface="Play"/>
                <a:ea typeface="Play"/>
                <a:cs typeface="Play"/>
                <a:sym typeface="Play"/>
              </a:defRPr>
            </a:lvl2pPr>
            <a:lvl3pPr indent="-228600" lvl="2" marL="1371600" algn="l">
              <a:lnSpc>
                <a:spcPct val="100000"/>
              </a:lnSpc>
              <a:spcBef>
                <a:spcPts val="600"/>
              </a:spcBef>
              <a:spcAft>
                <a:spcPts val="0"/>
              </a:spcAft>
              <a:buClr>
                <a:schemeClr val="dk2"/>
              </a:buClr>
              <a:buSzPts val="2000"/>
              <a:buNone/>
              <a:defRPr sz="2000">
                <a:solidFill>
                  <a:schemeClr val="dk2"/>
                </a:solidFill>
                <a:latin typeface="Play"/>
                <a:ea typeface="Play"/>
                <a:cs typeface="Play"/>
                <a:sym typeface="Play"/>
              </a:defRPr>
            </a:lvl3pPr>
            <a:lvl4pPr indent="-342900" lvl="3" marL="1828800" algn="l">
              <a:lnSpc>
                <a:spcPct val="100000"/>
              </a:lnSpc>
              <a:spcBef>
                <a:spcPts val="600"/>
              </a:spcBef>
              <a:spcAft>
                <a:spcPts val="0"/>
              </a:spcAft>
              <a:buClr>
                <a:schemeClr val="dk2"/>
              </a:buClr>
              <a:buSzPts val="1800"/>
              <a:buChar char="•"/>
              <a:defRPr sz="1800">
                <a:solidFill>
                  <a:schemeClr val="dk2"/>
                </a:solidFill>
                <a:latin typeface="Play"/>
                <a:ea typeface="Play"/>
                <a:cs typeface="Play"/>
                <a:sym typeface="Play"/>
              </a:defRPr>
            </a:lvl4pPr>
            <a:lvl5pPr indent="-342900" lvl="4" marL="2286000" algn="l">
              <a:lnSpc>
                <a:spcPct val="100000"/>
              </a:lnSpc>
              <a:spcBef>
                <a:spcPts val="600"/>
              </a:spcBef>
              <a:spcAft>
                <a:spcPts val="0"/>
              </a:spcAft>
              <a:buClr>
                <a:schemeClr val="dk2"/>
              </a:buClr>
              <a:buSzPts val="1800"/>
              <a:buChar char="•"/>
              <a:defRPr sz="1800">
                <a:solidFill>
                  <a:schemeClr val="dk2"/>
                </a:solidFill>
                <a:latin typeface="Play"/>
                <a:ea typeface="Play"/>
                <a:cs typeface="Play"/>
                <a:sym typeface="Play"/>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6" name="Google Shape;266;p117"/>
          <p:cNvSpPr txBox="1"/>
          <p:nvPr>
            <p:ph idx="9" type="body"/>
          </p:nvPr>
        </p:nvSpPr>
        <p:spPr>
          <a:xfrm>
            <a:off x="6162412" y="2980786"/>
            <a:ext cx="1828800" cy="15544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accent2"/>
              </a:buClr>
              <a:buSzPts val="5400"/>
              <a:buNone/>
              <a:defRPr b="1" sz="5400" cap="none">
                <a:solidFill>
                  <a:schemeClr val="accent2"/>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7" name="Google Shape;267;p117"/>
          <p:cNvSpPr txBox="1"/>
          <p:nvPr>
            <p:ph idx="13" type="body"/>
          </p:nvPr>
        </p:nvSpPr>
        <p:spPr>
          <a:xfrm>
            <a:off x="7991878" y="2889346"/>
            <a:ext cx="3840480" cy="173736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rgbClr val="232F3E"/>
              </a:buClr>
              <a:buSzPts val="2000"/>
              <a:buNone/>
              <a:defRPr sz="2000">
                <a:solidFill>
                  <a:srgbClr val="232F3E"/>
                </a:solidFill>
                <a:latin typeface="Play"/>
                <a:ea typeface="Play"/>
                <a:cs typeface="Play"/>
                <a:sym typeface="Play"/>
              </a:defRPr>
            </a:lvl1pPr>
            <a:lvl2pPr indent="-355600" lvl="1" marL="914400" algn="l">
              <a:lnSpc>
                <a:spcPct val="100000"/>
              </a:lnSpc>
              <a:spcBef>
                <a:spcPts val="300"/>
              </a:spcBef>
              <a:spcAft>
                <a:spcPts val="0"/>
              </a:spcAft>
              <a:buClr>
                <a:srgbClr val="232F3E"/>
              </a:buClr>
              <a:buSzPts val="2000"/>
              <a:buChar char="•"/>
              <a:defRPr sz="2000">
                <a:solidFill>
                  <a:srgbClr val="232F3E"/>
                </a:solidFill>
                <a:latin typeface="Play"/>
                <a:ea typeface="Play"/>
                <a:cs typeface="Play"/>
                <a:sym typeface="Play"/>
              </a:defRPr>
            </a:lvl2pPr>
            <a:lvl3pPr indent="-228600" lvl="2" marL="1371600" algn="l">
              <a:lnSpc>
                <a:spcPct val="100000"/>
              </a:lnSpc>
              <a:spcBef>
                <a:spcPts val="600"/>
              </a:spcBef>
              <a:spcAft>
                <a:spcPts val="0"/>
              </a:spcAft>
              <a:buClr>
                <a:schemeClr val="dk2"/>
              </a:buClr>
              <a:buSzPts val="2000"/>
              <a:buNone/>
              <a:defRPr sz="2000">
                <a:solidFill>
                  <a:schemeClr val="dk2"/>
                </a:solidFill>
                <a:latin typeface="Play"/>
                <a:ea typeface="Play"/>
                <a:cs typeface="Play"/>
                <a:sym typeface="Play"/>
              </a:defRPr>
            </a:lvl3pPr>
            <a:lvl4pPr indent="-342900" lvl="3" marL="1828800" algn="l">
              <a:lnSpc>
                <a:spcPct val="100000"/>
              </a:lnSpc>
              <a:spcBef>
                <a:spcPts val="600"/>
              </a:spcBef>
              <a:spcAft>
                <a:spcPts val="0"/>
              </a:spcAft>
              <a:buClr>
                <a:schemeClr val="dk2"/>
              </a:buClr>
              <a:buSzPts val="1800"/>
              <a:buChar char="•"/>
              <a:defRPr sz="1800">
                <a:solidFill>
                  <a:schemeClr val="dk2"/>
                </a:solidFill>
                <a:latin typeface="Play"/>
                <a:ea typeface="Play"/>
                <a:cs typeface="Play"/>
                <a:sym typeface="Play"/>
              </a:defRPr>
            </a:lvl4pPr>
            <a:lvl5pPr indent="-342900" lvl="4" marL="2286000" algn="l">
              <a:lnSpc>
                <a:spcPct val="100000"/>
              </a:lnSpc>
              <a:spcBef>
                <a:spcPts val="600"/>
              </a:spcBef>
              <a:spcAft>
                <a:spcPts val="0"/>
              </a:spcAft>
              <a:buClr>
                <a:schemeClr val="dk2"/>
              </a:buClr>
              <a:buSzPts val="1800"/>
              <a:buChar char="•"/>
              <a:defRPr sz="1800">
                <a:solidFill>
                  <a:schemeClr val="dk2"/>
                </a:solidFill>
                <a:latin typeface="Play"/>
                <a:ea typeface="Play"/>
                <a:cs typeface="Play"/>
                <a:sym typeface="Play"/>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8" name="Google Shape;268;p117"/>
          <p:cNvSpPr txBox="1"/>
          <p:nvPr>
            <p:ph idx="14" type="body"/>
          </p:nvPr>
        </p:nvSpPr>
        <p:spPr>
          <a:xfrm>
            <a:off x="6162412" y="4773168"/>
            <a:ext cx="1828800" cy="15544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accent2"/>
              </a:buClr>
              <a:buSzPts val="5400"/>
              <a:buNone/>
              <a:defRPr b="1" sz="5400" cap="none">
                <a:solidFill>
                  <a:schemeClr val="accent2"/>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9" name="Google Shape;269;p117"/>
          <p:cNvSpPr txBox="1"/>
          <p:nvPr>
            <p:ph idx="15" type="body"/>
          </p:nvPr>
        </p:nvSpPr>
        <p:spPr>
          <a:xfrm>
            <a:off x="7991878" y="4681728"/>
            <a:ext cx="3840480" cy="173736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rgbClr val="232F3E"/>
              </a:buClr>
              <a:buSzPts val="2000"/>
              <a:buNone/>
              <a:defRPr sz="2000">
                <a:solidFill>
                  <a:srgbClr val="232F3E"/>
                </a:solidFill>
                <a:latin typeface="Play"/>
                <a:ea typeface="Play"/>
                <a:cs typeface="Play"/>
                <a:sym typeface="Play"/>
              </a:defRPr>
            </a:lvl1pPr>
            <a:lvl2pPr indent="-355600" lvl="1" marL="914400" algn="l">
              <a:lnSpc>
                <a:spcPct val="100000"/>
              </a:lnSpc>
              <a:spcBef>
                <a:spcPts val="300"/>
              </a:spcBef>
              <a:spcAft>
                <a:spcPts val="0"/>
              </a:spcAft>
              <a:buClr>
                <a:srgbClr val="232F3E"/>
              </a:buClr>
              <a:buSzPts val="2000"/>
              <a:buChar char="•"/>
              <a:defRPr sz="2000">
                <a:solidFill>
                  <a:srgbClr val="232F3E"/>
                </a:solidFill>
                <a:latin typeface="Play"/>
                <a:ea typeface="Play"/>
                <a:cs typeface="Play"/>
                <a:sym typeface="Play"/>
              </a:defRPr>
            </a:lvl2pPr>
            <a:lvl3pPr indent="-228600" lvl="2" marL="1371600" algn="l">
              <a:lnSpc>
                <a:spcPct val="100000"/>
              </a:lnSpc>
              <a:spcBef>
                <a:spcPts val="600"/>
              </a:spcBef>
              <a:spcAft>
                <a:spcPts val="0"/>
              </a:spcAft>
              <a:buClr>
                <a:schemeClr val="dk2"/>
              </a:buClr>
              <a:buSzPts val="2000"/>
              <a:buNone/>
              <a:defRPr sz="2000">
                <a:solidFill>
                  <a:schemeClr val="dk2"/>
                </a:solidFill>
                <a:latin typeface="Play"/>
                <a:ea typeface="Play"/>
                <a:cs typeface="Play"/>
                <a:sym typeface="Play"/>
              </a:defRPr>
            </a:lvl3pPr>
            <a:lvl4pPr indent="-342900" lvl="3" marL="1828800" algn="l">
              <a:lnSpc>
                <a:spcPct val="100000"/>
              </a:lnSpc>
              <a:spcBef>
                <a:spcPts val="600"/>
              </a:spcBef>
              <a:spcAft>
                <a:spcPts val="0"/>
              </a:spcAft>
              <a:buClr>
                <a:schemeClr val="dk2"/>
              </a:buClr>
              <a:buSzPts val="1800"/>
              <a:buChar char="•"/>
              <a:defRPr sz="1800">
                <a:solidFill>
                  <a:schemeClr val="dk2"/>
                </a:solidFill>
                <a:latin typeface="Play"/>
                <a:ea typeface="Play"/>
                <a:cs typeface="Play"/>
                <a:sym typeface="Play"/>
              </a:defRPr>
            </a:lvl4pPr>
            <a:lvl5pPr indent="-342900" lvl="4" marL="2286000" algn="l">
              <a:lnSpc>
                <a:spcPct val="100000"/>
              </a:lnSpc>
              <a:spcBef>
                <a:spcPts val="600"/>
              </a:spcBef>
              <a:spcAft>
                <a:spcPts val="0"/>
              </a:spcAft>
              <a:buClr>
                <a:schemeClr val="dk2"/>
              </a:buClr>
              <a:buSzPts val="1800"/>
              <a:buChar char="•"/>
              <a:defRPr sz="1800">
                <a:solidFill>
                  <a:schemeClr val="dk2"/>
                </a:solidFill>
                <a:latin typeface="Play"/>
                <a:ea typeface="Play"/>
                <a:cs typeface="Play"/>
                <a:sym typeface="Play"/>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images, and 6 text">
  <p:cSld name="Title, 6 images, and 6 text">
    <p:bg>
      <p:bgPr>
        <a:solidFill>
          <a:schemeClr val="lt1"/>
        </a:solidFill>
      </p:bgPr>
    </p:bg>
    <p:spTree>
      <p:nvGrpSpPr>
        <p:cNvPr id="270" name="Shape 270"/>
        <p:cNvGrpSpPr/>
        <p:nvPr/>
      </p:nvGrpSpPr>
      <p:grpSpPr>
        <a:xfrm>
          <a:off x="0" y="0"/>
          <a:ext cx="0" cy="0"/>
          <a:chOff x="0" y="0"/>
          <a:chExt cx="0" cy="0"/>
        </a:xfrm>
      </p:grpSpPr>
      <p:sp>
        <p:nvSpPr>
          <p:cNvPr id="271" name="Google Shape;271;p118"/>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272" name="Google Shape;272;p118"/>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73" name="Google Shape;273;p118"/>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274" name="Google Shape;274;p118"/>
          <p:cNvSpPr/>
          <p:nvPr>
            <p:ph idx="2" type="pic"/>
          </p:nvPr>
        </p:nvSpPr>
        <p:spPr>
          <a:xfrm>
            <a:off x="365760" y="1238846"/>
            <a:ext cx="1554480" cy="1554480"/>
          </a:xfrm>
          <a:prstGeom prst="rect">
            <a:avLst/>
          </a:prstGeom>
          <a:noFill/>
          <a:ln>
            <a:noFill/>
          </a:ln>
        </p:spPr>
      </p:sp>
      <p:sp>
        <p:nvSpPr>
          <p:cNvPr id="275" name="Google Shape;275;p118"/>
          <p:cNvSpPr txBox="1"/>
          <p:nvPr>
            <p:ph idx="1" type="body"/>
          </p:nvPr>
        </p:nvSpPr>
        <p:spPr>
          <a:xfrm>
            <a:off x="2045044" y="1147406"/>
            <a:ext cx="3941806" cy="173736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rgbClr val="232F3E"/>
              </a:buClr>
              <a:buSzPts val="2400"/>
              <a:buNone/>
              <a:defRPr sz="2400">
                <a:solidFill>
                  <a:srgbClr val="232F3E"/>
                </a:solidFill>
              </a:defRPr>
            </a:lvl1pPr>
            <a:lvl2pPr indent="-228600" lvl="1" marL="914400" algn="l">
              <a:lnSpc>
                <a:spcPct val="100000"/>
              </a:lnSpc>
              <a:spcBef>
                <a:spcPts val="300"/>
              </a:spcBef>
              <a:spcAft>
                <a:spcPts val="0"/>
              </a:spcAft>
              <a:buClr>
                <a:srgbClr val="232F3E"/>
              </a:buClr>
              <a:buSzPts val="2000"/>
              <a:buNone/>
              <a:defRPr sz="2000">
                <a:solidFill>
                  <a:srgbClr val="232F3E"/>
                </a:solidFill>
              </a:defRPr>
            </a:lvl2pPr>
            <a:lvl3pPr indent="-228600" lvl="2" marL="1371600" algn="l">
              <a:lnSpc>
                <a:spcPct val="100000"/>
              </a:lnSpc>
              <a:spcBef>
                <a:spcPts val="600"/>
              </a:spcBef>
              <a:spcAft>
                <a:spcPts val="0"/>
              </a:spcAft>
              <a:buClr>
                <a:schemeClr val="dk2"/>
              </a:buClr>
              <a:buSzPts val="2000"/>
              <a:buNone/>
              <a:defRPr sz="2000">
                <a:solidFill>
                  <a:schemeClr val="dk2"/>
                </a:solidFill>
              </a:defRPr>
            </a:lvl3pPr>
            <a:lvl4pPr indent="-342900" lvl="3" marL="1828800" algn="l">
              <a:lnSpc>
                <a:spcPct val="100000"/>
              </a:lnSpc>
              <a:spcBef>
                <a:spcPts val="600"/>
              </a:spcBef>
              <a:spcAft>
                <a:spcPts val="0"/>
              </a:spcAft>
              <a:buClr>
                <a:schemeClr val="dk2"/>
              </a:buClr>
              <a:buSzPts val="1800"/>
              <a:buChar char="•"/>
              <a:defRPr sz="1800">
                <a:solidFill>
                  <a:schemeClr val="dk2"/>
                </a:solidFill>
              </a:defRPr>
            </a:lvl4pPr>
            <a:lvl5pPr indent="-342900" lvl="4" marL="2286000" algn="l">
              <a:lnSpc>
                <a:spcPct val="100000"/>
              </a:lnSpc>
              <a:spcBef>
                <a:spcPts val="600"/>
              </a:spcBef>
              <a:spcAft>
                <a:spcPts val="0"/>
              </a:spcAft>
              <a:buClr>
                <a:schemeClr val="dk2"/>
              </a:buClr>
              <a:buSzPts val="1800"/>
              <a:buChar char="•"/>
              <a:defRPr sz="1800">
                <a:solidFill>
                  <a:schemeClr val="dk2"/>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6" name="Google Shape;276;p118"/>
          <p:cNvSpPr/>
          <p:nvPr>
            <p:ph idx="3" type="pic"/>
          </p:nvPr>
        </p:nvSpPr>
        <p:spPr>
          <a:xfrm>
            <a:off x="365760" y="3008944"/>
            <a:ext cx="1554480" cy="1554480"/>
          </a:xfrm>
          <a:prstGeom prst="rect">
            <a:avLst/>
          </a:prstGeom>
          <a:noFill/>
          <a:ln>
            <a:noFill/>
          </a:ln>
        </p:spPr>
      </p:sp>
      <p:sp>
        <p:nvSpPr>
          <p:cNvPr id="277" name="Google Shape;277;p118"/>
          <p:cNvSpPr txBox="1"/>
          <p:nvPr>
            <p:ph idx="4" type="body"/>
          </p:nvPr>
        </p:nvSpPr>
        <p:spPr>
          <a:xfrm>
            <a:off x="2045044" y="2917504"/>
            <a:ext cx="3941806" cy="173736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rgbClr val="232F3E"/>
              </a:buClr>
              <a:buSzPts val="2400"/>
              <a:buNone/>
              <a:defRPr sz="2400">
                <a:solidFill>
                  <a:srgbClr val="232F3E"/>
                </a:solidFill>
              </a:defRPr>
            </a:lvl1pPr>
            <a:lvl2pPr indent="-228600" lvl="1" marL="914400" algn="l">
              <a:lnSpc>
                <a:spcPct val="100000"/>
              </a:lnSpc>
              <a:spcBef>
                <a:spcPts val="300"/>
              </a:spcBef>
              <a:spcAft>
                <a:spcPts val="0"/>
              </a:spcAft>
              <a:buClr>
                <a:srgbClr val="232F3E"/>
              </a:buClr>
              <a:buSzPts val="2000"/>
              <a:buNone/>
              <a:defRPr sz="2000">
                <a:solidFill>
                  <a:srgbClr val="232F3E"/>
                </a:solidFill>
              </a:defRPr>
            </a:lvl2pPr>
            <a:lvl3pPr indent="-228600" lvl="2" marL="1371600" algn="l">
              <a:lnSpc>
                <a:spcPct val="100000"/>
              </a:lnSpc>
              <a:spcBef>
                <a:spcPts val="600"/>
              </a:spcBef>
              <a:spcAft>
                <a:spcPts val="0"/>
              </a:spcAft>
              <a:buClr>
                <a:schemeClr val="dk2"/>
              </a:buClr>
              <a:buSzPts val="2000"/>
              <a:buNone/>
              <a:defRPr sz="2000">
                <a:solidFill>
                  <a:schemeClr val="dk2"/>
                </a:solidFill>
              </a:defRPr>
            </a:lvl3pPr>
            <a:lvl4pPr indent="-342900" lvl="3" marL="1828800" algn="l">
              <a:lnSpc>
                <a:spcPct val="100000"/>
              </a:lnSpc>
              <a:spcBef>
                <a:spcPts val="600"/>
              </a:spcBef>
              <a:spcAft>
                <a:spcPts val="0"/>
              </a:spcAft>
              <a:buClr>
                <a:schemeClr val="dk2"/>
              </a:buClr>
              <a:buSzPts val="1800"/>
              <a:buChar char="•"/>
              <a:defRPr sz="1800">
                <a:solidFill>
                  <a:schemeClr val="dk2"/>
                </a:solidFill>
              </a:defRPr>
            </a:lvl4pPr>
            <a:lvl5pPr indent="-342900" lvl="4" marL="2286000" algn="l">
              <a:lnSpc>
                <a:spcPct val="100000"/>
              </a:lnSpc>
              <a:spcBef>
                <a:spcPts val="600"/>
              </a:spcBef>
              <a:spcAft>
                <a:spcPts val="0"/>
              </a:spcAft>
              <a:buClr>
                <a:schemeClr val="dk2"/>
              </a:buClr>
              <a:buSzPts val="1800"/>
              <a:buChar char="•"/>
              <a:defRPr sz="1800">
                <a:solidFill>
                  <a:schemeClr val="dk2"/>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8" name="Google Shape;278;p118"/>
          <p:cNvSpPr/>
          <p:nvPr>
            <p:ph idx="5" type="pic"/>
          </p:nvPr>
        </p:nvSpPr>
        <p:spPr>
          <a:xfrm>
            <a:off x="365760" y="4776114"/>
            <a:ext cx="1554480" cy="1554480"/>
          </a:xfrm>
          <a:prstGeom prst="rect">
            <a:avLst/>
          </a:prstGeom>
          <a:noFill/>
          <a:ln>
            <a:noFill/>
          </a:ln>
        </p:spPr>
      </p:sp>
      <p:sp>
        <p:nvSpPr>
          <p:cNvPr id="279" name="Google Shape;279;p118"/>
          <p:cNvSpPr txBox="1"/>
          <p:nvPr>
            <p:ph idx="6" type="body"/>
          </p:nvPr>
        </p:nvSpPr>
        <p:spPr>
          <a:xfrm>
            <a:off x="2045044" y="4684674"/>
            <a:ext cx="3941806" cy="173736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rgbClr val="232F3E"/>
              </a:buClr>
              <a:buSzPts val="2400"/>
              <a:buNone/>
              <a:defRPr sz="2400">
                <a:solidFill>
                  <a:srgbClr val="232F3E"/>
                </a:solidFill>
              </a:defRPr>
            </a:lvl1pPr>
            <a:lvl2pPr indent="-228600" lvl="1" marL="914400" algn="l">
              <a:lnSpc>
                <a:spcPct val="100000"/>
              </a:lnSpc>
              <a:spcBef>
                <a:spcPts val="300"/>
              </a:spcBef>
              <a:spcAft>
                <a:spcPts val="0"/>
              </a:spcAft>
              <a:buClr>
                <a:srgbClr val="232F3E"/>
              </a:buClr>
              <a:buSzPts val="2000"/>
              <a:buNone/>
              <a:defRPr sz="2000">
                <a:solidFill>
                  <a:srgbClr val="232F3E"/>
                </a:solidFill>
              </a:defRPr>
            </a:lvl2pPr>
            <a:lvl3pPr indent="-228600" lvl="2" marL="1371600" algn="l">
              <a:lnSpc>
                <a:spcPct val="100000"/>
              </a:lnSpc>
              <a:spcBef>
                <a:spcPts val="600"/>
              </a:spcBef>
              <a:spcAft>
                <a:spcPts val="0"/>
              </a:spcAft>
              <a:buClr>
                <a:schemeClr val="dk2"/>
              </a:buClr>
              <a:buSzPts val="2000"/>
              <a:buNone/>
              <a:defRPr sz="2000">
                <a:solidFill>
                  <a:schemeClr val="dk2"/>
                </a:solidFill>
              </a:defRPr>
            </a:lvl3pPr>
            <a:lvl4pPr indent="-342900" lvl="3" marL="1828800" algn="l">
              <a:lnSpc>
                <a:spcPct val="100000"/>
              </a:lnSpc>
              <a:spcBef>
                <a:spcPts val="600"/>
              </a:spcBef>
              <a:spcAft>
                <a:spcPts val="0"/>
              </a:spcAft>
              <a:buClr>
                <a:schemeClr val="dk2"/>
              </a:buClr>
              <a:buSzPts val="1800"/>
              <a:buChar char="•"/>
              <a:defRPr sz="1800">
                <a:solidFill>
                  <a:schemeClr val="dk2"/>
                </a:solidFill>
              </a:defRPr>
            </a:lvl4pPr>
            <a:lvl5pPr indent="-342900" lvl="4" marL="2286000" algn="l">
              <a:lnSpc>
                <a:spcPct val="100000"/>
              </a:lnSpc>
              <a:spcBef>
                <a:spcPts val="600"/>
              </a:spcBef>
              <a:spcAft>
                <a:spcPts val="0"/>
              </a:spcAft>
              <a:buClr>
                <a:schemeClr val="dk2"/>
              </a:buClr>
              <a:buSzPts val="1800"/>
              <a:buChar char="•"/>
              <a:defRPr sz="1800">
                <a:solidFill>
                  <a:schemeClr val="dk2"/>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0" name="Google Shape;280;p118"/>
          <p:cNvSpPr/>
          <p:nvPr>
            <p:ph idx="7" type="pic"/>
          </p:nvPr>
        </p:nvSpPr>
        <p:spPr>
          <a:xfrm>
            <a:off x="6205152" y="1238846"/>
            <a:ext cx="1554480" cy="1554480"/>
          </a:xfrm>
          <a:prstGeom prst="rect">
            <a:avLst/>
          </a:prstGeom>
          <a:noFill/>
          <a:ln>
            <a:noFill/>
          </a:ln>
        </p:spPr>
      </p:sp>
      <p:sp>
        <p:nvSpPr>
          <p:cNvPr id="281" name="Google Shape;281;p118"/>
          <p:cNvSpPr txBox="1"/>
          <p:nvPr>
            <p:ph idx="8" type="body"/>
          </p:nvPr>
        </p:nvSpPr>
        <p:spPr>
          <a:xfrm>
            <a:off x="7884436" y="1147406"/>
            <a:ext cx="3941806" cy="173736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rgbClr val="232F3E"/>
              </a:buClr>
              <a:buSzPts val="2400"/>
              <a:buNone/>
              <a:defRPr sz="2400">
                <a:solidFill>
                  <a:srgbClr val="232F3E"/>
                </a:solidFill>
              </a:defRPr>
            </a:lvl1pPr>
            <a:lvl2pPr indent="-228600" lvl="1" marL="914400" algn="l">
              <a:lnSpc>
                <a:spcPct val="100000"/>
              </a:lnSpc>
              <a:spcBef>
                <a:spcPts val="300"/>
              </a:spcBef>
              <a:spcAft>
                <a:spcPts val="0"/>
              </a:spcAft>
              <a:buClr>
                <a:srgbClr val="232F3E"/>
              </a:buClr>
              <a:buSzPts val="2000"/>
              <a:buNone/>
              <a:defRPr sz="2000">
                <a:solidFill>
                  <a:srgbClr val="232F3E"/>
                </a:solidFill>
              </a:defRPr>
            </a:lvl2pPr>
            <a:lvl3pPr indent="-228600" lvl="2" marL="1371600" algn="l">
              <a:lnSpc>
                <a:spcPct val="100000"/>
              </a:lnSpc>
              <a:spcBef>
                <a:spcPts val="600"/>
              </a:spcBef>
              <a:spcAft>
                <a:spcPts val="0"/>
              </a:spcAft>
              <a:buClr>
                <a:schemeClr val="dk2"/>
              </a:buClr>
              <a:buSzPts val="2000"/>
              <a:buNone/>
              <a:defRPr sz="2000">
                <a:solidFill>
                  <a:schemeClr val="dk2"/>
                </a:solidFill>
              </a:defRPr>
            </a:lvl3pPr>
            <a:lvl4pPr indent="-342900" lvl="3" marL="1828800" algn="l">
              <a:lnSpc>
                <a:spcPct val="100000"/>
              </a:lnSpc>
              <a:spcBef>
                <a:spcPts val="600"/>
              </a:spcBef>
              <a:spcAft>
                <a:spcPts val="0"/>
              </a:spcAft>
              <a:buClr>
                <a:schemeClr val="dk2"/>
              </a:buClr>
              <a:buSzPts val="1800"/>
              <a:buChar char="•"/>
              <a:defRPr sz="1800">
                <a:solidFill>
                  <a:schemeClr val="dk2"/>
                </a:solidFill>
              </a:defRPr>
            </a:lvl4pPr>
            <a:lvl5pPr indent="-342900" lvl="4" marL="2286000" algn="l">
              <a:lnSpc>
                <a:spcPct val="100000"/>
              </a:lnSpc>
              <a:spcBef>
                <a:spcPts val="600"/>
              </a:spcBef>
              <a:spcAft>
                <a:spcPts val="0"/>
              </a:spcAft>
              <a:buClr>
                <a:schemeClr val="dk2"/>
              </a:buClr>
              <a:buSzPts val="1800"/>
              <a:buChar char="•"/>
              <a:defRPr sz="1800">
                <a:solidFill>
                  <a:schemeClr val="dk2"/>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2" name="Google Shape;282;p118"/>
          <p:cNvSpPr/>
          <p:nvPr>
            <p:ph idx="9" type="pic"/>
          </p:nvPr>
        </p:nvSpPr>
        <p:spPr>
          <a:xfrm>
            <a:off x="6205152" y="3008944"/>
            <a:ext cx="1554480" cy="1554480"/>
          </a:xfrm>
          <a:prstGeom prst="rect">
            <a:avLst/>
          </a:prstGeom>
          <a:noFill/>
          <a:ln>
            <a:noFill/>
          </a:ln>
        </p:spPr>
      </p:sp>
      <p:sp>
        <p:nvSpPr>
          <p:cNvPr id="283" name="Google Shape;283;p118"/>
          <p:cNvSpPr txBox="1"/>
          <p:nvPr>
            <p:ph idx="13" type="body"/>
          </p:nvPr>
        </p:nvSpPr>
        <p:spPr>
          <a:xfrm>
            <a:off x="7884436" y="2917504"/>
            <a:ext cx="3941806" cy="173736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rgbClr val="232F3E"/>
              </a:buClr>
              <a:buSzPts val="2400"/>
              <a:buNone/>
              <a:defRPr sz="2400">
                <a:solidFill>
                  <a:srgbClr val="232F3E"/>
                </a:solidFill>
              </a:defRPr>
            </a:lvl1pPr>
            <a:lvl2pPr indent="-228600" lvl="1" marL="914400" algn="l">
              <a:lnSpc>
                <a:spcPct val="100000"/>
              </a:lnSpc>
              <a:spcBef>
                <a:spcPts val="300"/>
              </a:spcBef>
              <a:spcAft>
                <a:spcPts val="0"/>
              </a:spcAft>
              <a:buClr>
                <a:srgbClr val="232F3E"/>
              </a:buClr>
              <a:buSzPts val="2000"/>
              <a:buNone/>
              <a:defRPr sz="2000">
                <a:solidFill>
                  <a:srgbClr val="232F3E"/>
                </a:solidFill>
              </a:defRPr>
            </a:lvl2pPr>
            <a:lvl3pPr indent="-228600" lvl="2" marL="1371600" algn="l">
              <a:lnSpc>
                <a:spcPct val="100000"/>
              </a:lnSpc>
              <a:spcBef>
                <a:spcPts val="600"/>
              </a:spcBef>
              <a:spcAft>
                <a:spcPts val="0"/>
              </a:spcAft>
              <a:buClr>
                <a:schemeClr val="dk2"/>
              </a:buClr>
              <a:buSzPts val="2000"/>
              <a:buNone/>
              <a:defRPr sz="2000">
                <a:solidFill>
                  <a:schemeClr val="dk2"/>
                </a:solidFill>
              </a:defRPr>
            </a:lvl3pPr>
            <a:lvl4pPr indent="-342900" lvl="3" marL="1828800" algn="l">
              <a:lnSpc>
                <a:spcPct val="100000"/>
              </a:lnSpc>
              <a:spcBef>
                <a:spcPts val="600"/>
              </a:spcBef>
              <a:spcAft>
                <a:spcPts val="0"/>
              </a:spcAft>
              <a:buClr>
                <a:schemeClr val="dk2"/>
              </a:buClr>
              <a:buSzPts val="1800"/>
              <a:buChar char="•"/>
              <a:defRPr sz="1800">
                <a:solidFill>
                  <a:schemeClr val="dk2"/>
                </a:solidFill>
              </a:defRPr>
            </a:lvl4pPr>
            <a:lvl5pPr indent="-342900" lvl="4" marL="2286000" algn="l">
              <a:lnSpc>
                <a:spcPct val="100000"/>
              </a:lnSpc>
              <a:spcBef>
                <a:spcPts val="600"/>
              </a:spcBef>
              <a:spcAft>
                <a:spcPts val="0"/>
              </a:spcAft>
              <a:buClr>
                <a:schemeClr val="dk2"/>
              </a:buClr>
              <a:buSzPts val="1800"/>
              <a:buChar char="•"/>
              <a:defRPr sz="1800">
                <a:solidFill>
                  <a:schemeClr val="dk2"/>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4" name="Google Shape;284;p118"/>
          <p:cNvSpPr/>
          <p:nvPr>
            <p:ph idx="14" type="pic"/>
          </p:nvPr>
        </p:nvSpPr>
        <p:spPr>
          <a:xfrm>
            <a:off x="6205152" y="4776114"/>
            <a:ext cx="1554480" cy="1554480"/>
          </a:xfrm>
          <a:prstGeom prst="rect">
            <a:avLst/>
          </a:prstGeom>
          <a:noFill/>
          <a:ln>
            <a:noFill/>
          </a:ln>
        </p:spPr>
      </p:sp>
      <p:sp>
        <p:nvSpPr>
          <p:cNvPr id="285" name="Google Shape;285;p118"/>
          <p:cNvSpPr txBox="1"/>
          <p:nvPr>
            <p:ph idx="15" type="body"/>
          </p:nvPr>
        </p:nvSpPr>
        <p:spPr>
          <a:xfrm>
            <a:off x="7884436" y="4684674"/>
            <a:ext cx="3941806" cy="173736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rgbClr val="232F3E"/>
              </a:buClr>
              <a:buSzPts val="2400"/>
              <a:buNone/>
              <a:defRPr sz="2400">
                <a:solidFill>
                  <a:srgbClr val="232F3E"/>
                </a:solidFill>
              </a:defRPr>
            </a:lvl1pPr>
            <a:lvl2pPr indent="-228600" lvl="1" marL="914400" algn="l">
              <a:lnSpc>
                <a:spcPct val="100000"/>
              </a:lnSpc>
              <a:spcBef>
                <a:spcPts val="300"/>
              </a:spcBef>
              <a:spcAft>
                <a:spcPts val="0"/>
              </a:spcAft>
              <a:buClr>
                <a:srgbClr val="232F3E"/>
              </a:buClr>
              <a:buSzPts val="2000"/>
              <a:buNone/>
              <a:defRPr sz="2000">
                <a:solidFill>
                  <a:srgbClr val="232F3E"/>
                </a:solidFill>
              </a:defRPr>
            </a:lvl2pPr>
            <a:lvl3pPr indent="-228600" lvl="2" marL="1371600" algn="l">
              <a:lnSpc>
                <a:spcPct val="100000"/>
              </a:lnSpc>
              <a:spcBef>
                <a:spcPts val="600"/>
              </a:spcBef>
              <a:spcAft>
                <a:spcPts val="0"/>
              </a:spcAft>
              <a:buClr>
                <a:schemeClr val="dk2"/>
              </a:buClr>
              <a:buSzPts val="2000"/>
              <a:buNone/>
              <a:defRPr sz="2000">
                <a:solidFill>
                  <a:schemeClr val="dk2"/>
                </a:solidFill>
              </a:defRPr>
            </a:lvl3pPr>
            <a:lvl4pPr indent="-342900" lvl="3" marL="1828800" algn="l">
              <a:lnSpc>
                <a:spcPct val="100000"/>
              </a:lnSpc>
              <a:spcBef>
                <a:spcPts val="600"/>
              </a:spcBef>
              <a:spcAft>
                <a:spcPts val="0"/>
              </a:spcAft>
              <a:buClr>
                <a:schemeClr val="dk2"/>
              </a:buClr>
              <a:buSzPts val="1800"/>
              <a:buChar char="•"/>
              <a:defRPr sz="1800">
                <a:solidFill>
                  <a:schemeClr val="dk2"/>
                </a:solidFill>
              </a:defRPr>
            </a:lvl4pPr>
            <a:lvl5pPr indent="-342900" lvl="4" marL="2286000" algn="l">
              <a:lnSpc>
                <a:spcPct val="100000"/>
              </a:lnSpc>
              <a:spcBef>
                <a:spcPts val="600"/>
              </a:spcBef>
              <a:spcAft>
                <a:spcPts val="0"/>
              </a:spcAft>
              <a:buClr>
                <a:schemeClr val="dk2"/>
              </a:buClr>
              <a:buSzPts val="1800"/>
              <a:buChar char="•"/>
              <a:defRPr sz="1800">
                <a:solidFill>
                  <a:schemeClr val="dk2"/>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4 Content Columns">
  <p:cSld name="Title and 4 Content Columns">
    <p:bg>
      <p:bgPr>
        <a:solidFill>
          <a:schemeClr val="lt1"/>
        </a:solidFill>
      </p:bgPr>
    </p:bg>
    <p:spTree>
      <p:nvGrpSpPr>
        <p:cNvPr id="286" name="Shape 286"/>
        <p:cNvGrpSpPr/>
        <p:nvPr/>
      </p:nvGrpSpPr>
      <p:grpSpPr>
        <a:xfrm>
          <a:off x="0" y="0"/>
          <a:ext cx="0" cy="0"/>
          <a:chOff x="0" y="0"/>
          <a:chExt cx="0" cy="0"/>
        </a:xfrm>
      </p:grpSpPr>
      <p:sp>
        <p:nvSpPr>
          <p:cNvPr id="287" name="Google Shape;287;p119"/>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288" name="Google Shape;288;p119"/>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89" name="Google Shape;289;p119"/>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290" name="Google Shape;290;p119"/>
          <p:cNvSpPr txBox="1"/>
          <p:nvPr>
            <p:ph idx="1" type="body"/>
          </p:nvPr>
        </p:nvSpPr>
        <p:spPr>
          <a:xfrm>
            <a:off x="365760" y="1097280"/>
            <a:ext cx="2788920" cy="5330952"/>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600"/>
              </a:spcBef>
              <a:spcAft>
                <a:spcPts val="0"/>
              </a:spcAft>
              <a:buClr>
                <a:srgbClr val="232F3E"/>
              </a:buClr>
              <a:buSzPts val="2000"/>
              <a:buChar char="•"/>
              <a:defRPr sz="2000">
                <a:solidFill>
                  <a:srgbClr val="232F3E"/>
                </a:solidFill>
              </a:defRPr>
            </a:lvl2pPr>
            <a:lvl3pPr indent="-342900" lvl="2" marL="1371600" algn="l">
              <a:lnSpc>
                <a:spcPct val="100000"/>
              </a:lnSpc>
              <a:spcBef>
                <a:spcPts val="600"/>
              </a:spcBef>
              <a:spcAft>
                <a:spcPts val="0"/>
              </a:spcAft>
              <a:buClr>
                <a:srgbClr val="232F3E"/>
              </a:buClr>
              <a:buSzPts val="1800"/>
              <a:buChar char="•"/>
              <a:defRPr sz="1800">
                <a:solidFill>
                  <a:srgbClr val="232F3E"/>
                </a:solidFill>
              </a:defRPr>
            </a:lvl3pPr>
            <a:lvl4pPr indent="-330200" lvl="3" marL="1828800" algn="l">
              <a:lnSpc>
                <a:spcPct val="100000"/>
              </a:lnSpc>
              <a:spcBef>
                <a:spcPts val="600"/>
              </a:spcBef>
              <a:spcAft>
                <a:spcPts val="0"/>
              </a:spcAft>
              <a:buClr>
                <a:srgbClr val="232F3E"/>
              </a:buClr>
              <a:buSzPts val="1600"/>
              <a:buChar char="•"/>
              <a:defRPr sz="1600">
                <a:solidFill>
                  <a:srgbClr val="232F3E"/>
                </a:solidFill>
              </a:defRPr>
            </a:lvl4pPr>
            <a:lvl5pPr indent="-330200" lvl="4" marL="2286000" algn="l">
              <a:lnSpc>
                <a:spcPct val="100000"/>
              </a:lnSpc>
              <a:spcBef>
                <a:spcPts val="600"/>
              </a:spcBef>
              <a:spcAft>
                <a:spcPts val="0"/>
              </a:spcAft>
              <a:buClr>
                <a:srgbClr val="232F3E"/>
              </a:buClr>
              <a:buSzPts val="1600"/>
              <a:buChar char="•"/>
              <a:defRPr sz="16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1" name="Google Shape;291;p119"/>
          <p:cNvSpPr txBox="1"/>
          <p:nvPr>
            <p:ph idx="2" type="body"/>
          </p:nvPr>
        </p:nvSpPr>
        <p:spPr>
          <a:xfrm>
            <a:off x="3258312" y="1097280"/>
            <a:ext cx="2788920" cy="5330952"/>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600"/>
              </a:spcBef>
              <a:spcAft>
                <a:spcPts val="0"/>
              </a:spcAft>
              <a:buClr>
                <a:srgbClr val="232F3E"/>
              </a:buClr>
              <a:buSzPts val="2000"/>
              <a:buChar char="•"/>
              <a:defRPr sz="2000">
                <a:solidFill>
                  <a:srgbClr val="232F3E"/>
                </a:solidFill>
              </a:defRPr>
            </a:lvl2pPr>
            <a:lvl3pPr indent="-342900" lvl="2" marL="1371600" algn="l">
              <a:lnSpc>
                <a:spcPct val="100000"/>
              </a:lnSpc>
              <a:spcBef>
                <a:spcPts val="600"/>
              </a:spcBef>
              <a:spcAft>
                <a:spcPts val="0"/>
              </a:spcAft>
              <a:buClr>
                <a:srgbClr val="232F3E"/>
              </a:buClr>
              <a:buSzPts val="1800"/>
              <a:buChar char="•"/>
              <a:defRPr sz="1800">
                <a:solidFill>
                  <a:srgbClr val="232F3E"/>
                </a:solidFill>
              </a:defRPr>
            </a:lvl3pPr>
            <a:lvl4pPr indent="-330200" lvl="3" marL="1828800" algn="l">
              <a:lnSpc>
                <a:spcPct val="100000"/>
              </a:lnSpc>
              <a:spcBef>
                <a:spcPts val="600"/>
              </a:spcBef>
              <a:spcAft>
                <a:spcPts val="0"/>
              </a:spcAft>
              <a:buClr>
                <a:srgbClr val="232F3E"/>
              </a:buClr>
              <a:buSzPts val="1600"/>
              <a:buChar char="•"/>
              <a:defRPr sz="1600">
                <a:solidFill>
                  <a:srgbClr val="232F3E"/>
                </a:solidFill>
              </a:defRPr>
            </a:lvl4pPr>
            <a:lvl5pPr indent="-330200" lvl="4" marL="2286000" algn="l">
              <a:lnSpc>
                <a:spcPct val="100000"/>
              </a:lnSpc>
              <a:spcBef>
                <a:spcPts val="600"/>
              </a:spcBef>
              <a:spcAft>
                <a:spcPts val="0"/>
              </a:spcAft>
              <a:buClr>
                <a:srgbClr val="232F3E"/>
              </a:buClr>
              <a:buSzPts val="1600"/>
              <a:buChar char="•"/>
              <a:defRPr sz="16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2" name="Google Shape;292;p119"/>
          <p:cNvSpPr txBox="1"/>
          <p:nvPr>
            <p:ph idx="3" type="body"/>
          </p:nvPr>
        </p:nvSpPr>
        <p:spPr>
          <a:xfrm>
            <a:off x="6150864" y="1097280"/>
            <a:ext cx="2788920" cy="5330952"/>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600"/>
              </a:spcBef>
              <a:spcAft>
                <a:spcPts val="0"/>
              </a:spcAft>
              <a:buClr>
                <a:srgbClr val="232F3E"/>
              </a:buClr>
              <a:buSzPts val="2000"/>
              <a:buChar char="•"/>
              <a:defRPr sz="2000">
                <a:solidFill>
                  <a:srgbClr val="232F3E"/>
                </a:solidFill>
              </a:defRPr>
            </a:lvl2pPr>
            <a:lvl3pPr indent="-342900" lvl="2" marL="1371600" algn="l">
              <a:lnSpc>
                <a:spcPct val="100000"/>
              </a:lnSpc>
              <a:spcBef>
                <a:spcPts val="600"/>
              </a:spcBef>
              <a:spcAft>
                <a:spcPts val="0"/>
              </a:spcAft>
              <a:buClr>
                <a:srgbClr val="232F3E"/>
              </a:buClr>
              <a:buSzPts val="1800"/>
              <a:buChar char="•"/>
              <a:defRPr sz="1800">
                <a:solidFill>
                  <a:srgbClr val="232F3E"/>
                </a:solidFill>
              </a:defRPr>
            </a:lvl3pPr>
            <a:lvl4pPr indent="-330200" lvl="3" marL="1828800" algn="l">
              <a:lnSpc>
                <a:spcPct val="100000"/>
              </a:lnSpc>
              <a:spcBef>
                <a:spcPts val="600"/>
              </a:spcBef>
              <a:spcAft>
                <a:spcPts val="0"/>
              </a:spcAft>
              <a:buClr>
                <a:srgbClr val="232F3E"/>
              </a:buClr>
              <a:buSzPts val="1600"/>
              <a:buChar char="•"/>
              <a:defRPr sz="1600">
                <a:solidFill>
                  <a:srgbClr val="232F3E"/>
                </a:solidFill>
              </a:defRPr>
            </a:lvl4pPr>
            <a:lvl5pPr indent="-330200" lvl="4" marL="2286000" algn="l">
              <a:lnSpc>
                <a:spcPct val="100000"/>
              </a:lnSpc>
              <a:spcBef>
                <a:spcPts val="600"/>
              </a:spcBef>
              <a:spcAft>
                <a:spcPts val="0"/>
              </a:spcAft>
              <a:buClr>
                <a:srgbClr val="232F3E"/>
              </a:buClr>
              <a:buSzPts val="1600"/>
              <a:buChar char="•"/>
              <a:defRPr sz="16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3" name="Google Shape;293;p119"/>
          <p:cNvSpPr txBox="1"/>
          <p:nvPr>
            <p:ph idx="4" type="body"/>
          </p:nvPr>
        </p:nvSpPr>
        <p:spPr>
          <a:xfrm>
            <a:off x="9043416" y="1097280"/>
            <a:ext cx="2788920" cy="5330952"/>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600"/>
              </a:spcBef>
              <a:spcAft>
                <a:spcPts val="0"/>
              </a:spcAft>
              <a:buClr>
                <a:srgbClr val="232F3E"/>
              </a:buClr>
              <a:buSzPts val="2000"/>
              <a:buChar char="•"/>
              <a:defRPr sz="2000">
                <a:solidFill>
                  <a:srgbClr val="232F3E"/>
                </a:solidFill>
              </a:defRPr>
            </a:lvl2pPr>
            <a:lvl3pPr indent="-342900" lvl="2" marL="1371600" algn="l">
              <a:lnSpc>
                <a:spcPct val="100000"/>
              </a:lnSpc>
              <a:spcBef>
                <a:spcPts val="600"/>
              </a:spcBef>
              <a:spcAft>
                <a:spcPts val="0"/>
              </a:spcAft>
              <a:buClr>
                <a:srgbClr val="232F3E"/>
              </a:buClr>
              <a:buSzPts val="1800"/>
              <a:buChar char="•"/>
              <a:defRPr sz="1800">
                <a:solidFill>
                  <a:srgbClr val="232F3E"/>
                </a:solidFill>
              </a:defRPr>
            </a:lvl3pPr>
            <a:lvl4pPr indent="-330200" lvl="3" marL="1828800" algn="l">
              <a:lnSpc>
                <a:spcPct val="100000"/>
              </a:lnSpc>
              <a:spcBef>
                <a:spcPts val="600"/>
              </a:spcBef>
              <a:spcAft>
                <a:spcPts val="0"/>
              </a:spcAft>
              <a:buClr>
                <a:srgbClr val="232F3E"/>
              </a:buClr>
              <a:buSzPts val="1600"/>
              <a:buChar char="•"/>
              <a:defRPr sz="1600">
                <a:solidFill>
                  <a:srgbClr val="232F3E"/>
                </a:solidFill>
              </a:defRPr>
            </a:lvl4pPr>
            <a:lvl5pPr indent="-330200" lvl="4" marL="2286000" algn="l">
              <a:lnSpc>
                <a:spcPct val="100000"/>
              </a:lnSpc>
              <a:spcBef>
                <a:spcPts val="600"/>
              </a:spcBef>
              <a:spcAft>
                <a:spcPts val="0"/>
              </a:spcAft>
              <a:buClr>
                <a:srgbClr val="232F3E"/>
              </a:buClr>
              <a:buSzPts val="1600"/>
              <a:buChar char="•"/>
              <a:defRPr sz="16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Headers, and 4 Text Columns">
  <p:cSld name="Title, 4 Headers, and 4 Text Columns">
    <p:bg>
      <p:bgPr>
        <a:solidFill>
          <a:schemeClr val="lt1"/>
        </a:solidFill>
      </p:bgPr>
    </p:bg>
    <p:spTree>
      <p:nvGrpSpPr>
        <p:cNvPr id="294" name="Shape 294"/>
        <p:cNvGrpSpPr/>
        <p:nvPr/>
      </p:nvGrpSpPr>
      <p:grpSpPr>
        <a:xfrm>
          <a:off x="0" y="0"/>
          <a:ext cx="0" cy="0"/>
          <a:chOff x="0" y="0"/>
          <a:chExt cx="0" cy="0"/>
        </a:xfrm>
      </p:grpSpPr>
      <p:pic>
        <p:nvPicPr>
          <p:cNvPr id="295" name="Google Shape;295;p120"/>
          <p:cNvPicPr preferRelativeResize="0"/>
          <p:nvPr/>
        </p:nvPicPr>
        <p:blipFill rotWithShape="1">
          <a:blip r:embed="rId2">
            <a:alphaModFix/>
          </a:blip>
          <a:srcRect b="0" l="0" r="0" t="0"/>
          <a:stretch/>
        </p:blipFill>
        <p:spPr>
          <a:xfrm>
            <a:off x="365760" y="1051560"/>
            <a:ext cx="11484864" cy="457200"/>
          </a:xfrm>
          <a:prstGeom prst="rect">
            <a:avLst/>
          </a:prstGeom>
          <a:noFill/>
          <a:ln>
            <a:noFill/>
          </a:ln>
        </p:spPr>
      </p:pic>
      <p:sp>
        <p:nvSpPr>
          <p:cNvPr id="296" name="Google Shape;296;p120"/>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297" name="Google Shape;297;p120"/>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8" name="Google Shape;298;p120"/>
          <p:cNvSpPr txBox="1"/>
          <p:nvPr>
            <p:ph idx="1" type="body"/>
          </p:nvPr>
        </p:nvSpPr>
        <p:spPr>
          <a:xfrm>
            <a:off x="365760" y="1051560"/>
            <a:ext cx="2788920" cy="440329"/>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99" name="Google Shape;299;p120"/>
          <p:cNvSpPr txBox="1"/>
          <p:nvPr>
            <p:ph idx="2" type="body"/>
          </p:nvPr>
        </p:nvSpPr>
        <p:spPr>
          <a:xfrm>
            <a:off x="365760" y="1563624"/>
            <a:ext cx="2788920" cy="4882896"/>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600"/>
              </a:spcBef>
              <a:spcAft>
                <a:spcPts val="0"/>
              </a:spcAft>
              <a:buClr>
                <a:srgbClr val="232F3E"/>
              </a:buClr>
              <a:buSzPts val="2000"/>
              <a:buChar char="•"/>
              <a:defRPr sz="2000">
                <a:solidFill>
                  <a:srgbClr val="232F3E"/>
                </a:solidFill>
              </a:defRPr>
            </a:lvl2pPr>
            <a:lvl3pPr indent="-342900" lvl="2" marL="1371600" algn="l">
              <a:lnSpc>
                <a:spcPct val="100000"/>
              </a:lnSpc>
              <a:spcBef>
                <a:spcPts val="600"/>
              </a:spcBef>
              <a:spcAft>
                <a:spcPts val="0"/>
              </a:spcAft>
              <a:buClr>
                <a:srgbClr val="232F3E"/>
              </a:buClr>
              <a:buSzPts val="1800"/>
              <a:buChar char="•"/>
              <a:defRPr sz="1800">
                <a:solidFill>
                  <a:srgbClr val="232F3E"/>
                </a:solidFill>
              </a:defRPr>
            </a:lvl3pPr>
            <a:lvl4pPr indent="-330200" lvl="3" marL="1828800" algn="l">
              <a:lnSpc>
                <a:spcPct val="100000"/>
              </a:lnSpc>
              <a:spcBef>
                <a:spcPts val="600"/>
              </a:spcBef>
              <a:spcAft>
                <a:spcPts val="0"/>
              </a:spcAft>
              <a:buClr>
                <a:srgbClr val="232F3E"/>
              </a:buClr>
              <a:buSzPts val="1600"/>
              <a:buChar char="•"/>
              <a:defRPr sz="1600">
                <a:solidFill>
                  <a:srgbClr val="232F3E"/>
                </a:solidFill>
              </a:defRPr>
            </a:lvl4pPr>
            <a:lvl5pPr indent="-330200" lvl="4" marL="2286000" algn="l">
              <a:lnSpc>
                <a:spcPct val="100000"/>
              </a:lnSpc>
              <a:spcBef>
                <a:spcPts val="600"/>
              </a:spcBef>
              <a:spcAft>
                <a:spcPts val="0"/>
              </a:spcAft>
              <a:buClr>
                <a:srgbClr val="232F3E"/>
              </a:buClr>
              <a:buSzPts val="1600"/>
              <a:buChar char="•"/>
              <a:defRPr sz="16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0" name="Google Shape;300;p120"/>
          <p:cNvSpPr txBox="1"/>
          <p:nvPr>
            <p:ph idx="3" type="body"/>
          </p:nvPr>
        </p:nvSpPr>
        <p:spPr>
          <a:xfrm>
            <a:off x="3264408" y="1051560"/>
            <a:ext cx="2788920" cy="440329"/>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01" name="Google Shape;301;p120"/>
          <p:cNvSpPr txBox="1"/>
          <p:nvPr>
            <p:ph idx="4" type="body"/>
          </p:nvPr>
        </p:nvSpPr>
        <p:spPr>
          <a:xfrm>
            <a:off x="3264408" y="1563624"/>
            <a:ext cx="2788920" cy="4882896"/>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600"/>
              </a:spcBef>
              <a:spcAft>
                <a:spcPts val="0"/>
              </a:spcAft>
              <a:buClr>
                <a:srgbClr val="232F3E"/>
              </a:buClr>
              <a:buSzPts val="2000"/>
              <a:buChar char="•"/>
              <a:defRPr sz="2000">
                <a:solidFill>
                  <a:srgbClr val="232F3E"/>
                </a:solidFill>
              </a:defRPr>
            </a:lvl2pPr>
            <a:lvl3pPr indent="-342900" lvl="2" marL="1371600" algn="l">
              <a:lnSpc>
                <a:spcPct val="100000"/>
              </a:lnSpc>
              <a:spcBef>
                <a:spcPts val="600"/>
              </a:spcBef>
              <a:spcAft>
                <a:spcPts val="0"/>
              </a:spcAft>
              <a:buClr>
                <a:srgbClr val="232F3E"/>
              </a:buClr>
              <a:buSzPts val="1800"/>
              <a:buChar char="•"/>
              <a:defRPr sz="1800">
                <a:solidFill>
                  <a:srgbClr val="232F3E"/>
                </a:solidFill>
              </a:defRPr>
            </a:lvl3pPr>
            <a:lvl4pPr indent="-330200" lvl="3" marL="1828800" algn="l">
              <a:lnSpc>
                <a:spcPct val="100000"/>
              </a:lnSpc>
              <a:spcBef>
                <a:spcPts val="600"/>
              </a:spcBef>
              <a:spcAft>
                <a:spcPts val="0"/>
              </a:spcAft>
              <a:buClr>
                <a:srgbClr val="232F3E"/>
              </a:buClr>
              <a:buSzPts val="1600"/>
              <a:buChar char="•"/>
              <a:defRPr sz="1600">
                <a:solidFill>
                  <a:srgbClr val="232F3E"/>
                </a:solidFill>
              </a:defRPr>
            </a:lvl4pPr>
            <a:lvl5pPr indent="-330200" lvl="4" marL="2286000" algn="l">
              <a:lnSpc>
                <a:spcPct val="100000"/>
              </a:lnSpc>
              <a:spcBef>
                <a:spcPts val="600"/>
              </a:spcBef>
              <a:spcAft>
                <a:spcPts val="0"/>
              </a:spcAft>
              <a:buClr>
                <a:srgbClr val="232F3E"/>
              </a:buClr>
              <a:buSzPts val="1600"/>
              <a:buChar char="•"/>
              <a:defRPr sz="16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2" name="Google Shape;302;p120"/>
          <p:cNvSpPr txBox="1"/>
          <p:nvPr>
            <p:ph idx="5" type="body"/>
          </p:nvPr>
        </p:nvSpPr>
        <p:spPr>
          <a:xfrm>
            <a:off x="6163056" y="1051560"/>
            <a:ext cx="2788920" cy="440329"/>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03" name="Google Shape;303;p120"/>
          <p:cNvSpPr txBox="1"/>
          <p:nvPr>
            <p:ph idx="6" type="body"/>
          </p:nvPr>
        </p:nvSpPr>
        <p:spPr>
          <a:xfrm>
            <a:off x="6163056" y="1563624"/>
            <a:ext cx="2788920" cy="4882896"/>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600"/>
              </a:spcBef>
              <a:spcAft>
                <a:spcPts val="0"/>
              </a:spcAft>
              <a:buClr>
                <a:srgbClr val="232F3E"/>
              </a:buClr>
              <a:buSzPts val="2000"/>
              <a:buChar char="•"/>
              <a:defRPr sz="2000">
                <a:solidFill>
                  <a:srgbClr val="232F3E"/>
                </a:solidFill>
              </a:defRPr>
            </a:lvl2pPr>
            <a:lvl3pPr indent="-342900" lvl="2" marL="1371600" algn="l">
              <a:lnSpc>
                <a:spcPct val="100000"/>
              </a:lnSpc>
              <a:spcBef>
                <a:spcPts val="600"/>
              </a:spcBef>
              <a:spcAft>
                <a:spcPts val="0"/>
              </a:spcAft>
              <a:buClr>
                <a:srgbClr val="232F3E"/>
              </a:buClr>
              <a:buSzPts val="1800"/>
              <a:buChar char="•"/>
              <a:defRPr sz="1800">
                <a:solidFill>
                  <a:srgbClr val="232F3E"/>
                </a:solidFill>
              </a:defRPr>
            </a:lvl3pPr>
            <a:lvl4pPr indent="-330200" lvl="3" marL="1828800" algn="l">
              <a:lnSpc>
                <a:spcPct val="100000"/>
              </a:lnSpc>
              <a:spcBef>
                <a:spcPts val="600"/>
              </a:spcBef>
              <a:spcAft>
                <a:spcPts val="0"/>
              </a:spcAft>
              <a:buClr>
                <a:srgbClr val="232F3E"/>
              </a:buClr>
              <a:buSzPts val="1600"/>
              <a:buChar char="•"/>
              <a:defRPr sz="1600">
                <a:solidFill>
                  <a:srgbClr val="232F3E"/>
                </a:solidFill>
              </a:defRPr>
            </a:lvl4pPr>
            <a:lvl5pPr indent="-330200" lvl="4" marL="2286000" algn="l">
              <a:lnSpc>
                <a:spcPct val="100000"/>
              </a:lnSpc>
              <a:spcBef>
                <a:spcPts val="600"/>
              </a:spcBef>
              <a:spcAft>
                <a:spcPts val="0"/>
              </a:spcAft>
              <a:buClr>
                <a:srgbClr val="232F3E"/>
              </a:buClr>
              <a:buSzPts val="1600"/>
              <a:buChar char="•"/>
              <a:defRPr sz="16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4" name="Google Shape;304;p120"/>
          <p:cNvSpPr txBox="1"/>
          <p:nvPr>
            <p:ph idx="7" type="body"/>
          </p:nvPr>
        </p:nvSpPr>
        <p:spPr>
          <a:xfrm>
            <a:off x="9061704" y="1051560"/>
            <a:ext cx="2788920" cy="440329"/>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05" name="Google Shape;305;p120"/>
          <p:cNvSpPr txBox="1"/>
          <p:nvPr>
            <p:ph idx="8" type="body"/>
          </p:nvPr>
        </p:nvSpPr>
        <p:spPr>
          <a:xfrm>
            <a:off x="9061704" y="1563624"/>
            <a:ext cx="2788920" cy="4882896"/>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600"/>
              </a:spcBef>
              <a:spcAft>
                <a:spcPts val="0"/>
              </a:spcAft>
              <a:buClr>
                <a:srgbClr val="232F3E"/>
              </a:buClr>
              <a:buSzPts val="2000"/>
              <a:buChar char="•"/>
              <a:defRPr sz="2000">
                <a:solidFill>
                  <a:srgbClr val="232F3E"/>
                </a:solidFill>
              </a:defRPr>
            </a:lvl2pPr>
            <a:lvl3pPr indent="-342900" lvl="2" marL="1371600" algn="l">
              <a:lnSpc>
                <a:spcPct val="100000"/>
              </a:lnSpc>
              <a:spcBef>
                <a:spcPts val="600"/>
              </a:spcBef>
              <a:spcAft>
                <a:spcPts val="0"/>
              </a:spcAft>
              <a:buClr>
                <a:srgbClr val="232F3E"/>
              </a:buClr>
              <a:buSzPts val="1800"/>
              <a:buChar char="•"/>
              <a:defRPr sz="1800">
                <a:solidFill>
                  <a:srgbClr val="232F3E"/>
                </a:solidFill>
              </a:defRPr>
            </a:lvl3pPr>
            <a:lvl4pPr indent="-330200" lvl="3" marL="1828800" algn="l">
              <a:lnSpc>
                <a:spcPct val="100000"/>
              </a:lnSpc>
              <a:spcBef>
                <a:spcPts val="600"/>
              </a:spcBef>
              <a:spcAft>
                <a:spcPts val="0"/>
              </a:spcAft>
              <a:buClr>
                <a:srgbClr val="232F3E"/>
              </a:buClr>
              <a:buSzPts val="1600"/>
              <a:buChar char="•"/>
              <a:defRPr sz="1600">
                <a:solidFill>
                  <a:srgbClr val="232F3E"/>
                </a:solidFill>
              </a:defRPr>
            </a:lvl4pPr>
            <a:lvl5pPr indent="-330200" lvl="4" marL="2286000" algn="l">
              <a:lnSpc>
                <a:spcPct val="100000"/>
              </a:lnSpc>
              <a:spcBef>
                <a:spcPts val="600"/>
              </a:spcBef>
              <a:spcAft>
                <a:spcPts val="0"/>
              </a:spcAft>
              <a:buClr>
                <a:srgbClr val="232F3E"/>
              </a:buClr>
              <a:buSzPts val="1600"/>
              <a:buChar char="•"/>
              <a:defRPr sz="16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Header, 4 Lg Pics, and 4 Text Columns">
  <p:cSld name="Title, Header, 4 Lg Pics, and 4 Text Columns">
    <p:bg>
      <p:bgPr>
        <a:solidFill>
          <a:schemeClr val="lt1"/>
        </a:solidFill>
      </p:bgPr>
    </p:bg>
    <p:spTree>
      <p:nvGrpSpPr>
        <p:cNvPr id="306" name="Shape 306"/>
        <p:cNvGrpSpPr/>
        <p:nvPr/>
      </p:nvGrpSpPr>
      <p:grpSpPr>
        <a:xfrm>
          <a:off x="0" y="0"/>
          <a:ext cx="0" cy="0"/>
          <a:chOff x="0" y="0"/>
          <a:chExt cx="0" cy="0"/>
        </a:xfrm>
      </p:grpSpPr>
      <p:sp>
        <p:nvSpPr>
          <p:cNvPr id="307" name="Google Shape;307;p121"/>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308" name="Google Shape;308;p121"/>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309" name="Google Shape;309;p121"/>
          <p:cNvPicPr preferRelativeResize="0"/>
          <p:nvPr/>
        </p:nvPicPr>
        <p:blipFill rotWithShape="1">
          <a:blip r:embed="rId2">
            <a:alphaModFix/>
          </a:blip>
          <a:srcRect b="0" l="0" r="0" t="0"/>
          <a:stretch/>
        </p:blipFill>
        <p:spPr>
          <a:xfrm>
            <a:off x="365760" y="1037751"/>
            <a:ext cx="11466576" cy="45719"/>
          </a:xfrm>
          <a:prstGeom prst="rect">
            <a:avLst/>
          </a:prstGeom>
          <a:noFill/>
          <a:ln>
            <a:noFill/>
          </a:ln>
        </p:spPr>
      </p:pic>
      <p:sp>
        <p:nvSpPr>
          <p:cNvPr id="310" name="Google Shape;310;p121"/>
          <p:cNvSpPr txBox="1"/>
          <p:nvPr>
            <p:ph idx="1" type="body"/>
          </p:nvPr>
        </p:nvSpPr>
        <p:spPr>
          <a:xfrm>
            <a:off x="365760" y="1046879"/>
            <a:ext cx="11466576" cy="1099688"/>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rgbClr val="232F3E"/>
              </a:buClr>
              <a:buSzPts val="2800"/>
              <a:buNone/>
              <a:defRPr b="0" sz="2800">
                <a:solidFill>
                  <a:srgbClr val="232F3E"/>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11" name="Google Shape;311;p121"/>
          <p:cNvSpPr/>
          <p:nvPr>
            <p:ph idx="2" type="pic"/>
          </p:nvPr>
        </p:nvSpPr>
        <p:spPr>
          <a:xfrm>
            <a:off x="638603" y="2269331"/>
            <a:ext cx="2286000" cy="2286000"/>
          </a:xfrm>
          <a:prstGeom prst="rect">
            <a:avLst/>
          </a:prstGeom>
          <a:noFill/>
          <a:ln>
            <a:noFill/>
          </a:ln>
        </p:spPr>
      </p:sp>
      <p:sp>
        <p:nvSpPr>
          <p:cNvPr id="312" name="Google Shape;312;p121"/>
          <p:cNvSpPr txBox="1"/>
          <p:nvPr>
            <p:ph idx="3" type="body"/>
          </p:nvPr>
        </p:nvSpPr>
        <p:spPr>
          <a:xfrm>
            <a:off x="365760" y="4638120"/>
            <a:ext cx="2788920" cy="1808400"/>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2000"/>
              <a:buNone/>
              <a:defRPr sz="2000">
                <a:solidFill>
                  <a:srgbClr val="232F3E"/>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3" name="Google Shape;313;p121"/>
          <p:cNvSpPr/>
          <p:nvPr>
            <p:ph idx="4" type="pic"/>
          </p:nvPr>
        </p:nvSpPr>
        <p:spPr>
          <a:xfrm>
            <a:off x="3537251" y="2269331"/>
            <a:ext cx="2286000" cy="2286000"/>
          </a:xfrm>
          <a:prstGeom prst="rect">
            <a:avLst/>
          </a:prstGeom>
          <a:noFill/>
          <a:ln>
            <a:noFill/>
          </a:ln>
        </p:spPr>
      </p:sp>
      <p:sp>
        <p:nvSpPr>
          <p:cNvPr id="314" name="Google Shape;314;p121"/>
          <p:cNvSpPr txBox="1"/>
          <p:nvPr>
            <p:ph idx="5" type="body"/>
          </p:nvPr>
        </p:nvSpPr>
        <p:spPr>
          <a:xfrm>
            <a:off x="3264408" y="4638120"/>
            <a:ext cx="2788920" cy="1808400"/>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2000"/>
              <a:buNone/>
              <a:defRPr sz="2000">
                <a:solidFill>
                  <a:srgbClr val="232F3E"/>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5" name="Google Shape;315;p121"/>
          <p:cNvSpPr/>
          <p:nvPr>
            <p:ph idx="6" type="pic"/>
          </p:nvPr>
        </p:nvSpPr>
        <p:spPr>
          <a:xfrm>
            <a:off x="6435899" y="2269331"/>
            <a:ext cx="2286000" cy="2286000"/>
          </a:xfrm>
          <a:prstGeom prst="rect">
            <a:avLst/>
          </a:prstGeom>
          <a:noFill/>
          <a:ln>
            <a:noFill/>
          </a:ln>
        </p:spPr>
      </p:sp>
      <p:sp>
        <p:nvSpPr>
          <p:cNvPr id="316" name="Google Shape;316;p121"/>
          <p:cNvSpPr txBox="1"/>
          <p:nvPr>
            <p:ph idx="7" type="body"/>
          </p:nvPr>
        </p:nvSpPr>
        <p:spPr>
          <a:xfrm>
            <a:off x="6163056" y="4638120"/>
            <a:ext cx="2788920" cy="1808400"/>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2000"/>
              <a:buNone/>
              <a:defRPr sz="2000">
                <a:solidFill>
                  <a:srgbClr val="232F3E"/>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7" name="Google Shape;317;p121"/>
          <p:cNvSpPr/>
          <p:nvPr>
            <p:ph idx="8" type="pic"/>
          </p:nvPr>
        </p:nvSpPr>
        <p:spPr>
          <a:xfrm>
            <a:off x="9334547" y="2269331"/>
            <a:ext cx="2286000" cy="2286000"/>
          </a:xfrm>
          <a:prstGeom prst="rect">
            <a:avLst/>
          </a:prstGeom>
          <a:noFill/>
          <a:ln>
            <a:noFill/>
          </a:ln>
        </p:spPr>
      </p:sp>
      <p:sp>
        <p:nvSpPr>
          <p:cNvPr id="318" name="Google Shape;318;p121"/>
          <p:cNvSpPr txBox="1"/>
          <p:nvPr>
            <p:ph idx="9" type="body"/>
          </p:nvPr>
        </p:nvSpPr>
        <p:spPr>
          <a:xfrm>
            <a:off x="9043416" y="4638120"/>
            <a:ext cx="2788920" cy="1808400"/>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2000"/>
              <a:buNone/>
              <a:defRPr sz="2000">
                <a:solidFill>
                  <a:srgbClr val="232F3E"/>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Lg Pics, 4 Headers, and 4 Text Columns">
  <p:cSld name="Title, 4 Lg Pics, 4 Headers, and 4 Text Columns">
    <p:bg>
      <p:bgPr>
        <a:solidFill>
          <a:schemeClr val="lt1"/>
        </a:solidFill>
      </p:bgPr>
    </p:bg>
    <p:spTree>
      <p:nvGrpSpPr>
        <p:cNvPr id="319" name="Shape 319"/>
        <p:cNvGrpSpPr/>
        <p:nvPr/>
      </p:nvGrpSpPr>
      <p:grpSpPr>
        <a:xfrm>
          <a:off x="0" y="0"/>
          <a:ext cx="0" cy="0"/>
          <a:chOff x="0" y="0"/>
          <a:chExt cx="0" cy="0"/>
        </a:xfrm>
      </p:grpSpPr>
      <p:grpSp>
        <p:nvGrpSpPr>
          <p:cNvPr id="320" name="Google Shape;320;p122"/>
          <p:cNvGrpSpPr/>
          <p:nvPr/>
        </p:nvGrpSpPr>
        <p:grpSpPr>
          <a:xfrm>
            <a:off x="365759" y="1028377"/>
            <a:ext cx="11484865" cy="2877528"/>
            <a:chOff x="365759" y="1028377"/>
            <a:chExt cx="11484865" cy="2877528"/>
          </a:xfrm>
        </p:grpSpPr>
        <p:pic>
          <p:nvPicPr>
            <p:cNvPr id="321" name="Google Shape;321;p122"/>
            <p:cNvPicPr preferRelativeResize="0"/>
            <p:nvPr/>
          </p:nvPicPr>
          <p:blipFill rotWithShape="1">
            <a:blip r:embed="rId2">
              <a:alphaModFix/>
            </a:blip>
            <a:srcRect b="0" l="0" r="0" t="0"/>
            <a:stretch/>
          </p:blipFill>
          <p:spPr>
            <a:xfrm>
              <a:off x="365760" y="3448705"/>
              <a:ext cx="11484864" cy="457200"/>
            </a:xfrm>
            <a:prstGeom prst="rect">
              <a:avLst/>
            </a:prstGeom>
            <a:noFill/>
            <a:ln>
              <a:noFill/>
            </a:ln>
          </p:spPr>
        </p:pic>
        <p:pic>
          <p:nvPicPr>
            <p:cNvPr id="322" name="Google Shape;322;p122"/>
            <p:cNvPicPr preferRelativeResize="0"/>
            <p:nvPr/>
          </p:nvPicPr>
          <p:blipFill rotWithShape="1">
            <a:blip r:embed="rId3">
              <a:alphaModFix/>
            </a:blip>
            <a:srcRect b="0" l="0" r="0" t="0"/>
            <a:stretch/>
          </p:blipFill>
          <p:spPr>
            <a:xfrm>
              <a:off x="365759" y="1028377"/>
              <a:ext cx="11484864" cy="45720"/>
            </a:xfrm>
            <a:prstGeom prst="rect">
              <a:avLst/>
            </a:prstGeom>
            <a:noFill/>
            <a:ln>
              <a:noFill/>
            </a:ln>
          </p:spPr>
        </p:pic>
      </p:grpSp>
      <p:sp>
        <p:nvSpPr>
          <p:cNvPr id="323" name="Google Shape;323;p122"/>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324" name="Google Shape;324;p122"/>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5" name="Google Shape;325;p122"/>
          <p:cNvSpPr/>
          <p:nvPr>
            <p:ph idx="2" type="pic"/>
          </p:nvPr>
        </p:nvSpPr>
        <p:spPr>
          <a:xfrm>
            <a:off x="617220" y="1097280"/>
            <a:ext cx="2286000" cy="2286000"/>
          </a:xfrm>
          <a:prstGeom prst="rect">
            <a:avLst/>
          </a:prstGeom>
          <a:noFill/>
          <a:ln>
            <a:noFill/>
          </a:ln>
        </p:spPr>
      </p:sp>
      <p:sp>
        <p:nvSpPr>
          <p:cNvPr id="326" name="Google Shape;326;p122"/>
          <p:cNvSpPr txBox="1"/>
          <p:nvPr>
            <p:ph idx="1" type="body"/>
          </p:nvPr>
        </p:nvSpPr>
        <p:spPr>
          <a:xfrm>
            <a:off x="365760" y="3465576"/>
            <a:ext cx="2788920" cy="440329"/>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000"/>
              <a:buNone/>
              <a:defRPr b="0"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27" name="Google Shape;327;p122"/>
          <p:cNvSpPr txBox="1"/>
          <p:nvPr>
            <p:ph idx="3" type="body"/>
          </p:nvPr>
        </p:nvSpPr>
        <p:spPr>
          <a:xfrm>
            <a:off x="365760" y="3915505"/>
            <a:ext cx="2788920" cy="2519238"/>
          </a:xfrm>
          <a:prstGeom prst="rect">
            <a:avLst/>
          </a:prstGeom>
          <a:noFill/>
          <a:ln>
            <a:noFill/>
          </a:ln>
        </p:spPr>
        <p:txBody>
          <a:bodyPr anchorCtr="0" anchor="t" bIns="45700" lIns="91425" spcFirstLastPara="1" rIns="91425" wrap="square" tIns="45700">
            <a:noAutofit/>
          </a:bodyPr>
          <a:lstStyle>
            <a:lvl1pPr indent="-355600" lvl="0" marL="457200" algn="l">
              <a:lnSpc>
                <a:spcPct val="100000"/>
              </a:lnSpc>
              <a:spcBef>
                <a:spcPts val="0"/>
              </a:spcBef>
              <a:spcAft>
                <a:spcPts val="0"/>
              </a:spcAft>
              <a:buClr>
                <a:srgbClr val="232F3E"/>
              </a:buClr>
              <a:buSzPts val="2000"/>
              <a:buFont typeface="Arial"/>
              <a:buChar char="•"/>
              <a:defRPr sz="2000">
                <a:solidFill>
                  <a:srgbClr val="232F3E"/>
                </a:solidFill>
              </a:defRPr>
            </a:lvl1pPr>
            <a:lvl2pPr indent="-342900" lvl="1" marL="914400" algn="l">
              <a:lnSpc>
                <a:spcPct val="100000"/>
              </a:lnSpc>
              <a:spcBef>
                <a:spcPts val="600"/>
              </a:spcBef>
              <a:spcAft>
                <a:spcPts val="0"/>
              </a:spcAft>
              <a:buClr>
                <a:srgbClr val="232F3E"/>
              </a:buClr>
              <a:buSzPts val="1800"/>
              <a:buChar char="•"/>
              <a:defRPr sz="1800">
                <a:solidFill>
                  <a:srgbClr val="232F3E"/>
                </a:solidFill>
              </a:defRPr>
            </a:lvl2pPr>
            <a:lvl3pPr indent="-330200" lvl="2" marL="1371600" algn="l">
              <a:lnSpc>
                <a:spcPct val="100000"/>
              </a:lnSpc>
              <a:spcBef>
                <a:spcPts val="600"/>
              </a:spcBef>
              <a:spcAft>
                <a:spcPts val="0"/>
              </a:spcAft>
              <a:buClr>
                <a:srgbClr val="232F3E"/>
              </a:buClr>
              <a:buSzPts val="1600"/>
              <a:buChar char="•"/>
              <a:defRPr sz="1600">
                <a:solidFill>
                  <a:srgbClr val="232F3E"/>
                </a:solidFill>
              </a:defRPr>
            </a:lvl3pPr>
            <a:lvl4pPr indent="-342900" lvl="3" marL="1828800" algn="l">
              <a:lnSpc>
                <a:spcPct val="90000"/>
              </a:lnSpc>
              <a:spcBef>
                <a:spcPts val="6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8" name="Google Shape;328;p122"/>
          <p:cNvSpPr/>
          <p:nvPr>
            <p:ph idx="4" type="pic"/>
          </p:nvPr>
        </p:nvSpPr>
        <p:spPr>
          <a:xfrm>
            <a:off x="3512820" y="1097280"/>
            <a:ext cx="2286000" cy="2286000"/>
          </a:xfrm>
          <a:prstGeom prst="rect">
            <a:avLst/>
          </a:prstGeom>
          <a:noFill/>
          <a:ln>
            <a:noFill/>
          </a:ln>
        </p:spPr>
      </p:sp>
      <p:sp>
        <p:nvSpPr>
          <p:cNvPr id="329" name="Google Shape;329;p122"/>
          <p:cNvSpPr txBox="1"/>
          <p:nvPr>
            <p:ph idx="5" type="body"/>
          </p:nvPr>
        </p:nvSpPr>
        <p:spPr>
          <a:xfrm>
            <a:off x="3261360" y="3465576"/>
            <a:ext cx="2788920" cy="440329"/>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000"/>
              <a:buNone/>
              <a:defRPr b="0"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30" name="Google Shape;330;p122"/>
          <p:cNvSpPr txBox="1"/>
          <p:nvPr>
            <p:ph idx="6" type="body"/>
          </p:nvPr>
        </p:nvSpPr>
        <p:spPr>
          <a:xfrm>
            <a:off x="3261360" y="3915505"/>
            <a:ext cx="2788920" cy="2519238"/>
          </a:xfrm>
          <a:prstGeom prst="rect">
            <a:avLst/>
          </a:prstGeom>
          <a:noFill/>
          <a:ln>
            <a:noFill/>
          </a:ln>
        </p:spPr>
        <p:txBody>
          <a:bodyPr anchorCtr="0" anchor="t" bIns="45700" lIns="91425" spcFirstLastPara="1" rIns="91425" wrap="square" tIns="45700">
            <a:noAutofit/>
          </a:bodyPr>
          <a:lstStyle>
            <a:lvl1pPr indent="-355600" lvl="0" marL="457200" algn="l">
              <a:lnSpc>
                <a:spcPct val="100000"/>
              </a:lnSpc>
              <a:spcBef>
                <a:spcPts val="0"/>
              </a:spcBef>
              <a:spcAft>
                <a:spcPts val="0"/>
              </a:spcAft>
              <a:buClr>
                <a:srgbClr val="232F3E"/>
              </a:buClr>
              <a:buSzPts val="2000"/>
              <a:buFont typeface="Arial"/>
              <a:buChar char="•"/>
              <a:defRPr sz="2000">
                <a:solidFill>
                  <a:srgbClr val="232F3E"/>
                </a:solidFill>
              </a:defRPr>
            </a:lvl1pPr>
            <a:lvl2pPr indent="-342900" lvl="1" marL="914400" algn="l">
              <a:lnSpc>
                <a:spcPct val="100000"/>
              </a:lnSpc>
              <a:spcBef>
                <a:spcPts val="600"/>
              </a:spcBef>
              <a:spcAft>
                <a:spcPts val="0"/>
              </a:spcAft>
              <a:buClr>
                <a:srgbClr val="232F3E"/>
              </a:buClr>
              <a:buSzPts val="1800"/>
              <a:buChar char="•"/>
              <a:defRPr sz="1800">
                <a:solidFill>
                  <a:srgbClr val="232F3E"/>
                </a:solidFill>
              </a:defRPr>
            </a:lvl2pPr>
            <a:lvl3pPr indent="-330200" lvl="2" marL="1371600" algn="l">
              <a:lnSpc>
                <a:spcPct val="100000"/>
              </a:lnSpc>
              <a:spcBef>
                <a:spcPts val="600"/>
              </a:spcBef>
              <a:spcAft>
                <a:spcPts val="0"/>
              </a:spcAft>
              <a:buClr>
                <a:srgbClr val="232F3E"/>
              </a:buClr>
              <a:buSzPts val="1600"/>
              <a:buChar char="•"/>
              <a:defRPr sz="1600">
                <a:solidFill>
                  <a:srgbClr val="232F3E"/>
                </a:solidFill>
              </a:defRPr>
            </a:lvl3pPr>
            <a:lvl4pPr indent="-342900" lvl="3" marL="1828800" algn="l">
              <a:lnSpc>
                <a:spcPct val="90000"/>
              </a:lnSpc>
              <a:spcBef>
                <a:spcPts val="6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1" name="Google Shape;331;p122"/>
          <p:cNvSpPr/>
          <p:nvPr>
            <p:ph idx="7" type="pic"/>
          </p:nvPr>
        </p:nvSpPr>
        <p:spPr>
          <a:xfrm>
            <a:off x="6414516" y="1097280"/>
            <a:ext cx="2286000" cy="2286000"/>
          </a:xfrm>
          <a:prstGeom prst="rect">
            <a:avLst/>
          </a:prstGeom>
          <a:noFill/>
          <a:ln>
            <a:noFill/>
          </a:ln>
        </p:spPr>
      </p:sp>
      <p:sp>
        <p:nvSpPr>
          <p:cNvPr id="332" name="Google Shape;332;p122"/>
          <p:cNvSpPr txBox="1"/>
          <p:nvPr>
            <p:ph idx="8" type="body"/>
          </p:nvPr>
        </p:nvSpPr>
        <p:spPr>
          <a:xfrm>
            <a:off x="6163057" y="3465576"/>
            <a:ext cx="2788920" cy="440329"/>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000"/>
              <a:buNone/>
              <a:defRPr b="0"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33" name="Google Shape;333;p122"/>
          <p:cNvSpPr txBox="1"/>
          <p:nvPr>
            <p:ph idx="9" type="body"/>
          </p:nvPr>
        </p:nvSpPr>
        <p:spPr>
          <a:xfrm>
            <a:off x="6163057" y="3915505"/>
            <a:ext cx="2788920" cy="2519238"/>
          </a:xfrm>
          <a:prstGeom prst="rect">
            <a:avLst/>
          </a:prstGeom>
          <a:noFill/>
          <a:ln>
            <a:noFill/>
          </a:ln>
        </p:spPr>
        <p:txBody>
          <a:bodyPr anchorCtr="0" anchor="t" bIns="45700" lIns="91425" spcFirstLastPara="1" rIns="91425" wrap="square" tIns="45700">
            <a:noAutofit/>
          </a:bodyPr>
          <a:lstStyle>
            <a:lvl1pPr indent="-355600" lvl="0" marL="457200" algn="l">
              <a:lnSpc>
                <a:spcPct val="100000"/>
              </a:lnSpc>
              <a:spcBef>
                <a:spcPts val="0"/>
              </a:spcBef>
              <a:spcAft>
                <a:spcPts val="0"/>
              </a:spcAft>
              <a:buClr>
                <a:srgbClr val="232F3E"/>
              </a:buClr>
              <a:buSzPts val="2000"/>
              <a:buFont typeface="Arial"/>
              <a:buChar char="•"/>
              <a:defRPr sz="2000">
                <a:solidFill>
                  <a:srgbClr val="232F3E"/>
                </a:solidFill>
              </a:defRPr>
            </a:lvl1pPr>
            <a:lvl2pPr indent="-342900" lvl="1" marL="914400" algn="l">
              <a:lnSpc>
                <a:spcPct val="100000"/>
              </a:lnSpc>
              <a:spcBef>
                <a:spcPts val="600"/>
              </a:spcBef>
              <a:spcAft>
                <a:spcPts val="0"/>
              </a:spcAft>
              <a:buClr>
                <a:srgbClr val="232F3E"/>
              </a:buClr>
              <a:buSzPts val="1800"/>
              <a:buChar char="•"/>
              <a:defRPr sz="1800">
                <a:solidFill>
                  <a:srgbClr val="232F3E"/>
                </a:solidFill>
              </a:defRPr>
            </a:lvl2pPr>
            <a:lvl3pPr indent="-330200" lvl="2" marL="1371600" algn="l">
              <a:lnSpc>
                <a:spcPct val="100000"/>
              </a:lnSpc>
              <a:spcBef>
                <a:spcPts val="600"/>
              </a:spcBef>
              <a:spcAft>
                <a:spcPts val="0"/>
              </a:spcAft>
              <a:buClr>
                <a:srgbClr val="232F3E"/>
              </a:buClr>
              <a:buSzPts val="1600"/>
              <a:buChar char="•"/>
              <a:defRPr sz="1600">
                <a:solidFill>
                  <a:srgbClr val="232F3E"/>
                </a:solidFill>
              </a:defRPr>
            </a:lvl3pPr>
            <a:lvl4pPr indent="-342900" lvl="3" marL="1828800" algn="l">
              <a:lnSpc>
                <a:spcPct val="90000"/>
              </a:lnSpc>
              <a:spcBef>
                <a:spcPts val="6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4" name="Google Shape;334;p122"/>
          <p:cNvSpPr/>
          <p:nvPr>
            <p:ph idx="13" type="pic"/>
          </p:nvPr>
        </p:nvSpPr>
        <p:spPr>
          <a:xfrm>
            <a:off x="9294876" y="1097280"/>
            <a:ext cx="2286000" cy="2286000"/>
          </a:xfrm>
          <a:prstGeom prst="rect">
            <a:avLst/>
          </a:prstGeom>
          <a:noFill/>
          <a:ln>
            <a:noFill/>
          </a:ln>
        </p:spPr>
      </p:sp>
      <p:sp>
        <p:nvSpPr>
          <p:cNvPr id="335" name="Google Shape;335;p122"/>
          <p:cNvSpPr txBox="1"/>
          <p:nvPr>
            <p:ph idx="14" type="subTitle"/>
          </p:nvPr>
        </p:nvSpPr>
        <p:spPr>
          <a:xfrm>
            <a:off x="9043416" y="3465576"/>
            <a:ext cx="2788920" cy="4403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1"/>
              </a:buClr>
              <a:buSzPts val="2000"/>
              <a:buNone/>
              <a:defRPr b="0" sz="2000">
                <a:solidFill>
                  <a:schemeClr val="lt1"/>
                </a:solidFill>
                <a:latin typeface="Play"/>
                <a:ea typeface="Play"/>
                <a:cs typeface="Play"/>
                <a:sym typeface="Play"/>
              </a:defRPr>
            </a:lvl1pPr>
            <a:lvl2pPr lvl="1" algn="l">
              <a:lnSpc>
                <a:spcPct val="90000"/>
              </a:lnSpc>
              <a:spcBef>
                <a:spcPts val="0"/>
              </a:spcBef>
              <a:spcAft>
                <a:spcPts val="0"/>
              </a:spcAft>
              <a:buClr>
                <a:srgbClr val="232F3E"/>
              </a:buClr>
              <a:buSzPts val="2000"/>
              <a:buNone/>
              <a:defRPr b="1" sz="2000"/>
            </a:lvl2pPr>
            <a:lvl3pPr lvl="2" algn="l">
              <a:lnSpc>
                <a:spcPct val="90000"/>
              </a:lnSpc>
              <a:spcBef>
                <a:spcPts val="1200"/>
              </a:spcBef>
              <a:spcAft>
                <a:spcPts val="0"/>
              </a:spcAft>
              <a:buClr>
                <a:srgbClr val="232F3E"/>
              </a:buClr>
              <a:buSzPts val="1800"/>
              <a:buNone/>
              <a:defRPr b="1" sz="1800"/>
            </a:lvl3pPr>
            <a:lvl4pPr lvl="3" algn="l">
              <a:lnSpc>
                <a:spcPct val="90000"/>
              </a:lnSpc>
              <a:spcBef>
                <a:spcPts val="1200"/>
              </a:spcBef>
              <a:spcAft>
                <a:spcPts val="0"/>
              </a:spcAft>
              <a:buClr>
                <a:srgbClr val="232F3E"/>
              </a:buClr>
              <a:buSzPts val="1600"/>
              <a:buNone/>
              <a:defRPr b="1" sz="1600"/>
            </a:lvl4pPr>
            <a:lvl5pPr lvl="4" algn="l">
              <a:lnSpc>
                <a:spcPct val="90000"/>
              </a:lnSpc>
              <a:spcBef>
                <a:spcPts val="1200"/>
              </a:spcBef>
              <a:spcAft>
                <a:spcPts val="0"/>
              </a:spcAft>
              <a:buClr>
                <a:srgbClr val="232F3E"/>
              </a:buClr>
              <a:buSzPts val="1600"/>
              <a:buNone/>
              <a:defRPr b="1" sz="1600"/>
            </a:lvl5pPr>
            <a:lvl6pPr lvl="5" algn="l">
              <a:lnSpc>
                <a:spcPct val="90000"/>
              </a:lnSpc>
              <a:spcBef>
                <a:spcPts val="1200"/>
              </a:spcBef>
              <a:spcAft>
                <a:spcPts val="0"/>
              </a:spcAft>
              <a:buClr>
                <a:schemeClr val="dk1"/>
              </a:buClr>
              <a:buSzPts val="1600"/>
              <a:buNone/>
              <a:defRPr b="1" sz="1600"/>
            </a:lvl6pPr>
            <a:lvl7pPr lvl="6" algn="l">
              <a:lnSpc>
                <a:spcPct val="90000"/>
              </a:lnSpc>
              <a:spcBef>
                <a:spcPts val="500"/>
              </a:spcBef>
              <a:spcAft>
                <a:spcPts val="0"/>
              </a:spcAft>
              <a:buClr>
                <a:schemeClr val="dk1"/>
              </a:buClr>
              <a:buSzPts val="1600"/>
              <a:buNone/>
              <a:defRPr b="1" sz="1600"/>
            </a:lvl7pPr>
            <a:lvl8pPr lvl="7" algn="l">
              <a:lnSpc>
                <a:spcPct val="90000"/>
              </a:lnSpc>
              <a:spcBef>
                <a:spcPts val="500"/>
              </a:spcBef>
              <a:spcAft>
                <a:spcPts val="0"/>
              </a:spcAft>
              <a:buClr>
                <a:schemeClr val="dk1"/>
              </a:buClr>
              <a:buSzPts val="1600"/>
              <a:buNone/>
              <a:defRPr b="1" sz="1600"/>
            </a:lvl8pPr>
            <a:lvl9pPr lvl="8" algn="l">
              <a:lnSpc>
                <a:spcPct val="90000"/>
              </a:lnSpc>
              <a:spcBef>
                <a:spcPts val="500"/>
              </a:spcBef>
              <a:spcAft>
                <a:spcPts val="0"/>
              </a:spcAft>
              <a:buClr>
                <a:schemeClr val="dk1"/>
              </a:buClr>
              <a:buSzPts val="1600"/>
              <a:buNone/>
              <a:defRPr b="1" sz="1600"/>
            </a:lvl9pPr>
          </a:lstStyle>
          <a:p/>
        </p:txBody>
      </p:sp>
      <p:sp>
        <p:nvSpPr>
          <p:cNvPr id="336" name="Google Shape;336;p122"/>
          <p:cNvSpPr txBox="1"/>
          <p:nvPr>
            <p:ph idx="15" type="body"/>
          </p:nvPr>
        </p:nvSpPr>
        <p:spPr>
          <a:xfrm>
            <a:off x="9043416" y="3915505"/>
            <a:ext cx="2788920" cy="2519238"/>
          </a:xfrm>
          <a:prstGeom prst="rect">
            <a:avLst/>
          </a:prstGeom>
          <a:noFill/>
          <a:ln>
            <a:noFill/>
          </a:ln>
        </p:spPr>
        <p:txBody>
          <a:bodyPr anchorCtr="0" anchor="t" bIns="45700" lIns="91425" spcFirstLastPara="1" rIns="91425" wrap="square" tIns="45700">
            <a:noAutofit/>
          </a:bodyPr>
          <a:lstStyle>
            <a:lvl1pPr indent="-355600" lvl="0" marL="457200" algn="l">
              <a:lnSpc>
                <a:spcPct val="100000"/>
              </a:lnSpc>
              <a:spcBef>
                <a:spcPts val="0"/>
              </a:spcBef>
              <a:spcAft>
                <a:spcPts val="0"/>
              </a:spcAft>
              <a:buClr>
                <a:srgbClr val="232F3E"/>
              </a:buClr>
              <a:buSzPts val="2000"/>
              <a:buFont typeface="Arial"/>
              <a:buChar char="•"/>
              <a:defRPr sz="2000">
                <a:solidFill>
                  <a:srgbClr val="232F3E"/>
                </a:solidFill>
              </a:defRPr>
            </a:lvl1pPr>
            <a:lvl2pPr indent="-342900" lvl="1" marL="914400" algn="l">
              <a:lnSpc>
                <a:spcPct val="100000"/>
              </a:lnSpc>
              <a:spcBef>
                <a:spcPts val="600"/>
              </a:spcBef>
              <a:spcAft>
                <a:spcPts val="0"/>
              </a:spcAft>
              <a:buClr>
                <a:srgbClr val="232F3E"/>
              </a:buClr>
              <a:buSzPts val="1800"/>
              <a:buChar char="•"/>
              <a:defRPr sz="1800">
                <a:solidFill>
                  <a:srgbClr val="232F3E"/>
                </a:solidFill>
              </a:defRPr>
            </a:lvl2pPr>
            <a:lvl3pPr indent="-330200" lvl="2" marL="1371600" algn="l">
              <a:lnSpc>
                <a:spcPct val="100000"/>
              </a:lnSpc>
              <a:spcBef>
                <a:spcPts val="600"/>
              </a:spcBef>
              <a:spcAft>
                <a:spcPts val="0"/>
              </a:spcAft>
              <a:buClr>
                <a:srgbClr val="232F3E"/>
              </a:buClr>
              <a:buSzPts val="1600"/>
              <a:buChar char="•"/>
              <a:defRPr sz="1600">
                <a:solidFill>
                  <a:srgbClr val="232F3E"/>
                </a:solidFill>
              </a:defRPr>
            </a:lvl3pPr>
            <a:lvl4pPr indent="-342900" lvl="3" marL="1828800" algn="l">
              <a:lnSpc>
                <a:spcPct val="90000"/>
              </a:lnSpc>
              <a:spcBef>
                <a:spcPts val="6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Sm Pics, 4 Headers, and 4 Text Columns">
  <p:cSld name="Title, 4 Sm Pics, 4 Headers, and 4 Text Columns">
    <p:bg>
      <p:bgPr>
        <a:solidFill>
          <a:schemeClr val="lt1"/>
        </a:solidFill>
      </p:bgPr>
    </p:bg>
    <p:spTree>
      <p:nvGrpSpPr>
        <p:cNvPr id="337" name="Shape 337"/>
        <p:cNvGrpSpPr/>
        <p:nvPr/>
      </p:nvGrpSpPr>
      <p:grpSpPr>
        <a:xfrm>
          <a:off x="0" y="0"/>
          <a:ext cx="0" cy="0"/>
          <a:chOff x="0" y="0"/>
          <a:chExt cx="0" cy="0"/>
        </a:xfrm>
      </p:grpSpPr>
      <p:grpSp>
        <p:nvGrpSpPr>
          <p:cNvPr id="338" name="Google Shape;338;p123"/>
          <p:cNvGrpSpPr/>
          <p:nvPr/>
        </p:nvGrpSpPr>
        <p:grpSpPr>
          <a:xfrm>
            <a:off x="365759" y="1028377"/>
            <a:ext cx="11484865" cy="2347997"/>
            <a:chOff x="365759" y="1028377"/>
            <a:chExt cx="11484865" cy="2347997"/>
          </a:xfrm>
        </p:grpSpPr>
        <p:pic>
          <p:nvPicPr>
            <p:cNvPr id="339" name="Google Shape;339;p123"/>
            <p:cNvPicPr preferRelativeResize="0"/>
            <p:nvPr/>
          </p:nvPicPr>
          <p:blipFill rotWithShape="1">
            <a:blip r:embed="rId2">
              <a:alphaModFix/>
            </a:blip>
            <a:srcRect b="0" l="0" r="0" t="0"/>
            <a:stretch/>
          </p:blipFill>
          <p:spPr>
            <a:xfrm>
              <a:off x="365760" y="2919174"/>
              <a:ext cx="11484864" cy="457200"/>
            </a:xfrm>
            <a:prstGeom prst="rect">
              <a:avLst/>
            </a:prstGeom>
            <a:noFill/>
            <a:ln>
              <a:noFill/>
            </a:ln>
          </p:spPr>
        </p:pic>
        <p:pic>
          <p:nvPicPr>
            <p:cNvPr id="340" name="Google Shape;340;p123"/>
            <p:cNvPicPr preferRelativeResize="0"/>
            <p:nvPr/>
          </p:nvPicPr>
          <p:blipFill rotWithShape="1">
            <a:blip r:embed="rId3">
              <a:alphaModFix/>
            </a:blip>
            <a:srcRect b="0" l="0" r="0" t="0"/>
            <a:stretch/>
          </p:blipFill>
          <p:spPr>
            <a:xfrm>
              <a:off x="365759" y="1028377"/>
              <a:ext cx="11484864" cy="45720"/>
            </a:xfrm>
            <a:prstGeom prst="rect">
              <a:avLst/>
            </a:prstGeom>
            <a:noFill/>
            <a:ln>
              <a:noFill/>
            </a:ln>
          </p:spPr>
        </p:pic>
      </p:grpSp>
      <p:sp>
        <p:nvSpPr>
          <p:cNvPr id="341" name="Google Shape;341;p123"/>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342" name="Google Shape;342;p123"/>
          <p:cNvSpPr txBox="1"/>
          <p:nvPr>
            <p:ph type="title"/>
          </p:nvPr>
        </p:nvSpPr>
        <p:spPr>
          <a:xfrm>
            <a:off x="365760" y="301752"/>
            <a:ext cx="11466576" cy="73152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3" name="Google Shape;343;p123"/>
          <p:cNvSpPr/>
          <p:nvPr>
            <p:ph idx="2" type="pic"/>
          </p:nvPr>
        </p:nvSpPr>
        <p:spPr>
          <a:xfrm>
            <a:off x="845820" y="1051560"/>
            <a:ext cx="1828800" cy="1828800"/>
          </a:xfrm>
          <a:prstGeom prst="rect">
            <a:avLst/>
          </a:prstGeom>
          <a:noFill/>
          <a:ln>
            <a:noFill/>
          </a:ln>
        </p:spPr>
      </p:sp>
      <p:sp>
        <p:nvSpPr>
          <p:cNvPr id="344" name="Google Shape;344;p123"/>
          <p:cNvSpPr txBox="1"/>
          <p:nvPr>
            <p:ph idx="1" type="body"/>
          </p:nvPr>
        </p:nvSpPr>
        <p:spPr>
          <a:xfrm>
            <a:off x="365760" y="2926080"/>
            <a:ext cx="2788920" cy="450294"/>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000"/>
              <a:buNone/>
              <a:defRPr b="0" sz="2000">
                <a:solidFill>
                  <a:schemeClr val="lt1"/>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5" name="Google Shape;345;p123"/>
          <p:cNvSpPr txBox="1"/>
          <p:nvPr>
            <p:ph idx="3" type="body"/>
          </p:nvPr>
        </p:nvSpPr>
        <p:spPr>
          <a:xfrm>
            <a:off x="365760" y="3429000"/>
            <a:ext cx="2788920" cy="300574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rgbClr val="232F3E"/>
              </a:buClr>
              <a:buSzPts val="2000"/>
              <a:buNone/>
              <a:defRPr sz="2000">
                <a:solidFill>
                  <a:srgbClr val="232F3E"/>
                </a:solidFill>
              </a:defRPr>
            </a:lvl1pPr>
            <a:lvl2pPr indent="-342900" lvl="1" marL="914400" algn="l">
              <a:lnSpc>
                <a:spcPct val="90000"/>
              </a:lnSpc>
              <a:spcBef>
                <a:spcPts val="6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6" name="Google Shape;346;p123"/>
          <p:cNvSpPr/>
          <p:nvPr>
            <p:ph idx="4" type="pic"/>
          </p:nvPr>
        </p:nvSpPr>
        <p:spPr>
          <a:xfrm>
            <a:off x="3738372" y="1051560"/>
            <a:ext cx="1828800" cy="1828800"/>
          </a:xfrm>
          <a:prstGeom prst="rect">
            <a:avLst/>
          </a:prstGeom>
          <a:noFill/>
          <a:ln>
            <a:noFill/>
          </a:ln>
        </p:spPr>
      </p:sp>
      <p:sp>
        <p:nvSpPr>
          <p:cNvPr id="347" name="Google Shape;347;p123"/>
          <p:cNvSpPr txBox="1"/>
          <p:nvPr>
            <p:ph idx="5" type="body"/>
          </p:nvPr>
        </p:nvSpPr>
        <p:spPr>
          <a:xfrm>
            <a:off x="3258312" y="2926080"/>
            <a:ext cx="2788920" cy="450294"/>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000"/>
              <a:buNone/>
              <a:defRPr b="0" sz="2000">
                <a:solidFill>
                  <a:schemeClr val="lt1"/>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8" name="Google Shape;348;p123"/>
          <p:cNvSpPr txBox="1"/>
          <p:nvPr>
            <p:ph idx="6" type="body"/>
          </p:nvPr>
        </p:nvSpPr>
        <p:spPr>
          <a:xfrm>
            <a:off x="3258312" y="3429000"/>
            <a:ext cx="2788920" cy="300574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rgbClr val="232F3E"/>
              </a:buClr>
              <a:buSzPts val="2000"/>
              <a:buNone/>
              <a:defRPr sz="2000">
                <a:solidFill>
                  <a:srgbClr val="232F3E"/>
                </a:solidFill>
              </a:defRPr>
            </a:lvl1pPr>
            <a:lvl2pPr indent="-342900" lvl="1" marL="914400" algn="l">
              <a:lnSpc>
                <a:spcPct val="90000"/>
              </a:lnSpc>
              <a:spcBef>
                <a:spcPts val="6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9" name="Google Shape;349;p123"/>
          <p:cNvSpPr/>
          <p:nvPr>
            <p:ph idx="7" type="pic"/>
          </p:nvPr>
        </p:nvSpPr>
        <p:spPr>
          <a:xfrm>
            <a:off x="6630924" y="1051560"/>
            <a:ext cx="1828800" cy="1828800"/>
          </a:xfrm>
          <a:prstGeom prst="rect">
            <a:avLst/>
          </a:prstGeom>
          <a:noFill/>
          <a:ln>
            <a:noFill/>
          </a:ln>
        </p:spPr>
      </p:sp>
      <p:sp>
        <p:nvSpPr>
          <p:cNvPr id="350" name="Google Shape;350;p123"/>
          <p:cNvSpPr txBox="1"/>
          <p:nvPr>
            <p:ph idx="8" type="body"/>
          </p:nvPr>
        </p:nvSpPr>
        <p:spPr>
          <a:xfrm>
            <a:off x="6150864" y="2926080"/>
            <a:ext cx="2788920" cy="450294"/>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000"/>
              <a:buNone/>
              <a:defRPr b="0" sz="2000">
                <a:solidFill>
                  <a:schemeClr val="lt1"/>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1" name="Google Shape;351;p123"/>
          <p:cNvSpPr txBox="1"/>
          <p:nvPr>
            <p:ph idx="9" type="body"/>
          </p:nvPr>
        </p:nvSpPr>
        <p:spPr>
          <a:xfrm>
            <a:off x="6150864" y="3429000"/>
            <a:ext cx="2788920" cy="300574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rgbClr val="232F3E"/>
              </a:buClr>
              <a:buSzPts val="2000"/>
              <a:buNone/>
              <a:defRPr sz="2000">
                <a:solidFill>
                  <a:srgbClr val="232F3E"/>
                </a:solidFill>
              </a:defRPr>
            </a:lvl1pPr>
            <a:lvl2pPr indent="-342900" lvl="1" marL="914400" algn="l">
              <a:lnSpc>
                <a:spcPct val="90000"/>
              </a:lnSpc>
              <a:spcBef>
                <a:spcPts val="6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2" name="Google Shape;352;p123"/>
          <p:cNvSpPr/>
          <p:nvPr>
            <p:ph idx="13" type="pic"/>
          </p:nvPr>
        </p:nvSpPr>
        <p:spPr>
          <a:xfrm>
            <a:off x="9523476" y="1051560"/>
            <a:ext cx="1828800" cy="1828800"/>
          </a:xfrm>
          <a:prstGeom prst="rect">
            <a:avLst/>
          </a:prstGeom>
          <a:noFill/>
          <a:ln>
            <a:noFill/>
          </a:ln>
        </p:spPr>
      </p:sp>
      <p:sp>
        <p:nvSpPr>
          <p:cNvPr id="353" name="Google Shape;353;p123"/>
          <p:cNvSpPr txBox="1"/>
          <p:nvPr>
            <p:ph idx="14" type="body"/>
          </p:nvPr>
        </p:nvSpPr>
        <p:spPr>
          <a:xfrm>
            <a:off x="9043416" y="2926080"/>
            <a:ext cx="2788920" cy="450294"/>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000"/>
              <a:buNone/>
              <a:defRPr b="0" sz="2000">
                <a:solidFill>
                  <a:schemeClr val="lt1"/>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4" name="Google Shape;354;p123"/>
          <p:cNvSpPr txBox="1"/>
          <p:nvPr>
            <p:ph idx="15" type="body"/>
          </p:nvPr>
        </p:nvSpPr>
        <p:spPr>
          <a:xfrm>
            <a:off x="9043416" y="3429000"/>
            <a:ext cx="2788920" cy="300574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rgbClr val="232F3E"/>
              </a:buClr>
              <a:buSzPts val="2000"/>
              <a:buNone/>
              <a:defRPr sz="2000">
                <a:solidFill>
                  <a:srgbClr val="232F3E"/>
                </a:solidFill>
              </a:defRPr>
            </a:lvl1pPr>
            <a:lvl2pPr indent="-342900" lvl="1" marL="914400" algn="l">
              <a:lnSpc>
                <a:spcPct val="90000"/>
              </a:lnSpc>
              <a:spcBef>
                <a:spcPts val="6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108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Lg Pics,and 4 Headers">
  <p:cSld name="Title, 4 Lg Pics,and 4 Headers">
    <p:bg>
      <p:bgPr>
        <a:solidFill>
          <a:schemeClr val="lt1"/>
        </a:solidFill>
      </p:bgPr>
    </p:bg>
    <p:spTree>
      <p:nvGrpSpPr>
        <p:cNvPr id="355" name="Shape 355"/>
        <p:cNvGrpSpPr/>
        <p:nvPr/>
      </p:nvGrpSpPr>
      <p:grpSpPr>
        <a:xfrm>
          <a:off x="0" y="0"/>
          <a:ext cx="0" cy="0"/>
          <a:chOff x="0" y="0"/>
          <a:chExt cx="0" cy="0"/>
        </a:xfrm>
      </p:grpSpPr>
      <p:grpSp>
        <p:nvGrpSpPr>
          <p:cNvPr id="356" name="Google Shape;356;p124"/>
          <p:cNvGrpSpPr/>
          <p:nvPr/>
        </p:nvGrpSpPr>
        <p:grpSpPr>
          <a:xfrm>
            <a:off x="365759" y="1028377"/>
            <a:ext cx="11484865" cy="4173818"/>
            <a:chOff x="365759" y="1028377"/>
            <a:chExt cx="11484865" cy="4173818"/>
          </a:xfrm>
        </p:grpSpPr>
        <p:pic>
          <p:nvPicPr>
            <p:cNvPr id="357" name="Google Shape;357;p124"/>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pic>
          <p:nvPicPr>
            <p:cNvPr id="358" name="Google Shape;358;p124"/>
            <p:cNvPicPr preferRelativeResize="0"/>
            <p:nvPr/>
          </p:nvPicPr>
          <p:blipFill rotWithShape="1">
            <a:blip r:embed="rId3">
              <a:alphaModFix/>
            </a:blip>
            <a:srcRect b="0" l="0" r="0" t="0"/>
            <a:stretch/>
          </p:blipFill>
          <p:spPr>
            <a:xfrm>
              <a:off x="365760" y="4744995"/>
              <a:ext cx="11484864" cy="457200"/>
            </a:xfrm>
            <a:prstGeom prst="rect">
              <a:avLst/>
            </a:prstGeom>
            <a:noFill/>
            <a:ln>
              <a:noFill/>
            </a:ln>
          </p:spPr>
        </p:pic>
      </p:grpSp>
      <p:sp>
        <p:nvSpPr>
          <p:cNvPr id="359" name="Google Shape;359;p124"/>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360" name="Google Shape;360;p124"/>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1" name="Google Shape;361;p124"/>
          <p:cNvSpPr/>
          <p:nvPr>
            <p:ph idx="2" type="pic"/>
          </p:nvPr>
        </p:nvSpPr>
        <p:spPr>
          <a:xfrm>
            <a:off x="365760" y="1835333"/>
            <a:ext cx="2788920" cy="2834640"/>
          </a:xfrm>
          <a:prstGeom prst="rect">
            <a:avLst/>
          </a:prstGeom>
          <a:noFill/>
          <a:ln>
            <a:noFill/>
          </a:ln>
        </p:spPr>
      </p:sp>
      <p:sp>
        <p:nvSpPr>
          <p:cNvPr id="362" name="Google Shape;362;p124"/>
          <p:cNvSpPr txBox="1"/>
          <p:nvPr>
            <p:ph idx="1" type="body"/>
          </p:nvPr>
        </p:nvSpPr>
        <p:spPr>
          <a:xfrm>
            <a:off x="365760" y="4764024"/>
            <a:ext cx="2788920" cy="438171"/>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chemeClr val="lt1"/>
              </a:buClr>
              <a:buSzPts val="2000"/>
              <a:buNone/>
              <a:defRPr b="0"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63" name="Google Shape;363;p124"/>
          <p:cNvSpPr/>
          <p:nvPr>
            <p:ph idx="3" type="pic"/>
          </p:nvPr>
        </p:nvSpPr>
        <p:spPr>
          <a:xfrm>
            <a:off x="3258312" y="1835333"/>
            <a:ext cx="2788920" cy="2834640"/>
          </a:xfrm>
          <a:prstGeom prst="rect">
            <a:avLst/>
          </a:prstGeom>
          <a:noFill/>
          <a:ln>
            <a:noFill/>
          </a:ln>
        </p:spPr>
      </p:sp>
      <p:sp>
        <p:nvSpPr>
          <p:cNvPr id="364" name="Google Shape;364;p124"/>
          <p:cNvSpPr txBox="1"/>
          <p:nvPr>
            <p:ph idx="4" type="body"/>
          </p:nvPr>
        </p:nvSpPr>
        <p:spPr>
          <a:xfrm>
            <a:off x="3258312" y="4764024"/>
            <a:ext cx="2788920" cy="438171"/>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chemeClr val="lt1"/>
              </a:buClr>
              <a:buSzPts val="2000"/>
              <a:buNone/>
              <a:defRPr b="0"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65" name="Google Shape;365;p124"/>
          <p:cNvSpPr/>
          <p:nvPr>
            <p:ph idx="5" type="pic"/>
          </p:nvPr>
        </p:nvSpPr>
        <p:spPr>
          <a:xfrm>
            <a:off x="6150864" y="1835333"/>
            <a:ext cx="2788920" cy="2834640"/>
          </a:xfrm>
          <a:prstGeom prst="rect">
            <a:avLst/>
          </a:prstGeom>
          <a:noFill/>
          <a:ln>
            <a:noFill/>
          </a:ln>
        </p:spPr>
      </p:sp>
      <p:sp>
        <p:nvSpPr>
          <p:cNvPr id="366" name="Google Shape;366;p124"/>
          <p:cNvSpPr txBox="1"/>
          <p:nvPr>
            <p:ph idx="6" type="body"/>
          </p:nvPr>
        </p:nvSpPr>
        <p:spPr>
          <a:xfrm>
            <a:off x="6150864" y="4764024"/>
            <a:ext cx="2788920" cy="438171"/>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chemeClr val="lt1"/>
              </a:buClr>
              <a:buSzPts val="2000"/>
              <a:buNone/>
              <a:defRPr b="0"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67" name="Google Shape;367;p124"/>
          <p:cNvSpPr/>
          <p:nvPr>
            <p:ph idx="7" type="pic"/>
          </p:nvPr>
        </p:nvSpPr>
        <p:spPr>
          <a:xfrm>
            <a:off x="9043416" y="1835333"/>
            <a:ext cx="2788920" cy="2834640"/>
          </a:xfrm>
          <a:prstGeom prst="rect">
            <a:avLst/>
          </a:prstGeom>
          <a:noFill/>
          <a:ln>
            <a:noFill/>
          </a:ln>
        </p:spPr>
      </p:sp>
      <p:sp>
        <p:nvSpPr>
          <p:cNvPr id="368" name="Google Shape;368;p124"/>
          <p:cNvSpPr txBox="1"/>
          <p:nvPr>
            <p:ph idx="8" type="body"/>
          </p:nvPr>
        </p:nvSpPr>
        <p:spPr>
          <a:xfrm>
            <a:off x="9043416" y="4764024"/>
            <a:ext cx="2788920" cy="438171"/>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chemeClr val="lt1"/>
              </a:buClr>
              <a:buSzPts val="2000"/>
              <a:buNone/>
              <a:defRPr b="0"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Pics, and 6 Text Boxes">
  <p:cSld name="Title, 6 Pics, and 6 Text Boxes">
    <p:bg>
      <p:bgPr>
        <a:solidFill>
          <a:schemeClr val="lt1"/>
        </a:solidFill>
      </p:bgPr>
    </p:bg>
    <p:spTree>
      <p:nvGrpSpPr>
        <p:cNvPr id="369" name="Shape 369"/>
        <p:cNvGrpSpPr/>
        <p:nvPr/>
      </p:nvGrpSpPr>
      <p:grpSpPr>
        <a:xfrm>
          <a:off x="0" y="0"/>
          <a:ext cx="0" cy="0"/>
          <a:chOff x="0" y="0"/>
          <a:chExt cx="0" cy="0"/>
        </a:xfrm>
      </p:grpSpPr>
      <p:pic>
        <p:nvPicPr>
          <p:cNvPr id="370" name="Google Shape;370;p125"/>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371" name="Google Shape;371;p125"/>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372" name="Google Shape;372;p125"/>
          <p:cNvSpPr txBox="1"/>
          <p:nvPr>
            <p:ph type="title"/>
          </p:nvPr>
        </p:nvSpPr>
        <p:spPr>
          <a:xfrm>
            <a:off x="365760" y="301752"/>
            <a:ext cx="11466576" cy="73152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3" name="Google Shape;373;p125"/>
          <p:cNvSpPr/>
          <p:nvPr>
            <p:ph idx="2" type="pic"/>
          </p:nvPr>
        </p:nvSpPr>
        <p:spPr>
          <a:xfrm>
            <a:off x="1516380" y="1211176"/>
            <a:ext cx="1828800" cy="1828800"/>
          </a:xfrm>
          <a:prstGeom prst="rect">
            <a:avLst/>
          </a:prstGeom>
          <a:noFill/>
          <a:ln>
            <a:noFill/>
          </a:ln>
        </p:spPr>
      </p:sp>
      <p:sp>
        <p:nvSpPr>
          <p:cNvPr id="374" name="Google Shape;374;p125"/>
          <p:cNvSpPr txBox="1"/>
          <p:nvPr>
            <p:ph idx="1" type="body"/>
          </p:nvPr>
        </p:nvSpPr>
        <p:spPr>
          <a:xfrm>
            <a:off x="830580" y="3056649"/>
            <a:ext cx="3200400" cy="570859"/>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2000"/>
              <a:buNone/>
              <a:defRPr sz="2000">
                <a:solidFill>
                  <a:srgbClr val="232F3E"/>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5" name="Google Shape;375;p125"/>
          <p:cNvSpPr/>
          <p:nvPr>
            <p:ph idx="3" type="pic"/>
          </p:nvPr>
        </p:nvSpPr>
        <p:spPr>
          <a:xfrm>
            <a:off x="5181600" y="1211176"/>
            <a:ext cx="1828800" cy="1828800"/>
          </a:xfrm>
          <a:prstGeom prst="rect">
            <a:avLst/>
          </a:prstGeom>
          <a:noFill/>
          <a:ln>
            <a:noFill/>
          </a:ln>
        </p:spPr>
      </p:sp>
      <p:sp>
        <p:nvSpPr>
          <p:cNvPr id="376" name="Google Shape;376;p125"/>
          <p:cNvSpPr txBox="1"/>
          <p:nvPr>
            <p:ph idx="4" type="body"/>
          </p:nvPr>
        </p:nvSpPr>
        <p:spPr>
          <a:xfrm>
            <a:off x="4495800" y="3056649"/>
            <a:ext cx="3200400" cy="570859"/>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2000"/>
              <a:buNone/>
              <a:defRPr sz="2000">
                <a:solidFill>
                  <a:srgbClr val="232F3E"/>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7" name="Google Shape;377;p125"/>
          <p:cNvSpPr/>
          <p:nvPr>
            <p:ph idx="5" type="pic"/>
          </p:nvPr>
        </p:nvSpPr>
        <p:spPr>
          <a:xfrm>
            <a:off x="8852916" y="1211176"/>
            <a:ext cx="1828800" cy="1828800"/>
          </a:xfrm>
          <a:prstGeom prst="rect">
            <a:avLst/>
          </a:prstGeom>
          <a:noFill/>
          <a:ln>
            <a:noFill/>
          </a:ln>
        </p:spPr>
      </p:sp>
      <p:sp>
        <p:nvSpPr>
          <p:cNvPr id="378" name="Google Shape;378;p125"/>
          <p:cNvSpPr txBox="1"/>
          <p:nvPr>
            <p:ph idx="6" type="body"/>
          </p:nvPr>
        </p:nvSpPr>
        <p:spPr>
          <a:xfrm>
            <a:off x="8167116" y="3056649"/>
            <a:ext cx="3200400" cy="570859"/>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2000"/>
              <a:buNone/>
              <a:defRPr sz="2000">
                <a:solidFill>
                  <a:srgbClr val="232F3E"/>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9" name="Google Shape;379;p125"/>
          <p:cNvSpPr/>
          <p:nvPr>
            <p:ph idx="7" type="pic"/>
          </p:nvPr>
        </p:nvSpPr>
        <p:spPr>
          <a:xfrm>
            <a:off x="1516380" y="3866132"/>
            <a:ext cx="1828800" cy="1828800"/>
          </a:xfrm>
          <a:prstGeom prst="rect">
            <a:avLst/>
          </a:prstGeom>
          <a:noFill/>
          <a:ln>
            <a:noFill/>
          </a:ln>
        </p:spPr>
      </p:sp>
      <p:sp>
        <p:nvSpPr>
          <p:cNvPr id="380" name="Google Shape;380;p125"/>
          <p:cNvSpPr txBox="1"/>
          <p:nvPr>
            <p:ph idx="8" type="body"/>
          </p:nvPr>
        </p:nvSpPr>
        <p:spPr>
          <a:xfrm>
            <a:off x="830580" y="5704771"/>
            <a:ext cx="3200400" cy="570859"/>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2000"/>
              <a:buNone/>
              <a:defRPr sz="2000">
                <a:solidFill>
                  <a:srgbClr val="232F3E"/>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1" name="Google Shape;381;p125"/>
          <p:cNvSpPr/>
          <p:nvPr>
            <p:ph idx="9" type="pic"/>
          </p:nvPr>
        </p:nvSpPr>
        <p:spPr>
          <a:xfrm>
            <a:off x="5181600" y="3866132"/>
            <a:ext cx="1828800" cy="1828800"/>
          </a:xfrm>
          <a:prstGeom prst="rect">
            <a:avLst/>
          </a:prstGeom>
          <a:noFill/>
          <a:ln>
            <a:noFill/>
          </a:ln>
        </p:spPr>
      </p:sp>
      <p:sp>
        <p:nvSpPr>
          <p:cNvPr id="382" name="Google Shape;382;p125"/>
          <p:cNvSpPr txBox="1"/>
          <p:nvPr>
            <p:ph idx="13" type="body"/>
          </p:nvPr>
        </p:nvSpPr>
        <p:spPr>
          <a:xfrm>
            <a:off x="4495800" y="5704771"/>
            <a:ext cx="3200400" cy="570859"/>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2000"/>
              <a:buNone/>
              <a:defRPr sz="2000">
                <a:solidFill>
                  <a:srgbClr val="232F3E"/>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3" name="Google Shape;383;p125"/>
          <p:cNvSpPr/>
          <p:nvPr>
            <p:ph idx="14" type="pic"/>
          </p:nvPr>
        </p:nvSpPr>
        <p:spPr>
          <a:xfrm>
            <a:off x="8852916" y="3866132"/>
            <a:ext cx="1828800" cy="1828800"/>
          </a:xfrm>
          <a:prstGeom prst="rect">
            <a:avLst/>
          </a:prstGeom>
          <a:noFill/>
          <a:ln>
            <a:noFill/>
          </a:ln>
        </p:spPr>
      </p:sp>
      <p:sp>
        <p:nvSpPr>
          <p:cNvPr id="384" name="Google Shape;384;p125"/>
          <p:cNvSpPr txBox="1"/>
          <p:nvPr>
            <p:ph idx="15" type="body"/>
          </p:nvPr>
        </p:nvSpPr>
        <p:spPr>
          <a:xfrm>
            <a:off x="8167116" y="5704771"/>
            <a:ext cx="3200400" cy="570859"/>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2000"/>
              <a:buNone/>
              <a:defRPr sz="2000">
                <a:solidFill>
                  <a:srgbClr val="232F3E"/>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108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8 pictures">
  <p:cSld name="Title and 8 pictures">
    <p:bg>
      <p:bgPr>
        <a:solidFill>
          <a:schemeClr val="lt1"/>
        </a:solidFill>
      </p:bgPr>
    </p:bg>
    <p:spTree>
      <p:nvGrpSpPr>
        <p:cNvPr id="385" name="Shape 385"/>
        <p:cNvGrpSpPr/>
        <p:nvPr/>
      </p:nvGrpSpPr>
      <p:grpSpPr>
        <a:xfrm>
          <a:off x="0" y="0"/>
          <a:ext cx="0" cy="0"/>
          <a:chOff x="0" y="0"/>
          <a:chExt cx="0" cy="0"/>
        </a:xfrm>
      </p:grpSpPr>
      <p:pic>
        <p:nvPicPr>
          <p:cNvPr id="386" name="Google Shape;386;p126"/>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387" name="Google Shape;387;p126"/>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388" name="Google Shape;388;p126"/>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9" name="Google Shape;389;p126"/>
          <p:cNvSpPr/>
          <p:nvPr>
            <p:ph idx="2" type="pic"/>
          </p:nvPr>
        </p:nvSpPr>
        <p:spPr>
          <a:xfrm>
            <a:off x="640080" y="1162264"/>
            <a:ext cx="2286000" cy="2286000"/>
          </a:xfrm>
          <a:prstGeom prst="rect">
            <a:avLst/>
          </a:prstGeom>
          <a:noFill/>
          <a:ln>
            <a:noFill/>
          </a:ln>
        </p:spPr>
      </p:sp>
      <p:sp>
        <p:nvSpPr>
          <p:cNvPr id="390" name="Google Shape;390;p126"/>
          <p:cNvSpPr/>
          <p:nvPr>
            <p:ph idx="3" type="pic"/>
          </p:nvPr>
        </p:nvSpPr>
        <p:spPr>
          <a:xfrm>
            <a:off x="3517392" y="1162264"/>
            <a:ext cx="2286000" cy="2286000"/>
          </a:xfrm>
          <a:prstGeom prst="rect">
            <a:avLst/>
          </a:prstGeom>
          <a:noFill/>
          <a:ln>
            <a:noFill/>
          </a:ln>
        </p:spPr>
      </p:sp>
      <p:sp>
        <p:nvSpPr>
          <p:cNvPr id="391" name="Google Shape;391;p126"/>
          <p:cNvSpPr/>
          <p:nvPr>
            <p:ph idx="4" type="pic"/>
          </p:nvPr>
        </p:nvSpPr>
        <p:spPr>
          <a:xfrm>
            <a:off x="6394704" y="1162264"/>
            <a:ext cx="2286000" cy="2286000"/>
          </a:xfrm>
          <a:prstGeom prst="rect">
            <a:avLst/>
          </a:prstGeom>
          <a:noFill/>
          <a:ln>
            <a:noFill/>
          </a:ln>
        </p:spPr>
      </p:sp>
      <p:sp>
        <p:nvSpPr>
          <p:cNvPr id="392" name="Google Shape;392;p126"/>
          <p:cNvSpPr/>
          <p:nvPr>
            <p:ph idx="5" type="pic"/>
          </p:nvPr>
        </p:nvSpPr>
        <p:spPr>
          <a:xfrm>
            <a:off x="9272016" y="1162264"/>
            <a:ext cx="2286000" cy="2286000"/>
          </a:xfrm>
          <a:prstGeom prst="rect">
            <a:avLst/>
          </a:prstGeom>
          <a:noFill/>
          <a:ln>
            <a:noFill/>
          </a:ln>
        </p:spPr>
      </p:sp>
      <p:sp>
        <p:nvSpPr>
          <p:cNvPr id="393" name="Google Shape;393;p126"/>
          <p:cNvSpPr/>
          <p:nvPr>
            <p:ph idx="6" type="pic"/>
          </p:nvPr>
        </p:nvSpPr>
        <p:spPr>
          <a:xfrm>
            <a:off x="640080" y="3873273"/>
            <a:ext cx="2286000" cy="2286000"/>
          </a:xfrm>
          <a:prstGeom prst="rect">
            <a:avLst/>
          </a:prstGeom>
          <a:noFill/>
          <a:ln>
            <a:noFill/>
          </a:ln>
        </p:spPr>
      </p:sp>
      <p:sp>
        <p:nvSpPr>
          <p:cNvPr id="394" name="Google Shape;394;p126"/>
          <p:cNvSpPr/>
          <p:nvPr>
            <p:ph idx="7" type="pic"/>
          </p:nvPr>
        </p:nvSpPr>
        <p:spPr>
          <a:xfrm>
            <a:off x="3517392" y="3873273"/>
            <a:ext cx="2286000" cy="2286000"/>
          </a:xfrm>
          <a:prstGeom prst="rect">
            <a:avLst/>
          </a:prstGeom>
          <a:noFill/>
          <a:ln>
            <a:noFill/>
          </a:ln>
        </p:spPr>
      </p:sp>
      <p:sp>
        <p:nvSpPr>
          <p:cNvPr id="395" name="Google Shape;395;p126"/>
          <p:cNvSpPr/>
          <p:nvPr>
            <p:ph idx="8" type="pic"/>
          </p:nvPr>
        </p:nvSpPr>
        <p:spPr>
          <a:xfrm>
            <a:off x="6394704" y="3873273"/>
            <a:ext cx="2286000" cy="2286000"/>
          </a:xfrm>
          <a:prstGeom prst="rect">
            <a:avLst/>
          </a:prstGeom>
          <a:noFill/>
          <a:ln>
            <a:noFill/>
          </a:ln>
        </p:spPr>
      </p:sp>
      <p:sp>
        <p:nvSpPr>
          <p:cNvPr id="396" name="Google Shape;396;p126"/>
          <p:cNvSpPr/>
          <p:nvPr>
            <p:ph idx="9" type="pic"/>
          </p:nvPr>
        </p:nvSpPr>
        <p:spPr>
          <a:xfrm>
            <a:off x="9272016" y="3873273"/>
            <a:ext cx="2286000" cy="2286000"/>
          </a:xfrm>
          <a:prstGeom prst="rect">
            <a:avLst/>
          </a:prstGeom>
          <a:noFill/>
          <a:ln>
            <a:no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8 Sm Pics, and 8 Text Columns">
  <p:cSld name="Title, 8 Sm Pics, and 8 Text Columns">
    <p:bg>
      <p:bgPr>
        <a:solidFill>
          <a:schemeClr val="lt1"/>
        </a:solidFill>
      </p:bgPr>
    </p:bg>
    <p:spTree>
      <p:nvGrpSpPr>
        <p:cNvPr id="397" name="Shape 397"/>
        <p:cNvGrpSpPr/>
        <p:nvPr/>
      </p:nvGrpSpPr>
      <p:grpSpPr>
        <a:xfrm>
          <a:off x="0" y="0"/>
          <a:ext cx="0" cy="0"/>
          <a:chOff x="0" y="0"/>
          <a:chExt cx="0" cy="0"/>
        </a:xfrm>
      </p:grpSpPr>
      <p:pic>
        <p:nvPicPr>
          <p:cNvPr id="398" name="Google Shape;398;p127"/>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399" name="Google Shape;399;p127"/>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400" name="Google Shape;400;p127"/>
          <p:cNvSpPr txBox="1"/>
          <p:nvPr>
            <p:ph type="title"/>
          </p:nvPr>
        </p:nvSpPr>
        <p:spPr>
          <a:xfrm>
            <a:off x="365760" y="301752"/>
            <a:ext cx="11466576" cy="73152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1" name="Google Shape;401;p127"/>
          <p:cNvSpPr/>
          <p:nvPr>
            <p:ph idx="2" type="pic"/>
          </p:nvPr>
        </p:nvSpPr>
        <p:spPr>
          <a:xfrm>
            <a:off x="960120" y="1272940"/>
            <a:ext cx="1645920" cy="1648911"/>
          </a:xfrm>
          <a:prstGeom prst="rect">
            <a:avLst/>
          </a:prstGeom>
          <a:noFill/>
          <a:ln>
            <a:noFill/>
          </a:ln>
        </p:spPr>
      </p:sp>
      <p:sp>
        <p:nvSpPr>
          <p:cNvPr id="402" name="Google Shape;402;p127"/>
          <p:cNvSpPr txBox="1"/>
          <p:nvPr>
            <p:ph idx="1" type="body"/>
          </p:nvPr>
        </p:nvSpPr>
        <p:spPr>
          <a:xfrm>
            <a:off x="388620" y="2976540"/>
            <a:ext cx="2788920" cy="54864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1600"/>
              <a:buNone/>
              <a:defRPr b="0" sz="1600">
                <a:solidFill>
                  <a:srgbClr val="232F3E"/>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3" name="Google Shape;403;p127"/>
          <p:cNvSpPr/>
          <p:nvPr>
            <p:ph idx="3" type="pic"/>
          </p:nvPr>
        </p:nvSpPr>
        <p:spPr>
          <a:xfrm>
            <a:off x="3837432" y="1272940"/>
            <a:ext cx="1645920" cy="1648911"/>
          </a:xfrm>
          <a:prstGeom prst="rect">
            <a:avLst/>
          </a:prstGeom>
          <a:noFill/>
          <a:ln>
            <a:noFill/>
          </a:ln>
        </p:spPr>
      </p:sp>
      <p:sp>
        <p:nvSpPr>
          <p:cNvPr id="404" name="Google Shape;404;p127"/>
          <p:cNvSpPr txBox="1"/>
          <p:nvPr>
            <p:ph idx="4" type="body"/>
          </p:nvPr>
        </p:nvSpPr>
        <p:spPr>
          <a:xfrm>
            <a:off x="3265932" y="2976540"/>
            <a:ext cx="2788920" cy="54864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1600"/>
              <a:buNone/>
              <a:defRPr b="0" sz="1600">
                <a:solidFill>
                  <a:srgbClr val="232F3E"/>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5" name="Google Shape;405;p127"/>
          <p:cNvSpPr/>
          <p:nvPr>
            <p:ph idx="5" type="pic"/>
          </p:nvPr>
        </p:nvSpPr>
        <p:spPr>
          <a:xfrm>
            <a:off x="6714744" y="1272940"/>
            <a:ext cx="1645920" cy="1648911"/>
          </a:xfrm>
          <a:prstGeom prst="rect">
            <a:avLst/>
          </a:prstGeom>
          <a:noFill/>
          <a:ln>
            <a:noFill/>
          </a:ln>
        </p:spPr>
      </p:sp>
      <p:sp>
        <p:nvSpPr>
          <p:cNvPr id="406" name="Google Shape;406;p127"/>
          <p:cNvSpPr txBox="1"/>
          <p:nvPr>
            <p:ph idx="6" type="body"/>
          </p:nvPr>
        </p:nvSpPr>
        <p:spPr>
          <a:xfrm>
            <a:off x="6143244" y="2976540"/>
            <a:ext cx="2788920" cy="54864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1600"/>
              <a:buNone/>
              <a:defRPr b="0" sz="1600">
                <a:solidFill>
                  <a:srgbClr val="232F3E"/>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7" name="Google Shape;407;p127"/>
          <p:cNvSpPr/>
          <p:nvPr>
            <p:ph idx="7" type="pic"/>
          </p:nvPr>
        </p:nvSpPr>
        <p:spPr>
          <a:xfrm>
            <a:off x="9592056" y="1272940"/>
            <a:ext cx="1645920" cy="1648911"/>
          </a:xfrm>
          <a:prstGeom prst="rect">
            <a:avLst/>
          </a:prstGeom>
          <a:noFill/>
          <a:ln>
            <a:noFill/>
          </a:ln>
        </p:spPr>
      </p:sp>
      <p:sp>
        <p:nvSpPr>
          <p:cNvPr id="408" name="Google Shape;408;p127"/>
          <p:cNvSpPr txBox="1"/>
          <p:nvPr>
            <p:ph idx="8" type="body"/>
          </p:nvPr>
        </p:nvSpPr>
        <p:spPr>
          <a:xfrm>
            <a:off x="9020556" y="2976540"/>
            <a:ext cx="2788920" cy="54864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1600"/>
              <a:buNone/>
              <a:defRPr b="0" sz="1600">
                <a:solidFill>
                  <a:srgbClr val="232F3E"/>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9" name="Google Shape;409;p127"/>
          <p:cNvSpPr/>
          <p:nvPr>
            <p:ph idx="9" type="pic"/>
          </p:nvPr>
        </p:nvSpPr>
        <p:spPr>
          <a:xfrm>
            <a:off x="960120" y="3814574"/>
            <a:ext cx="1645920" cy="1648911"/>
          </a:xfrm>
          <a:prstGeom prst="rect">
            <a:avLst/>
          </a:prstGeom>
          <a:noFill/>
          <a:ln>
            <a:noFill/>
          </a:ln>
        </p:spPr>
      </p:sp>
      <p:sp>
        <p:nvSpPr>
          <p:cNvPr id="410" name="Google Shape;410;p127"/>
          <p:cNvSpPr txBox="1"/>
          <p:nvPr>
            <p:ph idx="13" type="body"/>
          </p:nvPr>
        </p:nvSpPr>
        <p:spPr>
          <a:xfrm>
            <a:off x="388620" y="5518174"/>
            <a:ext cx="2788920" cy="54864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1600"/>
              <a:buNone/>
              <a:defRPr b="0" sz="1600">
                <a:solidFill>
                  <a:srgbClr val="232F3E"/>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1" name="Google Shape;411;p127"/>
          <p:cNvSpPr/>
          <p:nvPr>
            <p:ph idx="14" type="pic"/>
          </p:nvPr>
        </p:nvSpPr>
        <p:spPr>
          <a:xfrm>
            <a:off x="3837432" y="3814574"/>
            <a:ext cx="1645920" cy="1648911"/>
          </a:xfrm>
          <a:prstGeom prst="rect">
            <a:avLst/>
          </a:prstGeom>
          <a:noFill/>
          <a:ln>
            <a:noFill/>
          </a:ln>
        </p:spPr>
      </p:sp>
      <p:sp>
        <p:nvSpPr>
          <p:cNvPr id="412" name="Google Shape;412;p127"/>
          <p:cNvSpPr txBox="1"/>
          <p:nvPr>
            <p:ph idx="15" type="body"/>
          </p:nvPr>
        </p:nvSpPr>
        <p:spPr>
          <a:xfrm>
            <a:off x="3265932" y="5518174"/>
            <a:ext cx="2788920" cy="54864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1600"/>
              <a:buNone/>
              <a:defRPr b="0" sz="1600">
                <a:solidFill>
                  <a:srgbClr val="232F3E"/>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3" name="Google Shape;413;p127"/>
          <p:cNvSpPr/>
          <p:nvPr>
            <p:ph idx="16" type="pic"/>
          </p:nvPr>
        </p:nvSpPr>
        <p:spPr>
          <a:xfrm>
            <a:off x="6714744" y="3814574"/>
            <a:ext cx="1645920" cy="1648911"/>
          </a:xfrm>
          <a:prstGeom prst="rect">
            <a:avLst/>
          </a:prstGeom>
          <a:noFill/>
          <a:ln>
            <a:noFill/>
          </a:ln>
        </p:spPr>
      </p:sp>
      <p:sp>
        <p:nvSpPr>
          <p:cNvPr id="414" name="Google Shape;414;p127"/>
          <p:cNvSpPr txBox="1"/>
          <p:nvPr>
            <p:ph idx="17" type="body"/>
          </p:nvPr>
        </p:nvSpPr>
        <p:spPr>
          <a:xfrm>
            <a:off x="6143244" y="5518174"/>
            <a:ext cx="2788920" cy="54864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1600"/>
              <a:buNone/>
              <a:defRPr b="0" sz="1600">
                <a:solidFill>
                  <a:srgbClr val="232F3E"/>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5" name="Google Shape;415;p127"/>
          <p:cNvSpPr/>
          <p:nvPr>
            <p:ph idx="18" type="pic"/>
          </p:nvPr>
        </p:nvSpPr>
        <p:spPr>
          <a:xfrm>
            <a:off x="9592056" y="3814574"/>
            <a:ext cx="1645920" cy="1648911"/>
          </a:xfrm>
          <a:prstGeom prst="rect">
            <a:avLst/>
          </a:prstGeom>
          <a:noFill/>
          <a:ln>
            <a:noFill/>
          </a:ln>
        </p:spPr>
      </p:sp>
      <p:sp>
        <p:nvSpPr>
          <p:cNvPr id="416" name="Google Shape;416;p127"/>
          <p:cNvSpPr txBox="1"/>
          <p:nvPr>
            <p:ph idx="19" type="body"/>
          </p:nvPr>
        </p:nvSpPr>
        <p:spPr>
          <a:xfrm>
            <a:off x="9020556" y="5518174"/>
            <a:ext cx="2788920" cy="54864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1600"/>
              <a:buNone/>
              <a:defRPr b="0" sz="1600">
                <a:solidFill>
                  <a:srgbClr val="232F3E"/>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108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8 Sm Pics, 8 Headers, and 8 Text Columns">
  <p:cSld name="Title, 8 Sm Pics, 8 Headers, and 8 Text Columns">
    <p:bg>
      <p:bgPr>
        <a:solidFill>
          <a:schemeClr val="lt1"/>
        </a:solidFill>
      </p:bgPr>
    </p:bg>
    <p:spTree>
      <p:nvGrpSpPr>
        <p:cNvPr id="417" name="Shape 417"/>
        <p:cNvGrpSpPr/>
        <p:nvPr/>
      </p:nvGrpSpPr>
      <p:grpSpPr>
        <a:xfrm>
          <a:off x="0" y="0"/>
          <a:ext cx="0" cy="0"/>
          <a:chOff x="0" y="0"/>
          <a:chExt cx="0" cy="0"/>
        </a:xfrm>
      </p:grpSpPr>
      <p:grpSp>
        <p:nvGrpSpPr>
          <p:cNvPr id="418" name="Google Shape;418;p128"/>
          <p:cNvGrpSpPr/>
          <p:nvPr/>
        </p:nvGrpSpPr>
        <p:grpSpPr>
          <a:xfrm>
            <a:off x="365759" y="1028377"/>
            <a:ext cx="11484864" cy="4791549"/>
            <a:chOff x="365759" y="1028377"/>
            <a:chExt cx="11484864" cy="4791549"/>
          </a:xfrm>
        </p:grpSpPr>
        <p:pic>
          <p:nvPicPr>
            <p:cNvPr id="419" name="Google Shape;419;p128"/>
            <p:cNvPicPr preferRelativeResize="0"/>
            <p:nvPr/>
          </p:nvPicPr>
          <p:blipFill rotWithShape="1">
            <a:blip r:embed="rId2">
              <a:alphaModFix/>
            </a:blip>
            <a:srcRect b="0" l="0" r="0" t="0"/>
            <a:stretch/>
          </p:blipFill>
          <p:spPr>
            <a:xfrm>
              <a:off x="388620" y="2816120"/>
              <a:ext cx="11443716" cy="320040"/>
            </a:xfrm>
            <a:prstGeom prst="rect">
              <a:avLst/>
            </a:prstGeom>
            <a:noFill/>
            <a:ln>
              <a:noFill/>
            </a:ln>
          </p:spPr>
        </p:pic>
        <p:pic>
          <p:nvPicPr>
            <p:cNvPr id="420" name="Google Shape;420;p128"/>
            <p:cNvPicPr preferRelativeResize="0"/>
            <p:nvPr/>
          </p:nvPicPr>
          <p:blipFill rotWithShape="1">
            <a:blip r:embed="rId2">
              <a:alphaModFix/>
            </a:blip>
            <a:srcRect b="0" l="0" r="0" t="0"/>
            <a:stretch/>
          </p:blipFill>
          <p:spPr>
            <a:xfrm>
              <a:off x="388620" y="5499886"/>
              <a:ext cx="11443716" cy="320040"/>
            </a:xfrm>
            <a:prstGeom prst="rect">
              <a:avLst/>
            </a:prstGeom>
            <a:noFill/>
            <a:ln>
              <a:noFill/>
            </a:ln>
          </p:spPr>
        </p:pic>
        <p:pic>
          <p:nvPicPr>
            <p:cNvPr id="421" name="Google Shape;421;p128"/>
            <p:cNvPicPr preferRelativeResize="0"/>
            <p:nvPr/>
          </p:nvPicPr>
          <p:blipFill rotWithShape="1">
            <a:blip r:embed="rId3">
              <a:alphaModFix/>
            </a:blip>
            <a:srcRect b="0" l="0" r="0" t="0"/>
            <a:stretch/>
          </p:blipFill>
          <p:spPr>
            <a:xfrm>
              <a:off x="365759" y="1028377"/>
              <a:ext cx="11484864" cy="45720"/>
            </a:xfrm>
            <a:prstGeom prst="rect">
              <a:avLst/>
            </a:prstGeom>
            <a:noFill/>
            <a:ln>
              <a:noFill/>
            </a:ln>
          </p:spPr>
        </p:pic>
      </p:grpSp>
      <p:sp>
        <p:nvSpPr>
          <p:cNvPr id="422" name="Google Shape;422;p128"/>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423" name="Google Shape;423;p128"/>
          <p:cNvSpPr txBox="1"/>
          <p:nvPr>
            <p:ph type="title"/>
          </p:nvPr>
        </p:nvSpPr>
        <p:spPr>
          <a:xfrm>
            <a:off x="365760" y="301752"/>
            <a:ext cx="11466576" cy="73152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4" name="Google Shape;424;p128"/>
          <p:cNvSpPr/>
          <p:nvPr>
            <p:ph idx="2" type="pic"/>
          </p:nvPr>
        </p:nvSpPr>
        <p:spPr>
          <a:xfrm>
            <a:off x="960120" y="1112520"/>
            <a:ext cx="1645920" cy="1648911"/>
          </a:xfrm>
          <a:prstGeom prst="rect">
            <a:avLst/>
          </a:prstGeom>
          <a:noFill/>
          <a:ln>
            <a:noFill/>
          </a:ln>
        </p:spPr>
      </p:sp>
      <p:sp>
        <p:nvSpPr>
          <p:cNvPr id="425" name="Google Shape;425;p128"/>
          <p:cNvSpPr txBox="1"/>
          <p:nvPr>
            <p:ph idx="1" type="body"/>
          </p:nvPr>
        </p:nvSpPr>
        <p:spPr>
          <a:xfrm>
            <a:off x="388620" y="2816120"/>
            <a:ext cx="2788920" cy="301752"/>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chemeClr val="lt1"/>
              </a:buClr>
              <a:buSzPts val="1600"/>
              <a:buNone/>
              <a:defRPr b="0" sz="1600">
                <a:solidFill>
                  <a:schemeClr val="lt1"/>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6" name="Google Shape;426;p128"/>
          <p:cNvSpPr txBox="1"/>
          <p:nvPr>
            <p:ph idx="3" type="body"/>
          </p:nvPr>
        </p:nvSpPr>
        <p:spPr>
          <a:xfrm>
            <a:off x="388620" y="3181880"/>
            <a:ext cx="2788920" cy="570859"/>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1600"/>
              <a:buNone/>
              <a:defRPr sz="1600">
                <a:solidFill>
                  <a:srgbClr val="232F3E"/>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7" name="Google Shape;427;p128"/>
          <p:cNvSpPr/>
          <p:nvPr>
            <p:ph idx="4" type="pic"/>
          </p:nvPr>
        </p:nvSpPr>
        <p:spPr>
          <a:xfrm>
            <a:off x="3837432" y="1112520"/>
            <a:ext cx="1645920" cy="1648911"/>
          </a:xfrm>
          <a:prstGeom prst="rect">
            <a:avLst/>
          </a:prstGeom>
          <a:noFill/>
          <a:ln>
            <a:noFill/>
          </a:ln>
        </p:spPr>
      </p:sp>
      <p:sp>
        <p:nvSpPr>
          <p:cNvPr id="428" name="Google Shape;428;p128"/>
          <p:cNvSpPr txBox="1"/>
          <p:nvPr>
            <p:ph idx="5" type="body"/>
          </p:nvPr>
        </p:nvSpPr>
        <p:spPr>
          <a:xfrm>
            <a:off x="3265932" y="2816120"/>
            <a:ext cx="2788920" cy="301752"/>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chemeClr val="lt1"/>
              </a:buClr>
              <a:buSzPts val="1600"/>
              <a:buNone/>
              <a:defRPr b="0" sz="1600">
                <a:solidFill>
                  <a:schemeClr val="lt1"/>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9" name="Google Shape;429;p128"/>
          <p:cNvSpPr txBox="1"/>
          <p:nvPr>
            <p:ph idx="6" type="body"/>
          </p:nvPr>
        </p:nvSpPr>
        <p:spPr>
          <a:xfrm>
            <a:off x="3265932" y="3181880"/>
            <a:ext cx="2788920" cy="570859"/>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1600"/>
              <a:buNone/>
              <a:defRPr sz="1600">
                <a:solidFill>
                  <a:srgbClr val="232F3E"/>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0" name="Google Shape;430;p128"/>
          <p:cNvSpPr/>
          <p:nvPr>
            <p:ph idx="7" type="pic"/>
          </p:nvPr>
        </p:nvSpPr>
        <p:spPr>
          <a:xfrm>
            <a:off x="6714744" y="1112520"/>
            <a:ext cx="1645920" cy="1648911"/>
          </a:xfrm>
          <a:prstGeom prst="rect">
            <a:avLst/>
          </a:prstGeom>
          <a:noFill/>
          <a:ln>
            <a:noFill/>
          </a:ln>
        </p:spPr>
      </p:sp>
      <p:sp>
        <p:nvSpPr>
          <p:cNvPr id="431" name="Google Shape;431;p128"/>
          <p:cNvSpPr txBox="1"/>
          <p:nvPr>
            <p:ph idx="8" type="body"/>
          </p:nvPr>
        </p:nvSpPr>
        <p:spPr>
          <a:xfrm>
            <a:off x="6143244" y="2816120"/>
            <a:ext cx="2788920" cy="301752"/>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chemeClr val="lt1"/>
              </a:buClr>
              <a:buSzPts val="1600"/>
              <a:buNone/>
              <a:defRPr b="0" sz="1600">
                <a:solidFill>
                  <a:schemeClr val="lt1"/>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2" name="Google Shape;432;p128"/>
          <p:cNvSpPr txBox="1"/>
          <p:nvPr>
            <p:ph idx="9" type="body"/>
          </p:nvPr>
        </p:nvSpPr>
        <p:spPr>
          <a:xfrm>
            <a:off x="6143244" y="3181880"/>
            <a:ext cx="2788920" cy="570859"/>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1600"/>
              <a:buNone/>
              <a:defRPr sz="1600">
                <a:solidFill>
                  <a:srgbClr val="232F3E"/>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3" name="Google Shape;433;p128"/>
          <p:cNvSpPr/>
          <p:nvPr>
            <p:ph idx="13" type="pic"/>
          </p:nvPr>
        </p:nvSpPr>
        <p:spPr>
          <a:xfrm>
            <a:off x="9592056" y="1112520"/>
            <a:ext cx="1645920" cy="1648911"/>
          </a:xfrm>
          <a:prstGeom prst="rect">
            <a:avLst/>
          </a:prstGeom>
          <a:noFill/>
          <a:ln>
            <a:noFill/>
          </a:ln>
        </p:spPr>
      </p:sp>
      <p:sp>
        <p:nvSpPr>
          <p:cNvPr id="434" name="Google Shape;434;p128"/>
          <p:cNvSpPr txBox="1"/>
          <p:nvPr>
            <p:ph idx="14" type="body"/>
          </p:nvPr>
        </p:nvSpPr>
        <p:spPr>
          <a:xfrm>
            <a:off x="9020556" y="2816120"/>
            <a:ext cx="2788920" cy="301752"/>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chemeClr val="lt1"/>
              </a:buClr>
              <a:buSzPts val="1600"/>
              <a:buNone/>
              <a:defRPr b="0" sz="1600">
                <a:solidFill>
                  <a:schemeClr val="lt1"/>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5" name="Google Shape;435;p128"/>
          <p:cNvSpPr txBox="1"/>
          <p:nvPr>
            <p:ph idx="15" type="body"/>
          </p:nvPr>
        </p:nvSpPr>
        <p:spPr>
          <a:xfrm>
            <a:off x="9020556" y="3181880"/>
            <a:ext cx="2788920" cy="570859"/>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1600"/>
              <a:buNone/>
              <a:defRPr sz="1600">
                <a:solidFill>
                  <a:srgbClr val="232F3E"/>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6" name="Google Shape;436;p128"/>
          <p:cNvSpPr/>
          <p:nvPr>
            <p:ph idx="16" type="pic"/>
          </p:nvPr>
        </p:nvSpPr>
        <p:spPr>
          <a:xfrm>
            <a:off x="960120" y="3814574"/>
            <a:ext cx="1645920" cy="1648911"/>
          </a:xfrm>
          <a:prstGeom prst="rect">
            <a:avLst/>
          </a:prstGeom>
          <a:noFill/>
          <a:ln>
            <a:noFill/>
          </a:ln>
        </p:spPr>
      </p:sp>
      <p:sp>
        <p:nvSpPr>
          <p:cNvPr id="437" name="Google Shape;437;p128"/>
          <p:cNvSpPr txBox="1"/>
          <p:nvPr>
            <p:ph idx="17" type="body"/>
          </p:nvPr>
        </p:nvSpPr>
        <p:spPr>
          <a:xfrm>
            <a:off x="388620" y="5518174"/>
            <a:ext cx="2788920" cy="301752"/>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chemeClr val="lt1"/>
              </a:buClr>
              <a:buSzPts val="1600"/>
              <a:buNone/>
              <a:defRPr b="0" sz="1600">
                <a:solidFill>
                  <a:schemeClr val="lt1"/>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8" name="Google Shape;438;p128"/>
          <p:cNvSpPr txBox="1"/>
          <p:nvPr>
            <p:ph idx="18" type="body"/>
          </p:nvPr>
        </p:nvSpPr>
        <p:spPr>
          <a:xfrm>
            <a:off x="388620" y="5864908"/>
            <a:ext cx="2788920" cy="570859"/>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1600"/>
              <a:buNone/>
              <a:defRPr sz="1600">
                <a:solidFill>
                  <a:srgbClr val="232F3E"/>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9" name="Google Shape;439;p128"/>
          <p:cNvSpPr/>
          <p:nvPr>
            <p:ph idx="19" type="pic"/>
          </p:nvPr>
        </p:nvSpPr>
        <p:spPr>
          <a:xfrm>
            <a:off x="3837432" y="3814574"/>
            <a:ext cx="1645920" cy="1648911"/>
          </a:xfrm>
          <a:prstGeom prst="rect">
            <a:avLst/>
          </a:prstGeom>
          <a:noFill/>
          <a:ln>
            <a:noFill/>
          </a:ln>
        </p:spPr>
      </p:sp>
      <p:sp>
        <p:nvSpPr>
          <p:cNvPr id="440" name="Google Shape;440;p128"/>
          <p:cNvSpPr txBox="1"/>
          <p:nvPr>
            <p:ph idx="20" type="body"/>
          </p:nvPr>
        </p:nvSpPr>
        <p:spPr>
          <a:xfrm>
            <a:off x="3265932" y="5518174"/>
            <a:ext cx="2788920" cy="301752"/>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chemeClr val="lt1"/>
              </a:buClr>
              <a:buSzPts val="1600"/>
              <a:buNone/>
              <a:defRPr b="0" sz="1600">
                <a:solidFill>
                  <a:schemeClr val="lt1"/>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1" name="Google Shape;441;p128"/>
          <p:cNvSpPr txBox="1"/>
          <p:nvPr>
            <p:ph idx="21" type="body"/>
          </p:nvPr>
        </p:nvSpPr>
        <p:spPr>
          <a:xfrm>
            <a:off x="3265932" y="5864908"/>
            <a:ext cx="2788920" cy="570859"/>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1600"/>
              <a:buNone/>
              <a:defRPr sz="1600">
                <a:solidFill>
                  <a:srgbClr val="232F3E"/>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2" name="Google Shape;442;p128"/>
          <p:cNvSpPr/>
          <p:nvPr>
            <p:ph idx="22" type="pic"/>
          </p:nvPr>
        </p:nvSpPr>
        <p:spPr>
          <a:xfrm>
            <a:off x="6714744" y="3814574"/>
            <a:ext cx="1645920" cy="1648911"/>
          </a:xfrm>
          <a:prstGeom prst="rect">
            <a:avLst/>
          </a:prstGeom>
          <a:noFill/>
          <a:ln>
            <a:noFill/>
          </a:ln>
        </p:spPr>
      </p:sp>
      <p:sp>
        <p:nvSpPr>
          <p:cNvPr id="443" name="Google Shape;443;p128"/>
          <p:cNvSpPr txBox="1"/>
          <p:nvPr>
            <p:ph idx="23" type="body"/>
          </p:nvPr>
        </p:nvSpPr>
        <p:spPr>
          <a:xfrm>
            <a:off x="6143244" y="5518174"/>
            <a:ext cx="2788920" cy="301752"/>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chemeClr val="lt1"/>
              </a:buClr>
              <a:buSzPts val="1600"/>
              <a:buNone/>
              <a:defRPr b="0" sz="1600">
                <a:solidFill>
                  <a:schemeClr val="lt1"/>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4" name="Google Shape;444;p128"/>
          <p:cNvSpPr txBox="1"/>
          <p:nvPr>
            <p:ph idx="24" type="body"/>
          </p:nvPr>
        </p:nvSpPr>
        <p:spPr>
          <a:xfrm>
            <a:off x="6143244" y="5864908"/>
            <a:ext cx="2788920" cy="570859"/>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1600"/>
              <a:buNone/>
              <a:defRPr sz="1600">
                <a:solidFill>
                  <a:srgbClr val="232F3E"/>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5" name="Google Shape;445;p128"/>
          <p:cNvSpPr/>
          <p:nvPr>
            <p:ph idx="25" type="pic"/>
          </p:nvPr>
        </p:nvSpPr>
        <p:spPr>
          <a:xfrm>
            <a:off x="9592056" y="3814574"/>
            <a:ext cx="1645920" cy="1648911"/>
          </a:xfrm>
          <a:prstGeom prst="rect">
            <a:avLst/>
          </a:prstGeom>
          <a:noFill/>
          <a:ln>
            <a:noFill/>
          </a:ln>
        </p:spPr>
      </p:sp>
      <p:sp>
        <p:nvSpPr>
          <p:cNvPr id="446" name="Google Shape;446;p128"/>
          <p:cNvSpPr txBox="1"/>
          <p:nvPr>
            <p:ph idx="26" type="body"/>
          </p:nvPr>
        </p:nvSpPr>
        <p:spPr>
          <a:xfrm>
            <a:off x="9020556" y="5518174"/>
            <a:ext cx="2788920" cy="301752"/>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chemeClr val="lt1"/>
              </a:buClr>
              <a:buSzPts val="1600"/>
              <a:buNone/>
              <a:defRPr b="0" sz="1600">
                <a:solidFill>
                  <a:schemeClr val="lt1"/>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7" name="Google Shape;447;p128"/>
          <p:cNvSpPr txBox="1"/>
          <p:nvPr>
            <p:ph idx="27" type="body"/>
          </p:nvPr>
        </p:nvSpPr>
        <p:spPr>
          <a:xfrm>
            <a:off x="9020556" y="5864908"/>
            <a:ext cx="2788920" cy="570859"/>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1600"/>
              <a:buNone/>
              <a:defRPr sz="1600">
                <a:solidFill>
                  <a:srgbClr val="232F3E"/>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108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Blank">
  <p:cSld name="Title Only Blank">
    <p:bg>
      <p:bgPr>
        <a:solidFill>
          <a:schemeClr val="lt1"/>
        </a:solidFill>
      </p:bgPr>
    </p:bg>
    <p:spTree>
      <p:nvGrpSpPr>
        <p:cNvPr id="448" name="Shape 448"/>
        <p:cNvGrpSpPr/>
        <p:nvPr/>
      </p:nvGrpSpPr>
      <p:grpSpPr>
        <a:xfrm>
          <a:off x="0" y="0"/>
          <a:ext cx="0" cy="0"/>
          <a:chOff x="0" y="0"/>
          <a:chExt cx="0" cy="0"/>
        </a:xfrm>
      </p:grpSpPr>
      <p:sp>
        <p:nvSpPr>
          <p:cNvPr id="449" name="Google Shape;449;p129"/>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450" name="Google Shape;450;p129"/>
          <p:cNvSpPr txBox="1"/>
          <p:nvPr>
            <p:ph type="title"/>
          </p:nvPr>
        </p:nvSpPr>
        <p:spPr>
          <a:xfrm>
            <a:off x="365760" y="301752"/>
            <a:ext cx="11466576" cy="73152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mall Title and Architecture">
  <p:cSld name="Small Title and Architecture">
    <p:bg>
      <p:bgPr>
        <a:solidFill>
          <a:schemeClr val="lt1"/>
        </a:solidFill>
      </p:bgPr>
    </p:bg>
    <p:spTree>
      <p:nvGrpSpPr>
        <p:cNvPr id="451" name="Shape 451"/>
        <p:cNvGrpSpPr/>
        <p:nvPr/>
      </p:nvGrpSpPr>
      <p:grpSpPr>
        <a:xfrm>
          <a:off x="0" y="0"/>
          <a:ext cx="0" cy="0"/>
          <a:chOff x="0" y="0"/>
          <a:chExt cx="0" cy="0"/>
        </a:xfrm>
      </p:grpSpPr>
      <p:sp>
        <p:nvSpPr>
          <p:cNvPr id="452" name="Google Shape;452;p130"/>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pic>
        <p:nvPicPr>
          <p:cNvPr id="453" name="Google Shape;453;p130"/>
          <p:cNvPicPr preferRelativeResize="0"/>
          <p:nvPr/>
        </p:nvPicPr>
        <p:blipFill rotWithShape="1">
          <a:blip r:embed="rId2">
            <a:alphaModFix/>
          </a:blip>
          <a:srcRect b="0" l="0" r="0" t="0"/>
          <a:stretch/>
        </p:blipFill>
        <p:spPr>
          <a:xfrm>
            <a:off x="365759" y="578317"/>
            <a:ext cx="11484864" cy="45720"/>
          </a:xfrm>
          <a:prstGeom prst="rect">
            <a:avLst/>
          </a:prstGeom>
          <a:noFill/>
          <a:ln>
            <a:noFill/>
          </a:ln>
        </p:spPr>
      </p:pic>
      <p:sp>
        <p:nvSpPr>
          <p:cNvPr id="454" name="Google Shape;454;p130"/>
          <p:cNvSpPr txBox="1"/>
          <p:nvPr>
            <p:ph type="title"/>
          </p:nvPr>
        </p:nvSpPr>
        <p:spPr>
          <a:xfrm>
            <a:off x="365760" y="299526"/>
            <a:ext cx="11466576" cy="289591"/>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232F3E"/>
              </a:buClr>
              <a:buSzPts val="1600"/>
              <a:buFont typeface="Play"/>
              <a:buNone/>
              <a:defRPr sz="1600">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ull Bleed Image">
  <p:cSld name="Title and Full Bleed Image">
    <p:bg>
      <p:bgPr>
        <a:solidFill>
          <a:schemeClr val="lt1"/>
        </a:solidFill>
      </p:bgPr>
    </p:bg>
    <p:spTree>
      <p:nvGrpSpPr>
        <p:cNvPr id="455" name="Shape 455"/>
        <p:cNvGrpSpPr/>
        <p:nvPr/>
      </p:nvGrpSpPr>
      <p:grpSpPr>
        <a:xfrm>
          <a:off x="0" y="0"/>
          <a:ext cx="0" cy="0"/>
          <a:chOff x="0" y="0"/>
          <a:chExt cx="0" cy="0"/>
        </a:xfrm>
      </p:grpSpPr>
      <p:sp>
        <p:nvSpPr>
          <p:cNvPr id="456" name="Google Shape;456;p131"/>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457" name="Google Shape;457;p131"/>
          <p:cNvSpPr txBox="1"/>
          <p:nvPr>
            <p:ph type="title"/>
          </p:nvPr>
        </p:nvSpPr>
        <p:spPr>
          <a:xfrm>
            <a:off x="0" y="154244"/>
            <a:ext cx="12192000" cy="28959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1600"/>
              <a:buFont typeface="Play"/>
              <a:buNone/>
              <a:defRPr sz="1600">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8" name="Google Shape;458;p131"/>
          <p:cNvSpPr/>
          <p:nvPr>
            <p:ph idx="2" type="pic"/>
          </p:nvPr>
        </p:nvSpPr>
        <p:spPr>
          <a:xfrm>
            <a:off x="0" y="444499"/>
            <a:ext cx="12192000" cy="5979265"/>
          </a:xfrm>
          <a:prstGeom prst="rect">
            <a:avLst/>
          </a:prstGeom>
          <a:noFill/>
          <a:ln>
            <a:noFill/>
          </a:ln>
        </p:spPr>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C-Vertical-Question" showMasterSp="0">
  <p:cSld name="KC-Vertical-Question">
    <p:bg>
      <p:bgPr>
        <a:blipFill>
          <a:blip r:embed="rId2">
            <a:alphaModFix/>
          </a:blip>
          <a:stretch>
            <a:fillRect/>
          </a:stretch>
        </a:blipFill>
      </p:bgPr>
    </p:bg>
    <p:spTree>
      <p:nvGrpSpPr>
        <p:cNvPr id="459" name="Shape 459"/>
        <p:cNvGrpSpPr/>
        <p:nvPr/>
      </p:nvGrpSpPr>
      <p:grpSpPr>
        <a:xfrm>
          <a:off x="0" y="0"/>
          <a:ext cx="0" cy="0"/>
          <a:chOff x="0" y="0"/>
          <a:chExt cx="0" cy="0"/>
        </a:xfrm>
      </p:grpSpPr>
      <p:sp>
        <p:nvSpPr>
          <p:cNvPr id="460" name="Google Shape;460;p132"/>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461" name="Google Shape;461;p132"/>
          <p:cNvSpPr txBox="1"/>
          <p:nvPr>
            <p:ph type="title"/>
          </p:nvPr>
        </p:nvSpPr>
        <p:spPr>
          <a:xfrm>
            <a:off x="365760" y="299526"/>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600"/>
              <a:buFont typeface="Play"/>
              <a:buNone/>
              <a:defRPr>
                <a:solidFill>
                  <a:schemeClr val="lt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2" name="Google Shape;462;p132"/>
          <p:cNvSpPr txBox="1"/>
          <p:nvPr>
            <p:ph idx="1" type="body"/>
          </p:nvPr>
        </p:nvSpPr>
        <p:spPr>
          <a:xfrm>
            <a:off x="365760" y="1039813"/>
            <a:ext cx="4162425" cy="5407025"/>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0"/>
              </a:spcBef>
              <a:spcAft>
                <a:spcPts val="0"/>
              </a:spcAft>
              <a:buClr>
                <a:schemeClr val="lt1"/>
              </a:buClr>
              <a:buSzPts val="2400"/>
              <a:buFont typeface="Arial"/>
              <a:buNone/>
              <a:defRPr sz="2400">
                <a:solidFill>
                  <a:schemeClr val="lt1"/>
                </a:solidFill>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3" name="Google Shape;463;p132"/>
          <p:cNvSpPr txBox="1"/>
          <p:nvPr>
            <p:ph idx="2" type="body"/>
          </p:nvPr>
        </p:nvSpPr>
        <p:spPr>
          <a:xfrm>
            <a:off x="4519613" y="1033463"/>
            <a:ext cx="925512" cy="322262"/>
          </a:xfrm>
          <a:prstGeom prst="rect">
            <a:avLst/>
          </a:prstGeom>
          <a:noFill/>
          <a:ln>
            <a:noFill/>
          </a:ln>
        </p:spPr>
        <p:txBody>
          <a:bodyPr anchorCtr="0" anchor="t" bIns="45700" lIns="0" spcFirstLastPara="1" rIns="0" wrap="square" tIns="45700">
            <a:noAutofit/>
          </a:bodyPr>
          <a:lstStyle>
            <a:lvl1pPr indent="-228600" lvl="0" marL="457200" algn="ctr">
              <a:lnSpc>
                <a:spcPct val="100000"/>
              </a:lnSpc>
              <a:spcBef>
                <a:spcPts val="0"/>
              </a:spcBef>
              <a:spcAft>
                <a:spcPts val="0"/>
              </a:spcAft>
              <a:buClr>
                <a:schemeClr val="lt1"/>
              </a:buClr>
              <a:buSzPts val="1800"/>
              <a:buNone/>
              <a:defRPr b="1" sz="18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4" name="Google Shape;464;p132"/>
          <p:cNvSpPr txBox="1"/>
          <p:nvPr>
            <p:ph idx="3" type="body"/>
          </p:nvPr>
        </p:nvSpPr>
        <p:spPr>
          <a:xfrm>
            <a:off x="5445125" y="1039813"/>
            <a:ext cx="3005138" cy="315912"/>
          </a:xfrm>
          <a:prstGeom prst="rect">
            <a:avLst/>
          </a:prstGeom>
          <a:noFill/>
          <a:ln>
            <a:noFill/>
          </a:ln>
        </p:spPr>
        <p:txBody>
          <a:bodyPr anchorCtr="0" anchor="t" bIns="45700" lIns="91425" spcFirstLastPara="1" rIns="0" wrap="square" tIns="45700">
            <a:noAutofit/>
          </a:bodyPr>
          <a:lstStyle>
            <a:lvl1pPr indent="-228600" lvl="0" marL="457200" algn="l">
              <a:lnSpc>
                <a:spcPct val="100000"/>
              </a:lnSpc>
              <a:spcBef>
                <a:spcPts val="0"/>
              </a:spcBef>
              <a:spcAft>
                <a:spcPts val="0"/>
              </a:spcAft>
              <a:buClr>
                <a:schemeClr val="lt1"/>
              </a:buClr>
              <a:buSzPts val="1800"/>
              <a:buNone/>
              <a:defRPr b="1" sz="18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5" name="Google Shape;465;p132"/>
          <p:cNvSpPr txBox="1"/>
          <p:nvPr>
            <p:ph idx="4" type="body"/>
          </p:nvPr>
        </p:nvSpPr>
        <p:spPr>
          <a:xfrm>
            <a:off x="4530343" y="1344168"/>
            <a:ext cx="914781" cy="804672"/>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b="1" sz="20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6" name="Google Shape;466;p132"/>
          <p:cNvSpPr txBox="1"/>
          <p:nvPr>
            <p:ph idx="5" type="body"/>
          </p:nvPr>
        </p:nvSpPr>
        <p:spPr>
          <a:xfrm>
            <a:off x="5431536" y="1344168"/>
            <a:ext cx="6720840" cy="804672"/>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7" name="Google Shape;467;p132"/>
          <p:cNvSpPr txBox="1"/>
          <p:nvPr>
            <p:ph idx="6" type="body"/>
          </p:nvPr>
        </p:nvSpPr>
        <p:spPr>
          <a:xfrm>
            <a:off x="4526280" y="2194560"/>
            <a:ext cx="914400" cy="804672"/>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b="1" sz="20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8" name="Google Shape;468;p132"/>
          <p:cNvSpPr txBox="1"/>
          <p:nvPr>
            <p:ph idx="7" type="body"/>
          </p:nvPr>
        </p:nvSpPr>
        <p:spPr>
          <a:xfrm>
            <a:off x="5431536" y="2194560"/>
            <a:ext cx="6720840" cy="804672"/>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9" name="Google Shape;469;p132"/>
          <p:cNvSpPr txBox="1"/>
          <p:nvPr>
            <p:ph idx="8" type="body"/>
          </p:nvPr>
        </p:nvSpPr>
        <p:spPr>
          <a:xfrm>
            <a:off x="4526280" y="3035808"/>
            <a:ext cx="914400" cy="804672"/>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b="1" sz="20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0" name="Google Shape;470;p132"/>
          <p:cNvSpPr txBox="1"/>
          <p:nvPr>
            <p:ph idx="9" type="body"/>
          </p:nvPr>
        </p:nvSpPr>
        <p:spPr>
          <a:xfrm>
            <a:off x="5431536" y="3035808"/>
            <a:ext cx="6720840" cy="804672"/>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1" name="Google Shape;471;p132"/>
          <p:cNvSpPr txBox="1"/>
          <p:nvPr>
            <p:ph idx="13" type="body"/>
          </p:nvPr>
        </p:nvSpPr>
        <p:spPr>
          <a:xfrm>
            <a:off x="4526280" y="3877056"/>
            <a:ext cx="914400" cy="804672"/>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b="1" sz="20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2" name="Google Shape;472;p132"/>
          <p:cNvSpPr txBox="1"/>
          <p:nvPr>
            <p:ph idx="14" type="body"/>
          </p:nvPr>
        </p:nvSpPr>
        <p:spPr>
          <a:xfrm>
            <a:off x="5431536" y="3877056"/>
            <a:ext cx="6720840" cy="804672"/>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3" name="Google Shape;473;p132"/>
          <p:cNvSpPr txBox="1"/>
          <p:nvPr>
            <p:ph idx="15" type="body"/>
          </p:nvPr>
        </p:nvSpPr>
        <p:spPr>
          <a:xfrm>
            <a:off x="4526280" y="4727448"/>
            <a:ext cx="914400" cy="804672"/>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b="1" sz="20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4" name="Google Shape;474;p132"/>
          <p:cNvSpPr txBox="1"/>
          <p:nvPr>
            <p:ph idx="16" type="body"/>
          </p:nvPr>
        </p:nvSpPr>
        <p:spPr>
          <a:xfrm>
            <a:off x="5431536" y="4727448"/>
            <a:ext cx="6720840" cy="804672"/>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5" name="Google Shape;475;p132"/>
          <p:cNvSpPr txBox="1"/>
          <p:nvPr>
            <p:ph idx="17" type="body"/>
          </p:nvPr>
        </p:nvSpPr>
        <p:spPr>
          <a:xfrm>
            <a:off x="4526280" y="5568696"/>
            <a:ext cx="914400" cy="804672"/>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b="1" sz="20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6" name="Google Shape;476;p132"/>
          <p:cNvSpPr txBox="1"/>
          <p:nvPr>
            <p:ph idx="18" type="body"/>
          </p:nvPr>
        </p:nvSpPr>
        <p:spPr>
          <a:xfrm>
            <a:off x="5431536" y="5568696"/>
            <a:ext cx="6720840" cy="804672"/>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477" name="Google Shape;477;p132"/>
          <p:cNvPicPr preferRelativeResize="0"/>
          <p:nvPr/>
        </p:nvPicPr>
        <p:blipFill rotWithShape="1">
          <a:blip r:embed="rId3">
            <a:alphaModFix/>
          </a:blip>
          <a:srcRect b="0" l="0" r="0" t="0"/>
          <a:stretch/>
        </p:blipFill>
        <p:spPr>
          <a:xfrm>
            <a:off x="3799983" y="6446520"/>
            <a:ext cx="4610100" cy="311150"/>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C-Vert-Option2">
  <p:cSld name="KC-Vert-Option2">
    <p:bg>
      <p:bgPr>
        <a:blipFill>
          <a:blip r:embed="rId2">
            <a:alphaModFix/>
          </a:blip>
          <a:stretch>
            <a:fillRect/>
          </a:stretch>
        </a:blipFill>
      </p:bgPr>
    </p:bg>
    <p:spTree>
      <p:nvGrpSpPr>
        <p:cNvPr id="478" name="Shape 478"/>
        <p:cNvGrpSpPr/>
        <p:nvPr/>
      </p:nvGrpSpPr>
      <p:grpSpPr>
        <a:xfrm>
          <a:off x="0" y="0"/>
          <a:ext cx="0" cy="0"/>
          <a:chOff x="0" y="0"/>
          <a:chExt cx="0" cy="0"/>
        </a:xfrm>
      </p:grpSpPr>
      <p:sp>
        <p:nvSpPr>
          <p:cNvPr id="479" name="Google Shape;479;p133"/>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480" name="Google Shape;480;p133"/>
          <p:cNvSpPr txBox="1"/>
          <p:nvPr>
            <p:ph type="title"/>
          </p:nvPr>
        </p:nvSpPr>
        <p:spPr>
          <a:xfrm>
            <a:off x="365760" y="299526"/>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1" name="Google Shape;481;p133"/>
          <p:cNvSpPr txBox="1"/>
          <p:nvPr>
            <p:ph idx="1" type="body"/>
          </p:nvPr>
        </p:nvSpPr>
        <p:spPr>
          <a:xfrm>
            <a:off x="365760" y="1039813"/>
            <a:ext cx="4162425" cy="540702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Clr>
                <a:srgbClr val="232F3E"/>
              </a:buClr>
              <a:buSzPts val="2400"/>
              <a:buNone/>
              <a:defRPr sz="2400">
                <a:solidFill>
                  <a:srgbClr val="232F3E"/>
                </a:solidFill>
              </a:defRPr>
            </a:lvl1pPr>
            <a:lvl2pPr indent="-355600" lvl="1" marL="914400" algn="l">
              <a:lnSpc>
                <a:spcPct val="90000"/>
              </a:lnSpc>
              <a:spcBef>
                <a:spcPts val="1200"/>
              </a:spcBef>
              <a:spcAft>
                <a:spcPts val="0"/>
              </a:spcAft>
              <a:buClr>
                <a:srgbClr val="232F3E"/>
              </a:buClr>
              <a:buSzPts val="2000"/>
              <a:buChar char="•"/>
              <a:defRPr sz="2000"/>
            </a:lvl2pPr>
            <a:lvl3pPr indent="-342900" lvl="2" marL="1371600" algn="l">
              <a:lnSpc>
                <a:spcPct val="90000"/>
              </a:lnSpc>
              <a:spcBef>
                <a:spcPts val="1200"/>
              </a:spcBef>
              <a:spcAft>
                <a:spcPts val="0"/>
              </a:spcAft>
              <a:buClr>
                <a:srgbClr val="232F3E"/>
              </a:buClr>
              <a:buSzPts val="1800"/>
              <a:buChar char="•"/>
              <a:defRPr sz="1800"/>
            </a:lvl3pPr>
            <a:lvl4pPr indent="-330200" lvl="3" marL="1828800" algn="l">
              <a:lnSpc>
                <a:spcPct val="90000"/>
              </a:lnSpc>
              <a:spcBef>
                <a:spcPts val="1200"/>
              </a:spcBef>
              <a:spcAft>
                <a:spcPts val="0"/>
              </a:spcAft>
              <a:buClr>
                <a:srgbClr val="232F3E"/>
              </a:buClr>
              <a:buSzPts val="1600"/>
              <a:buChar char="•"/>
              <a:defRPr sz="1600"/>
            </a:lvl4pPr>
            <a:lvl5pPr indent="-330200" lvl="4" marL="2286000" algn="l">
              <a:lnSpc>
                <a:spcPct val="90000"/>
              </a:lnSpc>
              <a:spcBef>
                <a:spcPts val="1200"/>
              </a:spcBef>
              <a:spcAft>
                <a:spcPts val="0"/>
              </a:spcAft>
              <a:buClr>
                <a:srgbClr val="232F3E"/>
              </a:buClr>
              <a:buSzPts val="1600"/>
              <a:buChar char="•"/>
              <a:defRPr sz="16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2" name="Google Shape;482;p133"/>
          <p:cNvSpPr txBox="1"/>
          <p:nvPr>
            <p:ph idx="2" type="body"/>
          </p:nvPr>
        </p:nvSpPr>
        <p:spPr>
          <a:xfrm>
            <a:off x="4519613" y="1033463"/>
            <a:ext cx="925512" cy="322262"/>
          </a:xfrm>
          <a:prstGeom prst="rect">
            <a:avLst/>
          </a:prstGeom>
          <a:noFill/>
          <a:ln>
            <a:noFill/>
          </a:ln>
        </p:spPr>
        <p:txBody>
          <a:bodyPr anchorCtr="0" anchor="t" bIns="45700" lIns="0" spcFirstLastPara="1" rIns="0" wrap="square" tIns="45700">
            <a:noAutofit/>
          </a:bodyPr>
          <a:lstStyle>
            <a:lvl1pPr indent="-228600" lvl="0" marL="457200" algn="ctr">
              <a:lnSpc>
                <a:spcPct val="100000"/>
              </a:lnSpc>
              <a:spcBef>
                <a:spcPts val="0"/>
              </a:spcBef>
              <a:spcAft>
                <a:spcPts val="0"/>
              </a:spcAft>
              <a:buClr>
                <a:schemeClr val="lt1"/>
              </a:buClr>
              <a:buSzPts val="1800"/>
              <a:buNone/>
              <a:defRPr b="1" sz="18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3" name="Google Shape;483;p133"/>
          <p:cNvSpPr txBox="1"/>
          <p:nvPr>
            <p:ph idx="3" type="body"/>
          </p:nvPr>
        </p:nvSpPr>
        <p:spPr>
          <a:xfrm>
            <a:off x="5445125" y="1039813"/>
            <a:ext cx="3005138" cy="315912"/>
          </a:xfrm>
          <a:prstGeom prst="rect">
            <a:avLst/>
          </a:prstGeom>
          <a:noFill/>
          <a:ln>
            <a:noFill/>
          </a:ln>
        </p:spPr>
        <p:txBody>
          <a:bodyPr anchorCtr="0" anchor="t" bIns="45700" lIns="91425" spcFirstLastPara="1" rIns="0" wrap="square" tIns="45700">
            <a:noAutofit/>
          </a:bodyPr>
          <a:lstStyle>
            <a:lvl1pPr indent="-228600" lvl="0" marL="457200" algn="l">
              <a:lnSpc>
                <a:spcPct val="100000"/>
              </a:lnSpc>
              <a:spcBef>
                <a:spcPts val="0"/>
              </a:spcBef>
              <a:spcAft>
                <a:spcPts val="0"/>
              </a:spcAft>
              <a:buClr>
                <a:schemeClr val="lt1"/>
              </a:buClr>
              <a:buSzPts val="1800"/>
              <a:buNone/>
              <a:defRPr b="1" sz="18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4" name="Google Shape;484;p133"/>
          <p:cNvSpPr txBox="1"/>
          <p:nvPr>
            <p:ph idx="4" type="body"/>
          </p:nvPr>
        </p:nvSpPr>
        <p:spPr>
          <a:xfrm>
            <a:off x="4530343" y="1344168"/>
            <a:ext cx="914781" cy="804672"/>
          </a:xfrm>
          <a:prstGeom prst="rect">
            <a:avLst/>
          </a:prstGeom>
          <a:noFill/>
          <a:ln>
            <a:noFill/>
          </a:ln>
        </p:spPr>
        <p:txBody>
          <a:bodyPr anchorCtr="0" anchor="ctr" bIns="0" lIns="0" spcFirstLastPara="1" rIns="0" wrap="square" tIns="0">
            <a:normAutofit/>
          </a:bodyPr>
          <a:lstStyle>
            <a:lvl1pPr indent="-228600" lvl="0" marL="457200" algn="ctr">
              <a:lnSpc>
                <a:spcPct val="100000"/>
              </a:lnSpc>
              <a:spcBef>
                <a:spcPts val="0"/>
              </a:spcBef>
              <a:spcAft>
                <a:spcPts val="0"/>
              </a:spcAft>
              <a:buClr>
                <a:schemeClr val="lt1"/>
              </a:buClr>
              <a:buSzPts val="2000"/>
              <a:buNone/>
              <a:defRPr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5" name="Google Shape;485;p133"/>
          <p:cNvSpPr txBox="1"/>
          <p:nvPr>
            <p:ph idx="5" type="body"/>
          </p:nvPr>
        </p:nvSpPr>
        <p:spPr>
          <a:xfrm>
            <a:off x="5431536" y="1344168"/>
            <a:ext cx="6720840" cy="804672"/>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6" name="Google Shape;486;p133"/>
          <p:cNvSpPr txBox="1"/>
          <p:nvPr>
            <p:ph idx="6" type="body"/>
          </p:nvPr>
        </p:nvSpPr>
        <p:spPr>
          <a:xfrm>
            <a:off x="4526280" y="2194560"/>
            <a:ext cx="914400" cy="804672"/>
          </a:xfrm>
          <a:prstGeom prst="rect">
            <a:avLst/>
          </a:prstGeom>
          <a:noFill/>
          <a:ln>
            <a:noFill/>
          </a:ln>
        </p:spPr>
        <p:txBody>
          <a:bodyPr anchorCtr="0" anchor="ctr" bIns="0" lIns="0" spcFirstLastPara="1" rIns="0" wrap="square" tIns="0">
            <a:normAutofit/>
          </a:bodyPr>
          <a:lstStyle>
            <a:lvl1pPr indent="-228600" lvl="0" marL="457200" algn="ctr">
              <a:lnSpc>
                <a:spcPct val="100000"/>
              </a:lnSpc>
              <a:spcBef>
                <a:spcPts val="0"/>
              </a:spcBef>
              <a:spcAft>
                <a:spcPts val="0"/>
              </a:spcAft>
              <a:buClr>
                <a:schemeClr val="lt1"/>
              </a:buClr>
              <a:buSzPts val="2000"/>
              <a:buNone/>
              <a:defRPr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7" name="Google Shape;487;p133"/>
          <p:cNvSpPr txBox="1"/>
          <p:nvPr>
            <p:ph idx="7" type="body"/>
          </p:nvPr>
        </p:nvSpPr>
        <p:spPr>
          <a:xfrm>
            <a:off x="5431536" y="2194560"/>
            <a:ext cx="6720840" cy="804672"/>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8" name="Google Shape;488;p133"/>
          <p:cNvSpPr txBox="1"/>
          <p:nvPr>
            <p:ph idx="8" type="body"/>
          </p:nvPr>
        </p:nvSpPr>
        <p:spPr>
          <a:xfrm>
            <a:off x="4526280" y="3035808"/>
            <a:ext cx="914400" cy="804672"/>
          </a:xfrm>
          <a:prstGeom prst="rect">
            <a:avLst/>
          </a:prstGeom>
          <a:noFill/>
          <a:ln>
            <a:noFill/>
          </a:ln>
        </p:spPr>
        <p:txBody>
          <a:bodyPr anchorCtr="0" anchor="ctr" bIns="0" lIns="0" spcFirstLastPara="1" rIns="0" wrap="square" tIns="0">
            <a:normAutofit/>
          </a:bodyPr>
          <a:lstStyle>
            <a:lvl1pPr indent="-228600" lvl="0" marL="457200" algn="ctr">
              <a:lnSpc>
                <a:spcPct val="100000"/>
              </a:lnSpc>
              <a:spcBef>
                <a:spcPts val="0"/>
              </a:spcBef>
              <a:spcAft>
                <a:spcPts val="0"/>
              </a:spcAft>
              <a:buClr>
                <a:schemeClr val="lt1"/>
              </a:buClr>
              <a:buSzPts val="2000"/>
              <a:buNone/>
              <a:defRPr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9" name="Google Shape;489;p133"/>
          <p:cNvSpPr txBox="1"/>
          <p:nvPr>
            <p:ph idx="9" type="body"/>
          </p:nvPr>
        </p:nvSpPr>
        <p:spPr>
          <a:xfrm>
            <a:off x="5431536" y="3035808"/>
            <a:ext cx="6720840" cy="804672"/>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0" name="Google Shape;490;p133"/>
          <p:cNvSpPr txBox="1"/>
          <p:nvPr>
            <p:ph idx="13" type="body"/>
          </p:nvPr>
        </p:nvSpPr>
        <p:spPr>
          <a:xfrm>
            <a:off x="4526280" y="3877056"/>
            <a:ext cx="914400" cy="804672"/>
          </a:xfrm>
          <a:prstGeom prst="rect">
            <a:avLst/>
          </a:prstGeom>
          <a:noFill/>
          <a:ln>
            <a:noFill/>
          </a:ln>
        </p:spPr>
        <p:txBody>
          <a:bodyPr anchorCtr="0" anchor="ctr" bIns="0" lIns="0" spcFirstLastPara="1" rIns="0" wrap="square" tIns="0">
            <a:normAutofit/>
          </a:bodyPr>
          <a:lstStyle>
            <a:lvl1pPr indent="-228600" lvl="0" marL="457200" algn="ctr">
              <a:lnSpc>
                <a:spcPct val="100000"/>
              </a:lnSpc>
              <a:spcBef>
                <a:spcPts val="0"/>
              </a:spcBef>
              <a:spcAft>
                <a:spcPts val="0"/>
              </a:spcAft>
              <a:buClr>
                <a:schemeClr val="lt1"/>
              </a:buClr>
              <a:buSzPts val="2000"/>
              <a:buNone/>
              <a:defRPr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1" name="Google Shape;491;p133"/>
          <p:cNvSpPr txBox="1"/>
          <p:nvPr>
            <p:ph idx="14" type="body"/>
          </p:nvPr>
        </p:nvSpPr>
        <p:spPr>
          <a:xfrm>
            <a:off x="5431536" y="3877056"/>
            <a:ext cx="6720840" cy="804672"/>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2" name="Google Shape;492;p133"/>
          <p:cNvSpPr txBox="1"/>
          <p:nvPr>
            <p:ph idx="15" type="body"/>
          </p:nvPr>
        </p:nvSpPr>
        <p:spPr>
          <a:xfrm>
            <a:off x="4526280" y="4727448"/>
            <a:ext cx="914400" cy="804672"/>
          </a:xfrm>
          <a:prstGeom prst="rect">
            <a:avLst/>
          </a:prstGeom>
          <a:noFill/>
          <a:ln>
            <a:noFill/>
          </a:ln>
        </p:spPr>
        <p:txBody>
          <a:bodyPr anchorCtr="0" anchor="ctr" bIns="0" lIns="0" spcFirstLastPara="1" rIns="0" wrap="square" tIns="0">
            <a:normAutofit/>
          </a:bodyPr>
          <a:lstStyle>
            <a:lvl1pPr indent="-228600" lvl="0" marL="457200" algn="ctr">
              <a:lnSpc>
                <a:spcPct val="100000"/>
              </a:lnSpc>
              <a:spcBef>
                <a:spcPts val="0"/>
              </a:spcBef>
              <a:spcAft>
                <a:spcPts val="0"/>
              </a:spcAft>
              <a:buClr>
                <a:schemeClr val="lt1"/>
              </a:buClr>
              <a:buSzPts val="2000"/>
              <a:buNone/>
              <a:defRPr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3" name="Google Shape;493;p133"/>
          <p:cNvSpPr txBox="1"/>
          <p:nvPr>
            <p:ph idx="16" type="body"/>
          </p:nvPr>
        </p:nvSpPr>
        <p:spPr>
          <a:xfrm>
            <a:off x="5431536" y="4727448"/>
            <a:ext cx="6720840" cy="804672"/>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4" name="Google Shape;494;p133"/>
          <p:cNvSpPr txBox="1"/>
          <p:nvPr>
            <p:ph idx="17" type="body"/>
          </p:nvPr>
        </p:nvSpPr>
        <p:spPr>
          <a:xfrm>
            <a:off x="4526280" y="5568696"/>
            <a:ext cx="914400" cy="804672"/>
          </a:xfrm>
          <a:prstGeom prst="rect">
            <a:avLst/>
          </a:prstGeom>
          <a:noFill/>
          <a:ln>
            <a:noFill/>
          </a:ln>
        </p:spPr>
        <p:txBody>
          <a:bodyPr anchorCtr="0" anchor="ctr" bIns="0" lIns="0" spcFirstLastPara="1" rIns="0" wrap="square" tIns="0">
            <a:normAutofit/>
          </a:bodyPr>
          <a:lstStyle>
            <a:lvl1pPr indent="-228600" lvl="0" marL="457200" algn="ctr">
              <a:lnSpc>
                <a:spcPct val="100000"/>
              </a:lnSpc>
              <a:spcBef>
                <a:spcPts val="0"/>
              </a:spcBef>
              <a:spcAft>
                <a:spcPts val="0"/>
              </a:spcAft>
              <a:buClr>
                <a:schemeClr val="lt1"/>
              </a:buClr>
              <a:buSzPts val="2000"/>
              <a:buNone/>
              <a:defRPr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5" name="Google Shape;495;p133"/>
          <p:cNvSpPr txBox="1"/>
          <p:nvPr>
            <p:ph idx="18" type="body"/>
          </p:nvPr>
        </p:nvSpPr>
        <p:spPr>
          <a:xfrm>
            <a:off x="5431536" y="5568696"/>
            <a:ext cx="6720840" cy="804672"/>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C-Vertical-Answer" showMasterSp="0">
  <p:cSld name="KC-Vertical-Answer">
    <p:bg>
      <p:bgPr>
        <a:blipFill>
          <a:blip r:embed="rId2">
            <a:alphaModFix/>
          </a:blip>
          <a:stretch>
            <a:fillRect/>
          </a:stretch>
        </a:blipFill>
      </p:bgPr>
    </p:bg>
    <p:spTree>
      <p:nvGrpSpPr>
        <p:cNvPr id="496" name="Shape 496"/>
        <p:cNvGrpSpPr/>
        <p:nvPr/>
      </p:nvGrpSpPr>
      <p:grpSpPr>
        <a:xfrm>
          <a:off x="0" y="0"/>
          <a:ext cx="0" cy="0"/>
          <a:chOff x="0" y="0"/>
          <a:chExt cx="0" cy="0"/>
        </a:xfrm>
      </p:grpSpPr>
      <p:sp>
        <p:nvSpPr>
          <p:cNvPr id="497" name="Google Shape;497;p134"/>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498" name="Google Shape;498;p134"/>
          <p:cNvSpPr txBox="1"/>
          <p:nvPr>
            <p:ph type="title"/>
          </p:nvPr>
        </p:nvSpPr>
        <p:spPr>
          <a:xfrm>
            <a:off x="365760" y="301752"/>
            <a:ext cx="11466576" cy="73152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600"/>
              <a:buFont typeface="Play"/>
              <a:buNone/>
              <a:defRPr>
                <a:solidFill>
                  <a:schemeClr val="lt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9" name="Google Shape;499;p134"/>
          <p:cNvSpPr txBox="1"/>
          <p:nvPr>
            <p:ph idx="1" type="body"/>
          </p:nvPr>
        </p:nvSpPr>
        <p:spPr>
          <a:xfrm>
            <a:off x="365760" y="1042416"/>
            <a:ext cx="4160520" cy="5404104"/>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0"/>
              </a:spcBef>
              <a:spcAft>
                <a:spcPts val="0"/>
              </a:spcAft>
              <a:buClr>
                <a:schemeClr val="lt1"/>
              </a:buClr>
              <a:buSzPts val="2400"/>
              <a:buFont typeface="Arial"/>
              <a:buNone/>
              <a:defRPr sz="2400">
                <a:solidFill>
                  <a:schemeClr val="lt1"/>
                </a:solidFill>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0" name="Google Shape;500;p134"/>
          <p:cNvSpPr txBox="1"/>
          <p:nvPr>
            <p:ph idx="2" type="body"/>
          </p:nvPr>
        </p:nvSpPr>
        <p:spPr>
          <a:xfrm>
            <a:off x="4517136" y="1033272"/>
            <a:ext cx="7611111" cy="40005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lt1"/>
              </a:buClr>
              <a:buSzPts val="2000"/>
              <a:buNone/>
              <a:defRPr b="1" sz="2000">
                <a:solidFill>
                  <a:schemeClr val="lt1"/>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1" name="Google Shape;501;p134"/>
          <p:cNvSpPr txBox="1"/>
          <p:nvPr>
            <p:ph idx="3" type="body"/>
          </p:nvPr>
        </p:nvSpPr>
        <p:spPr>
          <a:xfrm>
            <a:off x="5430794" y="1420597"/>
            <a:ext cx="6723145" cy="4955378"/>
          </a:xfrm>
          <a:prstGeom prst="rect">
            <a:avLst/>
          </a:prstGeom>
          <a:noFill/>
          <a:ln>
            <a:noFill/>
          </a:ln>
        </p:spPr>
        <p:txBody>
          <a:bodyPr anchorCtr="0" anchor="t" bIns="0" lIns="91425" spcFirstLastPara="1" rIns="182875" wrap="square" tIns="91425">
            <a:norm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60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502" name="Google Shape;502;p134"/>
          <p:cNvPicPr preferRelativeResize="0"/>
          <p:nvPr/>
        </p:nvPicPr>
        <p:blipFill rotWithShape="1">
          <a:blip r:embed="rId3">
            <a:alphaModFix/>
          </a:blip>
          <a:srcRect b="0" l="0" r="0" t="0"/>
          <a:stretch/>
        </p:blipFill>
        <p:spPr>
          <a:xfrm>
            <a:off x="3799983" y="6446520"/>
            <a:ext cx="4610100" cy="311150"/>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C-Vert-Ans-Option2">
  <p:cSld name="KC-Vert-Ans-Option2">
    <p:bg>
      <p:bgPr>
        <a:blipFill>
          <a:blip r:embed="rId2">
            <a:alphaModFix/>
          </a:blip>
          <a:stretch>
            <a:fillRect/>
          </a:stretch>
        </a:blipFill>
      </p:bgPr>
    </p:bg>
    <p:spTree>
      <p:nvGrpSpPr>
        <p:cNvPr id="503" name="Shape 503"/>
        <p:cNvGrpSpPr/>
        <p:nvPr/>
      </p:nvGrpSpPr>
      <p:grpSpPr>
        <a:xfrm>
          <a:off x="0" y="0"/>
          <a:ext cx="0" cy="0"/>
          <a:chOff x="0" y="0"/>
          <a:chExt cx="0" cy="0"/>
        </a:xfrm>
      </p:grpSpPr>
      <p:sp>
        <p:nvSpPr>
          <p:cNvPr id="504" name="Google Shape;504;p135"/>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505" name="Google Shape;505;p135"/>
          <p:cNvSpPr txBox="1"/>
          <p:nvPr>
            <p:ph type="title"/>
          </p:nvPr>
        </p:nvSpPr>
        <p:spPr>
          <a:xfrm>
            <a:off x="365760" y="301752"/>
            <a:ext cx="11466576" cy="73152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6" name="Google Shape;506;p135"/>
          <p:cNvSpPr txBox="1"/>
          <p:nvPr>
            <p:ph idx="1" type="body"/>
          </p:nvPr>
        </p:nvSpPr>
        <p:spPr>
          <a:xfrm>
            <a:off x="365760" y="1042416"/>
            <a:ext cx="4160520" cy="5404104"/>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0"/>
              </a:spcBef>
              <a:spcAft>
                <a:spcPts val="0"/>
              </a:spcAft>
              <a:buClr>
                <a:srgbClr val="232F3E"/>
              </a:buClr>
              <a:buSzPts val="2400"/>
              <a:buFont typeface="Arial"/>
              <a:buNone/>
              <a:defRPr sz="2400">
                <a:solidFill>
                  <a:srgbClr val="232F3E"/>
                </a:solidFill>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7" name="Google Shape;507;p135"/>
          <p:cNvSpPr txBox="1"/>
          <p:nvPr>
            <p:ph idx="2" type="body"/>
          </p:nvPr>
        </p:nvSpPr>
        <p:spPr>
          <a:xfrm>
            <a:off x="4517136" y="1033272"/>
            <a:ext cx="7607808" cy="40005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lt1"/>
              </a:buClr>
              <a:buSzPts val="2000"/>
              <a:buNone/>
              <a:defRPr b="1" sz="2000">
                <a:solidFill>
                  <a:schemeClr val="lt1"/>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8" name="Google Shape;508;p135"/>
          <p:cNvSpPr txBox="1"/>
          <p:nvPr>
            <p:ph idx="3" type="body"/>
          </p:nvPr>
        </p:nvSpPr>
        <p:spPr>
          <a:xfrm>
            <a:off x="5431536" y="1417320"/>
            <a:ext cx="6720840" cy="4955378"/>
          </a:xfrm>
          <a:prstGeom prst="rect">
            <a:avLst/>
          </a:prstGeom>
          <a:noFill/>
          <a:ln>
            <a:noFill/>
          </a:ln>
        </p:spPr>
        <p:txBody>
          <a:bodyPr anchorCtr="0" anchor="t" bIns="0" lIns="91425" spcFirstLastPara="1" rIns="182875" wrap="square" tIns="91425">
            <a:norm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60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Horizontal" showMasterSp="0">
  <p:cSld name="QA-Horizontal">
    <p:bg>
      <p:bgPr>
        <a:blipFill>
          <a:blip r:embed="rId2">
            <a:alphaModFix/>
          </a:blip>
          <a:stretch>
            <a:fillRect/>
          </a:stretch>
        </a:blipFill>
      </p:bgPr>
    </p:bg>
    <p:spTree>
      <p:nvGrpSpPr>
        <p:cNvPr id="509" name="Shape 509"/>
        <p:cNvGrpSpPr/>
        <p:nvPr/>
      </p:nvGrpSpPr>
      <p:grpSpPr>
        <a:xfrm>
          <a:off x="0" y="0"/>
          <a:ext cx="0" cy="0"/>
          <a:chOff x="0" y="0"/>
          <a:chExt cx="0" cy="0"/>
        </a:xfrm>
      </p:grpSpPr>
      <p:sp>
        <p:nvSpPr>
          <p:cNvPr id="510" name="Google Shape;510;p136"/>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511" name="Google Shape;511;p136"/>
          <p:cNvSpPr txBox="1"/>
          <p:nvPr>
            <p:ph type="title"/>
          </p:nvPr>
        </p:nvSpPr>
        <p:spPr>
          <a:xfrm>
            <a:off x="182880" y="301752"/>
            <a:ext cx="11466576" cy="73152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600"/>
              <a:buFont typeface="Play"/>
              <a:buNone/>
              <a:defRPr>
                <a:solidFill>
                  <a:schemeClr val="lt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2" name="Google Shape;512;p136"/>
          <p:cNvSpPr txBox="1"/>
          <p:nvPr>
            <p:ph idx="1" type="body"/>
          </p:nvPr>
        </p:nvSpPr>
        <p:spPr>
          <a:xfrm>
            <a:off x="179238" y="1185497"/>
            <a:ext cx="5472261" cy="1164004"/>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000"/>
              <a:buFont typeface="Arial"/>
              <a:buNone/>
              <a:defRPr sz="2000">
                <a:solidFill>
                  <a:schemeClr val="lt1"/>
                </a:solidFill>
              </a:defRPr>
            </a:lvl1pPr>
            <a:lvl2pPr indent="-342900" lvl="1" marL="914400" algn="l">
              <a:lnSpc>
                <a:spcPct val="90000"/>
              </a:lnSpc>
              <a:spcBef>
                <a:spcPts val="6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3" name="Google Shape;513;p136"/>
          <p:cNvSpPr txBox="1"/>
          <p:nvPr>
            <p:ph idx="2" type="body"/>
          </p:nvPr>
        </p:nvSpPr>
        <p:spPr>
          <a:xfrm>
            <a:off x="5651500" y="1185497"/>
            <a:ext cx="6400840" cy="1164004"/>
          </a:xfrm>
          <a:prstGeom prst="rect">
            <a:avLst/>
          </a:prstGeom>
          <a:noFill/>
          <a:ln>
            <a:noFill/>
          </a:ln>
        </p:spPr>
        <p:txBody>
          <a:bodyPr anchorCtr="0" anchor="t" bIns="0" lIns="91425" spcFirstLastPara="1" rIns="182875" wrap="square" tIns="91425">
            <a:noAutofit/>
          </a:bodyPr>
          <a:lstStyle>
            <a:lvl1pPr indent="-228600" lvl="0" marL="457200" algn="l">
              <a:lnSpc>
                <a:spcPct val="10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60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4" name="Google Shape;514;p136"/>
          <p:cNvSpPr txBox="1"/>
          <p:nvPr>
            <p:ph idx="3" type="body"/>
          </p:nvPr>
        </p:nvSpPr>
        <p:spPr>
          <a:xfrm>
            <a:off x="179237" y="2526456"/>
            <a:ext cx="5472261" cy="1164004"/>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000"/>
              <a:buFont typeface="Arial"/>
              <a:buNone/>
              <a:defRPr sz="2000">
                <a:solidFill>
                  <a:schemeClr val="lt1"/>
                </a:solidFill>
              </a:defRPr>
            </a:lvl1pPr>
            <a:lvl2pPr indent="-342900" lvl="1" marL="914400" algn="l">
              <a:lnSpc>
                <a:spcPct val="90000"/>
              </a:lnSpc>
              <a:spcBef>
                <a:spcPts val="6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5" name="Google Shape;515;p136"/>
          <p:cNvSpPr txBox="1"/>
          <p:nvPr>
            <p:ph idx="4" type="body"/>
          </p:nvPr>
        </p:nvSpPr>
        <p:spPr>
          <a:xfrm>
            <a:off x="5651499" y="2526456"/>
            <a:ext cx="6400840" cy="1164004"/>
          </a:xfrm>
          <a:prstGeom prst="rect">
            <a:avLst/>
          </a:prstGeom>
          <a:noFill/>
          <a:ln>
            <a:noFill/>
          </a:ln>
        </p:spPr>
        <p:txBody>
          <a:bodyPr anchorCtr="0" anchor="t" bIns="0" lIns="91425" spcFirstLastPara="1" rIns="182875" wrap="square" tIns="91425">
            <a:noAutofit/>
          </a:bodyPr>
          <a:lstStyle>
            <a:lvl1pPr indent="-228600" lvl="0" marL="457200" algn="l">
              <a:lnSpc>
                <a:spcPct val="10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60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6" name="Google Shape;516;p136"/>
          <p:cNvSpPr txBox="1"/>
          <p:nvPr>
            <p:ph idx="5" type="body"/>
          </p:nvPr>
        </p:nvSpPr>
        <p:spPr>
          <a:xfrm>
            <a:off x="179237" y="3883100"/>
            <a:ext cx="5472261" cy="1164004"/>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000"/>
              <a:buFont typeface="Arial"/>
              <a:buNone/>
              <a:defRPr sz="2000">
                <a:solidFill>
                  <a:schemeClr val="lt1"/>
                </a:solidFill>
              </a:defRPr>
            </a:lvl1pPr>
            <a:lvl2pPr indent="-342900" lvl="1" marL="914400" algn="l">
              <a:lnSpc>
                <a:spcPct val="90000"/>
              </a:lnSpc>
              <a:spcBef>
                <a:spcPts val="6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7" name="Google Shape;517;p136"/>
          <p:cNvSpPr txBox="1"/>
          <p:nvPr>
            <p:ph idx="6" type="body"/>
          </p:nvPr>
        </p:nvSpPr>
        <p:spPr>
          <a:xfrm>
            <a:off x="5651499" y="3883100"/>
            <a:ext cx="6400840" cy="1164004"/>
          </a:xfrm>
          <a:prstGeom prst="rect">
            <a:avLst/>
          </a:prstGeom>
          <a:noFill/>
          <a:ln>
            <a:noFill/>
          </a:ln>
        </p:spPr>
        <p:txBody>
          <a:bodyPr anchorCtr="0" anchor="t" bIns="0" lIns="91425" spcFirstLastPara="1" rIns="182875" wrap="square" tIns="91425">
            <a:noAutofit/>
          </a:bodyPr>
          <a:lstStyle>
            <a:lvl1pPr indent="-228600" lvl="0" marL="457200" algn="l">
              <a:lnSpc>
                <a:spcPct val="10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60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8" name="Google Shape;518;p136"/>
          <p:cNvSpPr txBox="1"/>
          <p:nvPr>
            <p:ph idx="7" type="body"/>
          </p:nvPr>
        </p:nvSpPr>
        <p:spPr>
          <a:xfrm>
            <a:off x="179236" y="5239557"/>
            <a:ext cx="5472261" cy="1164004"/>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000"/>
              <a:buFont typeface="Arial"/>
              <a:buNone/>
              <a:defRPr sz="2000">
                <a:solidFill>
                  <a:schemeClr val="lt1"/>
                </a:solidFill>
              </a:defRPr>
            </a:lvl1pPr>
            <a:lvl2pPr indent="-342900" lvl="1" marL="914400" algn="l">
              <a:lnSpc>
                <a:spcPct val="90000"/>
              </a:lnSpc>
              <a:spcBef>
                <a:spcPts val="6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9" name="Google Shape;519;p136"/>
          <p:cNvSpPr txBox="1"/>
          <p:nvPr>
            <p:ph idx="8" type="body"/>
          </p:nvPr>
        </p:nvSpPr>
        <p:spPr>
          <a:xfrm>
            <a:off x="5651498" y="5239557"/>
            <a:ext cx="6400840" cy="1164004"/>
          </a:xfrm>
          <a:prstGeom prst="rect">
            <a:avLst/>
          </a:prstGeom>
          <a:noFill/>
          <a:ln>
            <a:noFill/>
          </a:ln>
        </p:spPr>
        <p:txBody>
          <a:bodyPr anchorCtr="0" anchor="t" bIns="0" lIns="91425" spcFirstLastPara="1" rIns="182875" wrap="square" tIns="91425">
            <a:noAutofit/>
          </a:bodyPr>
          <a:lstStyle>
            <a:lvl1pPr indent="-228600" lvl="0" marL="457200" algn="l">
              <a:lnSpc>
                <a:spcPct val="10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60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520" name="Google Shape;520;p136"/>
          <p:cNvPicPr preferRelativeResize="0"/>
          <p:nvPr/>
        </p:nvPicPr>
        <p:blipFill rotWithShape="1">
          <a:blip r:embed="rId3">
            <a:alphaModFix/>
          </a:blip>
          <a:srcRect b="0" l="0" r="0" t="0"/>
          <a:stretch/>
        </p:blipFill>
        <p:spPr>
          <a:xfrm>
            <a:off x="3799983" y="6446520"/>
            <a:ext cx="4610100" cy="311150"/>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Horz-Option2">
  <p:cSld name="QA-Horz-Option2">
    <p:bg>
      <p:bgPr>
        <a:blipFill>
          <a:blip r:embed="rId2">
            <a:alphaModFix/>
          </a:blip>
          <a:stretch>
            <a:fillRect/>
          </a:stretch>
        </a:blipFill>
      </p:bgPr>
    </p:bg>
    <p:spTree>
      <p:nvGrpSpPr>
        <p:cNvPr id="521" name="Shape 521"/>
        <p:cNvGrpSpPr/>
        <p:nvPr/>
      </p:nvGrpSpPr>
      <p:grpSpPr>
        <a:xfrm>
          <a:off x="0" y="0"/>
          <a:ext cx="0" cy="0"/>
          <a:chOff x="0" y="0"/>
          <a:chExt cx="0" cy="0"/>
        </a:xfrm>
      </p:grpSpPr>
      <p:sp>
        <p:nvSpPr>
          <p:cNvPr id="522" name="Google Shape;522;p137"/>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523" name="Google Shape;523;p137"/>
          <p:cNvSpPr txBox="1"/>
          <p:nvPr>
            <p:ph type="title"/>
          </p:nvPr>
        </p:nvSpPr>
        <p:spPr>
          <a:xfrm>
            <a:off x="182880" y="301752"/>
            <a:ext cx="11466576" cy="73152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4" name="Google Shape;524;p137"/>
          <p:cNvSpPr txBox="1"/>
          <p:nvPr>
            <p:ph idx="1" type="body"/>
          </p:nvPr>
        </p:nvSpPr>
        <p:spPr>
          <a:xfrm>
            <a:off x="179238" y="1185497"/>
            <a:ext cx="5472261" cy="1164004"/>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rgbClr val="232F3E"/>
              </a:buClr>
              <a:buSzPts val="2000"/>
              <a:buFont typeface="Arial"/>
              <a:buNone/>
              <a:defRPr sz="2000">
                <a:solidFill>
                  <a:srgbClr val="232F3E"/>
                </a:solidFill>
              </a:defRPr>
            </a:lvl1pPr>
            <a:lvl2pPr indent="-342900" lvl="1" marL="914400" algn="l">
              <a:lnSpc>
                <a:spcPct val="90000"/>
              </a:lnSpc>
              <a:spcBef>
                <a:spcPts val="6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5" name="Google Shape;525;p137"/>
          <p:cNvSpPr txBox="1"/>
          <p:nvPr>
            <p:ph idx="2" type="body"/>
          </p:nvPr>
        </p:nvSpPr>
        <p:spPr>
          <a:xfrm>
            <a:off x="5651500" y="1185497"/>
            <a:ext cx="6400840" cy="1164004"/>
          </a:xfrm>
          <a:prstGeom prst="rect">
            <a:avLst/>
          </a:prstGeom>
          <a:noFill/>
          <a:ln>
            <a:noFill/>
          </a:ln>
        </p:spPr>
        <p:txBody>
          <a:bodyPr anchorCtr="0" anchor="t" bIns="0" lIns="91425" spcFirstLastPara="1" rIns="182875" wrap="square" tIns="91425">
            <a:noAutofit/>
          </a:bodyPr>
          <a:lstStyle>
            <a:lvl1pPr indent="-228600" lvl="0" marL="457200" algn="l">
              <a:lnSpc>
                <a:spcPct val="10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60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6" name="Google Shape;526;p137"/>
          <p:cNvSpPr txBox="1"/>
          <p:nvPr>
            <p:ph idx="3" type="body"/>
          </p:nvPr>
        </p:nvSpPr>
        <p:spPr>
          <a:xfrm>
            <a:off x="179237" y="2526456"/>
            <a:ext cx="5472261" cy="1164004"/>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rgbClr val="232F3E"/>
              </a:buClr>
              <a:buSzPts val="2000"/>
              <a:buFont typeface="Arial"/>
              <a:buNone/>
              <a:defRPr sz="2000">
                <a:solidFill>
                  <a:srgbClr val="232F3E"/>
                </a:solidFill>
              </a:defRPr>
            </a:lvl1pPr>
            <a:lvl2pPr indent="-342900" lvl="1" marL="914400" algn="l">
              <a:lnSpc>
                <a:spcPct val="90000"/>
              </a:lnSpc>
              <a:spcBef>
                <a:spcPts val="6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7" name="Google Shape;527;p137"/>
          <p:cNvSpPr txBox="1"/>
          <p:nvPr>
            <p:ph idx="4" type="body"/>
          </p:nvPr>
        </p:nvSpPr>
        <p:spPr>
          <a:xfrm>
            <a:off x="5651499" y="2526456"/>
            <a:ext cx="6400840" cy="1164004"/>
          </a:xfrm>
          <a:prstGeom prst="rect">
            <a:avLst/>
          </a:prstGeom>
          <a:noFill/>
          <a:ln>
            <a:noFill/>
          </a:ln>
        </p:spPr>
        <p:txBody>
          <a:bodyPr anchorCtr="0" anchor="t" bIns="0" lIns="91425" spcFirstLastPara="1" rIns="182875" wrap="square" tIns="91425">
            <a:noAutofit/>
          </a:bodyPr>
          <a:lstStyle>
            <a:lvl1pPr indent="-228600" lvl="0" marL="457200" algn="l">
              <a:lnSpc>
                <a:spcPct val="10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60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8" name="Google Shape;528;p137"/>
          <p:cNvSpPr txBox="1"/>
          <p:nvPr>
            <p:ph idx="5" type="body"/>
          </p:nvPr>
        </p:nvSpPr>
        <p:spPr>
          <a:xfrm>
            <a:off x="179237" y="3883100"/>
            <a:ext cx="5472261" cy="1164004"/>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rgbClr val="232F3E"/>
              </a:buClr>
              <a:buSzPts val="2000"/>
              <a:buFont typeface="Arial"/>
              <a:buNone/>
              <a:defRPr sz="2000">
                <a:solidFill>
                  <a:srgbClr val="232F3E"/>
                </a:solidFill>
              </a:defRPr>
            </a:lvl1pPr>
            <a:lvl2pPr indent="-342900" lvl="1" marL="914400" algn="l">
              <a:lnSpc>
                <a:spcPct val="90000"/>
              </a:lnSpc>
              <a:spcBef>
                <a:spcPts val="6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9" name="Google Shape;529;p137"/>
          <p:cNvSpPr txBox="1"/>
          <p:nvPr>
            <p:ph idx="6" type="body"/>
          </p:nvPr>
        </p:nvSpPr>
        <p:spPr>
          <a:xfrm>
            <a:off x="5651499" y="3883100"/>
            <a:ext cx="6400840" cy="1164004"/>
          </a:xfrm>
          <a:prstGeom prst="rect">
            <a:avLst/>
          </a:prstGeom>
          <a:noFill/>
          <a:ln>
            <a:noFill/>
          </a:ln>
        </p:spPr>
        <p:txBody>
          <a:bodyPr anchorCtr="0" anchor="t" bIns="0" lIns="91425" spcFirstLastPara="1" rIns="182875" wrap="square" tIns="91425">
            <a:noAutofit/>
          </a:bodyPr>
          <a:lstStyle>
            <a:lvl1pPr indent="-228600" lvl="0" marL="457200" algn="l">
              <a:lnSpc>
                <a:spcPct val="10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60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0" name="Google Shape;530;p137"/>
          <p:cNvSpPr txBox="1"/>
          <p:nvPr>
            <p:ph idx="7" type="body"/>
          </p:nvPr>
        </p:nvSpPr>
        <p:spPr>
          <a:xfrm>
            <a:off x="179236" y="5239557"/>
            <a:ext cx="5472261" cy="1164004"/>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rgbClr val="232F3E"/>
              </a:buClr>
              <a:buSzPts val="2000"/>
              <a:buFont typeface="Arial"/>
              <a:buNone/>
              <a:defRPr sz="2000">
                <a:solidFill>
                  <a:srgbClr val="232F3E"/>
                </a:solidFill>
              </a:defRPr>
            </a:lvl1pPr>
            <a:lvl2pPr indent="-342900" lvl="1" marL="914400" algn="l">
              <a:lnSpc>
                <a:spcPct val="90000"/>
              </a:lnSpc>
              <a:spcBef>
                <a:spcPts val="6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1" name="Google Shape;531;p137"/>
          <p:cNvSpPr txBox="1"/>
          <p:nvPr>
            <p:ph idx="8" type="body"/>
          </p:nvPr>
        </p:nvSpPr>
        <p:spPr>
          <a:xfrm>
            <a:off x="5651498" y="5239557"/>
            <a:ext cx="6400840" cy="1164004"/>
          </a:xfrm>
          <a:prstGeom prst="rect">
            <a:avLst/>
          </a:prstGeom>
          <a:noFill/>
          <a:ln>
            <a:noFill/>
          </a:ln>
        </p:spPr>
        <p:txBody>
          <a:bodyPr anchorCtr="0" anchor="t" bIns="0" lIns="91425" spcFirstLastPara="1" rIns="182875" wrap="square" tIns="91425">
            <a:noAutofit/>
          </a:bodyPr>
          <a:lstStyle>
            <a:lvl1pPr indent="-228600" lvl="0" marL="457200" algn="l">
              <a:lnSpc>
                <a:spcPct val="10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60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C-Horizontal-Question" showMasterSp="0">
  <p:cSld name="KC-Horizontal-Question">
    <p:bg>
      <p:bgPr>
        <a:blipFill>
          <a:blip r:embed="rId2">
            <a:alphaModFix/>
          </a:blip>
          <a:stretch>
            <a:fillRect/>
          </a:stretch>
        </a:blipFill>
      </p:bgPr>
    </p:bg>
    <p:spTree>
      <p:nvGrpSpPr>
        <p:cNvPr id="532" name="Shape 532"/>
        <p:cNvGrpSpPr/>
        <p:nvPr/>
      </p:nvGrpSpPr>
      <p:grpSpPr>
        <a:xfrm>
          <a:off x="0" y="0"/>
          <a:ext cx="0" cy="0"/>
          <a:chOff x="0" y="0"/>
          <a:chExt cx="0" cy="0"/>
        </a:xfrm>
      </p:grpSpPr>
      <p:sp>
        <p:nvSpPr>
          <p:cNvPr id="533" name="Google Shape;533;p138"/>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534" name="Google Shape;534;p138"/>
          <p:cNvSpPr txBox="1"/>
          <p:nvPr>
            <p:ph type="title"/>
          </p:nvPr>
        </p:nvSpPr>
        <p:spPr>
          <a:xfrm>
            <a:off x="179238" y="179881"/>
            <a:ext cx="11855445" cy="49884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600"/>
              <a:buFont typeface="Play"/>
              <a:buNone/>
              <a:defRPr>
                <a:solidFill>
                  <a:schemeClr val="lt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5" name="Google Shape;535;p138"/>
          <p:cNvSpPr txBox="1"/>
          <p:nvPr>
            <p:ph idx="1" type="body"/>
          </p:nvPr>
        </p:nvSpPr>
        <p:spPr>
          <a:xfrm>
            <a:off x="179237" y="697780"/>
            <a:ext cx="11855445" cy="1328883"/>
          </a:xfrm>
          <a:prstGeom prst="rect">
            <a:avLst/>
          </a:prstGeom>
          <a:noFill/>
          <a:ln>
            <a:noFill/>
          </a:ln>
        </p:spPr>
        <p:txBody>
          <a:bodyPr anchorCtr="0" anchor="t" bIns="0" lIns="91425" spcFirstLastPara="1" rIns="91425" wrap="square" tIns="0">
            <a:normAutofit/>
          </a:bodyPr>
          <a:lstStyle>
            <a:lvl1pPr indent="-228600" lvl="0" marL="457200" marR="0" algn="l">
              <a:lnSpc>
                <a:spcPct val="90000"/>
              </a:lnSpc>
              <a:spcBef>
                <a:spcPts val="0"/>
              </a:spcBef>
              <a:spcAft>
                <a:spcPts val="0"/>
              </a:spcAft>
              <a:buClr>
                <a:schemeClr val="lt1"/>
              </a:buClr>
              <a:buSzPts val="2000"/>
              <a:buFont typeface="Arial"/>
              <a:buNone/>
              <a:defRPr sz="2000">
                <a:solidFill>
                  <a:schemeClr val="lt1"/>
                </a:solidFill>
              </a:defRPr>
            </a:lvl1pPr>
            <a:lvl2pPr indent="-342900" lvl="1" marL="914400" algn="l">
              <a:lnSpc>
                <a:spcPct val="90000"/>
              </a:lnSpc>
              <a:spcBef>
                <a:spcPts val="6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6" name="Google Shape;536;p138"/>
          <p:cNvSpPr txBox="1"/>
          <p:nvPr>
            <p:ph idx="2" type="body"/>
          </p:nvPr>
        </p:nvSpPr>
        <p:spPr>
          <a:xfrm>
            <a:off x="0" y="2026663"/>
            <a:ext cx="887413" cy="317500"/>
          </a:xfrm>
          <a:prstGeom prst="rect">
            <a:avLst/>
          </a:prstGeom>
          <a:noFill/>
          <a:ln>
            <a:noFill/>
          </a:ln>
        </p:spPr>
        <p:txBody>
          <a:bodyPr anchorCtr="0" anchor="t" bIns="45700" lIns="0" spcFirstLastPara="1" rIns="0" wrap="square" tIns="45700">
            <a:noAutofit/>
          </a:bodyPr>
          <a:lstStyle>
            <a:lvl1pPr indent="-228600" lvl="0" marL="457200" algn="ctr">
              <a:lnSpc>
                <a:spcPct val="100000"/>
              </a:lnSpc>
              <a:spcBef>
                <a:spcPts val="0"/>
              </a:spcBef>
              <a:spcAft>
                <a:spcPts val="0"/>
              </a:spcAft>
              <a:buClr>
                <a:schemeClr val="lt1"/>
              </a:buClr>
              <a:buSzPts val="1800"/>
              <a:buNone/>
              <a:defRPr sz="1800">
                <a:solidFill>
                  <a:schemeClr val="lt1"/>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7" name="Google Shape;537;p138"/>
          <p:cNvSpPr txBox="1"/>
          <p:nvPr>
            <p:ph idx="3" type="body"/>
          </p:nvPr>
        </p:nvSpPr>
        <p:spPr>
          <a:xfrm>
            <a:off x="907950" y="2026663"/>
            <a:ext cx="10737865" cy="3175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lt1"/>
              </a:buClr>
              <a:buSzPts val="1800"/>
              <a:buNone/>
              <a:defRPr sz="1800">
                <a:solidFill>
                  <a:schemeClr val="lt1"/>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8" name="Google Shape;538;p138"/>
          <p:cNvSpPr txBox="1"/>
          <p:nvPr>
            <p:ph idx="4" type="body"/>
          </p:nvPr>
        </p:nvSpPr>
        <p:spPr>
          <a:xfrm>
            <a:off x="1" y="2344127"/>
            <a:ext cx="888136" cy="6400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b="1" sz="20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9" name="Google Shape;539;p138"/>
          <p:cNvSpPr txBox="1"/>
          <p:nvPr>
            <p:ph idx="5" type="body"/>
          </p:nvPr>
        </p:nvSpPr>
        <p:spPr>
          <a:xfrm>
            <a:off x="907950" y="2344127"/>
            <a:ext cx="11233250" cy="640080"/>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0" name="Google Shape;540;p138"/>
          <p:cNvSpPr txBox="1"/>
          <p:nvPr>
            <p:ph idx="6" type="body"/>
          </p:nvPr>
        </p:nvSpPr>
        <p:spPr>
          <a:xfrm>
            <a:off x="1" y="3017609"/>
            <a:ext cx="888136" cy="6400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b="1" sz="20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1" name="Google Shape;541;p138"/>
          <p:cNvSpPr txBox="1"/>
          <p:nvPr>
            <p:ph idx="7" type="body"/>
          </p:nvPr>
        </p:nvSpPr>
        <p:spPr>
          <a:xfrm>
            <a:off x="907950" y="3017609"/>
            <a:ext cx="11233250" cy="640080"/>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2" name="Google Shape;542;p138"/>
          <p:cNvSpPr txBox="1"/>
          <p:nvPr>
            <p:ph idx="8" type="body"/>
          </p:nvPr>
        </p:nvSpPr>
        <p:spPr>
          <a:xfrm>
            <a:off x="1" y="3691091"/>
            <a:ext cx="888136" cy="6400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b="1" sz="20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3" name="Google Shape;543;p138"/>
          <p:cNvSpPr txBox="1"/>
          <p:nvPr>
            <p:ph idx="9" type="body"/>
          </p:nvPr>
        </p:nvSpPr>
        <p:spPr>
          <a:xfrm>
            <a:off x="907950" y="3691091"/>
            <a:ext cx="11233250" cy="640080"/>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4" name="Google Shape;544;p138"/>
          <p:cNvSpPr txBox="1"/>
          <p:nvPr>
            <p:ph idx="13" type="body"/>
          </p:nvPr>
        </p:nvSpPr>
        <p:spPr>
          <a:xfrm>
            <a:off x="1" y="4364573"/>
            <a:ext cx="888136" cy="6400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b="1" sz="20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5" name="Google Shape;545;p138"/>
          <p:cNvSpPr txBox="1"/>
          <p:nvPr>
            <p:ph idx="14" type="body"/>
          </p:nvPr>
        </p:nvSpPr>
        <p:spPr>
          <a:xfrm>
            <a:off x="907950" y="4364573"/>
            <a:ext cx="11233250" cy="640080"/>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6" name="Google Shape;546;p138"/>
          <p:cNvSpPr txBox="1"/>
          <p:nvPr>
            <p:ph idx="15" type="body"/>
          </p:nvPr>
        </p:nvSpPr>
        <p:spPr>
          <a:xfrm>
            <a:off x="1" y="5038055"/>
            <a:ext cx="888136" cy="6400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b="1" sz="20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7" name="Google Shape;547;p138"/>
          <p:cNvSpPr txBox="1"/>
          <p:nvPr>
            <p:ph idx="16" type="body"/>
          </p:nvPr>
        </p:nvSpPr>
        <p:spPr>
          <a:xfrm>
            <a:off x="907950" y="5038055"/>
            <a:ext cx="11233250" cy="640080"/>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8" name="Google Shape;548;p138"/>
          <p:cNvSpPr txBox="1"/>
          <p:nvPr>
            <p:ph idx="17" type="body"/>
          </p:nvPr>
        </p:nvSpPr>
        <p:spPr>
          <a:xfrm>
            <a:off x="1" y="5711539"/>
            <a:ext cx="888136" cy="6400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b="1" sz="20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9" name="Google Shape;549;p138"/>
          <p:cNvSpPr txBox="1"/>
          <p:nvPr>
            <p:ph idx="18" type="body"/>
          </p:nvPr>
        </p:nvSpPr>
        <p:spPr>
          <a:xfrm>
            <a:off x="907950" y="5711539"/>
            <a:ext cx="11233250" cy="640080"/>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550" name="Google Shape;550;p138"/>
          <p:cNvPicPr preferRelativeResize="0"/>
          <p:nvPr/>
        </p:nvPicPr>
        <p:blipFill rotWithShape="1">
          <a:blip r:embed="rId3">
            <a:alphaModFix/>
          </a:blip>
          <a:srcRect b="0" l="0" r="0" t="0"/>
          <a:stretch/>
        </p:blipFill>
        <p:spPr>
          <a:xfrm>
            <a:off x="3799983" y="6446520"/>
            <a:ext cx="4610100" cy="311150"/>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C-Horz-Option 2">
  <p:cSld name="KC-Horz-Option 2">
    <p:bg>
      <p:bgPr>
        <a:blipFill>
          <a:blip r:embed="rId2">
            <a:alphaModFix/>
          </a:blip>
          <a:stretch>
            <a:fillRect/>
          </a:stretch>
        </a:blipFill>
      </p:bgPr>
    </p:bg>
    <p:spTree>
      <p:nvGrpSpPr>
        <p:cNvPr id="551" name="Shape 551"/>
        <p:cNvGrpSpPr/>
        <p:nvPr/>
      </p:nvGrpSpPr>
      <p:grpSpPr>
        <a:xfrm>
          <a:off x="0" y="0"/>
          <a:ext cx="0" cy="0"/>
          <a:chOff x="0" y="0"/>
          <a:chExt cx="0" cy="0"/>
        </a:xfrm>
      </p:grpSpPr>
      <p:sp>
        <p:nvSpPr>
          <p:cNvPr id="552" name="Google Shape;552;p139"/>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553" name="Google Shape;553;p139"/>
          <p:cNvSpPr txBox="1"/>
          <p:nvPr>
            <p:ph type="title"/>
          </p:nvPr>
        </p:nvSpPr>
        <p:spPr>
          <a:xfrm>
            <a:off x="179238" y="179881"/>
            <a:ext cx="11825947" cy="49884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4" name="Google Shape;554;p139"/>
          <p:cNvSpPr txBox="1"/>
          <p:nvPr>
            <p:ph idx="1" type="body"/>
          </p:nvPr>
        </p:nvSpPr>
        <p:spPr>
          <a:xfrm>
            <a:off x="179239" y="697780"/>
            <a:ext cx="11825948" cy="1328883"/>
          </a:xfrm>
          <a:prstGeom prst="rect">
            <a:avLst/>
          </a:prstGeom>
          <a:noFill/>
          <a:ln>
            <a:noFill/>
          </a:ln>
        </p:spPr>
        <p:txBody>
          <a:bodyPr anchorCtr="0" anchor="t" bIns="0" lIns="91425" spcFirstLastPara="1" rIns="91425" wrap="square" tIns="0">
            <a:normAutofit/>
          </a:bodyPr>
          <a:lstStyle>
            <a:lvl1pPr indent="-228600" lvl="0" marL="457200" marR="0" algn="l">
              <a:lnSpc>
                <a:spcPct val="100000"/>
              </a:lnSpc>
              <a:spcBef>
                <a:spcPts val="0"/>
              </a:spcBef>
              <a:spcAft>
                <a:spcPts val="0"/>
              </a:spcAft>
              <a:buClr>
                <a:srgbClr val="232F3E"/>
              </a:buClr>
              <a:buSzPts val="2000"/>
              <a:buFont typeface="Arial"/>
              <a:buNone/>
              <a:defRPr sz="2000">
                <a:solidFill>
                  <a:srgbClr val="232F3E"/>
                </a:solidFill>
              </a:defRPr>
            </a:lvl1pPr>
            <a:lvl2pPr indent="-342900" lvl="1" marL="914400" algn="l">
              <a:lnSpc>
                <a:spcPct val="90000"/>
              </a:lnSpc>
              <a:spcBef>
                <a:spcPts val="6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5" name="Google Shape;555;p139"/>
          <p:cNvSpPr txBox="1"/>
          <p:nvPr>
            <p:ph idx="2" type="body"/>
          </p:nvPr>
        </p:nvSpPr>
        <p:spPr>
          <a:xfrm>
            <a:off x="0" y="2026663"/>
            <a:ext cx="887413" cy="317500"/>
          </a:xfrm>
          <a:prstGeom prst="rect">
            <a:avLst/>
          </a:prstGeom>
          <a:noFill/>
          <a:ln>
            <a:noFill/>
          </a:ln>
        </p:spPr>
        <p:txBody>
          <a:bodyPr anchorCtr="0" anchor="t" bIns="45700" lIns="0" spcFirstLastPara="1" rIns="0" wrap="square" tIns="45700">
            <a:noAutofit/>
          </a:bodyPr>
          <a:lstStyle>
            <a:lvl1pPr indent="-228600" lvl="0" marL="457200" algn="ctr">
              <a:lnSpc>
                <a:spcPct val="100000"/>
              </a:lnSpc>
              <a:spcBef>
                <a:spcPts val="0"/>
              </a:spcBef>
              <a:spcAft>
                <a:spcPts val="0"/>
              </a:spcAft>
              <a:buClr>
                <a:schemeClr val="lt1"/>
              </a:buClr>
              <a:buSzPts val="1800"/>
              <a:buNone/>
              <a:defRPr sz="1800">
                <a:solidFill>
                  <a:schemeClr val="lt1"/>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6" name="Google Shape;556;p139"/>
          <p:cNvSpPr txBox="1"/>
          <p:nvPr>
            <p:ph idx="3" type="body"/>
          </p:nvPr>
        </p:nvSpPr>
        <p:spPr>
          <a:xfrm>
            <a:off x="907950" y="2026663"/>
            <a:ext cx="10757678" cy="317500"/>
          </a:xfrm>
          <a:prstGeom prst="rect">
            <a:avLst/>
          </a:prstGeom>
          <a:noFill/>
          <a:ln>
            <a:noFill/>
          </a:ln>
        </p:spPr>
        <p:txBody>
          <a:bodyPr anchorCtr="0" anchor="t" bIns="45700" lIns="91425" spcFirstLastPara="1" rIns="0" wrap="square" tIns="45700">
            <a:noAutofit/>
          </a:bodyPr>
          <a:lstStyle>
            <a:lvl1pPr indent="-228600" lvl="0" marL="457200" algn="l">
              <a:lnSpc>
                <a:spcPct val="100000"/>
              </a:lnSpc>
              <a:spcBef>
                <a:spcPts val="0"/>
              </a:spcBef>
              <a:spcAft>
                <a:spcPts val="0"/>
              </a:spcAft>
              <a:buClr>
                <a:schemeClr val="lt1"/>
              </a:buClr>
              <a:buSzPts val="1800"/>
              <a:buNone/>
              <a:defRPr sz="1800">
                <a:solidFill>
                  <a:schemeClr val="lt1"/>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7" name="Google Shape;557;p139"/>
          <p:cNvSpPr txBox="1"/>
          <p:nvPr>
            <p:ph idx="4" type="body"/>
          </p:nvPr>
        </p:nvSpPr>
        <p:spPr>
          <a:xfrm>
            <a:off x="1" y="2344127"/>
            <a:ext cx="888136" cy="6400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8" name="Google Shape;558;p139"/>
          <p:cNvSpPr txBox="1"/>
          <p:nvPr>
            <p:ph idx="5" type="body"/>
          </p:nvPr>
        </p:nvSpPr>
        <p:spPr>
          <a:xfrm>
            <a:off x="907950" y="2344127"/>
            <a:ext cx="11233250" cy="640080"/>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9" name="Google Shape;559;p139"/>
          <p:cNvSpPr txBox="1"/>
          <p:nvPr>
            <p:ph idx="6" type="body"/>
          </p:nvPr>
        </p:nvSpPr>
        <p:spPr>
          <a:xfrm>
            <a:off x="1" y="3017609"/>
            <a:ext cx="888136" cy="6400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0" name="Google Shape;560;p139"/>
          <p:cNvSpPr txBox="1"/>
          <p:nvPr>
            <p:ph idx="7" type="body"/>
          </p:nvPr>
        </p:nvSpPr>
        <p:spPr>
          <a:xfrm>
            <a:off x="907950" y="3017609"/>
            <a:ext cx="11233250" cy="640080"/>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1" name="Google Shape;561;p139"/>
          <p:cNvSpPr txBox="1"/>
          <p:nvPr>
            <p:ph idx="8" type="body"/>
          </p:nvPr>
        </p:nvSpPr>
        <p:spPr>
          <a:xfrm>
            <a:off x="1" y="3691091"/>
            <a:ext cx="888136" cy="6400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2" name="Google Shape;562;p139"/>
          <p:cNvSpPr txBox="1"/>
          <p:nvPr>
            <p:ph idx="9" type="body"/>
          </p:nvPr>
        </p:nvSpPr>
        <p:spPr>
          <a:xfrm>
            <a:off x="907950" y="3691091"/>
            <a:ext cx="11233250" cy="640080"/>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3" name="Google Shape;563;p139"/>
          <p:cNvSpPr txBox="1"/>
          <p:nvPr>
            <p:ph idx="13" type="body"/>
          </p:nvPr>
        </p:nvSpPr>
        <p:spPr>
          <a:xfrm>
            <a:off x="1" y="4364573"/>
            <a:ext cx="888136" cy="6400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4" name="Google Shape;564;p139"/>
          <p:cNvSpPr txBox="1"/>
          <p:nvPr>
            <p:ph idx="14" type="body"/>
          </p:nvPr>
        </p:nvSpPr>
        <p:spPr>
          <a:xfrm>
            <a:off x="907950" y="4364573"/>
            <a:ext cx="11233250" cy="640080"/>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5" name="Google Shape;565;p139"/>
          <p:cNvSpPr txBox="1"/>
          <p:nvPr>
            <p:ph idx="15" type="body"/>
          </p:nvPr>
        </p:nvSpPr>
        <p:spPr>
          <a:xfrm>
            <a:off x="1" y="5038055"/>
            <a:ext cx="888136" cy="6400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6" name="Google Shape;566;p139"/>
          <p:cNvSpPr txBox="1"/>
          <p:nvPr>
            <p:ph idx="16" type="body"/>
          </p:nvPr>
        </p:nvSpPr>
        <p:spPr>
          <a:xfrm>
            <a:off x="907950" y="5038055"/>
            <a:ext cx="11233250" cy="640080"/>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7" name="Google Shape;567;p139"/>
          <p:cNvSpPr txBox="1"/>
          <p:nvPr>
            <p:ph idx="17" type="body"/>
          </p:nvPr>
        </p:nvSpPr>
        <p:spPr>
          <a:xfrm>
            <a:off x="1" y="5711539"/>
            <a:ext cx="888136" cy="6400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8" name="Google Shape;568;p139"/>
          <p:cNvSpPr txBox="1"/>
          <p:nvPr>
            <p:ph idx="18" type="body"/>
          </p:nvPr>
        </p:nvSpPr>
        <p:spPr>
          <a:xfrm>
            <a:off x="907950" y="5711539"/>
            <a:ext cx="11233250" cy="640080"/>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C-Horizontal-Answer" showMasterSp="0">
  <p:cSld name="KC-Horizontal-Answer">
    <p:bg>
      <p:bgPr>
        <a:blipFill>
          <a:blip r:embed="rId2">
            <a:alphaModFix/>
          </a:blip>
          <a:stretch>
            <a:fillRect/>
          </a:stretch>
        </a:blipFill>
      </p:bgPr>
    </p:bg>
    <p:spTree>
      <p:nvGrpSpPr>
        <p:cNvPr id="569" name="Shape 569"/>
        <p:cNvGrpSpPr/>
        <p:nvPr/>
      </p:nvGrpSpPr>
      <p:grpSpPr>
        <a:xfrm>
          <a:off x="0" y="0"/>
          <a:ext cx="0" cy="0"/>
          <a:chOff x="0" y="0"/>
          <a:chExt cx="0" cy="0"/>
        </a:xfrm>
      </p:grpSpPr>
      <p:sp>
        <p:nvSpPr>
          <p:cNvPr id="570" name="Google Shape;570;p140"/>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571" name="Google Shape;571;p140"/>
          <p:cNvSpPr txBox="1"/>
          <p:nvPr>
            <p:ph type="title"/>
          </p:nvPr>
        </p:nvSpPr>
        <p:spPr>
          <a:xfrm>
            <a:off x="179239" y="179881"/>
            <a:ext cx="11771597" cy="49884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600"/>
              <a:buFont typeface="Play"/>
              <a:buNone/>
              <a:defRPr>
                <a:solidFill>
                  <a:schemeClr val="lt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2" name="Google Shape;572;p140"/>
          <p:cNvSpPr txBox="1"/>
          <p:nvPr>
            <p:ph idx="1" type="body"/>
          </p:nvPr>
        </p:nvSpPr>
        <p:spPr>
          <a:xfrm>
            <a:off x="179239" y="697780"/>
            <a:ext cx="11771597" cy="1405081"/>
          </a:xfrm>
          <a:prstGeom prst="rect">
            <a:avLst/>
          </a:prstGeom>
          <a:noFill/>
          <a:ln>
            <a:noFill/>
          </a:ln>
        </p:spPr>
        <p:txBody>
          <a:bodyPr anchorCtr="0" anchor="t" bIns="0" lIns="91425" spcFirstLastPara="1" rIns="91425" wrap="square" tIns="0">
            <a:normAutofit/>
          </a:bodyPr>
          <a:lstStyle>
            <a:lvl1pPr indent="-228600" lvl="0" marL="457200" marR="0" algn="l">
              <a:lnSpc>
                <a:spcPct val="100000"/>
              </a:lnSpc>
              <a:spcBef>
                <a:spcPts val="0"/>
              </a:spcBef>
              <a:spcAft>
                <a:spcPts val="0"/>
              </a:spcAft>
              <a:buClr>
                <a:schemeClr val="lt1"/>
              </a:buClr>
              <a:buSzPts val="2000"/>
              <a:buFont typeface="Arial"/>
              <a:buNone/>
              <a:defRPr sz="2000">
                <a:solidFill>
                  <a:schemeClr val="lt1"/>
                </a:solidFill>
              </a:defRPr>
            </a:lvl1pPr>
            <a:lvl2pPr indent="-342900" lvl="1" marL="914400" algn="l">
              <a:lnSpc>
                <a:spcPct val="90000"/>
              </a:lnSpc>
              <a:spcBef>
                <a:spcPts val="6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3" name="Google Shape;573;p140"/>
          <p:cNvSpPr txBox="1"/>
          <p:nvPr>
            <p:ph idx="2" type="body"/>
          </p:nvPr>
        </p:nvSpPr>
        <p:spPr>
          <a:xfrm>
            <a:off x="0" y="2043300"/>
            <a:ext cx="12192000" cy="31270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lt1"/>
              </a:buClr>
              <a:buSzPts val="2000"/>
              <a:buNone/>
              <a:defRPr sz="2000">
                <a:solidFill>
                  <a:schemeClr val="lt1"/>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4" name="Google Shape;574;p140"/>
          <p:cNvSpPr txBox="1"/>
          <p:nvPr>
            <p:ph idx="3" type="body"/>
          </p:nvPr>
        </p:nvSpPr>
        <p:spPr>
          <a:xfrm>
            <a:off x="907950" y="2356002"/>
            <a:ext cx="11245989" cy="4007816"/>
          </a:xfrm>
          <a:prstGeom prst="rect">
            <a:avLst/>
          </a:prstGeom>
          <a:noFill/>
          <a:ln>
            <a:noFill/>
          </a:ln>
        </p:spPr>
        <p:txBody>
          <a:bodyPr anchorCtr="0" anchor="t" bIns="0" lIns="91425" spcFirstLastPara="1" rIns="182875" wrap="square" tIns="91425">
            <a:norm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575" name="Google Shape;575;p140"/>
          <p:cNvPicPr preferRelativeResize="0"/>
          <p:nvPr/>
        </p:nvPicPr>
        <p:blipFill rotWithShape="1">
          <a:blip r:embed="rId3">
            <a:alphaModFix/>
          </a:blip>
          <a:srcRect b="0" l="0" r="0" t="0"/>
          <a:stretch/>
        </p:blipFill>
        <p:spPr>
          <a:xfrm>
            <a:off x="3799983" y="6446520"/>
            <a:ext cx="4610100" cy="311150"/>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C-Horz-Ans-Option2">
  <p:cSld name="KC-Horz-Ans-Option2">
    <p:bg>
      <p:bgPr>
        <a:blipFill>
          <a:blip r:embed="rId2">
            <a:alphaModFix/>
          </a:blip>
          <a:stretch>
            <a:fillRect/>
          </a:stretch>
        </a:blipFill>
      </p:bgPr>
    </p:bg>
    <p:spTree>
      <p:nvGrpSpPr>
        <p:cNvPr id="576" name="Shape 576"/>
        <p:cNvGrpSpPr/>
        <p:nvPr/>
      </p:nvGrpSpPr>
      <p:grpSpPr>
        <a:xfrm>
          <a:off x="0" y="0"/>
          <a:ext cx="0" cy="0"/>
          <a:chOff x="0" y="0"/>
          <a:chExt cx="0" cy="0"/>
        </a:xfrm>
      </p:grpSpPr>
      <p:sp>
        <p:nvSpPr>
          <p:cNvPr id="577" name="Google Shape;577;p141"/>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578" name="Google Shape;578;p141"/>
          <p:cNvSpPr txBox="1"/>
          <p:nvPr>
            <p:ph type="title"/>
          </p:nvPr>
        </p:nvSpPr>
        <p:spPr>
          <a:xfrm>
            <a:off x="179239" y="179881"/>
            <a:ext cx="11771597" cy="49884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9" name="Google Shape;579;p141"/>
          <p:cNvSpPr txBox="1"/>
          <p:nvPr>
            <p:ph idx="1" type="body"/>
          </p:nvPr>
        </p:nvSpPr>
        <p:spPr>
          <a:xfrm>
            <a:off x="179239" y="697781"/>
            <a:ext cx="11771597" cy="1345520"/>
          </a:xfrm>
          <a:prstGeom prst="rect">
            <a:avLst/>
          </a:prstGeom>
          <a:noFill/>
          <a:ln>
            <a:noFill/>
          </a:ln>
        </p:spPr>
        <p:txBody>
          <a:bodyPr anchorCtr="0" anchor="t" bIns="0" lIns="91425" spcFirstLastPara="1" rIns="91425" wrap="square" tIns="0">
            <a:normAutofit/>
          </a:bodyPr>
          <a:lstStyle>
            <a:lvl1pPr indent="-228600" lvl="0" marL="457200" marR="0" algn="l">
              <a:lnSpc>
                <a:spcPct val="100000"/>
              </a:lnSpc>
              <a:spcBef>
                <a:spcPts val="0"/>
              </a:spcBef>
              <a:spcAft>
                <a:spcPts val="0"/>
              </a:spcAft>
              <a:buClr>
                <a:srgbClr val="232F3E"/>
              </a:buClr>
              <a:buSzPts val="2000"/>
              <a:buFont typeface="Arial"/>
              <a:buNone/>
              <a:defRPr sz="2000">
                <a:solidFill>
                  <a:srgbClr val="232F3E"/>
                </a:solidFill>
              </a:defRPr>
            </a:lvl1pPr>
            <a:lvl2pPr indent="-342900" lvl="1" marL="914400" algn="l">
              <a:lnSpc>
                <a:spcPct val="90000"/>
              </a:lnSpc>
              <a:spcBef>
                <a:spcPts val="6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0" name="Google Shape;580;p141"/>
          <p:cNvSpPr txBox="1"/>
          <p:nvPr>
            <p:ph idx="2" type="body"/>
          </p:nvPr>
        </p:nvSpPr>
        <p:spPr>
          <a:xfrm>
            <a:off x="0" y="2043300"/>
            <a:ext cx="12192000" cy="31270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lt1"/>
              </a:buClr>
              <a:buSzPts val="2000"/>
              <a:buNone/>
              <a:defRPr sz="2000">
                <a:solidFill>
                  <a:schemeClr val="lt1"/>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1" name="Google Shape;581;p141"/>
          <p:cNvSpPr txBox="1"/>
          <p:nvPr>
            <p:ph idx="3" type="body"/>
          </p:nvPr>
        </p:nvSpPr>
        <p:spPr>
          <a:xfrm>
            <a:off x="907950" y="2356002"/>
            <a:ext cx="11245989" cy="4007816"/>
          </a:xfrm>
          <a:prstGeom prst="rect">
            <a:avLst/>
          </a:prstGeom>
          <a:noFill/>
          <a:ln>
            <a:noFill/>
          </a:ln>
        </p:spPr>
        <p:txBody>
          <a:bodyPr anchorCtr="0" anchor="t" bIns="0" lIns="91425" spcFirstLastPara="1" rIns="182875" wrap="square" tIns="91425">
            <a:norm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p:cSld name="Title and Vertical Text">
    <p:bg>
      <p:bgPr>
        <a:solidFill>
          <a:schemeClr val="lt1"/>
        </a:solidFill>
      </p:bgPr>
    </p:bg>
    <p:spTree>
      <p:nvGrpSpPr>
        <p:cNvPr id="582" name="Shape 582"/>
        <p:cNvGrpSpPr/>
        <p:nvPr/>
      </p:nvGrpSpPr>
      <p:grpSpPr>
        <a:xfrm>
          <a:off x="0" y="0"/>
          <a:ext cx="0" cy="0"/>
          <a:chOff x="0" y="0"/>
          <a:chExt cx="0" cy="0"/>
        </a:xfrm>
      </p:grpSpPr>
      <p:sp>
        <p:nvSpPr>
          <p:cNvPr id="583" name="Google Shape;583;p142"/>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584" name="Google Shape;584;p142"/>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585" name="Google Shape;585;p142"/>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586" name="Google Shape;586;p142"/>
          <p:cNvSpPr txBox="1"/>
          <p:nvPr>
            <p:ph idx="1" type="body"/>
          </p:nvPr>
        </p:nvSpPr>
        <p:spPr>
          <a:xfrm rot="5400000">
            <a:off x="3404426" y="-2005596"/>
            <a:ext cx="5389244" cy="11466576"/>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0"/>
              </a:spcBef>
              <a:spcAft>
                <a:spcPts val="0"/>
              </a:spcAft>
              <a:buClr>
                <a:srgbClr val="232F3E"/>
              </a:buClr>
              <a:buSzPts val="2000"/>
              <a:buChar char="•"/>
              <a:defRPr sz="2000">
                <a:solidFill>
                  <a:srgbClr val="232F3E"/>
                </a:solidFill>
              </a:defRPr>
            </a:lvl2pPr>
            <a:lvl3pPr indent="-342900" lvl="2" marL="1371600" algn="l">
              <a:lnSpc>
                <a:spcPct val="100000"/>
              </a:lnSpc>
              <a:spcBef>
                <a:spcPts val="0"/>
              </a:spcBef>
              <a:spcAft>
                <a:spcPts val="0"/>
              </a:spcAft>
              <a:buClr>
                <a:srgbClr val="232F3E"/>
              </a:buClr>
              <a:buSzPts val="1800"/>
              <a:buChar char="•"/>
              <a:defRPr sz="1800">
                <a:solidFill>
                  <a:srgbClr val="232F3E"/>
                </a:solidFill>
              </a:defRPr>
            </a:lvl3pPr>
            <a:lvl4pPr indent="-330200" lvl="3" marL="1828800" algn="l">
              <a:lnSpc>
                <a:spcPct val="100000"/>
              </a:lnSpc>
              <a:spcBef>
                <a:spcPts val="0"/>
              </a:spcBef>
              <a:spcAft>
                <a:spcPts val="0"/>
              </a:spcAft>
              <a:buClr>
                <a:srgbClr val="232F3E"/>
              </a:buClr>
              <a:buSzPts val="1600"/>
              <a:buChar char="•"/>
              <a:defRPr sz="1600">
                <a:solidFill>
                  <a:srgbClr val="232F3E"/>
                </a:solidFill>
              </a:defRPr>
            </a:lvl4pPr>
            <a:lvl5pPr indent="-330200" lvl="4" marL="2286000" algn="l">
              <a:lnSpc>
                <a:spcPct val="100000"/>
              </a:lnSpc>
              <a:spcBef>
                <a:spcPts val="0"/>
              </a:spcBef>
              <a:spcAft>
                <a:spcPts val="0"/>
              </a:spcAft>
              <a:buClr>
                <a:srgbClr val="232F3E"/>
              </a:buClr>
              <a:buSzPts val="1600"/>
              <a:buChar char="•"/>
              <a:defRPr sz="1600">
                <a:solidFill>
                  <a:srgbClr val="232F3E"/>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Content">
  <p:cSld name="Vertical Title and Content">
    <p:bg>
      <p:bgPr>
        <a:solidFill>
          <a:schemeClr val="lt1"/>
        </a:solidFill>
      </p:bgPr>
    </p:bg>
    <p:spTree>
      <p:nvGrpSpPr>
        <p:cNvPr id="587" name="Shape 587"/>
        <p:cNvGrpSpPr/>
        <p:nvPr/>
      </p:nvGrpSpPr>
      <p:grpSpPr>
        <a:xfrm>
          <a:off x="0" y="0"/>
          <a:ext cx="0" cy="0"/>
          <a:chOff x="0" y="0"/>
          <a:chExt cx="0" cy="0"/>
        </a:xfrm>
      </p:grpSpPr>
      <p:sp>
        <p:nvSpPr>
          <p:cNvPr id="588" name="Google Shape;588;p143"/>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589" name="Google Shape;589;p143"/>
          <p:cNvSpPr txBox="1"/>
          <p:nvPr>
            <p:ph type="title"/>
          </p:nvPr>
        </p:nvSpPr>
        <p:spPr>
          <a:xfrm rot="5400000">
            <a:off x="8202716" y="2805126"/>
            <a:ext cx="6127095" cy="1132145"/>
          </a:xfrm>
          <a:prstGeom prst="rect">
            <a:avLst/>
          </a:prstGeom>
          <a:noFill/>
          <a:ln>
            <a:noFill/>
          </a:ln>
        </p:spPr>
        <p:txBody>
          <a:bodyPr anchorCtr="0" anchor="ctr" bIns="45700" lIns="91425" spcFirstLastPara="1" rIns="91425" wrap="square" tIns="45700">
            <a:normAutofit/>
          </a:bodyPr>
          <a:lstStyle>
            <a:lvl1pPr lvl="0" marR="0" algn="l">
              <a:lnSpc>
                <a:spcPct val="90000"/>
              </a:lnSpc>
              <a:spcBef>
                <a:spcPts val="0"/>
              </a:spcBef>
              <a:spcAft>
                <a:spcPts val="0"/>
              </a:spcAft>
              <a:buClr>
                <a:srgbClr val="232F3E"/>
              </a:buClr>
              <a:buSzPts val="3600"/>
              <a:buFont typeface="Play"/>
              <a:buNone/>
              <a:defRPr>
                <a:solidFill>
                  <a:srgbClr val="232F3E"/>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590" name="Google Shape;590;p143"/>
          <p:cNvPicPr preferRelativeResize="0"/>
          <p:nvPr/>
        </p:nvPicPr>
        <p:blipFill rotWithShape="1">
          <a:blip r:embed="rId2">
            <a:alphaModFix/>
          </a:blip>
          <a:srcRect b="0" l="0" r="0" t="0"/>
          <a:stretch/>
        </p:blipFill>
        <p:spPr>
          <a:xfrm rot="5400000">
            <a:off x="7636951" y="3348031"/>
            <a:ext cx="6126480" cy="45720"/>
          </a:xfrm>
          <a:prstGeom prst="rect">
            <a:avLst/>
          </a:prstGeom>
          <a:noFill/>
          <a:ln>
            <a:noFill/>
          </a:ln>
        </p:spPr>
      </p:pic>
      <p:sp>
        <p:nvSpPr>
          <p:cNvPr id="591" name="Google Shape;591;p143"/>
          <p:cNvSpPr txBox="1"/>
          <p:nvPr>
            <p:ph idx="1" type="body"/>
          </p:nvPr>
        </p:nvSpPr>
        <p:spPr>
          <a:xfrm rot="5400000">
            <a:off x="2451377" y="-1777968"/>
            <a:ext cx="6127095" cy="1029832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0"/>
              </a:spcBef>
              <a:spcAft>
                <a:spcPts val="0"/>
              </a:spcAft>
              <a:buClr>
                <a:srgbClr val="232F3E"/>
              </a:buClr>
              <a:buSzPts val="2000"/>
              <a:buChar char="•"/>
              <a:defRPr sz="2000">
                <a:solidFill>
                  <a:srgbClr val="232F3E"/>
                </a:solidFill>
              </a:defRPr>
            </a:lvl2pPr>
            <a:lvl3pPr indent="-342900" lvl="2" marL="1371600" algn="l">
              <a:lnSpc>
                <a:spcPct val="100000"/>
              </a:lnSpc>
              <a:spcBef>
                <a:spcPts val="0"/>
              </a:spcBef>
              <a:spcAft>
                <a:spcPts val="0"/>
              </a:spcAft>
              <a:buClr>
                <a:srgbClr val="232F3E"/>
              </a:buClr>
              <a:buSzPts val="1800"/>
              <a:buChar char="•"/>
              <a:defRPr sz="1800">
                <a:solidFill>
                  <a:srgbClr val="232F3E"/>
                </a:solidFill>
              </a:defRPr>
            </a:lvl3pPr>
            <a:lvl4pPr indent="-330200" lvl="3" marL="1828800" algn="l">
              <a:lnSpc>
                <a:spcPct val="100000"/>
              </a:lnSpc>
              <a:spcBef>
                <a:spcPts val="0"/>
              </a:spcBef>
              <a:spcAft>
                <a:spcPts val="0"/>
              </a:spcAft>
              <a:buClr>
                <a:srgbClr val="232F3E"/>
              </a:buClr>
              <a:buSzPts val="1600"/>
              <a:buChar char="•"/>
              <a:defRPr sz="1600">
                <a:solidFill>
                  <a:srgbClr val="232F3E"/>
                </a:solidFill>
              </a:defRPr>
            </a:lvl4pPr>
            <a:lvl5pPr indent="-330200" lvl="4" marL="2286000" algn="l">
              <a:lnSpc>
                <a:spcPct val="100000"/>
              </a:lnSpc>
              <a:spcBef>
                <a:spcPts val="0"/>
              </a:spcBef>
              <a:spcAft>
                <a:spcPts val="0"/>
              </a:spcAft>
              <a:buClr>
                <a:srgbClr val="232F3E"/>
              </a:buClr>
              <a:buSzPts val="1600"/>
              <a:buChar char="•"/>
              <a:defRPr sz="1600">
                <a:solidFill>
                  <a:srgbClr val="232F3E"/>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showMasterSp="0">
  <p:cSld name="Custom Layout">
    <p:bg>
      <p:bgPr>
        <a:solidFill>
          <a:srgbClr val="330066"/>
        </a:solidFill>
      </p:bgPr>
    </p:bg>
    <p:spTree>
      <p:nvGrpSpPr>
        <p:cNvPr id="592" name="Shape 592"/>
        <p:cNvGrpSpPr/>
        <p:nvPr/>
      </p:nvGrpSpPr>
      <p:grpSpPr>
        <a:xfrm>
          <a:off x="0" y="0"/>
          <a:ext cx="0" cy="0"/>
          <a:chOff x="0" y="0"/>
          <a:chExt cx="0" cy="0"/>
        </a:xfrm>
      </p:grpSpPr>
      <p:sp>
        <p:nvSpPr>
          <p:cNvPr id="593" name="Google Shape;593;p144"/>
          <p:cNvSpPr txBox="1"/>
          <p:nvPr/>
        </p:nvSpPr>
        <p:spPr>
          <a:xfrm>
            <a:off x="495300" y="1074510"/>
            <a:ext cx="11201400" cy="470898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6000">
                <a:solidFill>
                  <a:schemeClr val="lt1"/>
                </a:solidFill>
                <a:latin typeface="Play"/>
                <a:ea typeface="Play"/>
                <a:cs typeface="Play"/>
                <a:sym typeface="Play"/>
              </a:rPr>
              <a:t>Don’t use this layout</a:t>
            </a:r>
            <a:endParaRPr/>
          </a:p>
          <a:p>
            <a:pPr indent="0" lvl="0" marL="0" marR="0" rtl="0" algn="l">
              <a:spcBef>
                <a:spcPts val="0"/>
              </a:spcBef>
              <a:spcAft>
                <a:spcPts val="0"/>
              </a:spcAft>
              <a:buNone/>
            </a:pPr>
            <a:r>
              <a:t/>
            </a:r>
            <a:endParaRPr sz="6000">
              <a:solidFill>
                <a:schemeClr val="lt1"/>
              </a:solidFill>
              <a:latin typeface="Play"/>
              <a:ea typeface="Play"/>
              <a:cs typeface="Play"/>
              <a:sym typeface="Play"/>
            </a:endParaRPr>
          </a:p>
          <a:p>
            <a:pPr indent="0" lvl="0" marL="0" marR="0" rtl="0" algn="l">
              <a:spcBef>
                <a:spcPts val="0"/>
              </a:spcBef>
              <a:spcAft>
                <a:spcPts val="0"/>
              </a:spcAft>
              <a:buNone/>
            </a:pPr>
            <a:r>
              <a:rPr lang="en-US" sz="6000">
                <a:solidFill>
                  <a:schemeClr val="lt1"/>
                </a:solidFill>
                <a:latin typeface="Play"/>
                <a:ea typeface="Play"/>
                <a:cs typeface="Play"/>
                <a:sym typeface="Play"/>
              </a:rPr>
              <a:t>Layouts that appear after this one in the slide master are specific to Academy.</a:t>
            </a:r>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bg>
      <p:bgPr>
        <a:solidFill>
          <a:schemeClr val="lt1"/>
        </a:solidFill>
      </p:bgPr>
    </p:bg>
    <p:spTree>
      <p:nvGrpSpPr>
        <p:cNvPr id="594" name="Shape 594"/>
        <p:cNvGrpSpPr/>
        <p:nvPr/>
      </p:nvGrpSpPr>
      <p:grpSpPr>
        <a:xfrm>
          <a:off x="0" y="0"/>
          <a:ext cx="0" cy="0"/>
          <a:chOff x="0" y="0"/>
          <a:chExt cx="0" cy="0"/>
        </a:xfrm>
      </p:grpSpPr>
      <p:sp>
        <p:nvSpPr>
          <p:cNvPr id="595" name="Google Shape;595;p145"/>
          <p:cNvSpPr txBox="1"/>
          <p:nvPr>
            <p:ph idx="1" type="body"/>
          </p:nvPr>
        </p:nvSpPr>
        <p:spPr>
          <a:xfrm>
            <a:off x="365760" y="1143000"/>
            <a:ext cx="11587890" cy="529175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0"/>
              </a:spcBef>
              <a:spcAft>
                <a:spcPts val="0"/>
              </a:spcAft>
              <a:buClr>
                <a:srgbClr val="232F3E"/>
              </a:buClr>
              <a:buSzPts val="2800"/>
              <a:buChar char="•"/>
              <a:defRPr/>
            </a:lvl1pPr>
            <a:lvl2pPr indent="-381000" lvl="1" marL="914400" algn="l">
              <a:lnSpc>
                <a:spcPct val="90000"/>
              </a:lnSpc>
              <a:spcBef>
                <a:spcPts val="1200"/>
              </a:spcBef>
              <a:spcAft>
                <a:spcPts val="0"/>
              </a:spcAft>
              <a:buClr>
                <a:srgbClr val="232F3E"/>
              </a:buClr>
              <a:buSzPts val="2400"/>
              <a:buChar char="•"/>
              <a:defRPr/>
            </a:lvl2pPr>
            <a:lvl3pPr indent="-355600" lvl="2" marL="1371600" algn="l">
              <a:lnSpc>
                <a:spcPct val="90000"/>
              </a:lnSpc>
              <a:spcBef>
                <a:spcPts val="1200"/>
              </a:spcBef>
              <a:spcAft>
                <a:spcPts val="0"/>
              </a:spcAft>
              <a:buClr>
                <a:srgbClr val="232F3E"/>
              </a:buClr>
              <a:buSzPts val="20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6" name="Google Shape;596;p145"/>
          <p:cNvSpPr txBox="1"/>
          <p:nvPr/>
        </p:nvSpPr>
        <p:spPr>
          <a:xfrm>
            <a:off x="3769081" y="6568818"/>
            <a:ext cx="4653838"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00">
                <a:solidFill>
                  <a:schemeClr val="dk2"/>
                </a:solidFill>
                <a:latin typeface="Play"/>
                <a:ea typeface="Play"/>
                <a:cs typeface="Play"/>
                <a:sym typeface="Play"/>
              </a:rPr>
              <a:t>© 2022, Amazon Web Services, Inc. or its affiliates. All rights reserved.</a:t>
            </a:r>
            <a:endParaRPr/>
          </a:p>
        </p:txBody>
      </p:sp>
      <p:sp>
        <p:nvSpPr>
          <p:cNvPr id="597" name="Google Shape;597;p145"/>
          <p:cNvSpPr txBox="1"/>
          <p:nvPr>
            <p:ph idx="12" type="sldNum"/>
          </p:nvPr>
        </p:nvSpPr>
        <p:spPr>
          <a:xfrm>
            <a:off x="11469389" y="6568410"/>
            <a:ext cx="484261" cy="265176"/>
          </a:xfrm>
          <a:prstGeom prst="rect">
            <a:avLst/>
          </a:prstGeom>
          <a:noFill/>
          <a:ln>
            <a:noFill/>
          </a:ln>
        </p:spPr>
        <p:txBody>
          <a:bodyPr anchorCtr="0" anchor="ctr" bIns="0" lIns="0" spcFirstLastPara="1" rIns="0" wrap="square" tIns="0">
            <a:noAutofit/>
          </a:bodyPr>
          <a:lstStyle>
            <a:lvl1pPr indent="0" lvl="0" marL="0" algn="r">
              <a:spcBef>
                <a:spcPts val="0"/>
              </a:spcBef>
              <a:buNone/>
              <a:defRPr sz="1100">
                <a:solidFill>
                  <a:schemeClr val="dk2"/>
                </a:solidFill>
                <a:latin typeface="Play"/>
                <a:ea typeface="Play"/>
                <a:cs typeface="Play"/>
                <a:sym typeface="Play"/>
              </a:defRPr>
            </a:lvl1pPr>
            <a:lvl2pPr indent="0" lvl="1" marL="0" algn="r">
              <a:spcBef>
                <a:spcPts val="0"/>
              </a:spcBef>
              <a:buNone/>
              <a:defRPr sz="1100">
                <a:solidFill>
                  <a:schemeClr val="dk2"/>
                </a:solidFill>
                <a:latin typeface="Play"/>
                <a:ea typeface="Play"/>
                <a:cs typeface="Play"/>
                <a:sym typeface="Play"/>
              </a:defRPr>
            </a:lvl2pPr>
            <a:lvl3pPr indent="0" lvl="2" marL="0" algn="r">
              <a:spcBef>
                <a:spcPts val="0"/>
              </a:spcBef>
              <a:buNone/>
              <a:defRPr sz="1100">
                <a:solidFill>
                  <a:schemeClr val="dk2"/>
                </a:solidFill>
                <a:latin typeface="Play"/>
                <a:ea typeface="Play"/>
                <a:cs typeface="Play"/>
                <a:sym typeface="Play"/>
              </a:defRPr>
            </a:lvl3pPr>
            <a:lvl4pPr indent="0" lvl="3" marL="0" algn="r">
              <a:spcBef>
                <a:spcPts val="0"/>
              </a:spcBef>
              <a:buNone/>
              <a:defRPr sz="1100">
                <a:solidFill>
                  <a:schemeClr val="dk2"/>
                </a:solidFill>
                <a:latin typeface="Play"/>
                <a:ea typeface="Play"/>
                <a:cs typeface="Play"/>
                <a:sym typeface="Play"/>
              </a:defRPr>
            </a:lvl4pPr>
            <a:lvl5pPr indent="0" lvl="4" marL="0" algn="r">
              <a:spcBef>
                <a:spcPts val="0"/>
              </a:spcBef>
              <a:buNone/>
              <a:defRPr sz="1100">
                <a:solidFill>
                  <a:schemeClr val="dk2"/>
                </a:solidFill>
                <a:latin typeface="Play"/>
                <a:ea typeface="Play"/>
                <a:cs typeface="Play"/>
                <a:sym typeface="Play"/>
              </a:defRPr>
            </a:lvl5pPr>
            <a:lvl6pPr indent="0" lvl="5" marL="0" algn="r">
              <a:spcBef>
                <a:spcPts val="0"/>
              </a:spcBef>
              <a:buNone/>
              <a:defRPr sz="1100">
                <a:solidFill>
                  <a:schemeClr val="dk2"/>
                </a:solidFill>
                <a:latin typeface="Play"/>
                <a:ea typeface="Play"/>
                <a:cs typeface="Play"/>
                <a:sym typeface="Play"/>
              </a:defRPr>
            </a:lvl6pPr>
            <a:lvl7pPr indent="0" lvl="6" marL="0" algn="r">
              <a:spcBef>
                <a:spcPts val="0"/>
              </a:spcBef>
              <a:buNone/>
              <a:defRPr sz="1100">
                <a:solidFill>
                  <a:schemeClr val="dk2"/>
                </a:solidFill>
                <a:latin typeface="Play"/>
                <a:ea typeface="Play"/>
                <a:cs typeface="Play"/>
                <a:sym typeface="Play"/>
              </a:defRPr>
            </a:lvl7pPr>
            <a:lvl8pPr indent="0" lvl="7" marL="0" algn="r">
              <a:spcBef>
                <a:spcPts val="0"/>
              </a:spcBef>
              <a:buNone/>
              <a:defRPr sz="1100">
                <a:solidFill>
                  <a:schemeClr val="dk2"/>
                </a:solidFill>
                <a:latin typeface="Play"/>
                <a:ea typeface="Play"/>
                <a:cs typeface="Play"/>
                <a:sym typeface="Play"/>
              </a:defRPr>
            </a:lvl8pPr>
            <a:lvl9pPr indent="0" lvl="8" marL="0" algn="r">
              <a:spcBef>
                <a:spcPts val="0"/>
              </a:spcBef>
              <a:buNone/>
              <a:defRPr sz="1100">
                <a:solidFill>
                  <a:schemeClr val="dk2"/>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598" name="Google Shape;598;p145"/>
          <p:cNvSpPr txBox="1"/>
          <p:nvPr>
            <p:ph type="title"/>
          </p:nvPr>
        </p:nvSpPr>
        <p:spPr>
          <a:xfrm>
            <a:off x="365760" y="299526"/>
            <a:ext cx="11569209"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9" name="Google Shape;599;p145"/>
          <p:cNvSpPr/>
          <p:nvPr/>
        </p:nvSpPr>
        <p:spPr>
          <a:xfrm>
            <a:off x="365760" y="1030844"/>
            <a:ext cx="11567160" cy="4572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Play"/>
              <a:ea typeface="Play"/>
              <a:cs typeface="Play"/>
              <a:sym typeface="Play"/>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p:cSld name="1_Title Only">
    <p:spTree>
      <p:nvGrpSpPr>
        <p:cNvPr id="600" name="Shape 600"/>
        <p:cNvGrpSpPr/>
        <p:nvPr/>
      </p:nvGrpSpPr>
      <p:grpSpPr>
        <a:xfrm>
          <a:off x="0" y="0"/>
          <a:ext cx="0" cy="0"/>
          <a:chOff x="0" y="0"/>
          <a:chExt cx="0" cy="0"/>
        </a:xfrm>
      </p:grpSpPr>
      <p:pic>
        <p:nvPicPr>
          <p:cNvPr id="601" name="Google Shape;601;p146"/>
          <p:cNvPicPr preferRelativeResize="0"/>
          <p:nvPr/>
        </p:nvPicPr>
        <p:blipFill rotWithShape="1">
          <a:blip r:embed="rId2">
            <a:alphaModFix/>
          </a:blip>
          <a:srcRect b="0" l="0" r="0" t="0"/>
          <a:stretch/>
        </p:blipFill>
        <p:spPr>
          <a:xfrm>
            <a:off x="2469" y="5"/>
            <a:ext cx="12188952" cy="1143000"/>
          </a:xfrm>
          <a:prstGeom prst="rect">
            <a:avLst/>
          </a:prstGeom>
          <a:noFill/>
          <a:ln>
            <a:noFill/>
          </a:ln>
        </p:spPr>
      </p:pic>
      <p:sp>
        <p:nvSpPr>
          <p:cNvPr id="602" name="Google Shape;602;p146"/>
          <p:cNvSpPr txBox="1"/>
          <p:nvPr>
            <p:ph type="title"/>
          </p:nvPr>
        </p:nvSpPr>
        <p:spPr>
          <a:xfrm>
            <a:off x="419100" y="365125"/>
            <a:ext cx="9034272" cy="47411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4000"/>
              <a:buFont typeface="Play"/>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603" name="Google Shape;603;p146"/>
          <p:cNvPicPr preferRelativeResize="0"/>
          <p:nvPr/>
        </p:nvPicPr>
        <p:blipFill rotWithShape="1">
          <a:blip r:embed="rId3">
            <a:alphaModFix/>
          </a:blip>
          <a:srcRect b="0" l="0" r="0" t="0"/>
          <a:stretch/>
        </p:blipFill>
        <p:spPr>
          <a:xfrm>
            <a:off x="9909198" y="365126"/>
            <a:ext cx="1772656" cy="449073"/>
          </a:xfrm>
          <a:prstGeom prst="rect">
            <a:avLst/>
          </a:prstGeom>
          <a:noFill/>
          <a:ln>
            <a:noFill/>
          </a:ln>
        </p:spPr>
      </p:pic>
      <p:sp>
        <p:nvSpPr>
          <p:cNvPr id="604" name="Google Shape;604;p146"/>
          <p:cNvSpPr txBox="1"/>
          <p:nvPr>
            <p:ph idx="12" type="sldNum"/>
          </p:nvPr>
        </p:nvSpPr>
        <p:spPr>
          <a:xfrm>
            <a:off x="9029700" y="6356350"/>
            <a:ext cx="2743200" cy="365125"/>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Header, Text, and Small Picture">
  <p:cSld name="Title, Header, Text, and Small Picture">
    <p:bg>
      <p:bgPr>
        <a:solidFill>
          <a:schemeClr val="lt1"/>
        </a:solidFill>
      </p:bgPr>
    </p:bg>
    <p:spTree>
      <p:nvGrpSpPr>
        <p:cNvPr id="611" name="Shape 611"/>
        <p:cNvGrpSpPr/>
        <p:nvPr/>
      </p:nvGrpSpPr>
      <p:grpSpPr>
        <a:xfrm>
          <a:off x="0" y="0"/>
          <a:ext cx="0" cy="0"/>
          <a:chOff x="0" y="0"/>
          <a:chExt cx="0" cy="0"/>
        </a:xfrm>
      </p:grpSpPr>
      <p:sp>
        <p:nvSpPr>
          <p:cNvPr id="612" name="Google Shape;612;p83"/>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b="0" i="0" sz="1200" u="none" cap="none" strike="noStrike">
                <a:solidFill>
                  <a:srgbClr val="232F3E"/>
                </a:solidFill>
                <a:latin typeface="Play"/>
                <a:ea typeface="Play"/>
                <a:cs typeface="Play"/>
                <a:sym typeface="Play"/>
              </a:defRPr>
            </a:lvl1pPr>
            <a:lvl2pPr indent="0" lvl="1" marL="0" algn="r">
              <a:spcBef>
                <a:spcPts val="0"/>
              </a:spcBef>
              <a:buNone/>
              <a:defRPr b="0" i="0" sz="1200" u="none" cap="none" strike="noStrike">
                <a:solidFill>
                  <a:srgbClr val="232F3E"/>
                </a:solidFill>
                <a:latin typeface="Play"/>
                <a:ea typeface="Play"/>
                <a:cs typeface="Play"/>
                <a:sym typeface="Play"/>
              </a:defRPr>
            </a:lvl2pPr>
            <a:lvl3pPr indent="0" lvl="2" marL="0" algn="r">
              <a:spcBef>
                <a:spcPts val="0"/>
              </a:spcBef>
              <a:buNone/>
              <a:defRPr b="0" i="0" sz="1200" u="none" cap="none" strike="noStrike">
                <a:solidFill>
                  <a:srgbClr val="232F3E"/>
                </a:solidFill>
                <a:latin typeface="Play"/>
                <a:ea typeface="Play"/>
                <a:cs typeface="Play"/>
                <a:sym typeface="Play"/>
              </a:defRPr>
            </a:lvl3pPr>
            <a:lvl4pPr indent="0" lvl="3" marL="0" algn="r">
              <a:spcBef>
                <a:spcPts val="0"/>
              </a:spcBef>
              <a:buNone/>
              <a:defRPr b="0" i="0" sz="1200" u="none" cap="none" strike="noStrike">
                <a:solidFill>
                  <a:srgbClr val="232F3E"/>
                </a:solidFill>
                <a:latin typeface="Play"/>
                <a:ea typeface="Play"/>
                <a:cs typeface="Play"/>
                <a:sym typeface="Play"/>
              </a:defRPr>
            </a:lvl4pPr>
            <a:lvl5pPr indent="0" lvl="4" marL="0" algn="r">
              <a:spcBef>
                <a:spcPts val="0"/>
              </a:spcBef>
              <a:buNone/>
              <a:defRPr b="0" i="0" sz="1200" u="none" cap="none" strike="noStrike">
                <a:solidFill>
                  <a:srgbClr val="232F3E"/>
                </a:solidFill>
                <a:latin typeface="Play"/>
                <a:ea typeface="Play"/>
                <a:cs typeface="Play"/>
                <a:sym typeface="Play"/>
              </a:defRPr>
            </a:lvl5pPr>
            <a:lvl6pPr indent="0" lvl="5" marL="0" algn="r">
              <a:spcBef>
                <a:spcPts val="0"/>
              </a:spcBef>
              <a:buNone/>
              <a:defRPr b="0" i="0" sz="1200" u="none" cap="none" strike="noStrike">
                <a:solidFill>
                  <a:srgbClr val="232F3E"/>
                </a:solidFill>
                <a:latin typeface="Play"/>
                <a:ea typeface="Play"/>
                <a:cs typeface="Play"/>
                <a:sym typeface="Play"/>
              </a:defRPr>
            </a:lvl6pPr>
            <a:lvl7pPr indent="0" lvl="6" marL="0" algn="r">
              <a:spcBef>
                <a:spcPts val="0"/>
              </a:spcBef>
              <a:buNone/>
              <a:defRPr b="0" i="0" sz="1200" u="none" cap="none" strike="noStrike">
                <a:solidFill>
                  <a:srgbClr val="232F3E"/>
                </a:solidFill>
                <a:latin typeface="Play"/>
                <a:ea typeface="Play"/>
                <a:cs typeface="Play"/>
                <a:sym typeface="Play"/>
              </a:defRPr>
            </a:lvl7pPr>
            <a:lvl8pPr indent="0" lvl="7" marL="0" algn="r">
              <a:spcBef>
                <a:spcPts val="0"/>
              </a:spcBef>
              <a:buNone/>
              <a:defRPr b="0" i="0" sz="1200" u="none" cap="none" strike="noStrike">
                <a:solidFill>
                  <a:srgbClr val="232F3E"/>
                </a:solidFill>
                <a:latin typeface="Play"/>
                <a:ea typeface="Play"/>
                <a:cs typeface="Play"/>
                <a:sym typeface="Play"/>
              </a:defRPr>
            </a:lvl8pPr>
            <a:lvl9pPr indent="0" lvl="8" marL="0" algn="r">
              <a:spcBef>
                <a:spcPts val="0"/>
              </a:spcBef>
              <a:buNone/>
              <a:defRPr b="0" i="0" sz="1200" u="none" cap="none" strike="noStrike">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613" name="Google Shape;613;p83"/>
          <p:cNvSpPr txBox="1"/>
          <p:nvPr>
            <p:ph type="title"/>
          </p:nvPr>
        </p:nvSpPr>
        <p:spPr>
          <a:xfrm>
            <a:off x="362712"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4" name="Google Shape;614;p83"/>
          <p:cNvSpPr txBox="1"/>
          <p:nvPr>
            <p:ph idx="1" type="body"/>
          </p:nvPr>
        </p:nvSpPr>
        <p:spPr>
          <a:xfrm>
            <a:off x="365760" y="1053311"/>
            <a:ext cx="11460480" cy="440329"/>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5" name="Google Shape;615;p83"/>
          <p:cNvSpPr txBox="1"/>
          <p:nvPr>
            <p:ph idx="2" type="body"/>
          </p:nvPr>
        </p:nvSpPr>
        <p:spPr>
          <a:xfrm>
            <a:off x="365760" y="1563624"/>
            <a:ext cx="7644384" cy="487375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defRPr>
            </a:lvl1pPr>
            <a:lvl2pPr indent="-381000" lvl="1" marL="914400" algn="l">
              <a:lnSpc>
                <a:spcPct val="100000"/>
              </a:lnSpc>
              <a:spcBef>
                <a:spcPts val="1200"/>
              </a:spcBef>
              <a:spcAft>
                <a:spcPts val="0"/>
              </a:spcAft>
              <a:buClr>
                <a:srgbClr val="232F3E"/>
              </a:buClr>
              <a:buSzPts val="2400"/>
              <a:buChar char="•"/>
              <a:defRPr sz="2400">
                <a:solidFill>
                  <a:srgbClr val="232F3E"/>
                </a:solidFill>
              </a:defRPr>
            </a:lvl2pPr>
            <a:lvl3pPr indent="-355600" lvl="2" marL="1371600" algn="l">
              <a:lnSpc>
                <a:spcPct val="100000"/>
              </a:lnSpc>
              <a:spcBef>
                <a:spcPts val="1200"/>
              </a:spcBef>
              <a:spcAft>
                <a:spcPts val="0"/>
              </a:spcAft>
              <a:buClr>
                <a:srgbClr val="232F3E"/>
              </a:buClr>
              <a:buSzPts val="2000"/>
              <a:buChar char="•"/>
              <a:defRPr sz="2000">
                <a:solidFill>
                  <a:srgbClr val="232F3E"/>
                </a:solidFill>
              </a:defRPr>
            </a:lvl3pPr>
            <a:lvl4pPr indent="-342900" lvl="3" marL="1828800" algn="l">
              <a:lnSpc>
                <a:spcPct val="100000"/>
              </a:lnSpc>
              <a:spcBef>
                <a:spcPts val="1200"/>
              </a:spcBef>
              <a:spcAft>
                <a:spcPts val="0"/>
              </a:spcAft>
              <a:buClr>
                <a:srgbClr val="232F3E"/>
              </a:buClr>
              <a:buSzPts val="1800"/>
              <a:buChar char="•"/>
              <a:defRPr sz="1800">
                <a:solidFill>
                  <a:srgbClr val="232F3E"/>
                </a:solidFill>
              </a:defRPr>
            </a:lvl4pPr>
            <a:lvl5pPr indent="-342900" lvl="4" marL="2286000" algn="l">
              <a:lnSpc>
                <a:spcPct val="100000"/>
              </a:lnSpc>
              <a:spcBef>
                <a:spcPts val="1200"/>
              </a:spcBef>
              <a:spcAft>
                <a:spcPts val="0"/>
              </a:spcAft>
              <a:buClr>
                <a:srgbClr val="232F3E"/>
              </a:buClr>
              <a:buSzPts val="1800"/>
              <a:buChar char="•"/>
              <a:defRPr sz="1800">
                <a:solidFill>
                  <a:srgbClr val="232F3E"/>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6" name="Google Shape;616;p83"/>
          <p:cNvSpPr/>
          <p:nvPr>
            <p:ph idx="3" type="pic"/>
          </p:nvPr>
        </p:nvSpPr>
        <p:spPr>
          <a:xfrm>
            <a:off x="8498586" y="2276856"/>
            <a:ext cx="2971800" cy="2971800"/>
          </a:xfrm>
          <a:prstGeom prst="rect">
            <a:avLst/>
          </a:prstGeom>
          <a:noFill/>
          <a:ln>
            <a:noFill/>
          </a:ln>
        </p:spPr>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bg>
      <p:bgPr>
        <a:blipFill>
          <a:blip r:embed="rId2">
            <a:alphaModFix/>
          </a:blip>
          <a:stretch>
            <a:fillRect/>
          </a:stretch>
        </a:blipFill>
      </p:bgPr>
    </p:bg>
    <p:spTree>
      <p:nvGrpSpPr>
        <p:cNvPr id="617" name="Shape 617"/>
        <p:cNvGrpSpPr/>
        <p:nvPr/>
      </p:nvGrpSpPr>
      <p:grpSpPr>
        <a:xfrm>
          <a:off x="0" y="0"/>
          <a:ext cx="0" cy="0"/>
          <a:chOff x="0" y="0"/>
          <a:chExt cx="0" cy="0"/>
        </a:xfrm>
      </p:grpSpPr>
      <p:sp>
        <p:nvSpPr>
          <p:cNvPr id="618" name="Google Shape;618;p203"/>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chemeClr val="lt1"/>
                </a:solidFill>
                <a:latin typeface="Play"/>
                <a:ea typeface="Play"/>
                <a:cs typeface="Play"/>
                <a:sym typeface="Play"/>
              </a:defRPr>
            </a:lvl1pPr>
            <a:lvl2pPr indent="0" lvl="1" marL="0" algn="r">
              <a:spcBef>
                <a:spcPts val="0"/>
              </a:spcBef>
              <a:buNone/>
              <a:defRPr sz="1200">
                <a:solidFill>
                  <a:schemeClr val="lt1"/>
                </a:solidFill>
                <a:latin typeface="Play"/>
                <a:ea typeface="Play"/>
                <a:cs typeface="Play"/>
                <a:sym typeface="Play"/>
              </a:defRPr>
            </a:lvl2pPr>
            <a:lvl3pPr indent="0" lvl="2" marL="0" algn="r">
              <a:spcBef>
                <a:spcPts val="0"/>
              </a:spcBef>
              <a:buNone/>
              <a:defRPr sz="1200">
                <a:solidFill>
                  <a:schemeClr val="lt1"/>
                </a:solidFill>
                <a:latin typeface="Play"/>
                <a:ea typeface="Play"/>
                <a:cs typeface="Play"/>
                <a:sym typeface="Play"/>
              </a:defRPr>
            </a:lvl3pPr>
            <a:lvl4pPr indent="0" lvl="3" marL="0" algn="r">
              <a:spcBef>
                <a:spcPts val="0"/>
              </a:spcBef>
              <a:buNone/>
              <a:defRPr sz="1200">
                <a:solidFill>
                  <a:schemeClr val="lt1"/>
                </a:solidFill>
                <a:latin typeface="Play"/>
                <a:ea typeface="Play"/>
                <a:cs typeface="Play"/>
                <a:sym typeface="Play"/>
              </a:defRPr>
            </a:lvl4pPr>
            <a:lvl5pPr indent="0" lvl="4" marL="0" algn="r">
              <a:spcBef>
                <a:spcPts val="0"/>
              </a:spcBef>
              <a:buNone/>
              <a:defRPr sz="1200">
                <a:solidFill>
                  <a:schemeClr val="lt1"/>
                </a:solidFill>
                <a:latin typeface="Play"/>
                <a:ea typeface="Play"/>
                <a:cs typeface="Play"/>
                <a:sym typeface="Play"/>
              </a:defRPr>
            </a:lvl5pPr>
            <a:lvl6pPr indent="0" lvl="5" marL="0" algn="r">
              <a:spcBef>
                <a:spcPts val="0"/>
              </a:spcBef>
              <a:buNone/>
              <a:defRPr sz="1200">
                <a:solidFill>
                  <a:schemeClr val="lt1"/>
                </a:solidFill>
                <a:latin typeface="Play"/>
                <a:ea typeface="Play"/>
                <a:cs typeface="Play"/>
                <a:sym typeface="Play"/>
              </a:defRPr>
            </a:lvl6pPr>
            <a:lvl7pPr indent="0" lvl="6" marL="0" algn="r">
              <a:spcBef>
                <a:spcPts val="0"/>
              </a:spcBef>
              <a:buNone/>
              <a:defRPr sz="1200">
                <a:solidFill>
                  <a:schemeClr val="lt1"/>
                </a:solidFill>
                <a:latin typeface="Play"/>
                <a:ea typeface="Play"/>
                <a:cs typeface="Play"/>
                <a:sym typeface="Play"/>
              </a:defRPr>
            </a:lvl7pPr>
            <a:lvl8pPr indent="0" lvl="7" marL="0" algn="r">
              <a:spcBef>
                <a:spcPts val="0"/>
              </a:spcBef>
              <a:buNone/>
              <a:defRPr sz="1200">
                <a:solidFill>
                  <a:schemeClr val="lt1"/>
                </a:solidFill>
                <a:latin typeface="Play"/>
                <a:ea typeface="Play"/>
                <a:cs typeface="Play"/>
                <a:sym typeface="Play"/>
              </a:defRPr>
            </a:lvl8pPr>
            <a:lvl9pPr indent="0" lvl="8" marL="0" algn="r">
              <a:spcBef>
                <a:spcPts val="0"/>
              </a:spcBef>
              <a:buNone/>
              <a:defRPr sz="1200">
                <a:solidFill>
                  <a:schemeClr val="lt1"/>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619" name="Google Shape;619;p203"/>
          <p:cNvSpPr txBox="1"/>
          <p:nvPr>
            <p:ph type="title"/>
          </p:nvPr>
        </p:nvSpPr>
        <p:spPr>
          <a:xfrm>
            <a:off x="457200" y="1051560"/>
            <a:ext cx="11375136" cy="16733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4800"/>
              <a:buFont typeface="Play"/>
              <a:buNone/>
              <a:defRPr sz="4800">
                <a:solidFill>
                  <a:schemeClr val="lt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0" name="Google Shape;620;p203"/>
          <p:cNvSpPr txBox="1"/>
          <p:nvPr>
            <p:ph idx="1" type="body"/>
          </p:nvPr>
        </p:nvSpPr>
        <p:spPr>
          <a:xfrm>
            <a:off x="457200" y="2772920"/>
            <a:ext cx="5500255" cy="175564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Clr>
                <a:schemeClr val="lt1"/>
              </a:buClr>
              <a:buSzPts val="3200"/>
              <a:buNone/>
              <a:defRPr sz="3200">
                <a:solidFill>
                  <a:schemeClr val="lt1"/>
                </a:solidFill>
                <a:latin typeface="Play"/>
                <a:ea typeface="Play"/>
                <a:cs typeface="Play"/>
                <a:sym typeface="Play"/>
              </a:defRPr>
            </a:lvl1pPr>
            <a:lvl2pPr indent="-228600" lvl="1" marL="914400" algn="ctr">
              <a:lnSpc>
                <a:spcPct val="90000"/>
              </a:lnSpc>
              <a:spcBef>
                <a:spcPts val="0"/>
              </a:spcBef>
              <a:spcAft>
                <a:spcPts val="0"/>
              </a:spcAft>
              <a:buClr>
                <a:srgbClr val="232F3E"/>
              </a:buClr>
              <a:buSzPts val="2000"/>
              <a:buNone/>
              <a:defRPr sz="2000"/>
            </a:lvl2pPr>
            <a:lvl3pPr indent="-228600" lvl="2" marL="1371600" algn="ctr">
              <a:lnSpc>
                <a:spcPct val="90000"/>
              </a:lnSpc>
              <a:spcBef>
                <a:spcPts val="1200"/>
              </a:spcBef>
              <a:spcAft>
                <a:spcPts val="0"/>
              </a:spcAft>
              <a:buClr>
                <a:srgbClr val="232F3E"/>
              </a:buClr>
              <a:buSzPts val="1800"/>
              <a:buNone/>
              <a:defRPr sz="1800"/>
            </a:lvl3pPr>
            <a:lvl4pPr indent="-228600" lvl="3" marL="1828800" algn="ctr">
              <a:lnSpc>
                <a:spcPct val="90000"/>
              </a:lnSpc>
              <a:spcBef>
                <a:spcPts val="1200"/>
              </a:spcBef>
              <a:spcAft>
                <a:spcPts val="0"/>
              </a:spcAft>
              <a:buClr>
                <a:srgbClr val="232F3E"/>
              </a:buClr>
              <a:buSzPts val="1600"/>
              <a:buNone/>
              <a:defRPr sz="1600"/>
            </a:lvl4pPr>
            <a:lvl5pPr indent="-228600" lvl="4" marL="2286000" algn="ctr">
              <a:lnSpc>
                <a:spcPct val="90000"/>
              </a:lnSpc>
              <a:spcBef>
                <a:spcPts val="1200"/>
              </a:spcBef>
              <a:spcAft>
                <a:spcPts val="0"/>
              </a:spcAft>
              <a:buClr>
                <a:srgbClr val="232F3E"/>
              </a:buClr>
              <a:buSzPts val="1600"/>
              <a:buNone/>
              <a:defRPr sz="1600"/>
            </a:lvl5pPr>
            <a:lvl6pPr indent="-228600" lvl="5" marL="2743200" algn="ctr">
              <a:lnSpc>
                <a:spcPct val="90000"/>
              </a:lnSpc>
              <a:spcBef>
                <a:spcPts val="1200"/>
              </a:spcBef>
              <a:spcAft>
                <a:spcPts val="0"/>
              </a:spcAft>
              <a:buClr>
                <a:schemeClr val="dk1"/>
              </a:buClr>
              <a:buSzPts val="1600"/>
              <a:buNone/>
              <a:defRPr sz="1600"/>
            </a:lvl6pPr>
            <a:lvl7pPr indent="-228600" lvl="6" marL="3200400" algn="ctr">
              <a:lnSpc>
                <a:spcPct val="90000"/>
              </a:lnSpc>
              <a:spcBef>
                <a:spcPts val="500"/>
              </a:spcBef>
              <a:spcAft>
                <a:spcPts val="0"/>
              </a:spcAft>
              <a:buClr>
                <a:schemeClr val="dk1"/>
              </a:buClr>
              <a:buSzPts val="1600"/>
              <a:buNone/>
              <a:defRPr sz="1600"/>
            </a:lvl7pPr>
            <a:lvl8pPr indent="-228600" lvl="7" marL="3657600" algn="ctr">
              <a:lnSpc>
                <a:spcPct val="90000"/>
              </a:lnSpc>
              <a:spcBef>
                <a:spcPts val="500"/>
              </a:spcBef>
              <a:spcAft>
                <a:spcPts val="0"/>
              </a:spcAft>
              <a:buClr>
                <a:schemeClr val="dk1"/>
              </a:buClr>
              <a:buSzPts val="1600"/>
              <a:buNone/>
              <a:defRPr sz="1600"/>
            </a:lvl8pPr>
            <a:lvl9pPr indent="-228600" lvl="8" marL="4114800" algn="ctr">
              <a:lnSpc>
                <a:spcPct val="90000"/>
              </a:lnSpc>
              <a:spcBef>
                <a:spcPts val="500"/>
              </a:spcBef>
              <a:spcAft>
                <a:spcPts val="0"/>
              </a:spcAft>
              <a:buClr>
                <a:schemeClr val="dk1"/>
              </a:buClr>
              <a:buSzPts val="1600"/>
              <a:buNone/>
              <a:defRPr sz="1600"/>
            </a:lvl9pPr>
          </a:lstStyle>
          <a:p/>
        </p:txBody>
      </p:sp>
      <p:pic>
        <p:nvPicPr>
          <p:cNvPr id="621" name="Google Shape;621;p203"/>
          <p:cNvPicPr preferRelativeResize="0"/>
          <p:nvPr/>
        </p:nvPicPr>
        <p:blipFill rotWithShape="1">
          <a:blip r:embed="rId3">
            <a:alphaModFix/>
          </a:blip>
          <a:srcRect b="0" l="0" r="0" t="0"/>
          <a:stretch/>
        </p:blipFill>
        <p:spPr>
          <a:xfrm>
            <a:off x="3799983" y="6468531"/>
            <a:ext cx="4610100" cy="267127"/>
          </a:xfrm>
          <a:prstGeom prst="rect">
            <a:avLst/>
          </a:prstGeom>
          <a:noFill/>
          <a:ln>
            <a:noFill/>
          </a:ln>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Variant">
  <p:cSld name="Title Slide Variant">
    <p:bg>
      <p:bgPr>
        <a:blipFill>
          <a:blip r:embed="rId2">
            <a:alphaModFix/>
          </a:blip>
          <a:stretch>
            <a:fillRect/>
          </a:stretch>
        </a:blipFill>
      </p:bgPr>
    </p:bg>
    <p:spTree>
      <p:nvGrpSpPr>
        <p:cNvPr id="622" name="Shape 622"/>
        <p:cNvGrpSpPr/>
        <p:nvPr/>
      </p:nvGrpSpPr>
      <p:grpSpPr>
        <a:xfrm>
          <a:off x="0" y="0"/>
          <a:ext cx="0" cy="0"/>
          <a:chOff x="0" y="0"/>
          <a:chExt cx="0" cy="0"/>
        </a:xfrm>
      </p:grpSpPr>
      <p:sp>
        <p:nvSpPr>
          <p:cNvPr id="623" name="Google Shape;623;p204"/>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chemeClr val="lt1"/>
                </a:solidFill>
                <a:latin typeface="Play"/>
                <a:ea typeface="Play"/>
                <a:cs typeface="Play"/>
                <a:sym typeface="Play"/>
              </a:defRPr>
            </a:lvl1pPr>
            <a:lvl2pPr indent="0" lvl="1" marL="0" algn="r">
              <a:spcBef>
                <a:spcPts val="0"/>
              </a:spcBef>
              <a:buNone/>
              <a:defRPr sz="1200">
                <a:solidFill>
                  <a:schemeClr val="lt1"/>
                </a:solidFill>
                <a:latin typeface="Play"/>
                <a:ea typeface="Play"/>
                <a:cs typeface="Play"/>
                <a:sym typeface="Play"/>
              </a:defRPr>
            </a:lvl2pPr>
            <a:lvl3pPr indent="0" lvl="2" marL="0" algn="r">
              <a:spcBef>
                <a:spcPts val="0"/>
              </a:spcBef>
              <a:buNone/>
              <a:defRPr sz="1200">
                <a:solidFill>
                  <a:schemeClr val="lt1"/>
                </a:solidFill>
                <a:latin typeface="Play"/>
                <a:ea typeface="Play"/>
                <a:cs typeface="Play"/>
                <a:sym typeface="Play"/>
              </a:defRPr>
            </a:lvl3pPr>
            <a:lvl4pPr indent="0" lvl="3" marL="0" algn="r">
              <a:spcBef>
                <a:spcPts val="0"/>
              </a:spcBef>
              <a:buNone/>
              <a:defRPr sz="1200">
                <a:solidFill>
                  <a:schemeClr val="lt1"/>
                </a:solidFill>
                <a:latin typeface="Play"/>
                <a:ea typeface="Play"/>
                <a:cs typeface="Play"/>
                <a:sym typeface="Play"/>
              </a:defRPr>
            </a:lvl4pPr>
            <a:lvl5pPr indent="0" lvl="4" marL="0" algn="r">
              <a:spcBef>
                <a:spcPts val="0"/>
              </a:spcBef>
              <a:buNone/>
              <a:defRPr sz="1200">
                <a:solidFill>
                  <a:schemeClr val="lt1"/>
                </a:solidFill>
                <a:latin typeface="Play"/>
                <a:ea typeface="Play"/>
                <a:cs typeface="Play"/>
                <a:sym typeface="Play"/>
              </a:defRPr>
            </a:lvl5pPr>
            <a:lvl6pPr indent="0" lvl="5" marL="0" algn="r">
              <a:spcBef>
                <a:spcPts val="0"/>
              </a:spcBef>
              <a:buNone/>
              <a:defRPr sz="1200">
                <a:solidFill>
                  <a:schemeClr val="lt1"/>
                </a:solidFill>
                <a:latin typeface="Play"/>
                <a:ea typeface="Play"/>
                <a:cs typeface="Play"/>
                <a:sym typeface="Play"/>
              </a:defRPr>
            </a:lvl6pPr>
            <a:lvl7pPr indent="0" lvl="6" marL="0" algn="r">
              <a:spcBef>
                <a:spcPts val="0"/>
              </a:spcBef>
              <a:buNone/>
              <a:defRPr sz="1200">
                <a:solidFill>
                  <a:schemeClr val="lt1"/>
                </a:solidFill>
                <a:latin typeface="Play"/>
                <a:ea typeface="Play"/>
                <a:cs typeface="Play"/>
                <a:sym typeface="Play"/>
              </a:defRPr>
            </a:lvl7pPr>
            <a:lvl8pPr indent="0" lvl="7" marL="0" algn="r">
              <a:spcBef>
                <a:spcPts val="0"/>
              </a:spcBef>
              <a:buNone/>
              <a:defRPr sz="1200">
                <a:solidFill>
                  <a:schemeClr val="lt1"/>
                </a:solidFill>
                <a:latin typeface="Play"/>
                <a:ea typeface="Play"/>
                <a:cs typeface="Play"/>
                <a:sym typeface="Play"/>
              </a:defRPr>
            </a:lvl8pPr>
            <a:lvl9pPr indent="0" lvl="8" marL="0" algn="r">
              <a:spcBef>
                <a:spcPts val="0"/>
              </a:spcBef>
              <a:buNone/>
              <a:defRPr sz="1200">
                <a:solidFill>
                  <a:schemeClr val="lt1"/>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624" name="Google Shape;624;p204"/>
          <p:cNvSpPr txBox="1"/>
          <p:nvPr>
            <p:ph type="title"/>
          </p:nvPr>
        </p:nvSpPr>
        <p:spPr>
          <a:xfrm>
            <a:off x="457200" y="2503472"/>
            <a:ext cx="8946292" cy="16733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4800"/>
              <a:buFont typeface="Play"/>
              <a:buNone/>
              <a:defRPr sz="4800">
                <a:solidFill>
                  <a:schemeClr val="lt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5" name="Google Shape;625;p204"/>
          <p:cNvSpPr txBox="1"/>
          <p:nvPr>
            <p:ph idx="1" type="body"/>
          </p:nvPr>
        </p:nvSpPr>
        <p:spPr>
          <a:xfrm>
            <a:off x="457200" y="4224832"/>
            <a:ext cx="8946292" cy="99589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Clr>
                <a:schemeClr val="lt1"/>
              </a:buClr>
              <a:buSzPts val="3200"/>
              <a:buNone/>
              <a:defRPr sz="3200">
                <a:solidFill>
                  <a:schemeClr val="lt1"/>
                </a:solidFill>
                <a:latin typeface="Play"/>
                <a:ea typeface="Play"/>
                <a:cs typeface="Play"/>
                <a:sym typeface="Play"/>
              </a:defRPr>
            </a:lvl1pPr>
            <a:lvl2pPr indent="-228600" lvl="1" marL="914400" algn="ctr">
              <a:lnSpc>
                <a:spcPct val="90000"/>
              </a:lnSpc>
              <a:spcBef>
                <a:spcPts val="0"/>
              </a:spcBef>
              <a:spcAft>
                <a:spcPts val="0"/>
              </a:spcAft>
              <a:buClr>
                <a:srgbClr val="232F3E"/>
              </a:buClr>
              <a:buSzPts val="2000"/>
              <a:buNone/>
              <a:defRPr sz="2000"/>
            </a:lvl2pPr>
            <a:lvl3pPr indent="-228600" lvl="2" marL="1371600" algn="ctr">
              <a:lnSpc>
                <a:spcPct val="90000"/>
              </a:lnSpc>
              <a:spcBef>
                <a:spcPts val="1200"/>
              </a:spcBef>
              <a:spcAft>
                <a:spcPts val="0"/>
              </a:spcAft>
              <a:buClr>
                <a:srgbClr val="232F3E"/>
              </a:buClr>
              <a:buSzPts val="1800"/>
              <a:buNone/>
              <a:defRPr sz="1800"/>
            </a:lvl3pPr>
            <a:lvl4pPr indent="-228600" lvl="3" marL="1828800" algn="ctr">
              <a:lnSpc>
                <a:spcPct val="90000"/>
              </a:lnSpc>
              <a:spcBef>
                <a:spcPts val="1200"/>
              </a:spcBef>
              <a:spcAft>
                <a:spcPts val="0"/>
              </a:spcAft>
              <a:buClr>
                <a:srgbClr val="232F3E"/>
              </a:buClr>
              <a:buSzPts val="1600"/>
              <a:buNone/>
              <a:defRPr sz="1600"/>
            </a:lvl4pPr>
            <a:lvl5pPr indent="-228600" lvl="4" marL="2286000" algn="ctr">
              <a:lnSpc>
                <a:spcPct val="90000"/>
              </a:lnSpc>
              <a:spcBef>
                <a:spcPts val="1200"/>
              </a:spcBef>
              <a:spcAft>
                <a:spcPts val="0"/>
              </a:spcAft>
              <a:buClr>
                <a:srgbClr val="232F3E"/>
              </a:buClr>
              <a:buSzPts val="1600"/>
              <a:buNone/>
              <a:defRPr sz="1600"/>
            </a:lvl5pPr>
            <a:lvl6pPr indent="-228600" lvl="5" marL="2743200" algn="ctr">
              <a:lnSpc>
                <a:spcPct val="90000"/>
              </a:lnSpc>
              <a:spcBef>
                <a:spcPts val="1200"/>
              </a:spcBef>
              <a:spcAft>
                <a:spcPts val="0"/>
              </a:spcAft>
              <a:buClr>
                <a:schemeClr val="dk1"/>
              </a:buClr>
              <a:buSzPts val="1600"/>
              <a:buNone/>
              <a:defRPr sz="1600"/>
            </a:lvl6pPr>
            <a:lvl7pPr indent="-228600" lvl="6" marL="3200400" algn="ctr">
              <a:lnSpc>
                <a:spcPct val="90000"/>
              </a:lnSpc>
              <a:spcBef>
                <a:spcPts val="500"/>
              </a:spcBef>
              <a:spcAft>
                <a:spcPts val="0"/>
              </a:spcAft>
              <a:buClr>
                <a:schemeClr val="dk1"/>
              </a:buClr>
              <a:buSzPts val="1600"/>
              <a:buNone/>
              <a:defRPr sz="1600"/>
            </a:lvl7pPr>
            <a:lvl8pPr indent="-228600" lvl="7" marL="3657600" algn="ctr">
              <a:lnSpc>
                <a:spcPct val="90000"/>
              </a:lnSpc>
              <a:spcBef>
                <a:spcPts val="500"/>
              </a:spcBef>
              <a:spcAft>
                <a:spcPts val="0"/>
              </a:spcAft>
              <a:buClr>
                <a:schemeClr val="dk1"/>
              </a:buClr>
              <a:buSzPts val="1600"/>
              <a:buNone/>
              <a:defRPr sz="1600"/>
            </a:lvl8pPr>
            <a:lvl9pPr indent="-228600" lvl="8" marL="4114800" algn="ctr">
              <a:lnSpc>
                <a:spcPct val="90000"/>
              </a:lnSpc>
              <a:spcBef>
                <a:spcPts val="500"/>
              </a:spcBef>
              <a:spcAft>
                <a:spcPts val="0"/>
              </a:spcAft>
              <a:buClr>
                <a:schemeClr val="dk1"/>
              </a:buClr>
              <a:buSzPts val="1600"/>
              <a:buNone/>
              <a:defRPr sz="1600"/>
            </a:lvl9pPr>
          </a:lstStyle>
          <a:p/>
        </p:txBody>
      </p:sp>
      <p:pic>
        <p:nvPicPr>
          <p:cNvPr id="626" name="Google Shape;626;p204"/>
          <p:cNvPicPr preferRelativeResize="0"/>
          <p:nvPr/>
        </p:nvPicPr>
        <p:blipFill rotWithShape="1">
          <a:blip r:embed="rId3">
            <a:alphaModFix/>
          </a:blip>
          <a:srcRect b="0" l="0" r="0" t="0"/>
          <a:stretch/>
        </p:blipFill>
        <p:spPr>
          <a:xfrm>
            <a:off x="3799983" y="6446520"/>
            <a:ext cx="4610100" cy="311150"/>
          </a:xfrm>
          <a:prstGeom prst="rect">
            <a:avLst/>
          </a:prstGeom>
          <a:noFill/>
          <a:ln>
            <a:noFill/>
          </a:ln>
        </p:spPr>
      </p:pic>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lide" showMasterSp="0">
  <p:cSld name="Section Slide">
    <p:bg>
      <p:bgPr>
        <a:blipFill>
          <a:blip r:embed="rId2">
            <a:alphaModFix/>
          </a:blip>
          <a:stretch>
            <a:fillRect/>
          </a:stretch>
        </a:blipFill>
      </p:bgPr>
    </p:bg>
    <p:spTree>
      <p:nvGrpSpPr>
        <p:cNvPr id="627" name="Shape 627"/>
        <p:cNvGrpSpPr/>
        <p:nvPr/>
      </p:nvGrpSpPr>
      <p:grpSpPr>
        <a:xfrm>
          <a:off x="0" y="0"/>
          <a:ext cx="0" cy="0"/>
          <a:chOff x="0" y="0"/>
          <a:chExt cx="0" cy="0"/>
        </a:xfrm>
      </p:grpSpPr>
      <p:sp>
        <p:nvSpPr>
          <p:cNvPr id="628" name="Google Shape;628;p205"/>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629" name="Google Shape;629;p205"/>
          <p:cNvSpPr txBox="1"/>
          <p:nvPr>
            <p:ph type="title"/>
          </p:nvPr>
        </p:nvSpPr>
        <p:spPr>
          <a:xfrm>
            <a:off x="457200" y="2545492"/>
            <a:ext cx="6456405" cy="244687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4800"/>
              <a:buFont typeface="Play"/>
              <a:buNone/>
              <a:defRPr sz="4800">
                <a:solidFill>
                  <a:schemeClr val="lt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0" name="Google Shape;630;p205"/>
          <p:cNvSpPr txBox="1"/>
          <p:nvPr>
            <p:ph idx="1" type="body"/>
          </p:nvPr>
        </p:nvSpPr>
        <p:spPr>
          <a:xfrm>
            <a:off x="457200" y="5040376"/>
            <a:ext cx="6456405" cy="99589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Clr>
                <a:schemeClr val="lt1"/>
              </a:buClr>
              <a:buSzPts val="3200"/>
              <a:buNone/>
              <a:defRPr sz="3200">
                <a:solidFill>
                  <a:schemeClr val="lt1"/>
                </a:solidFill>
                <a:latin typeface="Play"/>
                <a:ea typeface="Play"/>
                <a:cs typeface="Play"/>
                <a:sym typeface="Play"/>
              </a:defRPr>
            </a:lvl1pPr>
            <a:lvl2pPr indent="-228600" lvl="1" marL="914400" algn="ctr">
              <a:lnSpc>
                <a:spcPct val="90000"/>
              </a:lnSpc>
              <a:spcBef>
                <a:spcPts val="0"/>
              </a:spcBef>
              <a:spcAft>
                <a:spcPts val="0"/>
              </a:spcAft>
              <a:buClr>
                <a:srgbClr val="232F3E"/>
              </a:buClr>
              <a:buSzPts val="2000"/>
              <a:buNone/>
              <a:defRPr sz="2000"/>
            </a:lvl2pPr>
            <a:lvl3pPr indent="-228600" lvl="2" marL="1371600" algn="ctr">
              <a:lnSpc>
                <a:spcPct val="90000"/>
              </a:lnSpc>
              <a:spcBef>
                <a:spcPts val="1200"/>
              </a:spcBef>
              <a:spcAft>
                <a:spcPts val="0"/>
              </a:spcAft>
              <a:buClr>
                <a:srgbClr val="232F3E"/>
              </a:buClr>
              <a:buSzPts val="1800"/>
              <a:buNone/>
              <a:defRPr sz="1800"/>
            </a:lvl3pPr>
            <a:lvl4pPr indent="-228600" lvl="3" marL="1828800" algn="ctr">
              <a:lnSpc>
                <a:spcPct val="90000"/>
              </a:lnSpc>
              <a:spcBef>
                <a:spcPts val="1200"/>
              </a:spcBef>
              <a:spcAft>
                <a:spcPts val="0"/>
              </a:spcAft>
              <a:buClr>
                <a:srgbClr val="232F3E"/>
              </a:buClr>
              <a:buSzPts val="1600"/>
              <a:buNone/>
              <a:defRPr sz="1600"/>
            </a:lvl4pPr>
            <a:lvl5pPr indent="-228600" lvl="4" marL="2286000" algn="ctr">
              <a:lnSpc>
                <a:spcPct val="90000"/>
              </a:lnSpc>
              <a:spcBef>
                <a:spcPts val="1200"/>
              </a:spcBef>
              <a:spcAft>
                <a:spcPts val="0"/>
              </a:spcAft>
              <a:buClr>
                <a:srgbClr val="232F3E"/>
              </a:buClr>
              <a:buSzPts val="1600"/>
              <a:buNone/>
              <a:defRPr sz="1600"/>
            </a:lvl5pPr>
            <a:lvl6pPr indent="-228600" lvl="5" marL="2743200" algn="ctr">
              <a:lnSpc>
                <a:spcPct val="90000"/>
              </a:lnSpc>
              <a:spcBef>
                <a:spcPts val="1200"/>
              </a:spcBef>
              <a:spcAft>
                <a:spcPts val="0"/>
              </a:spcAft>
              <a:buClr>
                <a:schemeClr val="dk1"/>
              </a:buClr>
              <a:buSzPts val="1600"/>
              <a:buNone/>
              <a:defRPr sz="1600"/>
            </a:lvl6pPr>
            <a:lvl7pPr indent="-228600" lvl="6" marL="3200400" algn="ctr">
              <a:lnSpc>
                <a:spcPct val="90000"/>
              </a:lnSpc>
              <a:spcBef>
                <a:spcPts val="500"/>
              </a:spcBef>
              <a:spcAft>
                <a:spcPts val="0"/>
              </a:spcAft>
              <a:buClr>
                <a:schemeClr val="dk1"/>
              </a:buClr>
              <a:buSzPts val="1600"/>
              <a:buNone/>
              <a:defRPr sz="1600"/>
            </a:lvl7pPr>
            <a:lvl8pPr indent="-228600" lvl="7" marL="3657600" algn="ctr">
              <a:lnSpc>
                <a:spcPct val="90000"/>
              </a:lnSpc>
              <a:spcBef>
                <a:spcPts val="500"/>
              </a:spcBef>
              <a:spcAft>
                <a:spcPts val="0"/>
              </a:spcAft>
              <a:buClr>
                <a:schemeClr val="dk1"/>
              </a:buClr>
              <a:buSzPts val="1600"/>
              <a:buNone/>
              <a:defRPr sz="1600"/>
            </a:lvl8pPr>
            <a:lvl9pPr indent="-228600" lvl="8" marL="4114800" algn="ctr">
              <a:lnSpc>
                <a:spcPct val="90000"/>
              </a:lnSpc>
              <a:spcBef>
                <a:spcPts val="500"/>
              </a:spcBef>
              <a:spcAft>
                <a:spcPts val="0"/>
              </a:spcAft>
              <a:buClr>
                <a:schemeClr val="dk1"/>
              </a:buClr>
              <a:buSzPts val="1600"/>
              <a:buNone/>
              <a:defRPr sz="1600"/>
            </a:lvl9pPr>
          </a:lstStyle>
          <a:p/>
        </p:txBody>
      </p:sp>
      <p:pic>
        <p:nvPicPr>
          <p:cNvPr id="631" name="Google Shape;631;p205"/>
          <p:cNvPicPr preferRelativeResize="0"/>
          <p:nvPr/>
        </p:nvPicPr>
        <p:blipFill rotWithShape="1">
          <a:blip r:embed="rId3">
            <a:alphaModFix/>
          </a:blip>
          <a:srcRect b="0" l="0" r="0" t="0"/>
          <a:stretch/>
        </p:blipFill>
        <p:spPr>
          <a:xfrm>
            <a:off x="1151752" y="6446520"/>
            <a:ext cx="4610100" cy="311150"/>
          </a:xfrm>
          <a:prstGeom prst="rect">
            <a:avLst/>
          </a:prstGeom>
          <a:noFill/>
          <a:ln>
            <a:noFill/>
          </a:ln>
        </p:spPr>
      </p:pic>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lide Variant" showMasterSp="0">
  <p:cSld name="Section Slide Variant">
    <p:bg>
      <p:bgPr>
        <a:blipFill>
          <a:blip r:embed="rId2">
            <a:alphaModFix/>
          </a:blip>
          <a:stretch>
            <a:fillRect/>
          </a:stretch>
        </a:blipFill>
      </p:bgPr>
    </p:bg>
    <p:spTree>
      <p:nvGrpSpPr>
        <p:cNvPr id="632" name="Shape 632"/>
        <p:cNvGrpSpPr/>
        <p:nvPr/>
      </p:nvGrpSpPr>
      <p:grpSpPr>
        <a:xfrm>
          <a:off x="0" y="0"/>
          <a:ext cx="0" cy="0"/>
          <a:chOff x="0" y="0"/>
          <a:chExt cx="0" cy="0"/>
        </a:xfrm>
      </p:grpSpPr>
      <p:sp>
        <p:nvSpPr>
          <p:cNvPr id="633" name="Google Shape;633;p206"/>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634" name="Google Shape;634;p206"/>
          <p:cNvSpPr txBox="1"/>
          <p:nvPr>
            <p:ph type="title"/>
          </p:nvPr>
        </p:nvSpPr>
        <p:spPr>
          <a:xfrm>
            <a:off x="457200" y="2545492"/>
            <a:ext cx="11375136" cy="244687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4800"/>
              <a:buFont typeface="Play"/>
              <a:buNone/>
              <a:defRPr sz="4800">
                <a:solidFill>
                  <a:schemeClr val="lt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5" name="Google Shape;635;p206"/>
          <p:cNvSpPr txBox="1"/>
          <p:nvPr>
            <p:ph idx="1" type="subTitle"/>
          </p:nvPr>
        </p:nvSpPr>
        <p:spPr>
          <a:xfrm>
            <a:off x="457200" y="5040376"/>
            <a:ext cx="11375136" cy="995898"/>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lt1"/>
              </a:buClr>
              <a:buSzPts val="3200"/>
              <a:buNone/>
              <a:defRPr sz="3200">
                <a:solidFill>
                  <a:schemeClr val="lt1"/>
                </a:solidFill>
                <a:latin typeface="Play"/>
                <a:ea typeface="Play"/>
                <a:cs typeface="Play"/>
                <a:sym typeface="Play"/>
              </a:defRPr>
            </a:lvl1pPr>
            <a:lvl2pPr lvl="1" algn="ctr">
              <a:lnSpc>
                <a:spcPct val="90000"/>
              </a:lnSpc>
              <a:spcBef>
                <a:spcPts val="0"/>
              </a:spcBef>
              <a:spcAft>
                <a:spcPts val="0"/>
              </a:spcAft>
              <a:buClr>
                <a:srgbClr val="232F3E"/>
              </a:buClr>
              <a:buSzPts val="2000"/>
              <a:buNone/>
              <a:defRPr sz="2000"/>
            </a:lvl2pPr>
            <a:lvl3pPr lvl="2" algn="ctr">
              <a:lnSpc>
                <a:spcPct val="90000"/>
              </a:lnSpc>
              <a:spcBef>
                <a:spcPts val="1200"/>
              </a:spcBef>
              <a:spcAft>
                <a:spcPts val="0"/>
              </a:spcAft>
              <a:buClr>
                <a:srgbClr val="232F3E"/>
              </a:buClr>
              <a:buSzPts val="1800"/>
              <a:buNone/>
              <a:defRPr sz="1800"/>
            </a:lvl3pPr>
            <a:lvl4pPr lvl="3" algn="ctr">
              <a:lnSpc>
                <a:spcPct val="90000"/>
              </a:lnSpc>
              <a:spcBef>
                <a:spcPts val="1200"/>
              </a:spcBef>
              <a:spcAft>
                <a:spcPts val="0"/>
              </a:spcAft>
              <a:buClr>
                <a:srgbClr val="232F3E"/>
              </a:buClr>
              <a:buSzPts val="1600"/>
              <a:buNone/>
              <a:defRPr sz="1600"/>
            </a:lvl4pPr>
            <a:lvl5pPr lvl="4" algn="ctr">
              <a:lnSpc>
                <a:spcPct val="90000"/>
              </a:lnSpc>
              <a:spcBef>
                <a:spcPts val="1200"/>
              </a:spcBef>
              <a:spcAft>
                <a:spcPts val="0"/>
              </a:spcAft>
              <a:buClr>
                <a:srgbClr val="232F3E"/>
              </a:buClr>
              <a:buSzPts val="1600"/>
              <a:buNone/>
              <a:defRPr sz="1600"/>
            </a:lvl5pPr>
            <a:lvl6pPr lvl="5" algn="ctr">
              <a:lnSpc>
                <a:spcPct val="90000"/>
              </a:lnSpc>
              <a:spcBef>
                <a:spcPts val="12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636" name="Google Shape;636;p206"/>
          <p:cNvPicPr preferRelativeResize="0"/>
          <p:nvPr/>
        </p:nvPicPr>
        <p:blipFill rotWithShape="1">
          <a:blip r:embed="rId3">
            <a:alphaModFix/>
          </a:blip>
          <a:srcRect b="0" l="0" r="0" t="0"/>
          <a:stretch/>
        </p:blipFill>
        <p:spPr>
          <a:xfrm>
            <a:off x="3799983" y="6468531"/>
            <a:ext cx="4610100" cy="267127"/>
          </a:xfrm>
          <a:prstGeom prst="rect">
            <a:avLst/>
          </a:prstGeom>
          <a:noFill/>
          <a:ln>
            <a:noFill/>
          </a:ln>
        </p:spPr>
      </p:pic>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dule Outline" showMasterSp="0" type="secHead">
  <p:cSld name="SECTION_HEADER">
    <p:bg>
      <p:bgPr>
        <a:blipFill>
          <a:blip r:embed="rId2">
            <a:alphaModFix/>
          </a:blip>
          <a:stretch>
            <a:fillRect/>
          </a:stretch>
        </a:blipFill>
      </p:bgPr>
    </p:bg>
    <p:spTree>
      <p:nvGrpSpPr>
        <p:cNvPr id="637" name="Shape 637"/>
        <p:cNvGrpSpPr/>
        <p:nvPr/>
      </p:nvGrpSpPr>
      <p:grpSpPr>
        <a:xfrm>
          <a:off x="0" y="0"/>
          <a:ext cx="0" cy="0"/>
          <a:chOff x="0" y="0"/>
          <a:chExt cx="0" cy="0"/>
        </a:xfrm>
      </p:grpSpPr>
      <p:sp>
        <p:nvSpPr>
          <p:cNvPr id="638" name="Google Shape;638;p207"/>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639" name="Google Shape;639;p207"/>
          <p:cNvSpPr txBox="1"/>
          <p:nvPr>
            <p:ph idx="1" type="body"/>
          </p:nvPr>
        </p:nvSpPr>
        <p:spPr>
          <a:xfrm>
            <a:off x="365760" y="1123950"/>
            <a:ext cx="11634787" cy="388938"/>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chemeClr val="lt1"/>
              </a:buClr>
              <a:buSzPts val="2000"/>
              <a:buNone/>
              <a:defRPr sz="20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0" name="Google Shape;640;p207"/>
          <p:cNvSpPr txBox="1"/>
          <p:nvPr>
            <p:ph type="title"/>
          </p:nvPr>
        </p:nvSpPr>
        <p:spPr>
          <a:xfrm>
            <a:off x="365760" y="1541983"/>
            <a:ext cx="8547012" cy="118872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600"/>
              <a:buFont typeface="Play"/>
              <a:buNone/>
              <a:defRPr>
                <a:solidFill>
                  <a:schemeClr val="lt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1" name="Google Shape;641;p207"/>
          <p:cNvSpPr txBox="1"/>
          <p:nvPr>
            <p:ph idx="2" type="body"/>
          </p:nvPr>
        </p:nvSpPr>
        <p:spPr>
          <a:xfrm>
            <a:off x="914400" y="2743200"/>
            <a:ext cx="7998372" cy="36576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Clr>
                <a:schemeClr val="lt1"/>
              </a:buClr>
              <a:buSzPts val="2800"/>
              <a:buNone/>
              <a:defRPr>
                <a:solidFill>
                  <a:schemeClr val="lt1"/>
                </a:solidFill>
                <a:latin typeface="Play"/>
                <a:ea typeface="Play"/>
                <a:cs typeface="Play"/>
                <a:sym typeface="Play"/>
              </a:defRPr>
            </a:lvl1pPr>
            <a:lvl2pPr indent="-342900" lvl="1" marL="914400" algn="l">
              <a:lnSpc>
                <a:spcPct val="90000"/>
              </a:lnSpc>
              <a:spcBef>
                <a:spcPts val="6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642" name="Google Shape;642;p207"/>
          <p:cNvPicPr preferRelativeResize="0"/>
          <p:nvPr/>
        </p:nvPicPr>
        <p:blipFill rotWithShape="1">
          <a:blip r:embed="rId3">
            <a:alphaModFix/>
          </a:blip>
          <a:srcRect b="0" l="0" r="0" t="0"/>
          <a:stretch/>
        </p:blipFill>
        <p:spPr>
          <a:xfrm>
            <a:off x="3799983" y="6446519"/>
            <a:ext cx="4610100" cy="311150"/>
          </a:xfrm>
          <a:prstGeom prst="rect">
            <a:avLst/>
          </a:prstGeom>
          <a:noFill/>
          <a:ln>
            <a:noFill/>
          </a:ln>
        </p:spPr>
      </p:pic>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showMasterSp="0">
  <p:cSld name="Quote">
    <p:bg>
      <p:bgPr>
        <a:blipFill>
          <a:blip r:embed="rId2">
            <a:alphaModFix/>
          </a:blip>
          <a:stretch>
            <a:fillRect/>
          </a:stretch>
        </a:blipFill>
      </p:bgPr>
    </p:bg>
    <p:spTree>
      <p:nvGrpSpPr>
        <p:cNvPr id="643" name="Shape 643"/>
        <p:cNvGrpSpPr/>
        <p:nvPr/>
      </p:nvGrpSpPr>
      <p:grpSpPr>
        <a:xfrm>
          <a:off x="0" y="0"/>
          <a:ext cx="0" cy="0"/>
          <a:chOff x="0" y="0"/>
          <a:chExt cx="0" cy="0"/>
        </a:xfrm>
      </p:grpSpPr>
      <p:sp>
        <p:nvSpPr>
          <p:cNvPr id="644" name="Google Shape;644;p208"/>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645" name="Google Shape;645;p208"/>
          <p:cNvSpPr txBox="1"/>
          <p:nvPr>
            <p:ph type="title"/>
          </p:nvPr>
        </p:nvSpPr>
        <p:spPr>
          <a:xfrm>
            <a:off x="365760" y="1709738"/>
            <a:ext cx="11472013" cy="360984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000"/>
              <a:buFont typeface="Play"/>
              <a:buNone/>
              <a:defRPr sz="4000">
                <a:solidFill>
                  <a:schemeClr val="lt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6" name="Google Shape;646;p208"/>
          <p:cNvSpPr txBox="1"/>
          <p:nvPr>
            <p:ph idx="1" type="body"/>
          </p:nvPr>
        </p:nvSpPr>
        <p:spPr>
          <a:xfrm>
            <a:off x="365760" y="5319584"/>
            <a:ext cx="11472013" cy="77006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Clr>
                <a:schemeClr val="lt1"/>
              </a:buClr>
              <a:buSzPts val="2800"/>
              <a:buNone/>
              <a:defRPr sz="2800">
                <a:solidFill>
                  <a:schemeClr val="lt1"/>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647" name="Google Shape;647;p208"/>
          <p:cNvPicPr preferRelativeResize="0"/>
          <p:nvPr/>
        </p:nvPicPr>
        <p:blipFill rotWithShape="1">
          <a:blip r:embed="rId3">
            <a:alphaModFix/>
          </a:blip>
          <a:srcRect b="0" l="0" r="0" t="0"/>
          <a:stretch/>
        </p:blipFill>
        <p:spPr>
          <a:xfrm>
            <a:off x="3799983" y="6446520"/>
            <a:ext cx="4610100" cy="311150"/>
          </a:xfrm>
          <a:prstGeom prst="rect">
            <a:avLst/>
          </a:prstGeom>
          <a:noFill/>
          <a:ln>
            <a:noFill/>
          </a:ln>
        </p:spPr>
      </p:pic>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pic Introduction" showMasterSp="0">
  <p:cSld name="Topic Introduction">
    <p:bg>
      <p:bgPr>
        <a:blipFill>
          <a:blip r:embed="rId2">
            <a:alphaModFix/>
          </a:blip>
          <a:stretch>
            <a:fillRect/>
          </a:stretch>
        </a:blipFill>
      </p:bgPr>
    </p:bg>
    <p:spTree>
      <p:nvGrpSpPr>
        <p:cNvPr id="648" name="Shape 648"/>
        <p:cNvGrpSpPr/>
        <p:nvPr/>
      </p:nvGrpSpPr>
      <p:grpSpPr>
        <a:xfrm>
          <a:off x="0" y="0"/>
          <a:ext cx="0" cy="0"/>
          <a:chOff x="0" y="0"/>
          <a:chExt cx="0" cy="0"/>
        </a:xfrm>
      </p:grpSpPr>
      <p:sp>
        <p:nvSpPr>
          <p:cNvPr id="649" name="Google Shape;649;p209"/>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650" name="Google Shape;650;p209"/>
          <p:cNvSpPr txBox="1"/>
          <p:nvPr>
            <p:ph type="title"/>
          </p:nvPr>
        </p:nvSpPr>
        <p:spPr>
          <a:xfrm>
            <a:off x="243242" y="292099"/>
            <a:ext cx="4062057" cy="1866901"/>
          </a:xfrm>
          <a:prstGeom prst="rect">
            <a:avLst/>
          </a:prstGeom>
          <a:noFill/>
          <a:ln>
            <a:noFill/>
          </a:ln>
        </p:spPr>
        <p:txBody>
          <a:bodyPr anchorCtr="0" anchor="t" bIns="45700" lIns="91425" spcFirstLastPara="1" rIns="91425" wrap="square" tIns="45700">
            <a:noAutofit/>
          </a:bodyPr>
          <a:lstStyle>
            <a:lvl1pPr lvl="0" algn="ctr">
              <a:lnSpc>
                <a:spcPct val="90000"/>
              </a:lnSpc>
              <a:spcBef>
                <a:spcPts val="0"/>
              </a:spcBef>
              <a:spcAft>
                <a:spcPts val="0"/>
              </a:spcAft>
              <a:buClr>
                <a:srgbClr val="F1F3F3"/>
              </a:buClr>
              <a:buSzPts val="3600"/>
              <a:buFont typeface="Play"/>
              <a:buNone/>
              <a:defRPr sz="3600">
                <a:solidFill>
                  <a:srgbClr val="F1F3F3"/>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1" name="Google Shape;651;p209"/>
          <p:cNvSpPr txBox="1"/>
          <p:nvPr>
            <p:ph idx="1" type="body"/>
          </p:nvPr>
        </p:nvSpPr>
        <p:spPr>
          <a:xfrm>
            <a:off x="246888" y="2434960"/>
            <a:ext cx="4060392" cy="3657600"/>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0"/>
              </a:spcBef>
              <a:spcAft>
                <a:spcPts val="0"/>
              </a:spcAft>
              <a:buClr>
                <a:srgbClr val="F1F3F3"/>
              </a:buClr>
              <a:buSzPts val="2800"/>
              <a:buNone/>
              <a:defRPr>
                <a:solidFill>
                  <a:srgbClr val="F1F3F3"/>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2" name="Google Shape;652;p209"/>
          <p:cNvSpPr txBox="1"/>
          <p:nvPr>
            <p:ph idx="2" type="body"/>
          </p:nvPr>
        </p:nvSpPr>
        <p:spPr>
          <a:xfrm>
            <a:off x="4592635" y="292099"/>
            <a:ext cx="7239701" cy="6142651"/>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latin typeface="Play"/>
                <a:ea typeface="Play"/>
                <a:cs typeface="Play"/>
                <a:sym typeface="Play"/>
              </a:defRPr>
            </a:lvl1pPr>
            <a:lvl2pPr indent="-381000" lvl="1" marL="914400" algn="l">
              <a:lnSpc>
                <a:spcPct val="100000"/>
              </a:lnSpc>
              <a:spcBef>
                <a:spcPts val="1200"/>
              </a:spcBef>
              <a:spcAft>
                <a:spcPts val="0"/>
              </a:spcAft>
              <a:buClr>
                <a:srgbClr val="232F3E"/>
              </a:buClr>
              <a:buSzPts val="2400"/>
              <a:buChar char="•"/>
              <a:defRPr sz="2400">
                <a:solidFill>
                  <a:srgbClr val="232F3E"/>
                </a:solidFill>
                <a:latin typeface="Play"/>
                <a:ea typeface="Play"/>
                <a:cs typeface="Play"/>
                <a:sym typeface="Play"/>
              </a:defRPr>
            </a:lvl2pPr>
            <a:lvl3pPr indent="-355600" lvl="2" marL="1371600" algn="l">
              <a:lnSpc>
                <a:spcPct val="100000"/>
              </a:lnSpc>
              <a:spcBef>
                <a:spcPts val="1200"/>
              </a:spcBef>
              <a:spcAft>
                <a:spcPts val="0"/>
              </a:spcAft>
              <a:buClr>
                <a:srgbClr val="232F3E"/>
              </a:buClr>
              <a:buSzPts val="2000"/>
              <a:buChar char="•"/>
              <a:defRPr sz="2000">
                <a:solidFill>
                  <a:srgbClr val="232F3E"/>
                </a:solidFill>
                <a:latin typeface="Play"/>
                <a:ea typeface="Play"/>
                <a:cs typeface="Play"/>
                <a:sym typeface="Play"/>
              </a:defRPr>
            </a:lvl3pPr>
            <a:lvl4pPr indent="-342900" lvl="3" marL="1828800" algn="l">
              <a:lnSpc>
                <a:spcPct val="100000"/>
              </a:lnSpc>
              <a:spcBef>
                <a:spcPts val="1200"/>
              </a:spcBef>
              <a:spcAft>
                <a:spcPts val="0"/>
              </a:spcAft>
              <a:buClr>
                <a:srgbClr val="232F3E"/>
              </a:buClr>
              <a:buSzPts val="1800"/>
              <a:buChar char="•"/>
              <a:defRPr sz="1800">
                <a:solidFill>
                  <a:srgbClr val="232F3E"/>
                </a:solidFill>
                <a:latin typeface="Play"/>
                <a:ea typeface="Play"/>
                <a:cs typeface="Play"/>
                <a:sym typeface="Play"/>
              </a:defRPr>
            </a:lvl4pPr>
            <a:lvl5pPr indent="-342900" lvl="4" marL="2286000" algn="l">
              <a:lnSpc>
                <a:spcPct val="100000"/>
              </a:lnSpc>
              <a:spcBef>
                <a:spcPts val="1200"/>
              </a:spcBef>
              <a:spcAft>
                <a:spcPts val="0"/>
              </a:spcAft>
              <a:buClr>
                <a:srgbClr val="232F3E"/>
              </a:buClr>
              <a:buSzPts val="1800"/>
              <a:buChar char="•"/>
              <a:defRPr sz="1800">
                <a:solidFill>
                  <a:srgbClr val="232F3E"/>
                </a:solidFill>
                <a:latin typeface="Play"/>
                <a:ea typeface="Play"/>
                <a:cs typeface="Play"/>
                <a:sym typeface="Play"/>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653" name="Google Shape;653;p209"/>
          <p:cNvPicPr preferRelativeResize="0"/>
          <p:nvPr/>
        </p:nvPicPr>
        <p:blipFill rotWithShape="1">
          <a:blip r:embed="rId3">
            <a:alphaModFix/>
          </a:blip>
          <a:srcRect b="0" l="0" r="0" t="0"/>
          <a:stretch/>
        </p:blipFill>
        <p:spPr>
          <a:xfrm>
            <a:off x="6009640" y="6468531"/>
            <a:ext cx="4610100" cy="267127"/>
          </a:xfrm>
          <a:prstGeom prst="rect">
            <a:avLst/>
          </a:prstGeom>
          <a:noFill/>
          <a:ln>
            <a:noFill/>
          </a:ln>
        </p:spPr>
      </p:pic>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howMasterSp="0">
  <p:cSld name="Thank You">
    <p:bg>
      <p:bgPr>
        <a:blipFill>
          <a:blip r:embed="rId2">
            <a:alphaModFix/>
          </a:blip>
          <a:stretch>
            <a:fillRect/>
          </a:stretch>
        </a:blipFill>
      </p:bgPr>
    </p:bg>
    <p:spTree>
      <p:nvGrpSpPr>
        <p:cNvPr id="654" name="Shape 654"/>
        <p:cNvGrpSpPr/>
        <p:nvPr/>
      </p:nvGrpSpPr>
      <p:grpSpPr>
        <a:xfrm>
          <a:off x="0" y="0"/>
          <a:ext cx="0" cy="0"/>
          <a:chOff x="0" y="0"/>
          <a:chExt cx="0" cy="0"/>
        </a:xfrm>
      </p:grpSpPr>
      <p:sp>
        <p:nvSpPr>
          <p:cNvPr id="655" name="Google Shape;655;p210"/>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656" name="Google Shape;656;p210"/>
          <p:cNvSpPr txBox="1"/>
          <p:nvPr>
            <p:ph type="title"/>
          </p:nvPr>
        </p:nvSpPr>
        <p:spPr>
          <a:xfrm>
            <a:off x="457200" y="1256247"/>
            <a:ext cx="7998031" cy="404982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1"/>
              </a:buClr>
              <a:buSzPts val="4400"/>
              <a:buFont typeface="Play"/>
              <a:buNone/>
              <a:defRPr sz="4400">
                <a:solidFill>
                  <a:schemeClr val="lt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7" name="Google Shape;657;p210"/>
          <p:cNvSpPr txBox="1"/>
          <p:nvPr>
            <p:ph idx="1" type="body"/>
          </p:nvPr>
        </p:nvSpPr>
        <p:spPr>
          <a:xfrm>
            <a:off x="457200" y="5305425"/>
            <a:ext cx="7997825" cy="1141413"/>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lt1"/>
              </a:buClr>
              <a:buSzPts val="2800"/>
              <a:buFont typeface="Play"/>
              <a:buNone/>
              <a:defRPr b="0" cap="none">
                <a:solidFill>
                  <a:schemeClr val="lt1"/>
                </a:solidFill>
              </a:defRPr>
            </a:lvl1pPr>
            <a:lvl2pPr indent="-228600" lvl="1" marL="914400" algn="l">
              <a:lnSpc>
                <a:spcPct val="90000"/>
              </a:lnSpc>
              <a:spcBef>
                <a:spcPts val="0"/>
              </a:spcBef>
              <a:spcAft>
                <a:spcPts val="0"/>
              </a:spcAft>
              <a:buClr>
                <a:schemeClr val="lt2"/>
              </a:buClr>
              <a:buSzPts val="2000"/>
              <a:buNone/>
              <a:defRPr sz="2000">
                <a:solidFill>
                  <a:schemeClr val="lt2"/>
                </a:solidFill>
              </a:defRPr>
            </a:lvl2pPr>
            <a:lvl3pPr indent="-228600" lvl="2" marL="1371600" algn="l">
              <a:lnSpc>
                <a:spcPct val="90000"/>
              </a:lnSpc>
              <a:spcBef>
                <a:spcPts val="1200"/>
              </a:spcBef>
              <a:spcAft>
                <a:spcPts val="0"/>
              </a:spcAft>
              <a:buClr>
                <a:schemeClr val="lt2"/>
              </a:buClr>
              <a:buSzPts val="1800"/>
              <a:buNone/>
              <a:defRPr sz="1800">
                <a:solidFill>
                  <a:schemeClr val="lt2"/>
                </a:solidFill>
              </a:defRPr>
            </a:lvl3pPr>
            <a:lvl4pPr indent="-228600" lvl="3" marL="1828800" algn="l">
              <a:lnSpc>
                <a:spcPct val="90000"/>
              </a:lnSpc>
              <a:spcBef>
                <a:spcPts val="1200"/>
              </a:spcBef>
              <a:spcAft>
                <a:spcPts val="0"/>
              </a:spcAft>
              <a:buClr>
                <a:schemeClr val="lt2"/>
              </a:buClr>
              <a:buSzPts val="1600"/>
              <a:buNone/>
              <a:defRPr sz="1600">
                <a:solidFill>
                  <a:schemeClr val="lt2"/>
                </a:solidFill>
              </a:defRPr>
            </a:lvl4pPr>
            <a:lvl5pPr indent="-228600" lvl="4" marL="2286000" algn="l">
              <a:lnSpc>
                <a:spcPct val="90000"/>
              </a:lnSpc>
              <a:spcBef>
                <a:spcPts val="1200"/>
              </a:spcBef>
              <a:spcAft>
                <a:spcPts val="0"/>
              </a:spcAft>
              <a:buClr>
                <a:schemeClr val="lt2"/>
              </a:buClr>
              <a:buSzPts val="1600"/>
              <a:buNone/>
              <a:defRPr sz="1600">
                <a:solidFill>
                  <a:schemeClr val="lt2"/>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658" name="Google Shape;658;p210"/>
          <p:cNvPicPr preferRelativeResize="0"/>
          <p:nvPr/>
        </p:nvPicPr>
        <p:blipFill rotWithShape="1">
          <a:blip r:embed="rId3">
            <a:alphaModFix/>
          </a:blip>
          <a:srcRect b="0" l="0" r="0" t="0"/>
          <a:stretch/>
        </p:blipFill>
        <p:spPr>
          <a:xfrm>
            <a:off x="3799983" y="6468531"/>
            <a:ext cx="4610100" cy="267127"/>
          </a:xfrm>
          <a:prstGeom prst="rect">
            <a:avLst/>
          </a:prstGeom>
          <a:noFill/>
          <a:ln>
            <a:noFill/>
          </a:ln>
        </p:spPr>
      </p:pic>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bg>
      <p:bgPr>
        <a:solidFill>
          <a:schemeClr val="lt1"/>
        </a:solidFill>
      </p:bgPr>
    </p:bg>
    <p:spTree>
      <p:nvGrpSpPr>
        <p:cNvPr id="659" name="Shape 659"/>
        <p:cNvGrpSpPr/>
        <p:nvPr/>
      </p:nvGrpSpPr>
      <p:grpSpPr>
        <a:xfrm>
          <a:off x="0" y="0"/>
          <a:ext cx="0" cy="0"/>
          <a:chOff x="0" y="0"/>
          <a:chExt cx="0" cy="0"/>
        </a:xfrm>
      </p:grpSpPr>
      <p:sp>
        <p:nvSpPr>
          <p:cNvPr id="660" name="Google Shape;660;p211"/>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661" name="Google Shape;661;p211"/>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662" name="Google Shape;662;p211"/>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663" name="Google Shape;663;p211"/>
          <p:cNvSpPr txBox="1"/>
          <p:nvPr>
            <p:ph idx="1" type="body"/>
          </p:nvPr>
        </p:nvSpPr>
        <p:spPr>
          <a:xfrm>
            <a:off x="365760" y="1097280"/>
            <a:ext cx="11466576" cy="533095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0"/>
              </a:spcBef>
              <a:spcAft>
                <a:spcPts val="0"/>
              </a:spcAft>
              <a:buClr>
                <a:srgbClr val="232F3E"/>
              </a:buClr>
              <a:buSzPts val="2800"/>
              <a:buChar char="•"/>
              <a:defRPr>
                <a:solidFill>
                  <a:srgbClr val="232F3E"/>
                </a:solidFill>
              </a:defRPr>
            </a:lvl1pPr>
            <a:lvl2pPr indent="-381000" lvl="1" marL="914400" algn="l">
              <a:lnSpc>
                <a:spcPct val="100000"/>
              </a:lnSpc>
              <a:spcBef>
                <a:spcPts val="1200"/>
              </a:spcBef>
              <a:spcAft>
                <a:spcPts val="0"/>
              </a:spcAft>
              <a:buClr>
                <a:srgbClr val="232F3E"/>
              </a:buClr>
              <a:buSzPts val="2400"/>
              <a:buChar char="•"/>
              <a:defRPr>
                <a:solidFill>
                  <a:srgbClr val="232F3E"/>
                </a:solidFill>
              </a:defRPr>
            </a:lvl2pPr>
            <a:lvl3pPr indent="-355600" lvl="2" marL="1371600" algn="l">
              <a:lnSpc>
                <a:spcPct val="100000"/>
              </a:lnSpc>
              <a:spcBef>
                <a:spcPts val="1200"/>
              </a:spcBef>
              <a:spcAft>
                <a:spcPts val="0"/>
              </a:spcAft>
              <a:buClr>
                <a:srgbClr val="232F3E"/>
              </a:buClr>
              <a:buSzPts val="2000"/>
              <a:buChar char="•"/>
              <a:defRPr>
                <a:solidFill>
                  <a:srgbClr val="232F3E"/>
                </a:solidFill>
              </a:defRPr>
            </a:lvl3pPr>
            <a:lvl4pPr indent="-342900" lvl="3" marL="1828800" algn="l">
              <a:lnSpc>
                <a:spcPct val="100000"/>
              </a:lnSpc>
              <a:spcBef>
                <a:spcPts val="1200"/>
              </a:spcBef>
              <a:spcAft>
                <a:spcPts val="0"/>
              </a:spcAft>
              <a:buClr>
                <a:srgbClr val="232F3E"/>
              </a:buClr>
              <a:buSzPts val="1800"/>
              <a:buChar char="•"/>
              <a:defRPr>
                <a:solidFill>
                  <a:srgbClr val="232F3E"/>
                </a:solidFill>
              </a:defRPr>
            </a:lvl4pPr>
            <a:lvl5pPr indent="-342900" lvl="4" marL="2286000" algn="l">
              <a:lnSpc>
                <a:spcPct val="100000"/>
              </a:lnSpc>
              <a:spcBef>
                <a:spcPts val="1200"/>
              </a:spcBef>
              <a:spcAft>
                <a:spcPts val="0"/>
              </a:spcAft>
              <a:buClr>
                <a:srgbClr val="232F3E"/>
              </a:buClr>
              <a:buSzPts val="1800"/>
              <a:buChar char="•"/>
              <a:defRPr>
                <a:solidFill>
                  <a:srgbClr val="232F3E"/>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de" type="tx">
  <p:cSld name="TITLE_AND_BODY">
    <p:bg>
      <p:bgPr>
        <a:solidFill>
          <a:schemeClr val="lt1"/>
        </a:solidFill>
      </p:bgPr>
    </p:bg>
    <p:spTree>
      <p:nvGrpSpPr>
        <p:cNvPr id="664" name="Shape 664"/>
        <p:cNvGrpSpPr/>
        <p:nvPr/>
      </p:nvGrpSpPr>
      <p:grpSpPr>
        <a:xfrm>
          <a:off x="0" y="0"/>
          <a:ext cx="0" cy="0"/>
          <a:chOff x="0" y="0"/>
          <a:chExt cx="0" cy="0"/>
        </a:xfrm>
      </p:grpSpPr>
      <p:sp>
        <p:nvSpPr>
          <p:cNvPr id="665" name="Google Shape;665;p212"/>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666" name="Google Shape;666;p212"/>
          <p:cNvSpPr txBox="1"/>
          <p:nvPr>
            <p:ph type="title"/>
          </p:nvPr>
        </p:nvSpPr>
        <p:spPr>
          <a:xfrm>
            <a:off x="365760" y="301752"/>
            <a:ext cx="11466576" cy="73152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667" name="Google Shape;667;p212"/>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668" name="Google Shape;668;p212"/>
          <p:cNvSpPr txBox="1"/>
          <p:nvPr>
            <p:ph idx="1" type="body"/>
          </p:nvPr>
        </p:nvSpPr>
        <p:spPr>
          <a:xfrm>
            <a:off x="365760" y="1097280"/>
            <a:ext cx="11466576" cy="533095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rgbClr val="232F3E"/>
              </a:buClr>
              <a:buSzPts val="1600"/>
              <a:buNone/>
              <a:defRPr sz="1600">
                <a:solidFill>
                  <a:srgbClr val="232F3E"/>
                </a:solidFill>
                <a:latin typeface="Droid Sans Mono"/>
                <a:ea typeface="Droid Sans Mono"/>
                <a:cs typeface="Droid Sans Mono"/>
                <a:sym typeface="Droid Sans Mono"/>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Column, and Small Picture">
  <p:cSld name="Title, Text Column, and Small Picture">
    <p:bg>
      <p:bgPr>
        <a:solidFill>
          <a:schemeClr val="lt1"/>
        </a:solidFill>
      </p:bgPr>
    </p:bg>
    <p:spTree>
      <p:nvGrpSpPr>
        <p:cNvPr id="669" name="Shape 669"/>
        <p:cNvGrpSpPr/>
        <p:nvPr/>
      </p:nvGrpSpPr>
      <p:grpSpPr>
        <a:xfrm>
          <a:off x="0" y="0"/>
          <a:ext cx="0" cy="0"/>
          <a:chOff x="0" y="0"/>
          <a:chExt cx="0" cy="0"/>
        </a:xfrm>
      </p:grpSpPr>
      <p:sp>
        <p:nvSpPr>
          <p:cNvPr id="670" name="Google Shape;670;p213"/>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671" name="Google Shape;671;p213"/>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672" name="Google Shape;672;p213"/>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673" name="Google Shape;673;p213"/>
          <p:cNvSpPr txBox="1"/>
          <p:nvPr>
            <p:ph idx="1" type="body"/>
          </p:nvPr>
        </p:nvSpPr>
        <p:spPr>
          <a:xfrm>
            <a:off x="365760" y="1097280"/>
            <a:ext cx="7644384" cy="5330952"/>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rgbClr val="232F3E"/>
              </a:buClr>
              <a:buSzPts val="2800"/>
              <a:buChar char="•"/>
              <a:defRPr>
                <a:solidFill>
                  <a:srgbClr val="232F3E"/>
                </a:solidFill>
              </a:defRPr>
            </a:lvl1pPr>
            <a:lvl2pPr indent="-381000" lvl="1" marL="914400" algn="l">
              <a:lnSpc>
                <a:spcPct val="100000"/>
              </a:lnSpc>
              <a:spcBef>
                <a:spcPts val="1200"/>
              </a:spcBef>
              <a:spcAft>
                <a:spcPts val="0"/>
              </a:spcAft>
              <a:buClr>
                <a:srgbClr val="232F3E"/>
              </a:buClr>
              <a:buSzPts val="2400"/>
              <a:buChar char="•"/>
              <a:defRPr>
                <a:solidFill>
                  <a:srgbClr val="232F3E"/>
                </a:solidFill>
              </a:defRPr>
            </a:lvl2pPr>
            <a:lvl3pPr indent="-355600" lvl="2" marL="1371600" algn="l">
              <a:lnSpc>
                <a:spcPct val="100000"/>
              </a:lnSpc>
              <a:spcBef>
                <a:spcPts val="1200"/>
              </a:spcBef>
              <a:spcAft>
                <a:spcPts val="0"/>
              </a:spcAft>
              <a:buClr>
                <a:srgbClr val="232F3E"/>
              </a:buClr>
              <a:buSzPts val="2000"/>
              <a:buChar char="•"/>
              <a:defRPr>
                <a:solidFill>
                  <a:srgbClr val="232F3E"/>
                </a:solidFill>
              </a:defRPr>
            </a:lvl3pPr>
            <a:lvl4pPr indent="-342900" lvl="3" marL="1828800" algn="l">
              <a:lnSpc>
                <a:spcPct val="100000"/>
              </a:lnSpc>
              <a:spcBef>
                <a:spcPts val="1200"/>
              </a:spcBef>
              <a:spcAft>
                <a:spcPts val="0"/>
              </a:spcAft>
              <a:buClr>
                <a:srgbClr val="232F3E"/>
              </a:buClr>
              <a:buSzPts val="1800"/>
              <a:buChar char="•"/>
              <a:defRPr>
                <a:solidFill>
                  <a:srgbClr val="232F3E"/>
                </a:solidFill>
              </a:defRPr>
            </a:lvl4pPr>
            <a:lvl5pPr indent="-342900" lvl="4" marL="2286000" algn="l">
              <a:lnSpc>
                <a:spcPct val="100000"/>
              </a:lnSpc>
              <a:spcBef>
                <a:spcPts val="1200"/>
              </a:spcBef>
              <a:spcAft>
                <a:spcPts val="0"/>
              </a:spcAft>
              <a:buClr>
                <a:srgbClr val="232F3E"/>
              </a:buClr>
              <a:buSzPts val="1800"/>
              <a:buChar char="•"/>
              <a:defRPr>
                <a:solidFill>
                  <a:srgbClr val="232F3E"/>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4" name="Google Shape;674;p213"/>
          <p:cNvSpPr/>
          <p:nvPr>
            <p:ph idx="2" type="pic"/>
          </p:nvPr>
        </p:nvSpPr>
        <p:spPr>
          <a:xfrm>
            <a:off x="8498586" y="2276856"/>
            <a:ext cx="2971800" cy="2971800"/>
          </a:xfrm>
          <a:prstGeom prst="rect">
            <a:avLst/>
          </a:prstGeom>
          <a:noFill/>
          <a:ln>
            <a:noFill/>
          </a:ln>
        </p:spPr>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rvice Introduction Option 1" type="picTx">
  <p:cSld name="PICTURE_WITH_CAPTION_TEXT">
    <p:bg>
      <p:bgPr>
        <a:solidFill>
          <a:schemeClr val="lt1"/>
        </a:solidFill>
      </p:bgPr>
    </p:bg>
    <p:spTree>
      <p:nvGrpSpPr>
        <p:cNvPr id="675" name="Shape 675"/>
        <p:cNvGrpSpPr/>
        <p:nvPr/>
      </p:nvGrpSpPr>
      <p:grpSpPr>
        <a:xfrm>
          <a:off x="0" y="0"/>
          <a:ext cx="0" cy="0"/>
          <a:chOff x="0" y="0"/>
          <a:chExt cx="0" cy="0"/>
        </a:xfrm>
      </p:grpSpPr>
      <p:grpSp>
        <p:nvGrpSpPr>
          <p:cNvPr id="676" name="Google Shape;676;p214"/>
          <p:cNvGrpSpPr/>
          <p:nvPr/>
        </p:nvGrpSpPr>
        <p:grpSpPr>
          <a:xfrm>
            <a:off x="365759" y="1028377"/>
            <a:ext cx="11484864" cy="5509260"/>
            <a:chOff x="365759" y="1028377"/>
            <a:chExt cx="11484864" cy="5509260"/>
          </a:xfrm>
        </p:grpSpPr>
        <p:pic>
          <p:nvPicPr>
            <p:cNvPr id="677" name="Google Shape;677;p214"/>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pic>
          <p:nvPicPr>
            <p:cNvPr id="678" name="Google Shape;678;p214"/>
            <p:cNvPicPr preferRelativeResize="0"/>
            <p:nvPr/>
          </p:nvPicPr>
          <p:blipFill rotWithShape="1">
            <a:blip r:embed="rId3">
              <a:alphaModFix/>
            </a:blip>
            <a:srcRect b="0" l="0" r="0" t="0"/>
            <a:stretch/>
          </p:blipFill>
          <p:spPr>
            <a:xfrm rot="5400000">
              <a:off x="224043" y="3771577"/>
              <a:ext cx="5486400" cy="45720"/>
            </a:xfrm>
            <a:prstGeom prst="rect">
              <a:avLst/>
            </a:prstGeom>
            <a:noFill/>
            <a:ln>
              <a:noFill/>
            </a:ln>
          </p:spPr>
        </p:pic>
      </p:grpSp>
      <p:sp>
        <p:nvSpPr>
          <p:cNvPr id="679" name="Google Shape;679;p214"/>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680" name="Google Shape;680;p214"/>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1" name="Google Shape;681;p214"/>
          <p:cNvSpPr/>
          <p:nvPr>
            <p:ph idx="2" type="pic"/>
          </p:nvPr>
        </p:nvSpPr>
        <p:spPr>
          <a:xfrm>
            <a:off x="531884" y="2182807"/>
            <a:ext cx="2286000" cy="2286000"/>
          </a:xfrm>
          <a:prstGeom prst="rect">
            <a:avLst/>
          </a:prstGeom>
          <a:noFill/>
          <a:ln>
            <a:noFill/>
          </a:ln>
        </p:spPr>
      </p:sp>
      <p:sp>
        <p:nvSpPr>
          <p:cNvPr id="682" name="Google Shape;682;p214"/>
          <p:cNvSpPr txBox="1"/>
          <p:nvPr>
            <p:ph idx="1" type="body"/>
          </p:nvPr>
        </p:nvSpPr>
        <p:spPr>
          <a:xfrm>
            <a:off x="531884" y="4508261"/>
            <a:ext cx="2286001" cy="914400"/>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0"/>
              </a:spcBef>
              <a:spcAft>
                <a:spcPts val="0"/>
              </a:spcAft>
              <a:buClr>
                <a:srgbClr val="232F3E"/>
              </a:buClr>
              <a:buSzPts val="2000"/>
              <a:buNone/>
              <a:defRPr sz="2000">
                <a:solidFill>
                  <a:srgbClr val="232F3E"/>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3" name="Google Shape;683;p214"/>
          <p:cNvSpPr txBox="1"/>
          <p:nvPr>
            <p:ph idx="3" type="body"/>
          </p:nvPr>
        </p:nvSpPr>
        <p:spPr>
          <a:xfrm>
            <a:off x="3118104" y="1097280"/>
            <a:ext cx="8714232" cy="5330952"/>
          </a:xfrm>
          <a:prstGeom prst="rect">
            <a:avLst/>
          </a:prstGeom>
          <a:noFill/>
          <a:ln>
            <a:noFill/>
          </a:ln>
        </p:spPr>
        <p:txBody>
          <a:bodyPr anchorCtr="0" anchor="ctr" bIns="45700" lIns="91425" spcFirstLastPara="1" rIns="91425" wrap="square" tIns="45700">
            <a:normAutofit/>
          </a:bodyPr>
          <a:lstStyle>
            <a:lvl1pPr indent="-431800" lvl="0" marL="457200" algn="l">
              <a:lnSpc>
                <a:spcPct val="100000"/>
              </a:lnSpc>
              <a:spcBef>
                <a:spcPts val="0"/>
              </a:spcBef>
              <a:spcAft>
                <a:spcPts val="0"/>
              </a:spcAft>
              <a:buClr>
                <a:srgbClr val="232F3E"/>
              </a:buClr>
              <a:buSzPts val="3200"/>
              <a:buChar char="•"/>
              <a:defRPr sz="3200">
                <a:solidFill>
                  <a:srgbClr val="232F3E"/>
                </a:solidFill>
              </a:defRPr>
            </a:lvl1pPr>
            <a:lvl2pPr indent="-406400" lvl="1" marL="914400" algn="l">
              <a:lnSpc>
                <a:spcPct val="100000"/>
              </a:lnSpc>
              <a:spcBef>
                <a:spcPts val="1200"/>
              </a:spcBef>
              <a:spcAft>
                <a:spcPts val="0"/>
              </a:spcAft>
              <a:buClr>
                <a:srgbClr val="232F3E"/>
              </a:buClr>
              <a:buSzPts val="2800"/>
              <a:buChar char="•"/>
              <a:defRPr sz="2800">
                <a:solidFill>
                  <a:srgbClr val="232F3E"/>
                </a:solidFill>
              </a:defRPr>
            </a:lvl2pPr>
            <a:lvl3pPr indent="-381000" lvl="2" marL="1371600" algn="l">
              <a:lnSpc>
                <a:spcPct val="100000"/>
              </a:lnSpc>
              <a:spcBef>
                <a:spcPts val="1200"/>
              </a:spcBef>
              <a:spcAft>
                <a:spcPts val="0"/>
              </a:spcAft>
              <a:buClr>
                <a:srgbClr val="232F3E"/>
              </a:buClr>
              <a:buSzPts val="2400"/>
              <a:buChar char="•"/>
              <a:defRPr sz="2400">
                <a:solidFill>
                  <a:srgbClr val="232F3E"/>
                </a:solidFill>
              </a:defRPr>
            </a:lvl3pPr>
            <a:lvl4pPr indent="-355600" lvl="3" marL="1828800" algn="l">
              <a:lnSpc>
                <a:spcPct val="100000"/>
              </a:lnSpc>
              <a:spcBef>
                <a:spcPts val="1200"/>
              </a:spcBef>
              <a:spcAft>
                <a:spcPts val="0"/>
              </a:spcAft>
              <a:buClr>
                <a:srgbClr val="232F3E"/>
              </a:buClr>
              <a:buSzPts val="2000"/>
              <a:buChar char="•"/>
              <a:defRPr sz="2000">
                <a:solidFill>
                  <a:srgbClr val="232F3E"/>
                </a:solidFill>
              </a:defRPr>
            </a:lvl4pPr>
            <a:lvl5pPr indent="-355600" lvl="4" marL="2286000" algn="l">
              <a:lnSpc>
                <a:spcPct val="100000"/>
              </a:lnSpc>
              <a:spcBef>
                <a:spcPts val="1200"/>
              </a:spcBef>
              <a:spcAft>
                <a:spcPts val="0"/>
              </a:spcAft>
              <a:buClr>
                <a:srgbClr val="232F3E"/>
              </a:buClr>
              <a:buSzPts val="2000"/>
              <a:buChar char="•"/>
              <a:defRPr sz="2000">
                <a:solidFill>
                  <a:srgbClr val="232F3E"/>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rvice Introduction Option 2">
  <p:cSld name="Service Introduction Option 2">
    <p:bg>
      <p:bgPr>
        <a:solidFill>
          <a:schemeClr val="lt1"/>
        </a:solidFill>
      </p:bgPr>
    </p:bg>
    <p:spTree>
      <p:nvGrpSpPr>
        <p:cNvPr id="684" name="Shape 684"/>
        <p:cNvGrpSpPr/>
        <p:nvPr/>
      </p:nvGrpSpPr>
      <p:grpSpPr>
        <a:xfrm>
          <a:off x="0" y="0"/>
          <a:ext cx="0" cy="0"/>
          <a:chOff x="0" y="0"/>
          <a:chExt cx="0" cy="0"/>
        </a:xfrm>
      </p:grpSpPr>
      <p:grpSp>
        <p:nvGrpSpPr>
          <p:cNvPr id="685" name="Google Shape;685;p215"/>
          <p:cNvGrpSpPr/>
          <p:nvPr/>
        </p:nvGrpSpPr>
        <p:grpSpPr>
          <a:xfrm>
            <a:off x="365759" y="1028377"/>
            <a:ext cx="11484864" cy="5509260"/>
            <a:chOff x="365759" y="1028377"/>
            <a:chExt cx="11484864" cy="5509260"/>
          </a:xfrm>
        </p:grpSpPr>
        <p:pic>
          <p:nvPicPr>
            <p:cNvPr id="686" name="Google Shape;686;p215"/>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pic>
          <p:nvPicPr>
            <p:cNvPr id="687" name="Google Shape;687;p215"/>
            <p:cNvPicPr preferRelativeResize="0"/>
            <p:nvPr/>
          </p:nvPicPr>
          <p:blipFill rotWithShape="1">
            <a:blip r:embed="rId3">
              <a:alphaModFix/>
            </a:blip>
            <a:srcRect b="0" l="0" r="0" t="0"/>
            <a:stretch/>
          </p:blipFill>
          <p:spPr>
            <a:xfrm rot="5400000">
              <a:off x="224043" y="3771577"/>
              <a:ext cx="5486400" cy="45720"/>
            </a:xfrm>
            <a:prstGeom prst="rect">
              <a:avLst/>
            </a:prstGeom>
            <a:noFill/>
            <a:ln>
              <a:noFill/>
            </a:ln>
          </p:spPr>
        </p:pic>
      </p:grpSp>
      <p:sp>
        <p:nvSpPr>
          <p:cNvPr id="688" name="Google Shape;688;p215"/>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689" name="Google Shape;689;p215"/>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0" name="Google Shape;690;p215"/>
          <p:cNvSpPr/>
          <p:nvPr>
            <p:ph idx="2" type="pic"/>
          </p:nvPr>
        </p:nvSpPr>
        <p:spPr>
          <a:xfrm>
            <a:off x="531884" y="2182807"/>
            <a:ext cx="2286000" cy="2286000"/>
          </a:xfrm>
          <a:prstGeom prst="rect">
            <a:avLst/>
          </a:prstGeom>
          <a:noFill/>
          <a:ln>
            <a:noFill/>
          </a:ln>
        </p:spPr>
      </p:sp>
      <p:sp>
        <p:nvSpPr>
          <p:cNvPr id="691" name="Google Shape;691;p215"/>
          <p:cNvSpPr txBox="1"/>
          <p:nvPr>
            <p:ph idx="1" type="body"/>
          </p:nvPr>
        </p:nvSpPr>
        <p:spPr>
          <a:xfrm>
            <a:off x="531884" y="4508261"/>
            <a:ext cx="2286001" cy="914400"/>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0"/>
              </a:spcBef>
              <a:spcAft>
                <a:spcPts val="0"/>
              </a:spcAft>
              <a:buClr>
                <a:srgbClr val="232F3E"/>
              </a:buClr>
              <a:buSzPts val="2000"/>
              <a:buNone/>
              <a:defRPr sz="2000">
                <a:solidFill>
                  <a:srgbClr val="232F3E"/>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2" name="Google Shape;692;p215"/>
          <p:cNvSpPr txBox="1"/>
          <p:nvPr>
            <p:ph idx="3" type="body"/>
          </p:nvPr>
        </p:nvSpPr>
        <p:spPr>
          <a:xfrm>
            <a:off x="3118104" y="1097280"/>
            <a:ext cx="8714232" cy="1655064"/>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Clr>
                <a:srgbClr val="232F3E"/>
              </a:buClr>
              <a:buSzPts val="2400"/>
              <a:buNone/>
              <a:defRPr sz="2400">
                <a:solidFill>
                  <a:srgbClr val="232F3E"/>
                </a:solidFill>
                <a:latin typeface="Play"/>
                <a:ea typeface="Play"/>
                <a:cs typeface="Play"/>
                <a:sym typeface="Play"/>
              </a:defRPr>
            </a:lvl1pPr>
            <a:lvl2pPr indent="-228600" lvl="1" marL="914400" algn="l">
              <a:lnSpc>
                <a:spcPct val="90000"/>
              </a:lnSpc>
              <a:spcBef>
                <a:spcPts val="300"/>
              </a:spcBef>
              <a:spcAft>
                <a:spcPts val="0"/>
              </a:spcAft>
              <a:buClr>
                <a:srgbClr val="232F3E"/>
              </a:buClr>
              <a:buSzPts val="2400"/>
              <a:buNone/>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3" name="Google Shape;693;p215"/>
          <p:cNvSpPr/>
          <p:nvPr>
            <p:ph idx="4" type="pic"/>
          </p:nvPr>
        </p:nvSpPr>
        <p:spPr>
          <a:xfrm>
            <a:off x="3483864" y="2798064"/>
            <a:ext cx="2011680" cy="2011680"/>
          </a:xfrm>
          <a:prstGeom prst="rect">
            <a:avLst/>
          </a:prstGeom>
          <a:noFill/>
          <a:ln>
            <a:noFill/>
          </a:ln>
        </p:spPr>
      </p:sp>
      <p:sp>
        <p:nvSpPr>
          <p:cNvPr id="694" name="Google Shape;694;p215"/>
          <p:cNvSpPr txBox="1"/>
          <p:nvPr>
            <p:ph idx="5" type="body"/>
          </p:nvPr>
        </p:nvSpPr>
        <p:spPr>
          <a:xfrm>
            <a:off x="3118104" y="4846320"/>
            <a:ext cx="2743200" cy="1600200"/>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0"/>
              </a:spcBef>
              <a:spcAft>
                <a:spcPts val="0"/>
              </a:spcAft>
              <a:buClr>
                <a:srgbClr val="232F3E"/>
              </a:buClr>
              <a:buSzPts val="2000"/>
              <a:buNone/>
              <a:defRPr b="0" sz="2000">
                <a:solidFill>
                  <a:srgbClr val="232F3E"/>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5" name="Google Shape;695;p215"/>
          <p:cNvSpPr/>
          <p:nvPr>
            <p:ph idx="6" type="pic"/>
          </p:nvPr>
        </p:nvSpPr>
        <p:spPr>
          <a:xfrm>
            <a:off x="6473952" y="2798064"/>
            <a:ext cx="2011680" cy="2011680"/>
          </a:xfrm>
          <a:prstGeom prst="rect">
            <a:avLst/>
          </a:prstGeom>
          <a:noFill/>
          <a:ln>
            <a:noFill/>
          </a:ln>
        </p:spPr>
      </p:sp>
      <p:sp>
        <p:nvSpPr>
          <p:cNvPr id="696" name="Google Shape;696;p215"/>
          <p:cNvSpPr txBox="1"/>
          <p:nvPr>
            <p:ph idx="7" type="body"/>
          </p:nvPr>
        </p:nvSpPr>
        <p:spPr>
          <a:xfrm>
            <a:off x="6108192" y="4846320"/>
            <a:ext cx="2743200" cy="1600200"/>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0"/>
              </a:spcBef>
              <a:spcAft>
                <a:spcPts val="0"/>
              </a:spcAft>
              <a:buClr>
                <a:srgbClr val="232F3E"/>
              </a:buClr>
              <a:buSzPts val="2000"/>
              <a:buNone/>
              <a:defRPr b="0" sz="2000">
                <a:solidFill>
                  <a:srgbClr val="232F3E"/>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7" name="Google Shape;697;p215"/>
          <p:cNvSpPr/>
          <p:nvPr>
            <p:ph idx="8" type="pic"/>
          </p:nvPr>
        </p:nvSpPr>
        <p:spPr>
          <a:xfrm>
            <a:off x="9454896" y="2798064"/>
            <a:ext cx="2011680" cy="2011680"/>
          </a:xfrm>
          <a:prstGeom prst="rect">
            <a:avLst/>
          </a:prstGeom>
          <a:noFill/>
          <a:ln>
            <a:noFill/>
          </a:ln>
        </p:spPr>
      </p:sp>
      <p:sp>
        <p:nvSpPr>
          <p:cNvPr id="698" name="Google Shape;698;p215"/>
          <p:cNvSpPr txBox="1"/>
          <p:nvPr>
            <p:ph idx="9" type="body"/>
          </p:nvPr>
        </p:nvSpPr>
        <p:spPr>
          <a:xfrm>
            <a:off x="9089136" y="4846320"/>
            <a:ext cx="2743200" cy="1600200"/>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0"/>
              </a:spcBef>
              <a:spcAft>
                <a:spcPts val="0"/>
              </a:spcAft>
              <a:buClr>
                <a:srgbClr val="232F3E"/>
              </a:buClr>
              <a:buSzPts val="2000"/>
              <a:buNone/>
              <a:defRPr b="0" sz="2000">
                <a:solidFill>
                  <a:srgbClr val="232F3E"/>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2 Content Columns">
  <p:cSld name="Title and 2 Content Columns">
    <p:bg>
      <p:bgPr>
        <a:solidFill>
          <a:schemeClr val="lt1"/>
        </a:solidFill>
      </p:bgPr>
    </p:bg>
    <p:spTree>
      <p:nvGrpSpPr>
        <p:cNvPr id="699" name="Shape 699"/>
        <p:cNvGrpSpPr/>
        <p:nvPr/>
      </p:nvGrpSpPr>
      <p:grpSpPr>
        <a:xfrm>
          <a:off x="0" y="0"/>
          <a:ext cx="0" cy="0"/>
          <a:chOff x="0" y="0"/>
          <a:chExt cx="0" cy="0"/>
        </a:xfrm>
      </p:grpSpPr>
      <p:sp>
        <p:nvSpPr>
          <p:cNvPr id="700" name="Google Shape;700;p216"/>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701" name="Google Shape;701;p216"/>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702" name="Google Shape;702;p216"/>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703" name="Google Shape;703;p216"/>
          <p:cNvSpPr txBox="1"/>
          <p:nvPr>
            <p:ph idx="1" type="body"/>
          </p:nvPr>
        </p:nvSpPr>
        <p:spPr>
          <a:xfrm>
            <a:off x="365760" y="1097280"/>
            <a:ext cx="5669280" cy="5330952"/>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defRPr>
            </a:lvl1pPr>
            <a:lvl2pPr indent="-381000" lvl="1" marL="914400" algn="l">
              <a:lnSpc>
                <a:spcPct val="100000"/>
              </a:lnSpc>
              <a:spcBef>
                <a:spcPts val="1200"/>
              </a:spcBef>
              <a:spcAft>
                <a:spcPts val="0"/>
              </a:spcAft>
              <a:buClr>
                <a:srgbClr val="232F3E"/>
              </a:buClr>
              <a:buSzPts val="2400"/>
              <a:buChar char="•"/>
              <a:defRPr sz="2400">
                <a:solidFill>
                  <a:srgbClr val="232F3E"/>
                </a:solidFill>
              </a:defRPr>
            </a:lvl2pPr>
            <a:lvl3pPr indent="-355600" lvl="2" marL="1371600" algn="l">
              <a:lnSpc>
                <a:spcPct val="100000"/>
              </a:lnSpc>
              <a:spcBef>
                <a:spcPts val="1200"/>
              </a:spcBef>
              <a:spcAft>
                <a:spcPts val="0"/>
              </a:spcAft>
              <a:buClr>
                <a:srgbClr val="232F3E"/>
              </a:buClr>
              <a:buSzPts val="2000"/>
              <a:buChar char="•"/>
              <a:defRPr sz="2000">
                <a:solidFill>
                  <a:srgbClr val="232F3E"/>
                </a:solidFill>
              </a:defRPr>
            </a:lvl3pPr>
            <a:lvl4pPr indent="-342900" lvl="3" marL="1828800" algn="l">
              <a:lnSpc>
                <a:spcPct val="100000"/>
              </a:lnSpc>
              <a:spcBef>
                <a:spcPts val="1200"/>
              </a:spcBef>
              <a:spcAft>
                <a:spcPts val="0"/>
              </a:spcAft>
              <a:buClr>
                <a:srgbClr val="232F3E"/>
              </a:buClr>
              <a:buSzPts val="1800"/>
              <a:buChar char="•"/>
              <a:defRPr sz="1800">
                <a:solidFill>
                  <a:srgbClr val="232F3E"/>
                </a:solidFill>
              </a:defRPr>
            </a:lvl4pPr>
            <a:lvl5pPr indent="-342900" lvl="4" marL="2286000" algn="l">
              <a:lnSpc>
                <a:spcPct val="100000"/>
              </a:lnSpc>
              <a:spcBef>
                <a:spcPts val="1200"/>
              </a:spcBef>
              <a:spcAft>
                <a:spcPts val="0"/>
              </a:spcAft>
              <a:buClr>
                <a:srgbClr val="232F3E"/>
              </a:buClr>
              <a:buSzPts val="1800"/>
              <a:buChar char="•"/>
              <a:defRPr sz="1800">
                <a:solidFill>
                  <a:srgbClr val="232F3E"/>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04" name="Google Shape;704;p216"/>
          <p:cNvSpPr txBox="1"/>
          <p:nvPr>
            <p:ph idx="2" type="body"/>
          </p:nvPr>
        </p:nvSpPr>
        <p:spPr>
          <a:xfrm>
            <a:off x="6163056" y="1097280"/>
            <a:ext cx="5669280" cy="5330952"/>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defRPr>
            </a:lvl1pPr>
            <a:lvl2pPr indent="-381000" lvl="1" marL="914400" algn="l">
              <a:lnSpc>
                <a:spcPct val="100000"/>
              </a:lnSpc>
              <a:spcBef>
                <a:spcPts val="1200"/>
              </a:spcBef>
              <a:spcAft>
                <a:spcPts val="0"/>
              </a:spcAft>
              <a:buClr>
                <a:srgbClr val="232F3E"/>
              </a:buClr>
              <a:buSzPts val="2400"/>
              <a:buChar char="•"/>
              <a:defRPr sz="2400">
                <a:solidFill>
                  <a:srgbClr val="232F3E"/>
                </a:solidFill>
              </a:defRPr>
            </a:lvl2pPr>
            <a:lvl3pPr indent="-355600" lvl="2" marL="1371600" algn="l">
              <a:lnSpc>
                <a:spcPct val="100000"/>
              </a:lnSpc>
              <a:spcBef>
                <a:spcPts val="1200"/>
              </a:spcBef>
              <a:spcAft>
                <a:spcPts val="0"/>
              </a:spcAft>
              <a:buClr>
                <a:srgbClr val="232F3E"/>
              </a:buClr>
              <a:buSzPts val="2000"/>
              <a:buChar char="•"/>
              <a:defRPr sz="2000">
                <a:solidFill>
                  <a:srgbClr val="232F3E"/>
                </a:solidFill>
              </a:defRPr>
            </a:lvl3pPr>
            <a:lvl4pPr indent="-342900" lvl="3" marL="1828800" algn="l">
              <a:lnSpc>
                <a:spcPct val="100000"/>
              </a:lnSpc>
              <a:spcBef>
                <a:spcPts val="1200"/>
              </a:spcBef>
              <a:spcAft>
                <a:spcPts val="0"/>
              </a:spcAft>
              <a:buClr>
                <a:srgbClr val="232F3E"/>
              </a:buClr>
              <a:buSzPts val="1800"/>
              <a:buChar char="•"/>
              <a:defRPr sz="1800">
                <a:solidFill>
                  <a:srgbClr val="232F3E"/>
                </a:solidFill>
              </a:defRPr>
            </a:lvl4pPr>
            <a:lvl5pPr indent="-342900" lvl="4" marL="2286000" algn="l">
              <a:lnSpc>
                <a:spcPct val="100000"/>
              </a:lnSpc>
              <a:spcBef>
                <a:spcPts val="1200"/>
              </a:spcBef>
              <a:spcAft>
                <a:spcPts val="0"/>
              </a:spcAft>
              <a:buClr>
                <a:srgbClr val="232F3E"/>
              </a:buClr>
              <a:buSzPts val="1800"/>
              <a:buChar char="•"/>
              <a:defRPr sz="1800">
                <a:solidFill>
                  <a:srgbClr val="232F3E"/>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Narrow, and Wide Columns">
  <p:cSld name="Title, Narrow, and Wide Columns">
    <p:bg>
      <p:bgPr>
        <a:solidFill>
          <a:schemeClr val="lt1"/>
        </a:solidFill>
      </p:bgPr>
    </p:bg>
    <p:spTree>
      <p:nvGrpSpPr>
        <p:cNvPr id="705" name="Shape 705"/>
        <p:cNvGrpSpPr/>
        <p:nvPr/>
      </p:nvGrpSpPr>
      <p:grpSpPr>
        <a:xfrm>
          <a:off x="0" y="0"/>
          <a:ext cx="0" cy="0"/>
          <a:chOff x="0" y="0"/>
          <a:chExt cx="0" cy="0"/>
        </a:xfrm>
      </p:grpSpPr>
      <p:sp>
        <p:nvSpPr>
          <p:cNvPr id="706" name="Google Shape;706;p217"/>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707" name="Google Shape;707;p217"/>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708" name="Google Shape;708;p217"/>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709" name="Google Shape;709;p217"/>
          <p:cNvSpPr txBox="1"/>
          <p:nvPr>
            <p:ph idx="1" type="body"/>
          </p:nvPr>
        </p:nvSpPr>
        <p:spPr>
          <a:xfrm>
            <a:off x="365760" y="1097280"/>
            <a:ext cx="3657600" cy="5330952"/>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1200"/>
              </a:spcBef>
              <a:spcAft>
                <a:spcPts val="0"/>
              </a:spcAft>
              <a:buClr>
                <a:srgbClr val="232F3E"/>
              </a:buClr>
              <a:buSzPts val="2000"/>
              <a:buChar char="•"/>
              <a:defRPr sz="2000">
                <a:solidFill>
                  <a:srgbClr val="232F3E"/>
                </a:solidFill>
              </a:defRPr>
            </a:lvl2pPr>
            <a:lvl3pPr indent="-342900" lvl="2" marL="1371600" algn="l">
              <a:lnSpc>
                <a:spcPct val="100000"/>
              </a:lnSpc>
              <a:spcBef>
                <a:spcPts val="1200"/>
              </a:spcBef>
              <a:spcAft>
                <a:spcPts val="0"/>
              </a:spcAft>
              <a:buClr>
                <a:srgbClr val="232F3E"/>
              </a:buClr>
              <a:buSzPts val="1800"/>
              <a:buChar char="•"/>
              <a:defRPr sz="1800">
                <a:solidFill>
                  <a:srgbClr val="232F3E"/>
                </a:solidFill>
              </a:defRPr>
            </a:lvl3pPr>
            <a:lvl4pPr indent="-330200" lvl="3" marL="1828800" algn="l">
              <a:lnSpc>
                <a:spcPct val="100000"/>
              </a:lnSpc>
              <a:spcBef>
                <a:spcPts val="1200"/>
              </a:spcBef>
              <a:spcAft>
                <a:spcPts val="0"/>
              </a:spcAft>
              <a:buClr>
                <a:srgbClr val="232F3E"/>
              </a:buClr>
              <a:buSzPts val="1600"/>
              <a:buChar char="•"/>
              <a:defRPr sz="1600">
                <a:solidFill>
                  <a:srgbClr val="232F3E"/>
                </a:solidFill>
              </a:defRPr>
            </a:lvl4pPr>
            <a:lvl5pPr indent="-330200" lvl="4" marL="2286000" algn="l">
              <a:lnSpc>
                <a:spcPct val="100000"/>
              </a:lnSpc>
              <a:spcBef>
                <a:spcPts val="1200"/>
              </a:spcBef>
              <a:spcAft>
                <a:spcPts val="0"/>
              </a:spcAft>
              <a:buClr>
                <a:srgbClr val="232F3E"/>
              </a:buClr>
              <a:buSzPts val="1600"/>
              <a:buChar char="•"/>
              <a:defRPr sz="1600">
                <a:solidFill>
                  <a:srgbClr val="232F3E"/>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0" name="Google Shape;710;p217"/>
          <p:cNvSpPr txBox="1"/>
          <p:nvPr>
            <p:ph idx="2" type="body"/>
          </p:nvPr>
        </p:nvSpPr>
        <p:spPr>
          <a:xfrm>
            <a:off x="4187952" y="1097280"/>
            <a:ext cx="7644384" cy="5330952"/>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1200"/>
              </a:spcBef>
              <a:spcAft>
                <a:spcPts val="0"/>
              </a:spcAft>
              <a:buClr>
                <a:srgbClr val="232F3E"/>
              </a:buClr>
              <a:buSzPts val="2000"/>
              <a:buChar char="•"/>
              <a:defRPr sz="2000">
                <a:solidFill>
                  <a:srgbClr val="232F3E"/>
                </a:solidFill>
              </a:defRPr>
            </a:lvl2pPr>
            <a:lvl3pPr indent="-342900" lvl="2" marL="1371600" algn="l">
              <a:lnSpc>
                <a:spcPct val="100000"/>
              </a:lnSpc>
              <a:spcBef>
                <a:spcPts val="1200"/>
              </a:spcBef>
              <a:spcAft>
                <a:spcPts val="0"/>
              </a:spcAft>
              <a:buClr>
                <a:srgbClr val="232F3E"/>
              </a:buClr>
              <a:buSzPts val="1800"/>
              <a:buChar char="•"/>
              <a:defRPr sz="1800">
                <a:solidFill>
                  <a:srgbClr val="232F3E"/>
                </a:solidFill>
              </a:defRPr>
            </a:lvl3pPr>
            <a:lvl4pPr indent="-330200" lvl="3" marL="1828800" algn="l">
              <a:lnSpc>
                <a:spcPct val="100000"/>
              </a:lnSpc>
              <a:spcBef>
                <a:spcPts val="1200"/>
              </a:spcBef>
              <a:spcAft>
                <a:spcPts val="0"/>
              </a:spcAft>
              <a:buClr>
                <a:srgbClr val="232F3E"/>
              </a:buClr>
              <a:buSzPts val="1600"/>
              <a:buChar char="•"/>
              <a:defRPr sz="1600">
                <a:solidFill>
                  <a:srgbClr val="232F3E"/>
                </a:solidFill>
              </a:defRPr>
            </a:lvl4pPr>
            <a:lvl5pPr indent="-330200" lvl="4" marL="2286000" algn="l">
              <a:lnSpc>
                <a:spcPct val="100000"/>
              </a:lnSpc>
              <a:spcBef>
                <a:spcPts val="1200"/>
              </a:spcBef>
              <a:spcAft>
                <a:spcPts val="0"/>
              </a:spcAft>
              <a:buClr>
                <a:srgbClr val="232F3E"/>
              </a:buClr>
              <a:buSzPts val="1600"/>
              <a:buChar char="•"/>
              <a:defRPr sz="1600">
                <a:solidFill>
                  <a:srgbClr val="232F3E"/>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2 Code Columns">
  <p:cSld name="Title and 2 Code Columns">
    <p:bg>
      <p:bgPr>
        <a:solidFill>
          <a:schemeClr val="lt1"/>
        </a:solidFill>
      </p:bgPr>
    </p:bg>
    <p:spTree>
      <p:nvGrpSpPr>
        <p:cNvPr id="711" name="Shape 711"/>
        <p:cNvGrpSpPr/>
        <p:nvPr/>
      </p:nvGrpSpPr>
      <p:grpSpPr>
        <a:xfrm>
          <a:off x="0" y="0"/>
          <a:ext cx="0" cy="0"/>
          <a:chOff x="0" y="0"/>
          <a:chExt cx="0" cy="0"/>
        </a:xfrm>
      </p:grpSpPr>
      <p:sp>
        <p:nvSpPr>
          <p:cNvPr id="712" name="Google Shape;712;p218"/>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713" name="Google Shape;713;p218"/>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714" name="Google Shape;714;p218"/>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715" name="Google Shape;715;p218"/>
          <p:cNvSpPr txBox="1"/>
          <p:nvPr>
            <p:ph idx="1" type="body"/>
          </p:nvPr>
        </p:nvSpPr>
        <p:spPr>
          <a:xfrm>
            <a:off x="365760" y="1097280"/>
            <a:ext cx="5669280" cy="5330952"/>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0"/>
              </a:spcBef>
              <a:spcAft>
                <a:spcPts val="0"/>
              </a:spcAft>
              <a:buClr>
                <a:srgbClr val="232F3E"/>
              </a:buClr>
              <a:buSzPts val="1600"/>
              <a:buNone/>
              <a:defRPr sz="1600">
                <a:solidFill>
                  <a:srgbClr val="232F3E"/>
                </a:solidFill>
                <a:latin typeface="Droid Sans Mono"/>
                <a:ea typeface="Droid Sans Mono"/>
                <a:cs typeface="Droid Sans Mono"/>
                <a:sym typeface="Droid Sans Mono"/>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6" name="Google Shape;716;p218"/>
          <p:cNvSpPr txBox="1"/>
          <p:nvPr>
            <p:ph idx="2" type="body"/>
          </p:nvPr>
        </p:nvSpPr>
        <p:spPr>
          <a:xfrm>
            <a:off x="6163056" y="1097280"/>
            <a:ext cx="5669280" cy="5330952"/>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0"/>
              </a:spcBef>
              <a:spcAft>
                <a:spcPts val="0"/>
              </a:spcAft>
              <a:buClr>
                <a:srgbClr val="232F3E"/>
              </a:buClr>
              <a:buSzPts val="1600"/>
              <a:buNone/>
              <a:defRPr sz="1600">
                <a:solidFill>
                  <a:srgbClr val="232F3E"/>
                </a:solidFill>
                <a:latin typeface="Droid Sans Mono"/>
                <a:ea typeface="Droid Sans Mono"/>
                <a:cs typeface="Droid Sans Mono"/>
                <a:sym typeface="Droid Sans Mono"/>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Header, and 2 Text Columns">
  <p:cSld name="Title, Header, and 2 Text Columns">
    <p:bg>
      <p:bgPr>
        <a:solidFill>
          <a:schemeClr val="lt1"/>
        </a:solidFill>
      </p:bgPr>
    </p:bg>
    <p:spTree>
      <p:nvGrpSpPr>
        <p:cNvPr id="717" name="Shape 717"/>
        <p:cNvGrpSpPr/>
        <p:nvPr/>
      </p:nvGrpSpPr>
      <p:grpSpPr>
        <a:xfrm>
          <a:off x="0" y="0"/>
          <a:ext cx="0" cy="0"/>
          <a:chOff x="0" y="0"/>
          <a:chExt cx="0" cy="0"/>
        </a:xfrm>
      </p:grpSpPr>
      <p:sp>
        <p:nvSpPr>
          <p:cNvPr id="718" name="Google Shape;718;p219"/>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719" name="Google Shape;719;p219"/>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0" name="Google Shape;720;p219"/>
          <p:cNvSpPr txBox="1"/>
          <p:nvPr>
            <p:ph idx="1" type="body"/>
          </p:nvPr>
        </p:nvSpPr>
        <p:spPr>
          <a:xfrm>
            <a:off x="365760" y="1053311"/>
            <a:ext cx="11460480" cy="440329"/>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1" name="Google Shape;721;p219"/>
          <p:cNvSpPr txBox="1"/>
          <p:nvPr>
            <p:ph idx="2" type="body"/>
          </p:nvPr>
        </p:nvSpPr>
        <p:spPr>
          <a:xfrm>
            <a:off x="365760" y="1563624"/>
            <a:ext cx="5669280" cy="4873752"/>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defRPr>
            </a:lvl1pPr>
            <a:lvl2pPr indent="-381000" lvl="1" marL="914400" algn="l">
              <a:lnSpc>
                <a:spcPct val="100000"/>
              </a:lnSpc>
              <a:spcBef>
                <a:spcPts val="1200"/>
              </a:spcBef>
              <a:spcAft>
                <a:spcPts val="0"/>
              </a:spcAft>
              <a:buClr>
                <a:srgbClr val="232F3E"/>
              </a:buClr>
              <a:buSzPts val="2400"/>
              <a:buChar char="•"/>
              <a:defRPr sz="2400">
                <a:solidFill>
                  <a:srgbClr val="232F3E"/>
                </a:solidFill>
              </a:defRPr>
            </a:lvl2pPr>
            <a:lvl3pPr indent="-355600" lvl="2" marL="1371600" algn="l">
              <a:lnSpc>
                <a:spcPct val="100000"/>
              </a:lnSpc>
              <a:spcBef>
                <a:spcPts val="1200"/>
              </a:spcBef>
              <a:spcAft>
                <a:spcPts val="0"/>
              </a:spcAft>
              <a:buClr>
                <a:srgbClr val="232F3E"/>
              </a:buClr>
              <a:buSzPts val="2000"/>
              <a:buChar char="•"/>
              <a:defRPr sz="2000">
                <a:solidFill>
                  <a:srgbClr val="232F3E"/>
                </a:solidFill>
              </a:defRPr>
            </a:lvl3pPr>
            <a:lvl4pPr indent="-342900" lvl="3" marL="1828800" algn="l">
              <a:lnSpc>
                <a:spcPct val="100000"/>
              </a:lnSpc>
              <a:spcBef>
                <a:spcPts val="1200"/>
              </a:spcBef>
              <a:spcAft>
                <a:spcPts val="0"/>
              </a:spcAft>
              <a:buClr>
                <a:srgbClr val="232F3E"/>
              </a:buClr>
              <a:buSzPts val="1800"/>
              <a:buChar char="•"/>
              <a:defRPr sz="1800">
                <a:solidFill>
                  <a:srgbClr val="232F3E"/>
                </a:solidFill>
              </a:defRPr>
            </a:lvl4pPr>
            <a:lvl5pPr indent="-342900" lvl="4" marL="2286000" algn="l">
              <a:lnSpc>
                <a:spcPct val="100000"/>
              </a:lnSpc>
              <a:spcBef>
                <a:spcPts val="1200"/>
              </a:spcBef>
              <a:spcAft>
                <a:spcPts val="0"/>
              </a:spcAft>
              <a:buClr>
                <a:srgbClr val="232F3E"/>
              </a:buClr>
              <a:buSzPts val="1800"/>
              <a:buChar char="•"/>
              <a:defRPr sz="1800">
                <a:solidFill>
                  <a:srgbClr val="232F3E"/>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2" name="Google Shape;722;p219"/>
          <p:cNvSpPr txBox="1"/>
          <p:nvPr>
            <p:ph idx="3" type="body"/>
          </p:nvPr>
        </p:nvSpPr>
        <p:spPr>
          <a:xfrm>
            <a:off x="6163056" y="1563624"/>
            <a:ext cx="5669280" cy="4873752"/>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defRPr>
            </a:lvl1pPr>
            <a:lvl2pPr indent="-381000" lvl="1" marL="914400" algn="l">
              <a:lnSpc>
                <a:spcPct val="100000"/>
              </a:lnSpc>
              <a:spcBef>
                <a:spcPts val="1200"/>
              </a:spcBef>
              <a:spcAft>
                <a:spcPts val="0"/>
              </a:spcAft>
              <a:buClr>
                <a:srgbClr val="232F3E"/>
              </a:buClr>
              <a:buSzPts val="2400"/>
              <a:buChar char="•"/>
              <a:defRPr sz="2400">
                <a:solidFill>
                  <a:srgbClr val="232F3E"/>
                </a:solidFill>
              </a:defRPr>
            </a:lvl2pPr>
            <a:lvl3pPr indent="-355600" lvl="2" marL="1371600" algn="l">
              <a:lnSpc>
                <a:spcPct val="100000"/>
              </a:lnSpc>
              <a:spcBef>
                <a:spcPts val="1200"/>
              </a:spcBef>
              <a:spcAft>
                <a:spcPts val="0"/>
              </a:spcAft>
              <a:buClr>
                <a:srgbClr val="232F3E"/>
              </a:buClr>
              <a:buSzPts val="2000"/>
              <a:buChar char="•"/>
              <a:defRPr sz="2000">
                <a:solidFill>
                  <a:srgbClr val="232F3E"/>
                </a:solidFill>
              </a:defRPr>
            </a:lvl3pPr>
            <a:lvl4pPr indent="-342900" lvl="3" marL="1828800" algn="l">
              <a:lnSpc>
                <a:spcPct val="100000"/>
              </a:lnSpc>
              <a:spcBef>
                <a:spcPts val="1200"/>
              </a:spcBef>
              <a:spcAft>
                <a:spcPts val="0"/>
              </a:spcAft>
              <a:buClr>
                <a:srgbClr val="232F3E"/>
              </a:buClr>
              <a:buSzPts val="1800"/>
              <a:buChar char="•"/>
              <a:defRPr sz="1800">
                <a:solidFill>
                  <a:srgbClr val="232F3E"/>
                </a:solidFill>
              </a:defRPr>
            </a:lvl4pPr>
            <a:lvl5pPr indent="-342900" lvl="4" marL="2286000" algn="l">
              <a:lnSpc>
                <a:spcPct val="100000"/>
              </a:lnSpc>
              <a:spcBef>
                <a:spcPts val="1200"/>
              </a:spcBef>
              <a:spcAft>
                <a:spcPts val="0"/>
              </a:spcAft>
              <a:buClr>
                <a:srgbClr val="232F3E"/>
              </a:buClr>
              <a:buSzPts val="1800"/>
              <a:buChar char="•"/>
              <a:defRPr sz="1800">
                <a:solidFill>
                  <a:srgbClr val="232F3E"/>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Header, Content, Full Height Picture">
  <p:cSld name="Title, Header, Content, Full Height Picture">
    <p:bg>
      <p:bgPr>
        <a:solidFill>
          <a:schemeClr val="lt1"/>
        </a:solidFill>
      </p:bgPr>
    </p:bg>
    <p:spTree>
      <p:nvGrpSpPr>
        <p:cNvPr id="723" name="Shape 723"/>
        <p:cNvGrpSpPr/>
        <p:nvPr/>
      </p:nvGrpSpPr>
      <p:grpSpPr>
        <a:xfrm>
          <a:off x="0" y="0"/>
          <a:ext cx="0" cy="0"/>
          <a:chOff x="0" y="0"/>
          <a:chExt cx="0" cy="0"/>
        </a:xfrm>
      </p:grpSpPr>
      <p:sp>
        <p:nvSpPr>
          <p:cNvPr id="724" name="Google Shape;724;p220"/>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725" name="Google Shape;725;p220"/>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6" name="Google Shape;726;p220"/>
          <p:cNvSpPr txBox="1"/>
          <p:nvPr>
            <p:ph idx="1" type="body"/>
          </p:nvPr>
        </p:nvSpPr>
        <p:spPr>
          <a:xfrm>
            <a:off x="365761" y="1051560"/>
            <a:ext cx="5669279" cy="440329"/>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7" name="Google Shape;727;p220"/>
          <p:cNvSpPr txBox="1"/>
          <p:nvPr>
            <p:ph idx="2" type="body"/>
          </p:nvPr>
        </p:nvSpPr>
        <p:spPr>
          <a:xfrm>
            <a:off x="365760" y="1554480"/>
            <a:ext cx="5669280" cy="488174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defRPr>
            </a:lvl1pPr>
            <a:lvl2pPr indent="-381000" lvl="1" marL="914400" algn="l">
              <a:lnSpc>
                <a:spcPct val="100000"/>
              </a:lnSpc>
              <a:spcBef>
                <a:spcPts val="1200"/>
              </a:spcBef>
              <a:spcAft>
                <a:spcPts val="0"/>
              </a:spcAft>
              <a:buClr>
                <a:srgbClr val="232F3E"/>
              </a:buClr>
              <a:buSzPts val="2400"/>
              <a:buChar char="•"/>
              <a:defRPr sz="2400">
                <a:solidFill>
                  <a:srgbClr val="232F3E"/>
                </a:solidFill>
              </a:defRPr>
            </a:lvl2pPr>
            <a:lvl3pPr indent="-355600" lvl="2" marL="1371600" algn="l">
              <a:lnSpc>
                <a:spcPct val="100000"/>
              </a:lnSpc>
              <a:spcBef>
                <a:spcPts val="1200"/>
              </a:spcBef>
              <a:spcAft>
                <a:spcPts val="0"/>
              </a:spcAft>
              <a:buClr>
                <a:srgbClr val="232F3E"/>
              </a:buClr>
              <a:buSzPts val="2000"/>
              <a:buChar char="•"/>
              <a:defRPr sz="2000">
                <a:solidFill>
                  <a:srgbClr val="232F3E"/>
                </a:solidFill>
              </a:defRPr>
            </a:lvl3pPr>
            <a:lvl4pPr indent="-342900" lvl="3" marL="1828800" algn="l">
              <a:lnSpc>
                <a:spcPct val="100000"/>
              </a:lnSpc>
              <a:spcBef>
                <a:spcPts val="1200"/>
              </a:spcBef>
              <a:spcAft>
                <a:spcPts val="0"/>
              </a:spcAft>
              <a:buClr>
                <a:srgbClr val="232F3E"/>
              </a:buClr>
              <a:buSzPts val="1800"/>
              <a:buChar char="•"/>
              <a:defRPr sz="1800">
                <a:solidFill>
                  <a:srgbClr val="232F3E"/>
                </a:solidFill>
              </a:defRPr>
            </a:lvl4pPr>
            <a:lvl5pPr indent="-342900" lvl="4" marL="2286000" algn="l">
              <a:lnSpc>
                <a:spcPct val="100000"/>
              </a:lnSpc>
              <a:spcBef>
                <a:spcPts val="1200"/>
              </a:spcBef>
              <a:spcAft>
                <a:spcPts val="0"/>
              </a:spcAft>
              <a:buClr>
                <a:srgbClr val="232F3E"/>
              </a:buClr>
              <a:buSzPts val="1800"/>
              <a:buChar char="•"/>
              <a:defRPr sz="1800">
                <a:solidFill>
                  <a:srgbClr val="232F3E"/>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8" name="Google Shape;728;p220"/>
          <p:cNvSpPr/>
          <p:nvPr>
            <p:ph idx="3" type="pic"/>
          </p:nvPr>
        </p:nvSpPr>
        <p:spPr>
          <a:xfrm>
            <a:off x="6163056" y="1046819"/>
            <a:ext cx="5669280" cy="5398103"/>
          </a:xfrm>
          <a:prstGeom prst="rect">
            <a:avLst/>
          </a:prstGeom>
          <a:noFill/>
          <a:ln>
            <a:noFill/>
          </a:ln>
        </p:spPr>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Pictures, 2 Headers, and 2 Text Columns">
  <p:cSld name="Title, 2 Pictures, 2 Headers, and 2 Text Columns">
    <p:bg>
      <p:bgPr>
        <a:solidFill>
          <a:schemeClr val="lt1"/>
        </a:solidFill>
      </p:bgPr>
    </p:bg>
    <p:spTree>
      <p:nvGrpSpPr>
        <p:cNvPr id="729" name="Shape 729"/>
        <p:cNvGrpSpPr/>
        <p:nvPr/>
      </p:nvGrpSpPr>
      <p:grpSpPr>
        <a:xfrm>
          <a:off x="0" y="0"/>
          <a:ext cx="0" cy="0"/>
          <a:chOff x="0" y="0"/>
          <a:chExt cx="0" cy="0"/>
        </a:xfrm>
      </p:grpSpPr>
      <p:pic>
        <p:nvPicPr>
          <p:cNvPr id="730" name="Google Shape;730;p221"/>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731" name="Google Shape;731;p221"/>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732" name="Google Shape;732;p221"/>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3" name="Google Shape;733;p221"/>
          <p:cNvSpPr/>
          <p:nvPr>
            <p:ph idx="2" type="pic"/>
          </p:nvPr>
        </p:nvSpPr>
        <p:spPr>
          <a:xfrm>
            <a:off x="2057400" y="1097280"/>
            <a:ext cx="2286000" cy="2286000"/>
          </a:xfrm>
          <a:prstGeom prst="rect">
            <a:avLst/>
          </a:prstGeom>
          <a:noFill/>
          <a:ln>
            <a:noFill/>
          </a:ln>
        </p:spPr>
      </p:sp>
      <p:sp>
        <p:nvSpPr>
          <p:cNvPr id="734" name="Google Shape;734;p221"/>
          <p:cNvSpPr txBox="1"/>
          <p:nvPr>
            <p:ph idx="1" type="body"/>
          </p:nvPr>
        </p:nvSpPr>
        <p:spPr>
          <a:xfrm>
            <a:off x="365760" y="3438144"/>
            <a:ext cx="5669280" cy="440329"/>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5" name="Google Shape;735;p221"/>
          <p:cNvSpPr txBox="1"/>
          <p:nvPr>
            <p:ph idx="3" type="body"/>
          </p:nvPr>
        </p:nvSpPr>
        <p:spPr>
          <a:xfrm>
            <a:off x="365760" y="3895344"/>
            <a:ext cx="5669280" cy="2551176"/>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latin typeface="Play"/>
                <a:ea typeface="Play"/>
                <a:cs typeface="Play"/>
                <a:sym typeface="Play"/>
              </a:defRPr>
            </a:lvl1pPr>
            <a:lvl2pPr indent="-381000" lvl="1" marL="914400" algn="l">
              <a:lnSpc>
                <a:spcPct val="100000"/>
              </a:lnSpc>
              <a:spcBef>
                <a:spcPts val="600"/>
              </a:spcBef>
              <a:spcAft>
                <a:spcPts val="0"/>
              </a:spcAft>
              <a:buClr>
                <a:srgbClr val="232F3E"/>
              </a:buClr>
              <a:buSzPts val="2400"/>
              <a:buChar char="•"/>
              <a:defRPr sz="2400">
                <a:solidFill>
                  <a:srgbClr val="232F3E"/>
                </a:solidFill>
                <a:latin typeface="Play"/>
                <a:ea typeface="Play"/>
                <a:cs typeface="Play"/>
                <a:sym typeface="Play"/>
              </a:defRPr>
            </a:lvl2pPr>
            <a:lvl3pPr indent="-355600" lvl="2" marL="1371600" algn="l">
              <a:lnSpc>
                <a:spcPct val="100000"/>
              </a:lnSpc>
              <a:spcBef>
                <a:spcPts val="600"/>
              </a:spcBef>
              <a:spcAft>
                <a:spcPts val="0"/>
              </a:spcAft>
              <a:buClr>
                <a:srgbClr val="232F3E"/>
              </a:buClr>
              <a:buSzPts val="2000"/>
              <a:buChar char="•"/>
              <a:defRPr sz="2000">
                <a:solidFill>
                  <a:srgbClr val="232F3E"/>
                </a:solidFill>
                <a:latin typeface="Play"/>
                <a:ea typeface="Play"/>
                <a:cs typeface="Play"/>
                <a:sym typeface="Play"/>
              </a:defRPr>
            </a:lvl3pPr>
            <a:lvl4pPr indent="-342900" lvl="3" marL="1828800" algn="l">
              <a:lnSpc>
                <a:spcPct val="100000"/>
              </a:lnSpc>
              <a:spcBef>
                <a:spcPts val="600"/>
              </a:spcBef>
              <a:spcAft>
                <a:spcPts val="0"/>
              </a:spcAft>
              <a:buClr>
                <a:srgbClr val="232F3E"/>
              </a:buClr>
              <a:buSzPts val="1800"/>
              <a:buChar char="•"/>
              <a:defRPr sz="1800">
                <a:solidFill>
                  <a:srgbClr val="232F3E"/>
                </a:solidFill>
                <a:latin typeface="Play"/>
                <a:ea typeface="Play"/>
                <a:cs typeface="Play"/>
                <a:sym typeface="Play"/>
              </a:defRPr>
            </a:lvl4pPr>
            <a:lvl5pPr indent="-342900" lvl="4" marL="2286000" algn="l">
              <a:lnSpc>
                <a:spcPct val="100000"/>
              </a:lnSpc>
              <a:spcBef>
                <a:spcPts val="600"/>
              </a:spcBef>
              <a:spcAft>
                <a:spcPts val="0"/>
              </a:spcAft>
              <a:buClr>
                <a:srgbClr val="232F3E"/>
              </a:buClr>
              <a:buSzPts val="1800"/>
              <a:buChar char="•"/>
              <a:defRPr sz="1800">
                <a:solidFill>
                  <a:srgbClr val="232F3E"/>
                </a:solidFill>
                <a:latin typeface="Play"/>
                <a:ea typeface="Play"/>
                <a:cs typeface="Play"/>
                <a:sym typeface="Play"/>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6" name="Google Shape;736;p221"/>
          <p:cNvSpPr/>
          <p:nvPr>
            <p:ph idx="4" type="pic"/>
          </p:nvPr>
        </p:nvSpPr>
        <p:spPr>
          <a:xfrm>
            <a:off x="7891272" y="1097280"/>
            <a:ext cx="2286000" cy="2286000"/>
          </a:xfrm>
          <a:prstGeom prst="rect">
            <a:avLst/>
          </a:prstGeom>
          <a:noFill/>
          <a:ln>
            <a:noFill/>
          </a:ln>
        </p:spPr>
      </p:sp>
      <p:sp>
        <p:nvSpPr>
          <p:cNvPr id="737" name="Google Shape;737;p221"/>
          <p:cNvSpPr txBox="1"/>
          <p:nvPr>
            <p:ph idx="5" type="body"/>
          </p:nvPr>
        </p:nvSpPr>
        <p:spPr>
          <a:xfrm>
            <a:off x="6163056" y="3438144"/>
            <a:ext cx="5669280" cy="440329"/>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8" name="Google Shape;738;p221"/>
          <p:cNvSpPr txBox="1"/>
          <p:nvPr>
            <p:ph idx="6" type="body"/>
          </p:nvPr>
        </p:nvSpPr>
        <p:spPr>
          <a:xfrm>
            <a:off x="6163056" y="3895344"/>
            <a:ext cx="5669280" cy="2551176"/>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latin typeface="Play"/>
                <a:ea typeface="Play"/>
                <a:cs typeface="Play"/>
                <a:sym typeface="Play"/>
              </a:defRPr>
            </a:lvl1pPr>
            <a:lvl2pPr indent="-381000" lvl="1" marL="914400" algn="l">
              <a:lnSpc>
                <a:spcPct val="100000"/>
              </a:lnSpc>
              <a:spcBef>
                <a:spcPts val="600"/>
              </a:spcBef>
              <a:spcAft>
                <a:spcPts val="0"/>
              </a:spcAft>
              <a:buClr>
                <a:srgbClr val="232F3E"/>
              </a:buClr>
              <a:buSzPts val="2400"/>
              <a:buChar char="•"/>
              <a:defRPr sz="2400">
                <a:solidFill>
                  <a:srgbClr val="232F3E"/>
                </a:solidFill>
                <a:latin typeface="Play"/>
                <a:ea typeface="Play"/>
                <a:cs typeface="Play"/>
                <a:sym typeface="Play"/>
              </a:defRPr>
            </a:lvl2pPr>
            <a:lvl3pPr indent="-355600" lvl="2" marL="1371600" algn="l">
              <a:lnSpc>
                <a:spcPct val="100000"/>
              </a:lnSpc>
              <a:spcBef>
                <a:spcPts val="600"/>
              </a:spcBef>
              <a:spcAft>
                <a:spcPts val="0"/>
              </a:spcAft>
              <a:buClr>
                <a:srgbClr val="232F3E"/>
              </a:buClr>
              <a:buSzPts val="2000"/>
              <a:buChar char="•"/>
              <a:defRPr sz="2000">
                <a:solidFill>
                  <a:srgbClr val="232F3E"/>
                </a:solidFill>
                <a:latin typeface="Play"/>
                <a:ea typeface="Play"/>
                <a:cs typeface="Play"/>
                <a:sym typeface="Play"/>
              </a:defRPr>
            </a:lvl3pPr>
            <a:lvl4pPr indent="-342900" lvl="3" marL="1828800" algn="l">
              <a:lnSpc>
                <a:spcPct val="100000"/>
              </a:lnSpc>
              <a:spcBef>
                <a:spcPts val="600"/>
              </a:spcBef>
              <a:spcAft>
                <a:spcPts val="0"/>
              </a:spcAft>
              <a:buClr>
                <a:srgbClr val="232F3E"/>
              </a:buClr>
              <a:buSzPts val="1800"/>
              <a:buChar char="•"/>
              <a:defRPr sz="1800">
                <a:solidFill>
                  <a:srgbClr val="232F3E"/>
                </a:solidFill>
                <a:latin typeface="Play"/>
                <a:ea typeface="Play"/>
                <a:cs typeface="Play"/>
                <a:sym typeface="Play"/>
              </a:defRPr>
            </a:lvl4pPr>
            <a:lvl5pPr indent="-342900" lvl="4" marL="2286000" algn="l">
              <a:lnSpc>
                <a:spcPct val="100000"/>
              </a:lnSpc>
              <a:spcBef>
                <a:spcPts val="600"/>
              </a:spcBef>
              <a:spcAft>
                <a:spcPts val="0"/>
              </a:spcAft>
              <a:buClr>
                <a:srgbClr val="232F3E"/>
              </a:buClr>
              <a:buSzPts val="1800"/>
              <a:buChar char="•"/>
              <a:defRPr sz="1800">
                <a:solidFill>
                  <a:srgbClr val="232F3E"/>
                </a:solidFill>
                <a:latin typeface="Play"/>
                <a:ea typeface="Play"/>
                <a:cs typeface="Play"/>
                <a:sym typeface="Play"/>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Columns">
  <p:cSld name="Title and 3 Columns">
    <p:bg>
      <p:bgPr>
        <a:solidFill>
          <a:schemeClr val="lt1"/>
        </a:solidFill>
      </p:bgPr>
    </p:bg>
    <p:spTree>
      <p:nvGrpSpPr>
        <p:cNvPr id="739" name="Shape 739"/>
        <p:cNvGrpSpPr/>
        <p:nvPr/>
      </p:nvGrpSpPr>
      <p:grpSpPr>
        <a:xfrm>
          <a:off x="0" y="0"/>
          <a:ext cx="0" cy="0"/>
          <a:chOff x="0" y="0"/>
          <a:chExt cx="0" cy="0"/>
        </a:xfrm>
      </p:grpSpPr>
      <p:sp>
        <p:nvSpPr>
          <p:cNvPr id="740" name="Google Shape;740;p222"/>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741" name="Google Shape;741;p222"/>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742" name="Google Shape;742;p222"/>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743" name="Google Shape;743;p222"/>
          <p:cNvSpPr txBox="1"/>
          <p:nvPr>
            <p:ph idx="1" type="body"/>
          </p:nvPr>
        </p:nvSpPr>
        <p:spPr>
          <a:xfrm>
            <a:off x="365760" y="1097280"/>
            <a:ext cx="3749040" cy="5330952"/>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defRPr>
            </a:lvl1pPr>
            <a:lvl2pPr indent="-381000" lvl="1" marL="914400" algn="l">
              <a:lnSpc>
                <a:spcPct val="100000"/>
              </a:lnSpc>
              <a:spcBef>
                <a:spcPts val="600"/>
              </a:spcBef>
              <a:spcAft>
                <a:spcPts val="0"/>
              </a:spcAft>
              <a:buClr>
                <a:srgbClr val="232F3E"/>
              </a:buClr>
              <a:buSzPts val="2400"/>
              <a:buChar char="•"/>
              <a:defRPr sz="2400">
                <a:solidFill>
                  <a:srgbClr val="232F3E"/>
                </a:solidFill>
              </a:defRPr>
            </a:lvl2pPr>
            <a:lvl3pPr indent="-355600" lvl="2" marL="1371600" algn="l">
              <a:lnSpc>
                <a:spcPct val="100000"/>
              </a:lnSpc>
              <a:spcBef>
                <a:spcPts val="600"/>
              </a:spcBef>
              <a:spcAft>
                <a:spcPts val="0"/>
              </a:spcAft>
              <a:buClr>
                <a:srgbClr val="232F3E"/>
              </a:buClr>
              <a:buSzPts val="2000"/>
              <a:buChar char="•"/>
              <a:defRPr sz="2000">
                <a:solidFill>
                  <a:srgbClr val="232F3E"/>
                </a:solidFill>
              </a:defRPr>
            </a:lvl3pPr>
            <a:lvl4pPr indent="-342900" lvl="3" marL="1828800" algn="l">
              <a:lnSpc>
                <a:spcPct val="100000"/>
              </a:lnSpc>
              <a:spcBef>
                <a:spcPts val="600"/>
              </a:spcBef>
              <a:spcAft>
                <a:spcPts val="0"/>
              </a:spcAft>
              <a:buClr>
                <a:srgbClr val="232F3E"/>
              </a:buClr>
              <a:buSzPts val="1800"/>
              <a:buChar char="•"/>
              <a:defRPr sz="1800">
                <a:solidFill>
                  <a:srgbClr val="232F3E"/>
                </a:solidFill>
              </a:defRPr>
            </a:lvl4pPr>
            <a:lvl5pPr indent="-342900" lvl="4" marL="2286000" algn="l">
              <a:lnSpc>
                <a:spcPct val="100000"/>
              </a:lnSpc>
              <a:spcBef>
                <a:spcPts val="600"/>
              </a:spcBef>
              <a:spcAft>
                <a:spcPts val="0"/>
              </a:spcAft>
              <a:buClr>
                <a:srgbClr val="232F3E"/>
              </a:buClr>
              <a:buSzPts val="1800"/>
              <a:buChar char="•"/>
              <a:defRPr sz="18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4" name="Google Shape;744;p222"/>
          <p:cNvSpPr txBox="1"/>
          <p:nvPr>
            <p:ph idx="2" type="body"/>
          </p:nvPr>
        </p:nvSpPr>
        <p:spPr>
          <a:xfrm>
            <a:off x="4224528" y="1097280"/>
            <a:ext cx="3749040" cy="5330952"/>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defRPr>
            </a:lvl1pPr>
            <a:lvl2pPr indent="-381000" lvl="1" marL="914400" algn="l">
              <a:lnSpc>
                <a:spcPct val="100000"/>
              </a:lnSpc>
              <a:spcBef>
                <a:spcPts val="600"/>
              </a:spcBef>
              <a:spcAft>
                <a:spcPts val="0"/>
              </a:spcAft>
              <a:buClr>
                <a:srgbClr val="232F3E"/>
              </a:buClr>
              <a:buSzPts val="2400"/>
              <a:buChar char="•"/>
              <a:defRPr sz="2400">
                <a:solidFill>
                  <a:srgbClr val="232F3E"/>
                </a:solidFill>
              </a:defRPr>
            </a:lvl2pPr>
            <a:lvl3pPr indent="-355600" lvl="2" marL="1371600" algn="l">
              <a:lnSpc>
                <a:spcPct val="100000"/>
              </a:lnSpc>
              <a:spcBef>
                <a:spcPts val="600"/>
              </a:spcBef>
              <a:spcAft>
                <a:spcPts val="0"/>
              </a:spcAft>
              <a:buClr>
                <a:srgbClr val="232F3E"/>
              </a:buClr>
              <a:buSzPts val="2000"/>
              <a:buChar char="•"/>
              <a:defRPr sz="2000">
                <a:solidFill>
                  <a:srgbClr val="232F3E"/>
                </a:solidFill>
              </a:defRPr>
            </a:lvl3pPr>
            <a:lvl4pPr indent="-342900" lvl="3" marL="1828800" algn="l">
              <a:lnSpc>
                <a:spcPct val="100000"/>
              </a:lnSpc>
              <a:spcBef>
                <a:spcPts val="600"/>
              </a:spcBef>
              <a:spcAft>
                <a:spcPts val="0"/>
              </a:spcAft>
              <a:buClr>
                <a:srgbClr val="232F3E"/>
              </a:buClr>
              <a:buSzPts val="1800"/>
              <a:buChar char="•"/>
              <a:defRPr sz="1800">
                <a:solidFill>
                  <a:srgbClr val="232F3E"/>
                </a:solidFill>
              </a:defRPr>
            </a:lvl4pPr>
            <a:lvl5pPr indent="-342900" lvl="4" marL="2286000" algn="l">
              <a:lnSpc>
                <a:spcPct val="100000"/>
              </a:lnSpc>
              <a:spcBef>
                <a:spcPts val="600"/>
              </a:spcBef>
              <a:spcAft>
                <a:spcPts val="0"/>
              </a:spcAft>
              <a:buClr>
                <a:srgbClr val="232F3E"/>
              </a:buClr>
              <a:buSzPts val="1800"/>
              <a:buChar char="•"/>
              <a:defRPr sz="18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5" name="Google Shape;745;p222"/>
          <p:cNvSpPr txBox="1"/>
          <p:nvPr>
            <p:ph idx="3" type="body"/>
          </p:nvPr>
        </p:nvSpPr>
        <p:spPr>
          <a:xfrm>
            <a:off x="8083296" y="1097280"/>
            <a:ext cx="3749040" cy="5330952"/>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defRPr>
            </a:lvl1pPr>
            <a:lvl2pPr indent="-381000" lvl="1" marL="914400" algn="l">
              <a:lnSpc>
                <a:spcPct val="100000"/>
              </a:lnSpc>
              <a:spcBef>
                <a:spcPts val="600"/>
              </a:spcBef>
              <a:spcAft>
                <a:spcPts val="0"/>
              </a:spcAft>
              <a:buClr>
                <a:srgbClr val="232F3E"/>
              </a:buClr>
              <a:buSzPts val="2400"/>
              <a:buChar char="•"/>
              <a:defRPr sz="2400">
                <a:solidFill>
                  <a:srgbClr val="232F3E"/>
                </a:solidFill>
              </a:defRPr>
            </a:lvl2pPr>
            <a:lvl3pPr indent="-355600" lvl="2" marL="1371600" algn="l">
              <a:lnSpc>
                <a:spcPct val="100000"/>
              </a:lnSpc>
              <a:spcBef>
                <a:spcPts val="600"/>
              </a:spcBef>
              <a:spcAft>
                <a:spcPts val="0"/>
              </a:spcAft>
              <a:buClr>
                <a:srgbClr val="232F3E"/>
              </a:buClr>
              <a:buSzPts val="2000"/>
              <a:buChar char="•"/>
              <a:defRPr sz="2000">
                <a:solidFill>
                  <a:srgbClr val="232F3E"/>
                </a:solidFill>
              </a:defRPr>
            </a:lvl3pPr>
            <a:lvl4pPr indent="-342900" lvl="3" marL="1828800" algn="l">
              <a:lnSpc>
                <a:spcPct val="100000"/>
              </a:lnSpc>
              <a:spcBef>
                <a:spcPts val="600"/>
              </a:spcBef>
              <a:spcAft>
                <a:spcPts val="0"/>
              </a:spcAft>
              <a:buClr>
                <a:srgbClr val="232F3E"/>
              </a:buClr>
              <a:buSzPts val="1800"/>
              <a:buChar char="•"/>
              <a:defRPr sz="1800">
                <a:solidFill>
                  <a:srgbClr val="232F3E"/>
                </a:solidFill>
              </a:defRPr>
            </a:lvl4pPr>
            <a:lvl5pPr indent="-342900" lvl="4" marL="2286000" algn="l">
              <a:lnSpc>
                <a:spcPct val="100000"/>
              </a:lnSpc>
              <a:spcBef>
                <a:spcPts val="600"/>
              </a:spcBef>
              <a:spcAft>
                <a:spcPts val="0"/>
              </a:spcAft>
              <a:buClr>
                <a:srgbClr val="232F3E"/>
              </a:buClr>
              <a:buSzPts val="1800"/>
              <a:buChar char="•"/>
              <a:defRPr sz="18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3 Headers, and 3 Text Columns">
  <p:cSld name="Title, 3 Headers, and 3 Text Columns">
    <p:bg>
      <p:bgPr>
        <a:solidFill>
          <a:schemeClr val="lt1"/>
        </a:solidFill>
      </p:bgPr>
    </p:bg>
    <p:spTree>
      <p:nvGrpSpPr>
        <p:cNvPr id="746" name="Shape 746"/>
        <p:cNvGrpSpPr/>
        <p:nvPr/>
      </p:nvGrpSpPr>
      <p:grpSpPr>
        <a:xfrm>
          <a:off x="0" y="0"/>
          <a:ext cx="0" cy="0"/>
          <a:chOff x="0" y="0"/>
          <a:chExt cx="0" cy="0"/>
        </a:xfrm>
      </p:grpSpPr>
      <p:sp>
        <p:nvSpPr>
          <p:cNvPr id="747" name="Google Shape;747;p223"/>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748" name="Google Shape;748;p223"/>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9" name="Google Shape;749;p223"/>
          <p:cNvSpPr txBox="1"/>
          <p:nvPr>
            <p:ph idx="1" type="body"/>
          </p:nvPr>
        </p:nvSpPr>
        <p:spPr>
          <a:xfrm>
            <a:off x="365760" y="1053311"/>
            <a:ext cx="3749040" cy="440329"/>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0" name="Google Shape;750;p223"/>
          <p:cNvSpPr txBox="1"/>
          <p:nvPr>
            <p:ph idx="2" type="body"/>
          </p:nvPr>
        </p:nvSpPr>
        <p:spPr>
          <a:xfrm>
            <a:off x="365760" y="1563624"/>
            <a:ext cx="3749040" cy="4873752"/>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defRPr>
            </a:lvl1pPr>
            <a:lvl2pPr indent="-381000" lvl="1" marL="914400" algn="l">
              <a:lnSpc>
                <a:spcPct val="100000"/>
              </a:lnSpc>
              <a:spcBef>
                <a:spcPts val="600"/>
              </a:spcBef>
              <a:spcAft>
                <a:spcPts val="0"/>
              </a:spcAft>
              <a:buClr>
                <a:srgbClr val="232F3E"/>
              </a:buClr>
              <a:buSzPts val="2400"/>
              <a:buChar char="•"/>
              <a:defRPr sz="2400">
                <a:solidFill>
                  <a:srgbClr val="232F3E"/>
                </a:solidFill>
              </a:defRPr>
            </a:lvl2pPr>
            <a:lvl3pPr indent="-355600" lvl="2" marL="1371600" algn="l">
              <a:lnSpc>
                <a:spcPct val="100000"/>
              </a:lnSpc>
              <a:spcBef>
                <a:spcPts val="600"/>
              </a:spcBef>
              <a:spcAft>
                <a:spcPts val="0"/>
              </a:spcAft>
              <a:buClr>
                <a:srgbClr val="232F3E"/>
              </a:buClr>
              <a:buSzPts val="2000"/>
              <a:buChar char="•"/>
              <a:defRPr sz="2000">
                <a:solidFill>
                  <a:srgbClr val="232F3E"/>
                </a:solidFill>
              </a:defRPr>
            </a:lvl3pPr>
            <a:lvl4pPr indent="-342900" lvl="3" marL="1828800" algn="l">
              <a:lnSpc>
                <a:spcPct val="100000"/>
              </a:lnSpc>
              <a:spcBef>
                <a:spcPts val="600"/>
              </a:spcBef>
              <a:spcAft>
                <a:spcPts val="0"/>
              </a:spcAft>
              <a:buClr>
                <a:srgbClr val="232F3E"/>
              </a:buClr>
              <a:buSzPts val="1800"/>
              <a:buChar char="•"/>
              <a:defRPr sz="1800">
                <a:solidFill>
                  <a:srgbClr val="232F3E"/>
                </a:solidFill>
              </a:defRPr>
            </a:lvl4pPr>
            <a:lvl5pPr indent="-342900" lvl="4" marL="2286000" algn="l">
              <a:lnSpc>
                <a:spcPct val="100000"/>
              </a:lnSpc>
              <a:spcBef>
                <a:spcPts val="600"/>
              </a:spcBef>
              <a:spcAft>
                <a:spcPts val="0"/>
              </a:spcAft>
              <a:buClr>
                <a:srgbClr val="232F3E"/>
              </a:buClr>
              <a:buSzPts val="1800"/>
              <a:buChar char="•"/>
              <a:defRPr sz="18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1" name="Google Shape;751;p223"/>
          <p:cNvSpPr txBox="1"/>
          <p:nvPr>
            <p:ph idx="3" type="body"/>
          </p:nvPr>
        </p:nvSpPr>
        <p:spPr>
          <a:xfrm>
            <a:off x="4224528" y="1053311"/>
            <a:ext cx="3749040" cy="440329"/>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2" name="Google Shape;752;p223"/>
          <p:cNvSpPr txBox="1"/>
          <p:nvPr>
            <p:ph idx="4" type="body"/>
          </p:nvPr>
        </p:nvSpPr>
        <p:spPr>
          <a:xfrm>
            <a:off x="4224528" y="1563624"/>
            <a:ext cx="3749040" cy="4873752"/>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defRPr>
            </a:lvl1pPr>
            <a:lvl2pPr indent="-381000" lvl="1" marL="914400" algn="l">
              <a:lnSpc>
                <a:spcPct val="100000"/>
              </a:lnSpc>
              <a:spcBef>
                <a:spcPts val="600"/>
              </a:spcBef>
              <a:spcAft>
                <a:spcPts val="0"/>
              </a:spcAft>
              <a:buClr>
                <a:srgbClr val="232F3E"/>
              </a:buClr>
              <a:buSzPts val="2400"/>
              <a:buChar char="•"/>
              <a:defRPr sz="2400">
                <a:solidFill>
                  <a:srgbClr val="232F3E"/>
                </a:solidFill>
              </a:defRPr>
            </a:lvl2pPr>
            <a:lvl3pPr indent="-355600" lvl="2" marL="1371600" algn="l">
              <a:lnSpc>
                <a:spcPct val="100000"/>
              </a:lnSpc>
              <a:spcBef>
                <a:spcPts val="600"/>
              </a:spcBef>
              <a:spcAft>
                <a:spcPts val="0"/>
              </a:spcAft>
              <a:buClr>
                <a:srgbClr val="232F3E"/>
              </a:buClr>
              <a:buSzPts val="2000"/>
              <a:buChar char="•"/>
              <a:defRPr sz="2000">
                <a:solidFill>
                  <a:srgbClr val="232F3E"/>
                </a:solidFill>
              </a:defRPr>
            </a:lvl3pPr>
            <a:lvl4pPr indent="-342900" lvl="3" marL="1828800" algn="l">
              <a:lnSpc>
                <a:spcPct val="100000"/>
              </a:lnSpc>
              <a:spcBef>
                <a:spcPts val="600"/>
              </a:spcBef>
              <a:spcAft>
                <a:spcPts val="0"/>
              </a:spcAft>
              <a:buClr>
                <a:srgbClr val="232F3E"/>
              </a:buClr>
              <a:buSzPts val="1800"/>
              <a:buChar char="•"/>
              <a:defRPr sz="1800">
                <a:solidFill>
                  <a:srgbClr val="232F3E"/>
                </a:solidFill>
              </a:defRPr>
            </a:lvl4pPr>
            <a:lvl5pPr indent="-342900" lvl="4" marL="2286000" algn="l">
              <a:lnSpc>
                <a:spcPct val="100000"/>
              </a:lnSpc>
              <a:spcBef>
                <a:spcPts val="600"/>
              </a:spcBef>
              <a:spcAft>
                <a:spcPts val="0"/>
              </a:spcAft>
              <a:buClr>
                <a:srgbClr val="232F3E"/>
              </a:buClr>
              <a:buSzPts val="1800"/>
              <a:buChar char="•"/>
              <a:defRPr sz="18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3" name="Google Shape;753;p223"/>
          <p:cNvSpPr txBox="1"/>
          <p:nvPr>
            <p:ph idx="5" type="body"/>
          </p:nvPr>
        </p:nvSpPr>
        <p:spPr>
          <a:xfrm>
            <a:off x="8083296" y="1053311"/>
            <a:ext cx="3749040" cy="440329"/>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4" name="Google Shape;754;p223"/>
          <p:cNvSpPr txBox="1"/>
          <p:nvPr>
            <p:ph idx="6" type="body"/>
          </p:nvPr>
        </p:nvSpPr>
        <p:spPr>
          <a:xfrm>
            <a:off x="8083296" y="1591056"/>
            <a:ext cx="3749040" cy="4843688"/>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defRPr>
            </a:lvl1pPr>
            <a:lvl2pPr indent="-381000" lvl="1" marL="914400" algn="l">
              <a:lnSpc>
                <a:spcPct val="100000"/>
              </a:lnSpc>
              <a:spcBef>
                <a:spcPts val="600"/>
              </a:spcBef>
              <a:spcAft>
                <a:spcPts val="0"/>
              </a:spcAft>
              <a:buClr>
                <a:srgbClr val="232F3E"/>
              </a:buClr>
              <a:buSzPts val="2400"/>
              <a:buChar char="•"/>
              <a:defRPr sz="2400">
                <a:solidFill>
                  <a:srgbClr val="232F3E"/>
                </a:solidFill>
              </a:defRPr>
            </a:lvl2pPr>
            <a:lvl3pPr indent="-355600" lvl="2" marL="1371600" algn="l">
              <a:lnSpc>
                <a:spcPct val="100000"/>
              </a:lnSpc>
              <a:spcBef>
                <a:spcPts val="600"/>
              </a:spcBef>
              <a:spcAft>
                <a:spcPts val="0"/>
              </a:spcAft>
              <a:buClr>
                <a:srgbClr val="232F3E"/>
              </a:buClr>
              <a:buSzPts val="2000"/>
              <a:buChar char="•"/>
              <a:defRPr sz="2000">
                <a:solidFill>
                  <a:srgbClr val="232F3E"/>
                </a:solidFill>
              </a:defRPr>
            </a:lvl3pPr>
            <a:lvl4pPr indent="-342900" lvl="3" marL="1828800" algn="l">
              <a:lnSpc>
                <a:spcPct val="100000"/>
              </a:lnSpc>
              <a:spcBef>
                <a:spcPts val="600"/>
              </a:spcBef>
              <a:spcAft>
                <a:spcPts val="0"/>
              </a:spcAft>
              <a:buClr>
                <a:srgbClr val="232F3E"/>
              </a:buClr>
              <a:buSzPts val="1800"/>
              <a:buChar char="•"/>
              <a:defRPr sz="1800">
                <a:solidFill>
                  <a:srgbClr val="232F3E"/>
                </a:solidFill>
              </a:defRPr>
            </a:lvl4pPr>
            <a:lvl5pPr indent="-342900" lvl="4" marL="2286000" algn="l">
              <a:lnSpc>
                <a:spcPct val="100000"/>
              </a:lnSpc>
              <a:spcBef>
                <a:spcPts val="600"/>
              </a:spcBef>
              <a:spcAft>
                <a:spcPts val="0"/>
              </a:spcAft>
              <a:buClr>
                <a:srgbClr val="232F3E"/>
              </a:buClr>
              <a:buSzPts val="1800"/>
              <a:buChar char="•"/>
              <a:defRPr sz="18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3 Lg Pics, and 3 Headers">
  <p:cSld name="Title, 3 Lg Pics, and 3 Headers">
    <p:bg>
      <p:bgPr>
        <a:solidFill>
          <a:schemeClr val="lt1"/>
        </a:solidFill>
      </p:bgPr>
    </p:bg>
    <p:spTree>
      <p:nvGrpSpPr>
        <p:cNvPr id="755" name="Shape 755"/>
        <p:cNvGrpSpPr/>
        <p:nvPr/>
      </p:nvGrpSpPr>
      <p:grpSpPr>
        <a:xfrm>
          <a:off x="0" y="0"/>
          <a:ext cx="0" cy="0"/>
          <a:chOff x="0" y="0"/>
          <a:chExt cx="0" cy="0"/>
        </a:xfrm>
      </p:grpSpPr>
      <p:pic>
        <p:nvPicPr>
          <p:cNvPr id="756" name="Google Shape;756;p224"/>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757" name="Google Shape;757;p224"/>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758" name="Google Shape;758;p224"/>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9" name="Google Shape;759;p224"/>
          <p:cNvSpPr txBox="1"/>
          <p:nvPr>
            <p:ph idx="1" type="body"/>
          </p:nvPr>
        </p:nvSpPr>
        <p:spPr>
          <a:xfrm>
            <a:off x="1097280" y="2286000"/>
            <a:ext cx="2286000" cy="2286000"/>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0"/>
              </a:spcBef>
              <a:spcAft>
                <a:spcPts val="0"/>
              </a:spcAft>
              <a:buClr>
                <a:schemeClr val="dk2"/>
              </a:buClr>
              <a:buSzPts val="2000"/>
              <a:buNone/>
              <a:defRPr sz="2000">
                <a:solidFill>
                  <a:schemeClr val="dk2"/>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0" name="Google Shape;760;p224"/>
          <p:cNvSpPr txBox="1"/>
          <p:nvPr>
            <p:ph idx="2" type="body"/>
          </p:nvPr>
        </p:nvSpPr>
        <p:spPr>
          <a:xfrm>
            <a:off x="365760" y="4663440"/>
            <a:ext cx="3749040" cy="440329"/>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chemeClr val="lt1"/>
              </a:buClr>
              <a:buSzPts val="2000"/>
              <a:buNone/>
              <a:defRPr b="0"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61" name="Google Shape;761;p224"/>
          <p:cNvSpPr txBox="1"/>
          <p:nvPr>
            <p:ph idx="3" type="body"/>
          </p:nvPr>
        </p:nvSpPr>
        <p:spPr>
          <a:xfrm>
            <a:off x="4956048" y="2286000"/>
            <a:ext cx="2286000" cy="2286000"/>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0"/>
              </a:spcBef>
              <a:spcAft>
                <a:spcPts val="0"/>
              </a:spcAft>
              <a:buClr>
                <a:schemeClr val="dk2"/>
              </a:buClr>
              <a:buSzPts val="2000"/>
              <a:buNone/>
              <a:defRPr sz="2000">
                <a:solidFill>
                  <a:schemeClr val="dk2"/>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2" name="Google Shape;762;p224"/>
          <p:cNvSpPr txBox="1"/>
          <p:nvPr>
            <p:ph idx="4" type="body"/>
          </p:nvPr>
        </p:nvSpPr>
        <p:spPr>
          <a:xfrm>
            <a:off x="4224528" y="4663440"/>
            <a:ext cx="3749040" cy="440329"/>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chemeClr val="lt1"/>
              </a:buClr>
              <a:buSzPts val="2000"/>
              <a:buNone/>
              <a:defRPr b="0"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63" name="Google Shape;763;p224"/>
          <p:cNvSpPr txBox="1"/>
          <p:nvPr>
            <p:ph idx="5" type="body"/>
          </p:nvPr>
        </p:nvSpPr>
        <p:spPr>
          <a:xfrm>
            <a:off x="8814816" y="2286000"/>
            <a:ext cx="2286000" cy="2286000"/>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0"/>
              </a:spcBef>
              <a:spcAft>
                <a:spcPts val="0"/>
              </a:spcAft>
              <a:buClr>
                <a:schemeClr val="dk2"/>
              </a:buClr>
              <a:buSzPts val="2000"/>
              <a:buNone/>
              <a:defRPr sz="2000">
                <a:solidFill>
                  <a:schemeClr val="dk2"/>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4" name="Google Shape;764;p224"/>
          <p:cNvSpPr txBox="1"/>
          <p:nvPr>
            <p:ph idx="6" type="body"/>
          </p:nvPr>
        </p:nvSpPr>
        <p:spPr>
          <a:xfrm>
            <a:off x="8083296" y="4663440"/>
            <a:ext cx="3749040" cy="440329"/>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chemeClr val="lt1"/>
              </a:buClr>
              <a:buSzPts val="2000"/>
              <a:buNone/>
              <a:defRPr b="0"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3 Pictures, and 3 Text Columns">
  <p:cSld name="Title, 3 Pictures, and 3 Text Columns">
    <p:bg>
      <p:bgPr>
        <a:solidFill>
          <a:schemeClr val="lt1"/>
        </a:solidFill>
      </p:bgPr>
    </p:bg>
    <p:spTree>
      <p:nvGrpSpPr>
        <p:cNvPr id="765" name="Shape 765"/>
        <p:cNvGrpSpPr/>
        <p:nvPr/>
      </p:nvGrpSpPr>
      <p:grpSpPr>
        <a:xfrm>
          <a:off x="0" y="0"/>
          <a:ext cx="0" cy="0"/>
          <a:chOff x="0" y="0"/>
          <a:chExt cx="0" cy="0"/>
        </a:xfrm>
      </p:grpSpPr>
      <p:sp>
        <p:nvSpPr>
          <p:cNvPr id="766" name="Google Shape;766;p225"/>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767" name="Google Shape;767;p225"/>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768" name="Google Shape;768;p225"/>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769" name="Google Shape;769;p225"/>
          <p:cNvSpPr/>
          <p:nvPr>
            <p:ph idx="2" type="pic"/>
          </p:nvPr>
        </p:nvSpPr>
        <p:spPr>
          <a:xfrm>
            <a:off x="1097280" y="2286000"/>
            <a:ext cx="2286000" cy="2286000"/>
          </a:xfrm>
          <a:prstGeom prst="rect">
            <a:avLst/>
          </a:prstGeom>
          <a:noFill/>
          <a:ln>
            <a:noFill/>
          </a:ln>
        </p:spPr>
      </p:sp>
      <p:sp>
        <p:nvSpPr>
          <p:cNvPr id="770" name="Google Shape;770;p225"/>
          <p:cNvSpPr txBox="1"/>
          <p:nvPr>
            <p:ph idx="1" type="body"/>
          </p:nvPr>
        </p:nvSpPr>
        <p:spPr>
          <a:xfrm>
            <a:off x="365760" y="4663440"/>
            <a:ext cx="3749040" cy="1783080"/>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2400"/>
              <a:buNone/>
              <a:defRPr b="0" sz="2400">
                <a:solidFill>
                  <a:srgbClr val="232F3E"/>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71" name="Google Shape;771;p225"/>
          <p:cNvSpPr/>
          <p:nvPr>
            <p:ph idx="3" type="pic"/>
          </p:nvPr>
        </p:nvSpPr>
        <p:spPr>
          <a:xfrm>
            <a:off x="4956048" y="2286000"/>
            <a:ext cx="2286000" cy="2286000"/>
          </a:xfrm>
          <a:prstGeom prst="rect">
            <a:avLst/>
          </a:prstGeom>
          <a:noFill/>
          <a:ln>
            <a:noFill/>
          </a:ln>
        </p:spPr>
      </p:sp>
      <p:sp>
        <p:nvSpPr>
          <p:cNvPr id="772" name="Google Shape;772;p225"/>
          <p:cNvSpPr txBox="1"/>
          <p:nvPr>
            <p:ph idx="4" type="body"/>
          </p:nvPr>
        </p:nvSpPr>
        <p:spPr>
          <a:xfrm>
            <a:off x="4224528" y="4663440"/>
            <a:ext cx="3749040" cy="1783080"/>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2400"/>
              <a:buNone/>
              <a:defRPr b="0" sz="2400">
                <a:solidFill>
                  <a:srgbClr val="232F3E"/>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73" name="Google Shape;773;p225"/>
          <p:cNvSpPr/>
          <p:nvPr>
            <p:ph idx="5" type="pic"/>
          </p:nvPr>
        </p:nvSpPr>
        <p:spPr>
          <a:xfrm>
            <a:off x="8814816" y="2286000"/>
            <a:ext cx="2286000" cy="2286000"/>
          </a:xfrm>
          <a:prstGeom prst="rect">
            <a:avLst/>
          </a:prstGeom>
          <a:noFill/>
          <a:ln>
            <a:noFill/>
          </a:ln>
        </p:spPr>
      </p:sp>
      <p:sp>
        <p:nvSpPr>
          <p:cNvPr id="774" name="Google Shape;774;p225"/>
          <p:cNvSpPr txBox="1"/>
          <p:nvPr>
            <p:ph idx="6" type="body"/>
          </p:nvPr>
        </p:nvSpPr>
        <p:spPr>
          <a:xfrm>
            <a:off x="8083296" y="4663440"/>
            <a:ext cx="3749040" cy="1783080"/>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2400"/>
              <a:buNone/>
              <a:defRPr b="0" sz="2400">
                <a:solidFill>
                  <a:srgbClr val="232F3E"/>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Header, 3 Pictures, and 3 Text Labels">
  <p:cSld name="Title, Header, 3 Pictures, and 3 Text Labels">
    <p:bg>
      <p:bgPr>
        <a:solidFill>
          <a:schemeClr val="lt1"/>
        </a:solidFill>
      </p:bgPr>
    </p:bg>
    <p:spTree>
      <p:nvGrpSpPr>
        <p:cNvPr id="775" name="Shape 775"/>
        <p:cNvGrpSpPr/>
        <p:nvPr/>
      </p:nvGrpSpPr>
      <p:grpSpPr>
        <a:xfrm>
          <a:off x="0" y="0"/>
          <a:ext cx="0" cy="0"/>
          <a:chOff x="0" y="0"/>
          <a:chExt cx="0" cy="0"/>
        </a:xfrm>
      </p:grpSpPr>
      <p:sp>
        <p:nvSpPr>
          <p:cNvPr id="776" name="Google Shape;776;p226"/>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777" name="Google Shape;777;p226"/>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778" name="Google Shape;778;p226"/>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779" name="Google Shape;779;p226"/>
          <p:cNvSpPr txBox="1"/>
          <p:nvPr>
            <p:ph idx="1" type="body"/>
          </p:nvPr>
        </p:nvSpPr>
        <p:spPr>
          <a:xfrm>
            <a:off x="365125" y="1084263"/>
            <a:ext cx="11466576" cy="115801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Clr>
                <a:srgbClr val="232F3E"/>
              </a:buClr>
              <a:buSzPts val="2800"/>
              <a:buNone/>
              <a:defRPr>
                <a:solidFill>
                  <a:srgbClr val="232F3E"/>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400"/>
              <a:buNone/>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0" name="Google Shape;780;p226"/>
          <p:cNvSpPr/>
          <p:nvPr>
            <p:ph idx="2" type="pic"/>
          </p:nvPr>
        </p:nvSpPr>
        <p:spPr>
          <a:xfrm>
            <a:off x="1097280" y="2286000"/>
            <a:ext cx="2286000" cy="2286000"/>
          </a:xfrm>
          <a:prstGeom prst="rect">
            <a:avLst/>
          </a:prstGeom>
          <a:noFill/>
          <a:ln>
            <a:noFill/>
          </a:ln>
        </p:spPr>
      </p:sp>
      <p:sp>
        <p:nvSpPr>
          <p:cNvPr id="781" name="Google Shape;781;p226"/>
          <p:cNvSpPr txBox="1"/>
          <p:nvPr>
            <p:ph idx="3" type="body"/>
          </p:nvPr>
        </p:nvSpPr>
        <p:spPr>
          <a:xfrm>
            <a:off x="365760" y="4663440"/>
            <a:ext cx="3749040" cy="1783080"/>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2400"/>
              <a:buNone/>
              <a:defRPr b="0" sz="2400">
                <a:solidFill>
                  <a:srgbClr val="232F3E"/>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82" name="Google Shape;782;p226"/>
          <p:cNvSpPr/>
          <p:nvPr>
            <p:ph idx="4" type="pic"/>
          </p:nvPr>
        </p:nvSpPr>
        <p:spPr>
          <a:xfrm>
            <a:off x="4956048" y="2286000"/>
            <a:ext cx="2286000" cy="2286000"/>
          </a:xfrm>
          <a:prstGeom prst="rect">
            <a:avLst/>
          </a:prstGeom>
          <a:noFill/>
          <a:ln>
            <a:noFill/>
          </a:ln>
        </p:spPr>
      </p:sp>
      <p:sp>
        <p:nvSpPr>
          <p:cNvPr id="783" name="Google Shape;783;p226"/>
          <p:cNvSpPr txBox="1"/>
          <p:nvPr>
            <p:ph idx="5" type="body"/>
          </p:nvPr>
        </p:nvSpPr>
        <p:spPr>
          <a:xfrm>
            <a:off x="4224528" y="4663440"/>
            <a:ext cx="3749040" cy="1783080"/>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2400"/>
              <a:buNone/>
              <a:defRPr b="0" sz="2400">
                <a:solidFill>
                  <a:srgbClr val="232F3E"/>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84" name="Google Shape;784;p226"/>
          <p:cNvSpPr/>
          <p:nvPr>
            <p:ph idx="6" type="pic"/>
          </p:nvPr>
        </p:nvSpPr>
        <p:spPr>
          <a:xfrm>
            <a:off x="8814816" y="2286000"/>
            <a:ext cx="2286000" cy="2286000"/>
          </a:xfrm>
          <a:prstGeom prst="rect">
            <a:avLst/>
          </a:prstGeom>
          <a:noFill/>
          <a:ln>
            <a:noFill/>
          </a:ln>
        </p:spPr>
      </p:sp>
      <p:sp>
        <p:nvSpPr>
          <p:cNvPr id="785" name="Google Shape;785;p226"/>
          <p:cNvSpPr txBox="1"/>
          <p:nvPr>
            <p:ph idx="7" type="body"/>
          </p:nvPr>
        </p:nvSpPr>
        <p:spPr>
          <a:xfrm>
            <a:off x="8083296" y="4663440"/>
            <a:ext cx="3749040" cy="1783080"/>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2400"/>
              <a:buNone/>
              <a:defRPr b="0" sz="2400">
                <a:solidFill>
                  <a:srgbClr val="232F3E"/>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3 Pics, and 3 Text Columns">
  <p:cSld name="Title, 3 Pics, and 3 Text Columns">
    <p:bg>
      <p:bgPr>
        <a:solidFill>
          <a:schemeClr val="lt1"/>
        </a:solidFill>
      </p:bgPr>
    </p:bg>
    <p:spTree>
      <p:nvGrpSpPr>
        <p:cNvPr id="786" name="Shape 786"/>
        <p:cNvGrpSpPr/>
        <p:nvPr/>
      </p:nvGrpSpPr>
      <p:grpSpPr>
        <a:xfrm>
          <a:off x="0" y="0"/>
          <a:ext cx="0" cy="0"/>
          <a:chOff x="0" y="0"/>
          <a:chExt cx="0" cy="0"/>
        </a:xfrm>
      </p:grpSpPr>
      <p:sp>
        <p:nvSpPr>
          <p:cNvPr id="787" name="Google Shape;787;p227"/>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788" name="Google Shape;788;p227"/>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789" name="Google Shape;789;p227"/>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790" name="Google Shape;790;p227"/>
          <p:cNvSpPr/>
          <p:nvPr>
            <p:ph idx="2" type="pic"/>
          </p:nvPr>
        </p:nvSpPr>
        <p:spPr>
          <a:xfrm>
            <a:off x="1097280" y="1097280"/>
            <a:ext cx="2286000" cy="2286000"/>
          </a:xfrm>
          <a:prstGeom prst="rect">
            <a:avLst/>
          </a:prstGeom>
          <a:noFill/>
          <a:ln>
            <a:noFill/>
          </a:ln>
        </p:spPr>
      </p:sp>
      <p:sp>
        <p:nvSpPr>
          <p:cNvPr id="791" name="Google Shape;791;p227"/>
          <p:cNvSpPr txBox="1"/>
          <p:nvPr>
            <p:ph idx="1" type="body"/>
          </p:nvPr>
        </p:nvSpPr>
        <p:spPr>
          <a:xfrm>
            <a:off x="365760" y="3429000"/>
            <a:ext cx="3749040" cy="2999232"/>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600"/>
              </a:spcBef>
              <a:spcAft>
                <a:spcPts val="0"/>
              </a:spcAft>
              <a:buClr>
                <a:srgbClr val="232F3E"/>
              </a:buClr>
              <a:buSzPts val="2000"/>
              <a:buChar char="•"/>
              <a:defRPr sz="2000">
                <a:solidFill>
                  <a:srgbClr val="232F3E"/>
                </a:solidFill>
              </a:defRPr>
            </a:lvl2pPr>
            <a:lvl3pPr indent="-342900" lvl="2" marL="1371600" algn="l">
              <a:lnSpc>
                <a:spcPct val="100000"/>
              </a:lnSpc>
              <a:spcBef>
                <a:spcPts val="600"/>
              </a:spcBef>
              <a:spcAft>
                <a:spcPts val="0"/>
              </a:spcAft>
              <a:buClr>
                <a:srgbClr val="232F3E"/>
              </a:buClr>
              <a:buSzPts val="1800"/>
              <a:buChar char="•"/>
              <a:defRPr sz="1800">
                <a:solidFill>
                  <a:srgbClr val="232F3E"/>
                </a:solidFill>
              </a:defRPr>
            </a:lvl3pPr>
            <a:lvl4pPr indent="-330200" lvl="3" marL="1828800" algn="l">
              <a:lnSpc>
                <a:spcPct val="100000"/>
              </a:lnSpc>
              <a:spcBef>
                <a:spcPts val="600"/>
              </a:spcBef>
              <a:spcAft>
                <a:spcPts val="0"/>
              </a:spcAft>
              <a:buClr>
                <a:srgbClr val="232F3E"/>
              </a:buClr>
              <a:buSzPts val="1600"/>
              <a:buChar char="•"/>
              <a:defRPr sz="1600">
                <a:solidFill>
                  <a:srgbClr val="232F3E"/>
                </a:solidFill>
              </a:defRPr>
            </a:lvl4pPr>
            <a:lvl5pPr indent="-330200" lvl="4" marL="2286000" algn="l">
              <a:lnSpc>
                <a:spcPct val="100000"/>
              </a:lnSpc>
              <a:spcBef>
                <a:spcPts val="600"/>
              </a:spcBef>
              <a:spcAft>
                <a:spcPts val="0"/>
              </a:spcAft>
              <a:buClr>
                <a:srgbClr val="232F3E"/>
              </a:buClr>
              <a:buSzPts val="1600"/>
              <a:buChar char="•"/>
              <a:defRPr sz="16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2" name="Google Shape;792;p227"/>
          <p:cNvSpPr/>
          <p:nvPr>
            <p:ph idx="3" type="pic"/>
          </p:nvPr>
        </p:nvSpPr>
        <p:spPr>
          <a:xfrm>
            <a:off x="4956048" y="1097280"/>
            <a:ext cx="2286000" cy="2286000"/>
          </a:xfrm>
          <a:prstGeom prst="rect">
            <a:avLst/>
          </a:prstGeom>
          <a:noFill/>
          <a:ln>
            <a:noFill/>
          </a:ln>
        </p:spPr>
      </p:sp>
      <p:sp>
        <p:nvSpPr>
          <p:cNvPr id="793" name="Google Shape;793;p227"/>
          <p:cNvSpPr txBox="1"/>
          <p:nvPr>
            <p:ph idx="4" type="body"/>
          </p:nvPr>
        </p:nvSpPr>
        <p:spPr>
          <a:xfrm>
            <a:off x="4224528" y="3429000"/>
            <a:ext cx="3749040" cy="2999232"/>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600"/>
              </a:spcBef>
              <a:spcAft>
                <a:spcPts val="0"/>
              </a:spcAft>
              <a:buClr>
                <a:srgbClr val="232F3E"/>
              </a:buClr>
              <a:buSzPts val="2000"/>
              <a:buChar char="•"/>
              <a:defRPr sz="2000">
                <a:solidFill>
                  <a:srgbClr val="232F3E"/>
                </a:solidFill>
              </a:defRPr>
            </a:lvl2pPr>
            <a:lvl3pPr indent="-342900" lvl="2" marL="1371600" algn="l">
              <a:lnSpc>
                <a:spcPct val="100000"/>
              </a:lnSpc>
              <a:spcBef>
                <a:spcPts val="600"/>
              </a:spcBef>
              <a:spcAft>
                <a:spcPts val="0"/>
              </a:spcAft>
              <a:buClr>
                <a:srgbClr val="232F3E"/>
              </a:buClr>
              <a:buSzPts val="1800"/>
              <a:buChar char="•"/>
              <a:defRPr sz="1800">
                <a:solidFill>
                  <a:srgbClr val="232F3E"/>
                </a:solidFill>
              </a:defRPr>
            </a:lvl3pPr>
            <a:lvl4pPr indent="-330200" lvl="3" marL="1828800" algn="l">
              <a:lnSpc>
                <a:spcPct val="100000"/>
              </a:lnSpc>
              <a:spcBef>
                <a:spcPts val="600"/>
              </a:spcBef>
              <a:spcAft>
                <a:spcPts val="0"/>
              </a:spcAft>
              <a:buClr>
                <a:srgbClr val="232F3E"/>
              </a:buClr>
              <a:buSzPts val="1600"/>
              <a:buChar char="•"/>
              <a:defRPr sz="1600">
                <a:solidFill>
                  <a:srgbClr val="232F3E"/>
                </a:solidFill>
              </a:defRPr>
            </a:lvl4pPr>
            <a:lvl5pPr indent="-330200" lvl="4" marL="2286000" algn="l">
              <a:lnSpc>
                <a:spcPct val="100000"/>
              </a:lnSpc>
              <a:spcBef>
                <a:spcPts val="600"/>
              </a:spcBef>
              <a:spcAft>
                <a:spcPts val="0"/>
              </a:spcAft>
              <a:buClr>
                <a:srgbClr val="232F3E"/>
              </a:buClr>
              <a:buSzPts val="1600"/>
              <a:buChar char="•"/>
              <a:defRPr sz="16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4" name="Google Shape;794;p227"/>
          <p:cNvSpPr/>
          <p:nvPr>
            <p:ph idx="5" type="pic"/>
          </p:nvPr>
        </p:nvSpPr>
        <p:spPr>
          <a:xfrm>
            <a:off x="8814816" y="1097280"/>
            <a:ext cx="2286000" cy="2286000"/>
          </a:xfrm>
          <a:prstGeom prst="rect">
            <a:avLst/>
          </a:prstGeom>
          <a:noFill/>
          <a:ln>
            <a:noFill/>
          </a:ln>
        </p:spPr>
      </p:sp>
      <p:sp>
        <p:nvSpPr>
          <p:cNvPr id="795" name="Google Shape;795;p227"/>
          <p:cNvSpPr txBox="1"/>
          <p:nvPr>
            <p:ph idx="6" type="body"/>
          </p:nvPr>
        </p:nvSpPr>
        <p:spPr>
          <a:xfrm>
            <a:off x="8083296" y="3429000"/>
            <a:ext cx="3749040" cy="2999232"/>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600"/>
              </a:spcBef>
              <a:spcAft>
                <a:spcPts val="0"/>
              </a:spcAft>
              <a:buClr>
                <a:srgbClr val="232F3E"/>
              </a:buClr>
              <a:buSzPts val="2000"/>
              <a:buChar char="•"/>
              <a:defRPr sz="2000">
                <a:solidFill>
                  <a:srgbClr val="232F3E"/>
                </a:solidFill>
              </a:defRPr>
            </a:lvl2pPr>
            <a:lvl3pPr indent="-342900" lvl="2" marL="1371600" algn="l">
              <a:lnSpc>
                <a:spcPct val="100000"/>
              </a:lnSpc>
              <a:spcBef>
                <a:spcPts val="600"/>
              </a:spcBef>
              <a:spcAft>
                <a:spcPts val="0"/>
              </a:spcAft>
              <a:buClr>
                <a:srgbClr val="232F3E"/>
              </a:buClr>
              <a:buSzPts val="1800"/>
              <a:buChar char="•"/>
              <a:defRPr sz="1800">
                <a:solidFill>
                  <a:srgbClr val="232F3E"/>
                </a:solidFill>
              </a:defRPr>
            </a:lvl3pPr>
            <a:lvl4pPr indent="-330200" lvl="3" marL="1828800" algn="l">
              <a:lnSpc>
                <a:spcPct val="100000"/>
              </a:lnSpc>
              <a:spcBef>
                <a:spcPts val="600"/>
              </a:spcBef>
              <a:spcAft>
                <a:spcPts val="0"/>
              </a:spcAft>
              <a:buClr>
                <a:srgbClr val="232F3E"/>
              </a:buClr>
              <a:buSzPts val="1600"/>
              <a:buChar char="•"/>
              <a:defRPr sz="1600">
                <a:solidFill>
                  <a:srgbClr val="232F3E"/>
                </a:solidFill>
              </a:defRPr>
            </a:lvl4pPr>
            <a:lvl5pPr indent="-330200" lvl="4" marL="2286000" algn="l">
              <a:lnSpc>
                <a:spcPct val="100000"/>
              </a:lnSpc>
              <a:spcBef>
                <a:spcPts val="600"/>
              </a:spcBef>
              <a:spcAft>
                <a:spcPts val="0"/>
              </a:spcAft>
              <a:buClr>
                <a:srgbClr val="232F3E"/>
              </a:buClr>
              <a:buSzPts val="1600"/>
              <a:buChar char="•"/>
              <a:defRPr sz="16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3 Pics, 3 Headers, and 3 Text Columns">
  <p:cSld name="Title, 3 Pics, 3 Headers, and 3 Text Columns">
    <p:bg>
      <p:bgPr>
        <a:solidFill>
          <a:schemeClr val="lt1"/>
        </a:solidFill>
      </p:bgPr>
    </p:bg>
    <p:spTree>
      <p:nvGrpSpPr>
        <p:cNvPr id="796" name="Shape 796"/>
        <p:cNvGrpSpPr/>
        <p:nvPr/>
      </p:nvGrpSpPr>
      <p:grpSpPr>
        <a:xfrm>
          <a:off x="0" y="0"/>
          <a:ext cx="0" cy="0"/>
          <a:chOff x="0" y="0"/>
          <a:chExt cx="0" cy="0"/>
        </a:xfrm>
      </p:grpSpPr>
      <p:pic>
        <p:nvPicPr>
          <p:cNvPr id="797" name="Google Shape;797;p228"/>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798" name="Google Shape;798;p228"/>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799" name="Google Shape;799;p228"/>
          <p:cNvSpPr txBox="1"/>
          <p:nvPr>
            <p:ph type="title"/>
          </p:nvPr>
        </p:nvSpPr>
        <p:spPr>
          <a:xfrm>
            <a:off x="365761"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0" name="Google Shape;800;p228"/>
          <p:cNvSpPr/>
          <p:nvPr>
            <p:ph idx="2" type="pic"/>
          </p:nvPr>
        </p:nvSpPr>
        <p:spPr>
          <a:xfrm>
            <a:off x="1097280" y="1097280"/>
            <a:ext cx="2286000" cy="2286000"/>
          </a:xfrm>
          <a:prstGeom prst="rect">
            <a:avLst/>
          </a:prstGeom>
          <a:noFill/>
          <a:ln>
            <a:noFill/>
          </a:ln>
        </p:spPr>
      </p:sp>
      <p:sp>
        <p:nvSpPr>
          <p:cNvPr id="801" name="Google Shape;801;p228"/>
          <p:cNvSpPr txBox="1"/>
          <p:nvPr>
            <p:ph idx="1" type="body"/>
          </p:nvPr>
        </p:nvSpPr>
        <p:spPr>
          <a:xfrm>
            <a:off x="365760" y="3429000"/>
            <a:ext cx="3749040" cy="440329"/>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02" name="Google Shape;802;p228"/>
          <p:cNvSpPr txBox="1"/>
          <p:nvPr>
            <p:ph idx="3" type="body"/>
          </p:nvPr>
        </p:nvSpPr>
        <p:spPr>
          <a:xfrm>
            <a:off x="365760" y="3895344"/>
            <a:ext cx="3749040" cy="2539399"/>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600"/>
              </a:spcBef>
              <a:spcAft>
                <a:spcPts val="0"/>
              </a:spcAft>
              <a:buClr>
                <a:srgbClr val="232F3E"/>
              </a:buClr>
              <a:buSzPts val="2000"/>
              <a:buChar char="•"/>
              <a:defRPr sz="2000">
                <a:solidFill>
                  <a:srgbClr val="232F3E"/>
                </a:solidFill>
              </a:defRPr>
            </a:lvl2pPr>
            <a:lvl3pPr indent="-342900" lvl="2" marL="1371600" algn="l">
              <a:lnSpc>
                <a:spcPct val="100000"/>
              </a:lnSpc>
              <a:spcBef>
                <a:spcPts val="600"/>
              </a:spcBef>
              <a:spcAft>
                <a:spcPts val="0"/>
              </a:spcAft>
              <a:buClr>
                <a:srgbClr val="232F3E"/>
              </a:buClr>
              <a:buSzPts val="1800"/>
              <a:buChar char="•"/>
              <a:defRPr sz="1800">
                <a:solidFill>
                  <a:srgbClr val="232F3E"/>
                </a:solidFill>
              </a:defRPr>
            </a:lvl3pPr>
            <a:lvl4pPr indent="-330200" lvl="3" marL="1828800" algn="l">
              <a:lnSpc>
                <a:spcPct val="100000"/>
              </a:lnSpc>
              <a:spcBef>
                <a:spcPts val="600"/>
              </a:spcBef>
              <a:spcAft>
                <a:spcPts val="0"/>
              </a:spcAft>
              <a:buClr>
                <a:srgbClr val="232F3E"/>
              </a:buClr>
              <a:buSzPts val="1600"/>
              <a:buChar char="•"/>
              <a:defRPr sz="1600">
                <a:solidFill>
                  <a:srgbClr val="232F3E"/>
                </a:solidFill>
              </a:defRPr>
            </a:lvl4pPr>
            <a:lvl5pPr indent="-330200" lvl="4" marL="2286000" algn="l">
              <a:lnSpc>
                <a:spcPct val="100000"/>
              </a:lnSpc>
              <a:spcBef>
                <a:spcPts val="600"/>
              </a:spcBef>
              <a:spcAft>
                <a:spcPts val="0"/>
              </a:spcAft>
              <a:buClr>
                <a:srgbClr val="232F3E"/>
              </a:buClr>
              <a:buSzPts val="1600"/>
              <a:buChar char="•"/>
              <a:defRPr sz="16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03" name="Google Shape;803;p228"/>
          <p:cNvSpPr/>
          <p:nvPr>
            <p:ph idx="4" type="pic"/>
          </p:nvPr>
        </p:nvSpPr>
        <p:spPr>
          <a:xfrm>
            <a:off x="4956048" y="1097280"/>
            <a:ext cx="2286000" cy="2286000"/>
          </a:xfrm>
          <a:prstGeom prst="rect">
            <a:avLst/>
          </a:prstGeom>
          <a:noFill/>
          <a:ln>
            <a:noFill/>
          </a:ln>
        </p:spPr>
      </p:sp>
      <p:sp>
        <p:nvSpPr>
          <p:cNvPr id="804" name="Google Shape;804;p228"/>
          <p:cNvSpPr txBox="1"/>
          <p:nvPr>
            <p:ph idx="5" type="body"/>
          </p:nvPr>
        </p:nvSpPr>
        <p:spPr>
          <a:xfrm>
            <a:off x="4224528" y="3429000"/>
            <a:ext cx="3749040" cy="440329"/>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05" name="Google Shape;805;p228"/>
          <p:cNvSpPr txBox="1"/>
          <p:nvPr>
            <p:ph idx="6" type="body"/>
          </p:nvPr>
        </p:nvSpPr>
        <p:spPr>
          <a:xfrm>
            <a:off x="4224528" y="3895344"/>
            <a:ext cx="3749040" cy="2539399"/>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600"/>
              </a:spcBef>
              <a:spcAft>
                <a:spcPts val="0"/>
              </a:spcAft>
              <a:buClr>
                <a:srgbClr val="232F3E"/>
              </a:buClr>
              <a:buSzPts val="2000"/>
              <a:buChar char="•"/>
              <a:defRPr sz="2000">
                <a:solidFill>
                  <a:srgbClr val="232F3E"/>
                </a:solidFill>
              </a:defRPr>
            </a:lvl2pPr>
            <a:lvl3pPr indent="-342900" lvl="2" marL="1371600" algn="l">
              <a:lnSpc>
                <a:spcPct val="100000"/>
              </a:lnSpc>
              <a:spcBef>
                <a:spcPts val="600"/>
              </a:spcBef>
              <a:spcAft>
                <a:spcPts val="0"/>
              </a:spcAft>
              <a:buClr>
                <a:srgbClr val="232F3E"/>
              </a:buClr>
              <a:buSzPts val="1800"/>
              <a:buChar char="•"/>
              <a:defRPr sz="1800">
                <a:solidFill>
                  <a:srgbClr val="232F3E"/>
                </a:solidFill>
              </a:defRPr>
            </a:lvl3pPr>
            <a:lvl4pPr indent="-330200" lvl="3" marL="1828800" algn="l">
              <a:lnSpc>
                <a:spcPct val="100000"/>
              </a:lnSpc>
              <a:spcBef>
                <a:spcPts val="600"/>
              </a:spcBef>
              <a:spcAft>
                <a:spcPts val="0"/>
              </a:spcAft>
              <a:buClr>
                <a:srgbClr val="232F3E"/>
              </a:buClr>
              <a:buSzPts val="1600"/>
              <a:buChar char="•"/>
              <a:defRPr sz="1600">
                <a:solidFill>
                  <a:srgbClr val="232F3E"/>
                </a:solidFill>
              </a:defRPr>
            </a:lvl4pPr>
            <a:lvl5pPr indent="-330200" lvl="4" marL="2286000" algn="l">
              <a:lnSpc>
                <a:spcPct val="100000"/>
              </a:lnSpc>
              <a:spcBef>
                <a:spcPts val="600"/>
              </a:spcBef>
              <a:spcAft>
                <a:spcPts val="0"/>
              </a:spcAft>
              <a:buClr>
                <a:srgbClr val="232F3E"/>
              </a:buClr>
              <a:buSzPts val="1600"/>
              <a:buChar char="•"/>
              <a:defRPr sz="16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06" name="Google Shape;806;p228"/>
          <p:cNvSpPr/>
          <p:nvPr>
            <p:ph idx="7" type="pic"/>
          </p:nvPr>
        </p:nvSpPr>
        <p:spPr>
          <a:xfrm>
            <a:off x="8814816" y="1097280"/>
            <a:ext cx="2286000" cy="2286000"/>
          </a:xfrm>
          <a:prstGeom prst="rect">
            <a:avLst/>
          </a:prstGeom>
          <a:noFill/>
          <a:ln>
            <a:noFill/>
          </a:ln>
        </p:spPr>
      </p:sp>
      <p:sp>
        <p:nvSpPr>
          <p:cNvPr id="807" name="Google Shape;807;p228"/>
          <p:cNvSpPr txBox="1"/>
          <p:nvPr>
            <p:ph idx="8" type="body"/>
          </p:nvPr>
        </p:nvSpPr>
        <p:spPr>
          <a:xfrm>
            <a:off x="8101583" y="3429000"/>
            <a:ext cx="3749040" cy="440329"/>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08" name="Google Shape;808;p228"/>
          <p:cNvSpPr txBox="1"/>
          <p:nvPr>
            <p:ph idx="9" type="body"/>
          </p:nvPr>
        </p:nvSpPr>
        <p:spPr>
          <a:xfrm>
            <a:off x="8083296" y="3895344"/>
            <a:ext cx="3749040" cy="2539399"/>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600"/>
              </a:spcBef>
              <a:spcAft>
                <a:spcPts val="0"/>
              </a:spcAft>
              <a:buClr>
                <a:srgbClr val="232F3E"/>
              </a:buClr>
              <a:buSzPts val="2000"/>
              <a:buChar char="•"/>
              <a:defRPr sz="2000">
                <a:solidFill>
                  <a:srgbClr val="232F3E"/>
                </a:solidFill>
              </a:defRPr>
            </a:lvl2pPr>
            <a:lvl3pPr indent="-342900" lvl="2" marL="1371600" algn="l">
              <a:lnSpc>
                <a:spcPct val="100000"/>
              </a:lnSpc>
              <a:spcBef>
                <a:spcPts val="600"/>
              </a:spcBef>
              <a:spcAft>
                <a:spcPts val="0"/>
              </a:spcAft>
              <a:buClr>
                <a:srgbClr val="232F3E"/>
              </a:buClr>
              <a:buSzPts val="1800"/>
              <a:buChar char="•"/>
              <a:defRPr sz="1800">
                <a:solidFill>
                  <a:srgbClr val="232F3E"/>
                </a:solidFill>
              </a:defRPr>
            </a:lvl3pPr>
            <a:lvl4pPr indent="-330200" lvl="3" marL="1828800" algn="l">
              <a:lnSpc>
                <a:spcPct val="100000"/>
              </a:lnSpc>
              <a:spcBef>
                <a:spcPts val="600"/>
              </a:spcBef>
              <a:spcAft>
                <a:spcPts val="0"/>
              </a:spcAft>
              <a:buClr>
                <a:srgbClr val="232F3E"/>
              </a:buClr>
              <a:buSzPts val="1600"/>
              <a:buChar char="•"/>
              <a:defRPr sz="1600">
                <a:solidFill>
                  <a:srgbClr val="232F3E"/>
                </a:solidFill>
              </a:defRPr>
            </a:lvl4pPr>
            <a:lvl5pPr indent="-330200" lvl="4" marL="2286000" algn="l">
              <a:lnSpc>
                <a:spcPct val="100000"/>
              </a:lnSpc>
              <a:spcBef>
                <a:spcPts val="600"/>
              </a:spcBef>
              <a:spcAft>
                <a:spcPts val="0"/>
              </a:spcAft>
              <a:buClr>
                <a:srgbClr val="232F3E"/>
              </a:buClr>
              <a:buSzPts val="1600"/>
              <a:buChar char="•"/>
              <a:defRPr sz="16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3 images, and 3 text">
  <p:cSld name="Title, 3 images, and 3 text">
    <p:bg>
      <p:bgPr>
        <a:solidFill>
          <a:schemeClr val="lt1"/>
        </a:solidFill>
      </p:bgPr>
    </p:bg>
    <p:spTree>
      <p:nvGrpSpPr>
        <p:cNvPr id="809" name="Shape 809"/>
        <p:cNvGrpSpPr/>
        <p:nvPr/>
      </p:nvGrpSpPr>
      <p:grpSpPr>
        <a:xfrm>
          <a:off x="0" y="0"/>
          <a:ext cx="0" cy="0"/>
          <a:chOff x="0" y="0"/>
          <a:chExt cx="0" cy="0"/>
        </a:xfrm>
      </p:grpSpPr>
      <p:sp>
        <p:nvSpPr>
          <p:cNvPr id="810" name="Google Shape;810;p229"/>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811" name="Google Shape;811;p229"/>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812" name="Google Shape;812;p229"/>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813" name="Google Shape;813;p229"/>
          <p:cNvSpPr/>
          <p:nvPr>
            <p:ph idx="2" type="pic"/>
          </p:nvPr>
        </p:nvSpPr>
        <p:spPr>
          <a:xfrm>
            <a:off x="365760" y="1238846"/>
            <a:ext cx="1554480" cy="1554480"/>
          </a:xfrm>
          <a:prstGeom prst="rect">
            <a:avLst/>
          </a:prstGeom>
          <a:noFill/>
          <a:ln>
            <a:noFill/>
          </a:ln>
        </p:spPr>
      </p:sp>
      <p:sp>
        <p:nvSpPr>
          <p:cNvPr id="814" name="Google Shape;814;p229"/>
          <p:cNvSpPr txBox="1"/>
          <p:nvPr>
            <p:ph idx="1" type="body"/>
          </p:nvPr>
        </p:nvSpPr>
        <p:spPr>
          <a:xfrm>
            <a:off x="2045043" y="1147406"/>
            <a:ext cx="9781197" cy="173736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rgbClr val="232F3E"/>
              </a:buClr>
              <a:buSzPts val="2400"/>
              <a:buNone/>
              <a:defRPr sz="2400">
                <a:solidFill>
                  <a:srgbClr val="232F3E"/>
                </a:solidFill>
              </a:defRPr>
            </a:lvl1pPr>
            <a:lvl2pPr indent="-228600" lvl="1" marL="914400" algn="l">
              <a:lnSpc>
                <a:spcPct val="100000"/>
              </a:lnSpc>
              <a:spcBef>
                <a:spcPts val="300"/>
              </a:spcBef>
              <a:spcAft>
                <a:spcPts val="0"/>
              </a:spcAft>
              <a:buClr>
                <a:srgbClr val="232F3E"/>
              </a:buClr>
              <a:buSzPts val="2000"/>
              <a:buNone/>
              <a:defRPr sz="2000">
                <a:solidFill>
                  <a:srgbClr val="232F3E"/>
                </a:solidFill>
              </a:defRPr>
            </a:lvl2pPr>
            <a:lvl3pPr indent="-228600" lvl="2" marL="1371600" algn="l">
              <a:lnSpc>
                <a:spcPct val="100000"/>
              </a:lnSpc>
              <a:spcBef>
                <a:spcPts val="600"/>
              </a:spcBef>
              <a:spcAft>
                <a:spcPts val="0"/>
              </a:spcAft>
              <a:buClr>
                <a:schemeClr val="dk2"/>
              </a:buClr>
              <a:buSzPts val="2000"/>
              <a:buNone/>
              <a:defRPr sz="2000">
                <a:solidFill>
                  <a:schemeClr val="dk2"/>
                </a:solidFill>
              </a:defRPr>
            </a:lvl3pPr>
            <a:lvl4pPr indent="-342900" lvl="3" marL="1828800" algn="l">
              <a:lnSpc>
                <a:spcPct val="100000"/>
              </a:lnSpc>
              <a:spcBef>
                <a:spcPts val="600"/>
              </a:spcBef>
              <a:spcAft>
                <a:spcPts val="0"/>
              </a:spcAft>
              <a:buClr>
                <a:schemeClr val="dk2"/>
              </a:buClr>
              <a:buSzPts val="1800"/>
              <a:buChar char="•"/>
              <a:defRPr sz="1800">
                <a:solidFill>
                  <a:schemeClr val="dk2"/>
                </a:solidFill>
              </a:defRPr>
            </a:lvl4pPr>
            <a:lvl5pPr indent="-342900" lvl="4" marL="2286000" algn="l">
              <a:lnSpc>
                <a:spcPct val="100000"/>
              </a:lnSpc>
              <a:spcBef>
                <a:spcPts val="600"/>
              </a:spcBef>
              <a:spcAft>
                <a:spcPts val="0"/>
              </a:spcAft>
              <a:buClr>
                <a:schemeClr val="dk2"/>
              </a:buClr>
              <a:buSzPts val="1800"/>
              <a:buChar char="•"/>
              <a:defRPr sz="1800">
                <a:solidFill>
                  <a:schemeClr val="dk2"/>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5" name="Google Shape;815;p229"/>
          <p:cNvSpPr/>
          <p:nvPr>
            <p:ph idx="3" type="pic"/>
          </p:nvPr>
        </p:nvSpPr>
        <p:spPr>
          <a:xfrm>
            <a:off x="365760" y="3008944"/>
            <a:ext cx="1554480" cy="1554480"/>
          </a:xfrm>
          <a:prstGeom prst="rect">
            <a:avLst/>
          </a:prstGeom>
          <a:noFill/>
          <a:ln>
            <a:noFill/>
          </a:ln>
        </p:spPr>
      </p:sp>
      <p:sp>
        <p:nvSpPr>
          <p:cNvPr id="816" name="Google Shape;816;p229"/>
          <p:cNvSpPr txBox="1"/>
          <p:nvPr>
            <p:ph idx="4" type="body"/>
          </p:nvPr>
        </p:nvSpPr>
        <p:spPr>
          <a:xfrm>
            <a:off x="2045043" y="2917504"/>
            <a:ext cx="9781197" cy="173736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rgbClr val="232F3E"/>
              </a:buClr>
              <a:buSzPts val="2400"/>
              <a:buNone/>
              <a:defRPr sz="2400">
                <a:solidFill>
                  <a:srgbClr val="232F3E"/>
                </a:solidFill>
              </a:defRPr>
            </a:lvl1pPr>
            <a:lvl2pPr indent="-228600" lvl="1" marL="914400" algn="l">
              <a:lnSpc>
                <a:spcPct val="100000"/>
              </a:lnSpc>
              <a:spcBef>
                <a:spcPts val="300"/>
              </a:spcBef>
              <a:spcAft>
                <a:spcPts val="0"/>
              </a:spcAft>
              <a:buClr>
                <a:srgbClr val="232F3E"/>
              </a:buClr>
              <a:buSzPts val="2000"/>
              <a:buNone/>
              <a:defRPr sz="2000">
                <a:solidFill>
                  <a:srgbClr val="232F3E"/>
                </a:solidFill>
              </a:defRPr>
            </a:lvl2pPr>
            <a:lvl3pPr indent="-228600" lvl="2" marL="1371600" algn="l">
              <a:lnSpc>
                <a:spcPct val="100000"/>
              </a:lnSpc>
              <a:spcBef>
                <a:spcPts val="600"/>
              </a:spcBef>
              <a:spcAft>
                <a:spcPts val="0"/>
              </a:spcAft>
              <a:buClr>
                <a:schemeClr val="dk2"/>
              </a:buClr>
              <a:buSzPts val="2000"/>
              <a:buNone/>
              <a:defRPr sz="2000">
                <a:solidFill>
                  <a:schemeClr val="dk2"/>
                </a:solidFill>
              </a:defRPr>
            </a:lvl3pPr>
            <a:lvl4pPr indent="-342900" lvl="3" marL="1828800" algn="l">
              <a:lnSpc>
                <a:spcPct val="100000"/>
              </a:lnSpc>
              <a:spcBef>
                <a:spcPts val="600"/>
              </a:spcBef>
              <a:spcAft>
                <a:spcPts val="0"/>
              </a:spcAft>
              <a:buClr>
                <a:schemeClr val="dk2"/>
              </a:buClr>
              <a:buSzPts val="1800"/>
              <a:buChar char="•"/>
              <a:defRPr sz="1800">
                <a:solidFill>
                  <a:schemeClr val="dk2"/>
                </a:solidFill>
              </a:defRPr>
            </a:lvl4pPr>
            <a:lvl5pPr indent="-342900" lvl="4" marL="2286000" algn="l">
              <a:lnSpc>
                <a:spcPct val="100000"/>
              </a:lnSpc>
              <a:spcBef>
                <a:spcPts val="600"/>
              </a:spcBef>
              <a:spcAft>
                <a:spcPts val="0"/>
              </a:spcAft>
              <a:buClr>
                <a:schemeClr val="dk2"/>
              </a:buClr>
              <a:buSzPts val="1800"/>
              <a:buChar char="•"/>
              <a:defRPr sz="1800">
                <a:solidFill>
                  <a:schemeClr val="dk2"/>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7" name="Google Shape;817;p229"/>
          <p:cNvSpPr/>
          <p:nvPr>
            <p:ph idx="5" type="pic"/>
          </p:nvPr>
        </p:nvSpPr>
        <p:spPr>
          <a:xfrm>
            <a:off x="365760" y="4776114"/>
            <a:ext cx="1554480" cy="1554480"/>
          </a:xfrm>
          <a:prstGeom prst="rect">
            <a:avLst/>
          </a:prstGeom>
          <a:noFill/>
          <a:ln>
            <a:noFill/>
          </a:ln>
        </p:spPr>
      </p:sp>
      <p:sp>
        <p:nvSpPr>
          <p:cNvPr id="818" name="Google Shape;818;p229"/>
          <p:cNvSpPr txBox="1"/>
          <p:nvPr>
            <p:ph idx="6" type="body"/>
          </p:nvPr>
        </p:nvSpPr>
        <p:spPr>
          <a:xfrm>
            <a:off x="2045043" y="4684674"/>
            <a:ext cx="9781197" cy="173736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rgbClr val="232F3E"/>
              </a:buClr>
              <a:buSzPts val="2400"/>
              <a:buNone/>
              <a:defRPr sz="2400">
                <a:solidFill>
                  <a:srgbClr val="232F3E"/>
                </a:solidFill>
              </a:defRPr>
            </a:lvl1pPr>
            <a:lvl2pPr indent="-228600" lvl="1" marL="914400" algn="l">
              <a:lnSpc>
                <a:spcPct val="100000"/>
              </a:lnSpc>
              <a:spcBef>
                <a:spcPts val="300"/>
              </a:spcBef>
              <a:spcAft>
                <a:spcPts val="0"/>
              </a:spcAft>
              <a:buClr>
                <a:srgbClr val="232F3E"/>
              </a:buClr>
              <a:buSzPts val="2000"/>
              <a:buNone/>
              <a:defRPr sz="2000">
                <a:solidFill>
                  <a:srgbClr val="232F3E"/>
                </a:solidFill>
              </a:defRPr>
            </a:lvl2pPr>
            <a:lvl3pPr indent="-228600" lvl="2" marL="1371600" algn="l">
              <a:lnSpc>
                <a:spcPct val="100000"/>
              </a:lnSpc>
              <a:spcBef>
                <a:spcPts val="600"/>
              </a:spcBef>
              <a:spcAft>
                <a:spcPts val="0"/>
              </a:spcAft>
              <a:buClr>
                <a:schemeClr val="dk2"/>
              </a:buClr>
              <a:buSzPts val="2000"/>
              <a:buNone/>
              <a:defRPr sz="2000">
                <a:solidFill>
                  <a:schemeClr val="dk2"/>
                </a:solidFill>
              </a:defRPr>
            </a:lvl3pPr>
            <a:lvl4pPr indent="-342900" lvl="3" marL="1828800" algn="l">
              <a:lnSpc>
                <a:spcPct val="100000"/>
              </a:lnSpc>
              <a:spcBef>
                <a:spcPts val="600"/>
              </a:spcBef>
              <a:spcAft>
                <a:spcPts val="0"/>
              </a:spcAft>
              <a:buClr>
                <a:schemeClr val="dk2"/>
              </a:buClr>
              <a:buSzPts val="1800"/>
              <a:buChar char="•"/>
              <a:defRPr sz="1800">
                <a:solidFill>
                  <a:schemeClr val="dk2"/>
                </a:solidFill>
              </a:defRPr>
            </a:lvl4pPr>
            <a:lvl5pPr indent="-342900" lvl="4" marL="2286000" algn="l">
              <a:lnSpc>
                <a:spcPct val="100000"/>
              </a:lnSpc>
              <a:spcBef>
                <a:spcPts val="600"/>
              </a:spcBef>
              <a:spcAft>
                <a:spcPts val="0"/>
              </a:spcAft>
              <a:buClr>
                <a:schemeClr val="dk2"/>
              </a:buClr>
              <a:buSzPts val="1800"/>
              <a:buChar char="•"/>
              <a:defRPr sz="1800">
                <a:solidFill>
                  <a:schemeClr val="dk2"/>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ronyms">
  <p:cSld name="Acronyms">
    <p:bg>
      <p:bgPr>
        <a:solidFill>
          <a:schemeClr val="lt1"/>
        </a:solidFill>
      </p:bgPr>
    </p:bg>
    <p:spTree>
      <p:nvGrpSpPr>
        <p:cNvPr id="819" name="Shape 819"/>
        <p:cNvGrpSpPr/>
        <p:nvPr/>
      </p:nvGrpSpPr>
      <p:grpSpPr>
        <a:xfrm>
          <a:off x="0" y="0"/>
          <a:ext cx="0" cy="0"/>
          <a:chOff x="0" y="0"/>
          <a:chExt cx="0" cy="0"/>
        </a:xfrm>
      </p:grpSpPr>
      <p:sp>
        <p:nvSpPr>
          <p:cNvPr id="820" name="Google Shape;820;p230"/>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821" name="Google Shape;821;p230"/>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822" name="Google Shape;822;p230"/>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823" name="Google Shape;823;p230"/>
          <p:cNvSpPr txBox="1"/>
          <p:nvPr>
            <p:ph idx="1" type="body"/>
          </p:nvPr>
        </p:nvSpPr>
        <p:spPr>
          <a:xfrm>
            <a:off x="353060" y="1188403"/>
            <a:ext cx="1828800" cy="15544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accent2"/>
              </a:buClr>
              <a:buSzPts val="5400"/>
              <a:buNone/>
              <a:defRPr b="1" sz="5400" cap="none">
                <a:solidFill>
                  <a:schemeClr val="accent2"/>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4" name="Google Shape;824;p230"/>
          <p:cNvSpPr txBox="1"/>
          <p:nvPr>
            <p:ph idx="2" type="body"/>
          </p:nvPr>
        </p:nvSpPr>
        <p:spPr>
          <a:xfrm>
            <a:off x="2194163" y="1096963"/>
            <a:ext cx="3840480" cy="173736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rgbClr val="232F3E"/>
              </a:buClr>
              <a:buSzPts val="2000"/>
              <a:buNone/>
              <a:defRPr sz="2000">
                <a:solidFill>
                  <a:srgbClr val="232F3E"/>
                </a:solidFill>
                <a:latin typeface="Play"/>
                <a:ea typeface="Play"/>
                <a:cs typeface="Play"/>
                <a:sym typeface="Play"/>
              </a:defRPr>
            </a:lvl1pPr>
            <a:lvl2pPr indent="-228600" lvl="1" marL="914400" algn="l">
              <a:lnSpc>
                <a:spcPct val="100000"/>
              </a:lnSpc>
              <a:spcBef>
                <a:spcPts val="300"/>
              </a:spcBef>
              <a:spcAft>
                <a:spcPts val="0"/>
              </a:spcAft>
              <a:buClr>
                <a:srgbClr val="232F3E"/>
              </a:buClr>
              <a:buSzPts val="2000"/>
              <a:buNone/>
              <a:defRPr sz="2000">
                <a:solidFill>
                  <a:srgbClr val="232F3E"/>
                </a:solidFill>
                <a:latin typeface="Play"/>
                <a:ea typeface="Play"/>
                <a:cs typeface="Play"/>
                <a:sym typeface="Play"/>
              </a:defRPr>
            </a:lvl2pPr>
            <a:lvl3pPr indent="-228600" lvl="2" marL="1371600" algn="l">
              <a:lnSpc>
                <a:spcPct val="100000"/>
              </a:lnSpc>
              <a:spcBef>
                <a:spcPts val="600"/>
              </a:spcBef>
              <a:spcAft>
                <a:spcPts val="0"/>
              </a:spcAft>
              <a:buClr>
                <a:schemeClr val="dk2"/>
              </a:buClr>
              <a:buSzPts val="2000"/>
              <a:buNone/>
              <a:defRPr sz="2000">
                <a:solidFill>
                  <a:schemeClr val="dk2"/>
                </a:solidFill>
                <a:latin typeface="Play"/>
                <a:ea typeface="Play"/>
                <a:cs typeface="Play"/>
                <a:sym typeface="Play"/>
              </a:defRPr>
            </a:lvl3pPr>
            <a:lvl4pPr indent="-342900" lvl="3" marL="1828800" algn="l">
              <a:lnSpc>
                <a:spcPct val="100000"/>
              </a:lnSpc>
              <a:spcBef>
                <a:spcPts val="600"/>
              </a:spcBef>
              <a:spcAft>
                <a:spcPts val="0"/>
              </a:spcAft>
              <a:buClr>
                <a:schemeClr val="dk2"/>
              </a:buClr>
              <a:buSzPts val="1800"/>
              <a:buChar char="•"/>
              <a:defRPr sz="1800">
                <a:solidFill>
                  <a:schemeClr val="dk2"/>
                </a:solidFill>
                <a:latin typeface="Play"/>
                <a:ea typeface="Play"/>
                <a:cs typeface="Play"/>
                <a:sym typeface="Play"/>
              </a:defRPr>
            </a:lvl4pPr>
            <a:lvl5pPr indent="-342900" lvl="4" marL="2286000" algn="l">
              <a:lnSpc>
                <a:spcPct val="100000"/>
              </a:lnSpc>
              <a:spcBef>
                <a:spcPts val="600"/>
              </a:spcBef>
              <a:spcAft>
                <a:spcPts val="0"/>
              </a:spcAft>
              <a:buClr>
                <a:schemeClr val="dk2"/>
              </a:buClr>
              <a:buSzPts val="1800"/>
              <a:buChar char="•"/>
              <a:defRPr sz="1800">
                <a:solidFill>
                  <a:schemeClr val="dk2"/>
                </a:solidFill>
                <a:latin typeface="Play"/>
                <a:ea typeface="Play"/>
                <a:cs typeface="Play"/>
                <a:sym typeface="Play"/>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5" name="Google Shape;825;p230"/>
          <p:cNvSpPr txBox="1"/>
          <p:nvPr>
            <p:ph idx="3" type="body"/>
          </p:nvPr>
        </p:nvSpPr>
        <p:spPr>
          <a:xfrm>
            <a:off x="353060" y="2980786"/>
            <a:ext cx="1828800" cy="15544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accent2"/>
              </a:buClr>
              <a:buSzPts val="5400"/>
              <a:buNone/>
              <a:defRPr b="1" sz="5400" cap="none">
                <a:solidFill>
                  <a:schemeClr val="accent2"/>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6" name="Google Shape;826;p230"/>
          <p:cNvSpPr txBox="1"/>
          <p:nvPr>
            <p:ph idx="4" type="body"/>
          </p:nvPr>
        </p:nvSpPr>
        <p:spPr>
          <a:xfrm>
            <a:off x="2194163" y="2889346"/>
            <a:ext cx="3840480" cy="173736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rgbClr val="232F3E"/>
              </a:buClr>
              <a:buSzPts val="2000"/>
              <a:buNone/>
              <a:defRPr sz="2000">
                <a:solidFill>
                  <a:srgbClr val="232F3E"/>
                </a:solidFill>
                <a:latin typeface="Play"/>
                <a:ea typeface="Play"/>
                <a:cs typeface="Play"/>
                <a:sym typeface="Play"/>
              </a:defRPr>
            </a:lvl1pPr>
            <a:lvl2pPr indent="-355600" lvl="1" marL="914400" algn="l">
              <a:lnSpc>
                <a:spcPct val="100000"/>
              </a:lnSpc>
              <a:spcBef>
                <a:spcPts val="300"/>
              </a:spcBef>
              <a:spcAft>
                <a:spcPts val="0"/>
              </a:spcAft>
              <a:buClr>
                <a:srgbClr val="232F3E"/>
              </a:buClr>
              <a:buSzPts val="2000"/>
              <a:buChar char="•"/>
              <a:defRPr sz="2000">
                <a:solidFill>
                  <a:srgbClr val="232F3E"/>
                </a:solidFill>
                <a:latin typeface="Play"/>
                <a:ea typeface="Play"/>
                <a:cs typeface="Play"/>
                <a:sym typeface="Play"/>
              </a:defRPr>
            </a:lvl2pPr>
            <a:lvl3pPr indent="-228600" lvl="2" marL="1371600" algn="l">
              <a:lnSpc>
                <a:spcPct val="100000"/>
              </a:lnSpc>
              <a:spcBef>
                <a:spcPts val="600"/>
              </a:spcBef>
              <a:spcAft>
                <a:spcPts val="0"/>
              </a:spcAft>
              <a:buClr>
                <a:schemeClr val="dk2"/>
              </a:buClr>
              <a:buSzPts val="2000"/>
              <a:buNone/>
              <a:defRPr sz="2000">
                <a:solidFill>
                  <a:schemeClr val="dk2"/>
                </a:solidFill>
                <a:latin typeface="Play"/>
                <a:ea typeface="Play"/>
                <a:cs typeface="Play"/>
                <a:sym typeface="Play"/>
              </a:defRPr>
            </a:lvl3pPr>
            <a:lvl4pPr indent="-342900" lvl="3" marL="1828800" algn="l">
              <a:lnSpc>
                <a:spcPct val="100000"/>
              </a:lnSpc>
              <a:spcBef>
                <a:spcPts val="600"/>
              </a:spcBef>
              <a:spcAft>
                <a:spcPts val="0"/>
              </a:spcAft>
              <a:buClr>
                <a:schemeClr val="dk2"/>
              </a:buClr>
              <a:buSzPts val="1800"/>
              <a:buChar char="•"/>
              <a:defRPr sz="1800">
                <a:solidFill>
                  <a:schemeClr val="dk2"/>
                </a:solidFill>
                <a:latin typeface="Play"/>
                <a:ea typeface="Play"/>
                <a:cs typeface="Play"/>
                <a:sym typeface="Play"/>
              </a:defRPr>
            </a:lvl4pPr>
            <a:lvl5pPr indent="-342900" lvl="4" marL="2286000" algn="l">
              <a:lnSpc>
                <a:spcPct val="100000"/>
              </a:lnSpc>
              <a:spcBef>
                <a:spcPts val="600"/>
              </a:spcBef>
              <a:spcAft>
                <a:spcPts val="0"/>
              </a:spcAft>
              <a:buClr>
                <a:schemeClr val="dk2"/>
              </a:buClr>
              <a:buSzPts val="1800"/>
              <a:buChar char="•"/>
              <a:defRPr sz="1800">
                <a:solidFill>
                  <a:schemeClr val="dk2"/>
                </a:solidFill>
                <a:latin typeface="Play"/>
                <a:ea typeface="Play"/>
                <a:cs typeface="Play"/>
                <a:sym typeface="Play"/>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7" name="Google Shape;827;p230"/>
          <p:cNvSpPr txBox="1"/>
          <p:nvPr>
            <p:ph idx="5" type="body"/>
          </p:nvPr>
        </p:nvSpPr>
        <p:spPr>
          <a:xfrm>
            <a:off x="353060" y="4773168"/>
            <a:ext cx="1828800" cy="15544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accent2"/>
              </a:buClr>
              <a:buSzPts val="5400"/>
              <a:buNone/>
              <a:defRPr b="1" sz="5400" cap="none">
                <a:solidFill>
                  <a:schemeClr val="accent2"/>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8" name="Google Shape;828;p230"/>
          <p:cNvSpPr txBox="1"/>
          <p:nvPr>
            <p:ph idx="6" type="body"/>
          </p:nvPr>
        </p:nvSpPr>
        <p:spPr>
          <a:xfrm>
            <a:off x="2194163" y="4681728"/>
            <a:ext cx="3840480" cy="173736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rgbClr val="232F3E"/>
              </a:buClr>
              <a:buSzPts val="2000"/>
              <a:buNone/>
              <a:defRPr sz="2000">
                <a:solidFill>
                  <a:srgbClr val="232F3E"/>
                </a:solidFill>
                <a:latin typeface="Play"/>
                <a:ea typeface="Play"/>
                <a:cs typeface="Play"/>
                <a:sym typeface="Play"/>
              </a:defRPr>
            </a:lvl1pPr>
            <a:lvl2pPr indent="-355600" lvl="1" marL="914400" algn="l">
              <a:lnSpc>
                <a:spcPct val="100000"/>
              </a:lnSpc>
              <a:spcBef>
                <a:spcPts val="300"/>
              </a:spcBef>
              <a:spcAft>
                <a:spcPts val="0"/>
              </a:spcAft>
              <a:buClr>
                <a:srgbClr val="232F3E"/>
              </a:buClr>
              <a:buSzPts val="2000"/>
              <a:buChar char="•"/>
              <a:defRPr sz="2000">
                <a:solidFill>
                  <a:srgbClr val="232F3E"/>
                </a:solidFill>
                <a:latin typeface="Play"/>
                <a:ea typeface="Play"/>
                <a:cs typeface="Play"/>
                <a:sym typeface="Play"/>
              </a:defRPr>
            </a:lvl2pPr>
            <a:lvl3pPr indent="-228600" lvl="2" marL="1371600" algn="l">
              <a:lnSpc>
                <a:spcPct val="100000"/>
              </a:lnSpc>
              <a:spcBef>
                <a:spcPts val="600"/>
              </a:spcBef>
              <a:spcAft>
                <a:spcPts val="0"/>
              </a:spcAft>
              <a:buClr>
                <a:schemeClr val="dk2"/>
              </a:buClr>
              <a:buSzPts val="2000"/>
              <a:buNone/>
              <a:defRPr sz="2000">
                <a:solidFill>
                  <a:schemeClr val="dk2"/>
                </a:solidFill>
                <a:latin typeface="Play"/>
                <a:ea typeface="Play"/>
                <a:cs typeface="Play"/>
                <a:sym typeface="Play"/>
              </a:defRPr>
            </a:lvl3pPr>
            <a:lvl4pPr indent="-342900" lvl="3" marL="1828800" algn="l">
              <a:lnSpc>
                <a:spcPct val="100000"/>
              </a:lnSpc>
              <a:spcBef>
                <a:spcPts val="600"/>
              </a:spcBef>
              <a:spcAft>
                <a:spcPts val="0"/>
              </a:spcAft>
              <a:buClr>
                <a:schemeClr val="dk2"/>
              </a:buClr>
              <a:buSzPts val="1800"/>
              <a:buChar char="•"/>
              <a:defRPr sz="1800">
                <a:solidFill>
                  <a:schemeClr val="dk2"/>
                </a:solidFill>
                <a:latin typeface="Play"/>
                <a:ea typeface="Play"/>
                <a:cs typeface="Play"/>
                <a:sym typeface="Play"/>
              </a:defRPr>
            </a:lvl4pPr>
            <a:lvl5pPr indent="-342900" lvl="4" marL="2286000" algn="l">
              <a:lnSpc>
                <a:spcPct val="100000"/>
              </a:lnSpc>
              <a:spcBef>
                <a:spcPts val="600"/>
              </a:spcBef>
              <a:spcAft>
                <a:spcPts val="0"/>
              </a:spcAft>
              <a:buClr>
                <a:schemeClr val="dk2"/>
              </a:buClr>
              <a:buSzPts val="1800"/>
              <a:buChar char="•"/>
              <a:defRPr sz="1800">
                <a:solidFill>
                  <a:schemeClr val="dk2"/>
                </a:solidFill>
                <a:latin typeface="Play"/>
                <a:ea typeface="Play"/>
                <a:cs typeface="Play"/>
                <a:sym typeface="Play"/>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9" name="Google Shape;829;p230"/>
          <p:cNvSpPr txBox="1"/>
          <p:nvPr>
            <p:ph idx="7" type="body"/>
          </p:nvPr>
        </p:nvSpPr>
        <p:spPr>
          <a:xfrm>
            <a:off x="6162412" y="1188403"/>
            <a:ext cx="1828800" cy="15544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accent2"/>
              </a:buClr>
              <a:buSzPts val="5400"/>
              <a:buNone/>
              <a:defRPr b="1" sz="5400" cap="none">
                <a:solidFill>
                  <a:schemeClr val="accent2"/>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0" name="Google Shape;830;p230"/>
          <p:cNvSpPr txBox="1"/>
          <p:nvPr>
            <p:ph idx="8" type="body"/>
          </p:nvPr>
        </p:nvSpPr>
        <p:spPr>
          <a:xfrm>
            <a:off x="7991878" y="1096963"/>
            <a:ext cx="3840480" cy="173736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rgbClr val="232F3E"/>
              </a:buClr>
              <a:buSzPts val="2000"/>
              <a:buFont typeface="Play"/>
              <a:buNone/>
              <a:defRPr sz="2000">
                <a:solidFill>
                  <a:srgbClr val="232F3E"/>
                </a:solidFill>
                <a:latin typeface="Play"/>
                <a:ea typeface="Play"/>
                <a:cs typeface="Play"/>
                <a:sym typeface="Play"/>
              </a:defRPr>
            </a:lvl1pPr>
            <a:lvl2pPr indent="-355600" lvl="1" marL="914400" algn="l">
              <a:lnSpc>
                <a:spcPct val="100000"/>
              </a:lnSpc>
              <a:spcBef>
                <a:spcPts val="300"/>
              </a:spcBef>
              <a:spcAft>
                <a:spcPts val="0"/>
              </a:spcAft>
              <a:buClr>
                <a:srgbClr val="232F3E"/>
              </a:buClr>
              <a:buSzPts val="2000"/>
              <a:buChar char="•"/>
              <a:defRPr sz="2000">
                <a:solidFill>
                  <a:srgbClr val="232F3E"/>
                </a:solidFill>
                <a:latin typeface="Play"/>
                <a:ea typeface="Play"/>
                <a:cs typeface="Play"/>
                <a:sym typeface="Play"/>
              </a:defRPr>
            </a:lvl2pPr>
            <a:lvl3pPr indent="-228600" lvl="2" marL="1371600" algn="l">
              <a:lnSpc>
                <a:spcPct val="100000"/>
              </a:lnSpc>
              <a:spcBef>
                <a:spcPts val="600"/>
              </a:spcBef>
              <a:spcAft>
                <a:spcPts val="0"/>
              </a:spcAft>
              <a:buClr>
                <a:schemeClr val="dk2"/>
              </a:buClr>
              <a:buSzPts val="2000"/>
              <a:buNone/>
              <a:defRPr sz="2000">
                <a:solidFill>
                  <a:schemeClr val="dk2"/>
                </a:solidFill>
                <a:latin typeface="Play"/>
                <a:ea typeface="Play"/>
                <a:cs typeface="Play"/>
                <a:sym typeface="Play"/>
              </a:defRPr>
            </a:lvl3pPr>
            <a:lvl4pPr indent="-342900" lvl="3" marL="1828800" algn="l">
              <a:lnSpc>
                <a:spcPct val="100000"/>
              </a:lnSpc>
              <a:spcBef>
                <a:spcPts val="600"/>
              </a:spcBef>
              <a:spcAft>
                <a:spcPts val="0"/>
              </a:spcAft>
              <a:buClr>
                <a:schemeClr val="dk2"/>
              </a:buClr>
              <a:buSzPts val="1800"/>
              <a:buChar char="•"/>
              <a:defRPr sz="1800">
                <a:solidFill>
                  <a:schemeClr val="dk2"/>
                </a:solidFill>
                <a:latin typeface="Play"/>
                <a:ea typeface="Play"/>
                <a:cs typeface="Play"/>
                <a:sym typeface="Play"/>
              </a:defRPr>
            </a:lvl4pPr>
            <a:lvl5pPr indent="-342900" lvl="4" marL="2286000" algn="l">
              <a:lnSpc>
                <a:spcPct val="100000"/>
              </a:lnSpc>
              <a:spcBef>
                <a:spcPts val="600"/>
              </a:spcBef>
              <a:spcAft>
                <a:spcPts val="0"/>
              </a:spcAft>
              <a:buClr>
                <a:schemeClr val="dk2"/>
              </a:buClr>
              <a:buSzPts val="1800"/>
              <a:buChar char="•"/>
              <a:defRPr sz="1800">
                <a:solidFill>
                  <a:schemeClr val="dk2"/>
                </a:solidFill>
                <a:latin typeface="Play"/>
                <a:ea typeface="Play"/>
                <a:cs typeface="Play"/>
                <a:sym typeface="Play"/>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1" name="Google Shape;831;p230"/>
          <p:cNvSpPr txBox="1"/>
          <p:nvPr>
            <p:ph idx="9" type="body"/>
          </p:nvPr>
        </p:nvSpPr>
        <p:spPr>
          <a:xfrm>
            <a:off x="6162412" y="2980786"/>
            <a:ext cx="1828800" cy="15544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accent2"/>
              </a:buClr>
              <a:buSzPts val="5400"/>
              <a:buNone/>
              <a:defRPr b="1" sz="5400" cap="none">
                <a:solidFill>
                  <a:schemeClr val="accent2"/>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2" name="Google Shape;832;p230"/>
          <p:cNvSpPr txBox="1"/>
          <p:nvPr>
            <p:ph idx="13" type="body"/>
          </p:nvPr>
        </p:nvSpPr>
        <p:spPr>
          <a:xfrm>
            <a:off x="7991878" y="2889346"/>
            <a:ext cx="3840480" cy="173736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rgbClr val="232F3E"/>
              </a:buClr>
              <a:buSzPts val="2000"/>
              <a:buNone/>
              <a:defRPr sz="2000">
                <a:solidFill>
                  <a:srgbClr val="232F3E"/>
                </a:solidFill>
                <a:latin typeface="Play"/>
                <a:ea typeface="Play"/>
                <a:cs typeface="Play"/>
                <a:sym typeface="Play"/>
              </a:defRPr>
            </a:lvl1pPr>
            <a:lvl2pPr indent="-355600" lvl="1" marL="914400" algn="l">
              <a:lnSpc>
                <a:spcPct val="100000"/>
              </a:lnSpc>
              <a:spcBef>
                <a:spcPts val="300"/>
              </a:spcBef>
              <a:spcAft>
                <a:spcPts val="0"/>
              </a:spcAft>
              <a:buClr>
                <a:srgbClr val="232F3E"/>
              </a:buClr>
              <a:buSzPts val="2000"/>
              <a:buChar char="•"/>
              <a:defRPr sz="2000">
                <a:solidFill>
                  <a:srgbClr val="232F3E"/>
                </a:solidFill>
                <a:latin typeface="Play"/>
                <a:ea typeface="Play"/>
                <a:cs typeface="Play"/>
                <a:sym typeface="Play"/>
              </a:defRPr>
            </a:lvl2pPr>
            <a:lvl3pPr indent="-228600" lvl="2" marL="1371600" algn="l">
              <a:lnSpc>
                <a:spcPct val="100000"/>
              </a:lnSpc>
              <a:spcBef>
                <a:spcPts val="600"/>
              </a:spcBef>
              <a:spcAft>
                <a:spcPts val="0"/>
              </a:spcAft>
              <a:buClr>
                <a:schemeClr val="dk2"/>
              </a:buClr>
              <a:buSzPts val="2000"/>
              <a:buNone/>
              <a:defRPr sz="2000">
                <a:solidFill>
                  <a:schemeClr val="dk2"/>
                </a:solidFill>
                <a:latin typeface="Play"/>
                <a:ea typeface="Play"/>
                <a:cs typeface="Play"/>
                <a:sym typeface="Play"/>
              </a:defRPr>
            </a:lvl3pPr>
            <a:lvl4pPr indent="-342900" lvl="3" marL="1828800" algn="l">
              <a:lnSpc>
                <a:spcPct val="100000"/>
              </a:lnSpc>
              <a:spcBef>
                <a:spcPts val="600"/>
              </a:spcBef>
              <a:spcAft>
                <a:spcPts val="0"/>
              </a:spcAft>
              <a:buClr>
                <a:schemeClr val="dk2"/>
              </a:buClr>
              <a:buSzPts val="1800"/>
              <a:buChar char="•"/>
              <a:defRPr sz="1800">
                <a:solidFill>
                  <a:schemeClr val="dk2"/>
                </a:solidFill>
                <a:latin typeface="Play"/>
                <a:ea typeface="Play"/>
                <a:cs typeface="Play"/>
                <a:sym typeface="Play"/>
              </a:defRPr>
            </a:lvl4pPr>
            <a:lvl5pPr indent="-342900" lvl="4" marL="2286000" algn="l">
              <a:lnSpc>
                <a:spcPct val="100000"/>
              </a:lnSpc>
              <a:spcBef>
                <a:spcPts val="600"/>
              </a:spcBef>
              <a:spcAft>
                <a:spcPts val="0"/>
              </a:spcAft>
              <a:buClr>
                <a:schemeClr val="dk2"/>
              </a:buClr>
              <a:buSzPts val="1800"/>
              <a:buChar char="•"/>
              <a:defRPr sz="1800">
                <a:solidFill>
                  <a:schemeClr val="dk2"/>
                </a:solidFill>
                <a:latin typeface="Play"/>
                <a:ea typeface="Play"/>
                <a:cs typeface="Play"/>
                <a:sym typeface="Play"/>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3" name="Google Shape;833;p230"/>
          <p:cNvSpPr txBox="1"/>
          <p:nvPr>
            <p:ph idx="14" type="body"/>
          </p:nvPr>
        </p:nvSpPr>
        <p:spPr>
          <a:xfrm>
            <a:off x="6162412" y="4773168"/>
            <a:ext cx="1828800" cy="15544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accent2"/>
              </a:buClr>
              <a:buSzPts val="5400"/>
              <a:buNone/>
              <a:defRPr b="1" sz="5400" cap="none">
                <a:solidFill>
                  <a:schemeClr val="accent2"/>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4" name="Google Shape;834;p230"/>
          <p:cNvSpPr txBox="1"/>
          <p:nvPr>
            <p:ph idx="15" type="body"/>
          </p:nvPr>
        </p:nvSpPr>
        <p:spPr>
          <a:xfrm>
            <a:off x="7991878" y="4681728"/>
            <a:ext cx="3840480" cy="173736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rgbClr val="232F3E"/>
              </a:buClr>
              <a:buSzPts val="2000"/>
              <a:buNone/>
              <a:defRPr sz="2000">
                <a:solidFill>
                  <a:srgbClr val="232F3E"/>
                </a:solidFill>
                <a:latin typeface="Play"/>
                <a:ea typeface="Play"/>
                <a:cs typeface="Play"/>
                <a:sym typeface="Play"/>
              </a:defRPr>
            </a:lvl1pPr>
            <a:lvl2pPr indent="-355600" lvl="1" marL="914400" algn="l">
              <a:lnSpc>
                <a:spcPct val="100000"/>
              </a:lnSpc>
              <a:spcBef>
                <a:spcPts val="300"/>
              </a:spcBef>
              <a:spcAft>
                <a:spcPts val="0"/>
              </a:spcAft>
              <a:buClr>
                <a:srgbClr val="232F3E"/>
              </a:buClr>
              <a:buSzPts val="2000"/>
              <a:buChar char="•"/>
              <a:defRPr sz="2000">
                <a:solidFill>
                  <a:srgbClr val="232F3E"/>
                </a:solidFill>
                <a:latin typeface="Play"/>
                <a:ea typeface="Play"/>
                <a:cs typeface="Play"/>
                <a:sym typeface="Play"/>
              </a:defRPr>
            </a:lvl2pPr>
            <a:lvl3pPr indent="-228600" lvl="2" marL="1371600" algn="l">
              <a:lnSpc>
                <a:spcPct val="100000"/>
              </a:lnSpc>
              <a:spcBef>
                <a:spcPts val="600"/>
              </a:spcBef>
              <a:spcAft>
                <a:spcPts val="0"/>
              </a:spcAft>
              <a:buClr>
                <a:schemeClr val="dk2"/>
              </a:buClr>
              <a:buSzPts val="2000"/>
              <a:buNone/>
              <a:defRPr sz="2000">
                <a:solidFill>
                  <a:schemeClr val="dk2"/>
                </a:solidFill>
                <a:latin typeface="Play"/>
                <a:ea typeface="Play"/>
                <a:cs typeface="Play"/>
                <a:sym typeface="Play"/>
              </a:defRPr>
            </a:lvl3pPr>
            <a:lvl4pPr indent="-342900" lvl="3" marL="1828800" algn="l">
              <a:lnSpc>
                <a:spcPct val="100000"/>
              </a:lnSpc>
              <a:spcBef>
                <a:spcPts val="600"/>
              </a:spcBef>
              <a:spcAft>
                <a:spcPts val="0"/>
              </a:spcAft>
              <a:buClr>
                <a:schemeClr val="dk2"/>
              </a:buClr>
              <a:buSzPts val="1800"/>
              <a:buChar char="•"/>
              <a:defRPr sz="1800">
                <a:solidFill>
                  <a:schemeClr val="dk2"/>
                </a:solidFill>
                <a:latin typeface="Play"/>
                <a:ea typeface="Play"/>
                <a:cs typeface="Play"/>
                <a:sym typeface="Play"/>
              </a:defRPr>
            </a:lvl4pPr>
            <a:lvl5pPr indent="-342900" lvl="4" marL="2286000" algn="l">
              <a:lnSpc>
                <a:spcPct val="100000"/>
              </a:lnSpc>
              <a:spcBef>
                <a:spcPts val="600"/>
              </a:spcBef>
              <a:spcAft>
                <a:spcPts val="0"/>
              </a:spcAft>
              <a:buClr>
                <a:schemeClr val="dk2"/>
              </a:buClr>
              <a:buSzPts val="1800"/>
              <a:buChar char="•"/>
              <a:defRPr sz="1800">
                <a:solidFill>
                  <a:schemeClr val="dk2"/>
                </a:solidFill>
                <a:latin typeface="Play"/>
                <a:ea typeface="Play"/>
                <a:cs typeface="Play"/>
                <a:sym typeface="Play"/>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images, and 6 text">
  <p:cSld name="Title, 6 images, and 6 text">
    <p:bg>
      <p:bgPr>
        <a:solidFill>
          <a:schemeClr val="lt1"/>
        </a:solidFill>
      </p:bgPr>
    </p:bg>
    <p:spTree>
      <p:nvGrpSpPr>
        <p:cNvPr id="835" name="Shape 835"/>
        <p:cNvGrpSpPr/>
        <p:nvPr/>
      </p:nvGrpSpPr>
      <p:grpSpPr>
        <a:xfrm>
          <a:off x="0" y="0"/>
          <a:ext cx="0" cy="0"/>
          <a:chOff x="0" y="0"/>
          <a:chExt cx="0" cy="0"/>
        </a:xfrm>
      </p:grpSpPr>
      <p:sp>
        <p:nvSpPr>
          <p:cNvPr id="836" name="Google Shape;836;p231"/>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837" name="Google Shape;837;p231"/>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838" name="Google Shape;838;p231"/>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839" name="Google Shape;839;p231"/>
          <p:cNvSpPr/>
          <p:nvPr>
            <p:ph idx="2" type="pic"/>
          </p:nvPr>
        </p:nvSpPr>
        <p:spPr>
          <a:xfrm>
            <a:off x="365760" y="1238846"/>
            <a:ext cx="1554480" cy="1554480"/>
          </a:xfrm>
          <a:prstGeom prst="rect">
            <a:avLst/>
          </a:prstGeom>
          <a:noFill/>
          <a:ln>
            <a:noFill/>
          </a:ln>
        </p:spPr>
      </p:sp>
      <p:sp>
        <p:nvSpPr>
          <p:cNvPr id="840" name="Google Shape;840;p231"/>
          <p:cNvSpPr txBox="1"/>
          <p:nvPr>
            <p:ph idx="1" type="body"/>
          </p:nvPr>
        </p:nvSpPr>
        <p:spPr>
          <a:xfrm>
            <a:off x="2045044" y="1147406"/>
            <a:ext cx="3941806" cy="173736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rgbClr val="232F3E"/>
              </a:buClr>
              <a:buSzPts val="2400"/>
              <a:buNone/>
              <a:defRPr sz="2400">
                <a:solidFill>
                  <a:srgbClr val="232F3E"/>
                </a:solidFill>
              </a:defRPr>
            </a:lvl1pPr>
            <a:lvl2pPr indent="-228600" lvl="1" marL="914400" algn="l">
              <a:lnSpc>
                <a:spcPct val="100000"/>
              </a:lnSpc>
              <a:spcBef>
                <a:spcPts val="300"/>
              </a:spcBef>
              <a:spcAft>
                <a:spcPts val="0"/>
              </a:spcAft>
              <a:buClr>
                <a:srgbClr val="232F3E"/>
              </a:buClr>
              <a:buSzPts val="2000"/>
              <a:buNone/>
              <a:defRPr sz="2000">
                <a:solidFill>
                  <a:srgbClr val="232F3E"/>
                </a:solidFill>
              </a:defRPr>
            </a:lvl2pPr>
            <a:lvl3pPr indent="-228600" lvl="2" marL="1371600" algn="l">
              <a:lnSpc>
                <a:spcPct val="100000"/>
              </a:lnSpc>
              <a:spcBef>
                <a:spcPts val="600"/>
              </a:spcBef>
              <a:spcAft>
                <a:spcPts val="0"/>
              </a:spcAft>
              <a:buClr>
                <a:schemeClr val="dk2"/>
              </a:buClr>
              <a:buSzPts val="2000"/>
              <a:buNone/>
              <a:defRPr sz="2000">
                <a:solidFill>
                  <a:schemeClr val="dk2"/>
                </a:solidFill>
              </a:defRPr>
            </a:lvl3pPr>
            <a:lvl4pPr indent="-342900" lvl="3" marL="1828800" algn="l">
              <a:lnSpc>
                <a:spcPct val="100000"/>
              </a:lnSpc>
              <a:spcBef>
                <a:spcPts val="600"/>
              </a:spcBef>
              <a:spcAft>
                <a:spcPts val="0"/>
              </a:spcAft>
              <a:buClr>
                <a:schemeClr val="dk2"/>
              </a:buClr>
              <a:buSzPts val="1800"/>
              <a:buChar char="•"/>
              <a:defRPr sz="1800">
                <a:solidFill>
                  <a:schemeClr val="dk2"/>
                </a:solidFill>
              </a:defRPr>
            </a:lvl4pPr>
            <a:lvl5pPr indent="-342900" lvl="4" marL="2286000" algn="l">
              <a:lnSpc>
                <a:spcPct val="100000"/>
              </a:lnSpc>
              <a:spcBef>
                <a:spcPts val="600"/>
              </a:spcBef>
              <a:spcAft>
                <a:spcPts val="0"/>
              </a:spcAft>
              <a:buClr>
                <a:schemeClr val="dk2"/>
              </a:buClr>
              <a:buSzPts val="1800"/>
              <a:buChar char="•"/>
              <a:defRPr sz="1800">
                <a:solidFill>
                  <a:schemeClr val="dk2"/>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1" name="Google Shape;841;p231"/>
          <p:cNvSpPr/>
          <p:nvPr>
            <p:ph idx="3" type="pic"/>
          </p:nvPr>
        </p:nvSpPr>
        <p:spPr>
          <a:xfrm>
            <a:off x="365760" y="3008944"/>
            <a:ext cx="1554480" cy="1554480"/>
          </a:xfrm>
          <a:prstGeom prst="rect">
            <a:avLst/>
          </a:prstGeom>
          <a:noFill/>
          <a:ln>
            <a:noFill/>
          </a:ln>
        </p:spPr>
      </p:sp>
      <p:sp>
        <p:nvSpPr>
          <p:cNvPr id="842" name="Google Shape;842;p231"/>
          <p:cNvSpPr txBox="1"/>
          <p:nvPr>
            <p:ph idx="4" type="body"/>
          </p:nvPr>
        </p:nvSpPr>
        <p:spPr>
          <a:xfrm>
            <a:off x="2045044" y="2917504"/>
            <a:ext cx="3941806" cy="173736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rgbClr val="232F3E"/>
              </a:buClr>
              <a:buSzPts val="2400"/>
              <a:buNone/>
              <a:defRPr sz="2400">
                <a:solidFill>
                  <a:srgbClr val="232F3E"/>
                </a:solidFill>
              </a:defRPr>
            </a:lvl1pPr>
            <a:lvl2pPr indent="-228600" lvl="1" marL="914400" algn="l">
              <a:lnSpc>
                <a:spcPct val="100000"/>
              </a:lnSpc>
              <a:spcBef>
                <a:spcPts val="300"/>
              </a:spcBef>
              <a:spcAft>
                <a:spcPts val="0"/>
              </a:spcAft>
              <a:buClr>
                <a:srgbClr val="232F3E"/>
              </a:buClr>
              <a:buSzPts val="2000"/>
              <a:buNone/>
              <a:defRPr sz="2000">
                <a:solidFill>
                  <a:srgbClr val="232F3E"/>
                </a:solidFill>
              </a:defRPr>
            </a:lvl2pPr>
            <a:lvl3pPr indent="-228600" lvl="2" marL="1371600" algn="l">
              <a:lnSpc>
                <a:spcPct val="100000"/>
              </a:lnSpc>
              <a:spcBef>
                <a:spcPts val="600"/>
              </a:spcBef>
              <a:spcAft>
                <a:spcPts val="0"/>
              </a:spcAft>
              <a:buClr>
                <a:schemeClr val="dk2"/>
              </a:buClr>
              <a:buSzPts val="2000"/>
              <a:buNone/>
              <a:defRPr sz="2000">
                <a:solidFill>
                  <a:schemeClr val="dk2"/>
                </a:solidFill>
              </a:defRPr>
            </a:lvl3pPr>
            <a:lvl4pPr indent="-342900" lvl="3" marL="1828800" algn="l">
              <a:lnSpc>
                <a:spcPct val="100000"/>
              </a:lnSpc>
              <a:spcBef>
                <a:spcPts val="600"/>
              </a:spcBef>
              <a:spcAft>
                <a:spcPts val="0"/>
              </a:spcAft>
              <a:buClr>
                <a:schemeClr val="dk2"/>
              </a:buClr>
              <a:buSzPts val="1800"/>
              <a:buChar char="•"/>
              <a:defRPr sz="1800">
                <a:solidFill>
                  <a:schemeClr val="dk2"/>
                </a:solidFill>
              </a:defRPr>
            </a:lvl4pPr>
            <a:lvl5pPr indent="-342900" lvl="4" marL="2286000" algn="l">
              <a:lnSpc>
                <a:spcPct val="100000"/>
              </a:lnSpc>
              <a:spcBef>
                <a:spcPts val="600"/>
              </a:spcBef>
              <a:spcAft>
                <a:spcPts val="0"/>
              </a:spcAft>
              <a:buClr>
                <a:schemeClr val="dk2"/>
              </a:buClr>
              <a:buSzPts val="1800"/>
              <a:buChar char="•"/>
              <a:defRPr sz="1800">
                <a:solidFill>
                  <a:schemeClr val="dk2"/>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3" name="Google Shape;843;p231"/>
          <p:cNvSpPr/>
          <p:nvPr>
            <p:ph idx="5" type="pic"/>
          </p:nvPr>
        </p:nvSpPr>
        <p:spPr>
          <a:xfrm>
            <a:off x="365760" y="4776114"/>
            <a:ext cx="1554480" cy="1554480"/>
          </a:xfrm>
          <a:prstGeom prst="rect">
            <a:avLst/>
          </a:prstGeom>
          <a:noFill/>
          <a:ln>
            <a:noFill/>
          </a:ln>
        </p:spPr>
      </p:sp>
      <p:sp>
        <p:nvSpPr>
          <p:cNvPr id="844" name="Google Shape;844;p231"/>
          <p:cNvSpPr txBox="1"/>
          <p:nvPr>
            <p:ph idx="6" type="body"/>
          </p:nvPr>
        </p:nvSpPr>
        <p:spPr>
          <a:xfrm>
            <a:off x="2045044" y="4684674"/>
            <a:ext cx="3941806" cy="173736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rgbClr val="232F3E"/>
              </a:buClr>
              <a:buSzPts val="2400"/>
              <a:buNone/>
              <a:defRPr sz="2400">
                <a:solidFill>
                  <a:srgbClr val="232F3E"/>
                </a:solidFill>
              </a:defRPr>
            </a:lvl1pPr>
            <a:lvl2pPr indent="-228600" lvl="1" marL="914400" algn="l">
              <a:lnSpc>
                <a:spcPct val="100000"/>
              </a:lnSpc>
              <a:spcBef>
                <a:spcPts val="300"/>
              </a:spcBef>
              <a:spcAft>
                <a:spcPts val="0"/>
              </a:spcAft>
              <a:buClr>
                <a:srgbClr val="232F3E"/>
              </a:buClr>
              <a:buSzPts val="2000"/>
              <a:buNone/>
              <a:defRPr sz="2000">
                <a:solidFill>
                  <a:srgbClr val="232F3E"/>
                </a:solidFill>
              </a:defRPr>
            </a:lvl2pPr>
            <a:lvl3pPr indent="-228600" lvl="2" marL="1371600" algn="l">
              <a:lnSpc>
                <a:spcPct val="100000"/>
              </a:lnSpc>
              <a:spcBef>
                <a:spcPts val="600"/>
              </a:spcBef>
              <a:spcAft>
                <a:spcPts val="0"/>
              </a:spcAft>
              <a:buClr>
                <a:schemeClr val="dk2"/>
              </a:buClr>
              <a:buSzPts val="2000"/>
              <a:buNone/>
              <a:defRPr sz="2000">
                <a:solidFill>
                  <a:schemeClr val="dk2"/>
                </a:solidFill>
              </a:defRPr>
            </a:lvl3pPr>
            <a:lvl4pPr indent="-342900" lvl="3" marL="1828800" algn="l">
              <a:lnSpc>
                <a:spcPct val="100000"/>
              </a:lnSpc>
              <a:spcBef>
                <a:spcPts val="600"/>
              </a:spcBef>
              <a:spcAft>
                <a:spcPts val="0"/>
              </a:spcAft>
              <a:buClr>
                <a:schemeClr val="dk2"/>
              </a:buClr>
              <a:buSzPts val="1800"/>
              <a:buChar char="•"/>
              <a:defRPr sz="1800">
                <a:solidFill>
                  <a:schemeClr val="dk2"/>
                </a:solidFill>
              </a:defRPr>
            </a:lvl4pPr>
            <a:lvl5pPr indent="-342900" lvl="4" marL="2286000" algn="l">
              <a:lnSpc>
                <a:spcPct val="100000"/>
              </a:lnSpc>
              <a:spcBef>
                <a:spcPts val="600"/>
              </a:spcBef>
              <a:spcAft>
                <a:spcPts val="0"/>
              </a:spcAft>
              <a:buClr>
                <a:schemeClr val="dk2"/>
              </a:buClr>
              <a:buSzPts val="1800"/>
              <a:buChar char="•"/>
              <a:defRPr sz="1800">
                <a:solidFill>
                  <a:schemeClr val="dk2"/>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5" name="Google Shape;845;p231"/>
          <p:cNvSpPr/>
          <p:nvPr>
            <p:ph idx="7" type="pic"/>
          </p:nvPr>
        </p:nvSpPr>
        <p:spPr>
          <a:xfrm>
            <a:off x="6205152" y="1238846"/>
            <a:ext cx="1554480" cy="1554480"/>
          </a:xfrm>
          <a:prstGeom prst="rect">
            <a:avLst/>
          </a:prstGeom>
          <a:noFill/>
          <a:ln>
            <a:noFill/>
          </a:ln>
        </p:spPr>
      </p:sp>
      <p:sp>
        <p:nvSpPr>
          <p:cNvPr id="846" name="Google Shape;846;p231"/>
          <p:cNvSpPr txBox="1"/>
          <p:nvPr>
            <p:ph idx="8" type="body"/>
          </p:nvPr>
        </p:nvSpPr>
        <p:spPr>
          <a:xfrm>
            <a:off x="7884436" y="1147406"/>
            <a:ext cx="3941806" cy="173736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rgbClr val="232F3E"/>
              </a:buClr>
              <a:buSzPts val="2400"/>
              <a:buNone/>
              <a:defRPr sz="2400">
                <a:solidFill>
                  <a:srgbClr val="232F3E"/>
                </a:solidFill>
              </a:defRPr>
            </a:lvl1pPr>
            <a:lvl2pPr indent="-228600" lvl="1" marL="914400" algn="l">
              <a:lnSpc>
                <a:spcPct val="100000"/>
              </a:lnSpc>
              <a:spcBef>
                <a:spcPts val="300"/>
              </a:spcBef>
              <a:spcAft>
                <a:spcPts val="0"/>
              </a:spcAft>
              <a:buClr>
                <a:srgbClr val="232F3E"/>
              </a:buClr>
              <a:buSzPts val="2000"/>
              <a:buNone/>
              <a:defRPr sz="2000">
                <a:solidFill>
                  <a:srgbClr val="232F3E"/>
                </a:solidFill>
              </a:defRPr>
            </a:lvl2pPr>
            <a:lvl3pPr indent="-228600" lvl="2" marL="1371600" algn="l">
              <a:lnSpc>
                <a:spcPct val="100000"/>
              </a:lnSpc>
              <a:spcBef>
                <a:spcPts val="600"/>
              </a:spcBef>
              <a:spcAft>
                <a:spcPts val="0"/>
              </a:spcAft>
              <a:buClr>
                <a:schemeClr val="dk2"/>
              </a:buClr>
              <a:buSzPts val="2000"/>
              <a:buNone/>
              <a:defRPr sz="2000">
                <a:solidFill>
                  <a:schemeClr val="dk2"/>
                </a:solidFill>
              </a:defRPr>
            </a:lvl3pPr>
            <a:lvl4pPr indent="-342900" lvl="3" marL="1828800" algn="l">
              <a:lnSpc>
                <a:spcPct val="100000"/>
              </a:lnSpc>
              <a:spcBef>
                <a:spcPts val="600"/>
              </a:spcBef>
              <a:spcAft>
                <a:spcPts val="0"/>
              </a:spcAft>
              <a:buClr>
                <a:schemeClr val="dk2"/>
              </a:buClr>
              <a:buSzPts val="1800"/>
              <a:buChar char="•"/>
              <a:defRPr sz="1800">
                <a:solidFill>
                  <a:schemeClr val="dk2"/>
                </a:solidFill>
              </a:defRPr>
            </a:lvl4pPr>
            <a:lvl5pPr indent="-342900" lvl="4" marL="2286000" algn="l">
              <a:lnSpc>
                <a:spcPct val="100000"/>
              </a:lnSpc>
              <a:spcBef>
                <a:spcPts val="600"/>
              </a:spcBef>
              <a:spcAft>
                <a:spcPts val="0"/>
              </a:spcAft>
              <a:buClr>
                <a:schemeClr val="dk2"/>
              </a:buClr>
              <a:buSzPts val="1800"/>
              <a:buChar char="•"/>
              <a:defRPr sz="1800">
                <a:solidFill>
                  <a:schemeClr val="dk2"/>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7" name="Google Shape;847;p231"/>
          <p:cNvSpPr/>
          <p:nvPr>
            <p:ph idx="9" type="pic"/>
          </p:nvPr>
        </p:nvSpPr>
        <p:spPr>
          <a:xfrm>
            <a:off x="6205152" y="3008944"/>
            <a:ext cx="1554480" cy="1554480"/>
          </a:xfrm>
          <a:prstGeom prst="rect">
            <a:avLst/>
          </a:prstGeom>
          <a:noFill/>
          <a:ln>
            <a:noFill/>
          </a:ln>
        </p:spPr>
      </p:sp>
      <p:sp>
        <p:nvSpPr>
          <p:cNvPr id="848" name="Google Shape;848;p231"/>
          <p:cNvSpPr txBox="1"/>
          <p:nvPr>
            <p:ph idx="13" type="body"/>
          </p:nvPr>
        </p:nvSpPr>
        <p:spPr>
          <a:xfrm>
            <a:off x="7884436" y="2917504"/>
            <a:ext cx="3941806" cy="173736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rgbClr val="232F3E"/>
              </a:buClr>
              <a:buSzPts val="2400"/>
              <a:buNone/>
              <a:defRPr sz="2400">
                <a:solidFill>
                  <a:srgbClr val="232F3E"/>
                </a:solidFill>
              </a:defRPr>
            </a:lvl1pPr>
            <a:lvl2pPr indent="-228600" lvl="1" marL="914400" algn="l">
              <a:lnSpc>
                <a:spcPct val="100000"/>
              </a:lnSpc>
              <a:spcBef>
                <a:spcPts val="300"/>
              </a:spcBef>
              <a:spcAft>
                <a:spcPts val="0"/>
              </a:spcAft>
              <a:buClr>
                <a:srgbClr val="232F3E"/>
              </a:buClr>
              <a:buSzPts val="2000"/>
              <a:buNone/>
              <a:defRPr sz="2000">
                <a:solidFill>
                  <a:srgbClr val="232F3E"/>
                </a:solidFill>
              </a:defRPr>
            </a:lvl2pPr>
            <a:lvl3pPr indent="-228600" lvl="2" marL="1371600" algn="l">
              <a:lnSpc>
                <a:spcPct val="100000"/>
              </a:lnSpc>
              <a:spcBef>
                <a:spcPts val="600"/>
              </a:spcBef>
              <a:spcAft>
                <a:spcPts val="0"/>
              </a:spcAft>
              <a:buClr>
                <a:schemeClr val="dk2"/>
              </a:buClr>
              <a:buSzPts val="2000"/>
              <a:buNone/>
              <a:defRPr sz="2000">
                <a:solidFill>
                  <a:schemeClr val="dk2"/>
                </a:solidFill>
              </a:defRPr>
            </a:lvl3pPr>
            <a:lvl4pPr indent="-342900" lvl="3" marL="1828800" algn="l">
              <a:lnSpc>
                <a:spcPct val="100000"/>
              </a:lnSpc>
              <a:spcBef>
                <a:spcPts val="600"/>
              </a:spcBef>
              <a:spcAft>
                <a:spcPts val="0"/>
              </a:spcAft>
              <a:buClr>
                <a:schemeClr val="dk2"/>
              </a:buClr>
              <a:buSzPts val="1800"/>
              <a:buChar char="•"/>
              <a:defRPr sz="1800">
                <a:solidFill>
                  <a:schemeClr val="dk2"/>
                </a:solidFill>
              </a:defRPr>
            </a:lvl4pPr>
            <a:lvl5pPr indent="-342900" lvl="4" marL="2286000" algn="l">
              <a:lnSpc>
                <a:spcPct val="100000"/>
              </a:lnSpc>
              <a:spcBef>
                <a:spcPts val="600"/>
              </a:spcBef>
              <a:spcAft>
                <a:spcPts val="0"/>
              </a:spcAft>
              <a:buClr>
                <a:schemeClr val="dk2"/>
              </a:buClr>
              <a:buSzPts val="1800"/>
              <a:buChar char="•"/>
              <a:defRPr sz="1800">
                <a:solidFill>
                  <a:schemeClr val="dk2"/>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9" name="Google Shape;849;p231"/>
          <p:cNvSpPr/>
          <p:nvPr>
            <p:ph idx="14" type="pic"/>
          </p:nvPr>
        </p:nvSpPr>
        <p:spPr>
          <a:xfrm>
            <a:off x="6205152" y="4776114"/>
            <a:ext cx="1554480" cy="1554480"/>
          </a:xfrm>
          <a:prstGeom prst="rect">
            <a:avLst/>
          </a:prstGeom>
          <a:noFill/>
          <a:ln>
            <a:noFill/>
          </a:ln>
        </p:spPr>
      </p:sp>
      <p:sp>
        <p:nvSpPr>
          <p:cNvPr id="850" name="Google Shape;850;p231"/>
          <p:cNvSpPr txBox="1"/>
          <p:nvPr>
            <p:ph idx="15" type="body"/>
          </p:nvPr>
        </p:nvSpPr>
        <p:spPr>
          <a:xfrm>
            <a:off x="7884436" y="4684674"/>
            <a:ext cx="3941806" cy="173736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rgbClr val="232F3E"/>
              </a:buClr>
              <a:buSzPts val="2400"/>
              <a:buNone/>
              <a:defRPr sz="2400">
                <a:solidFill>
                  <a:srgbClr val="232F3E"/>
                </a:solidFill>
              </a:defRPr>
            </a:lvl1pPr>
            <a:lvl2pPr indent="-228600" lvl="1" marL="914400" algn="l">
              <a:lnSpc>
                <a:spcPct val="100000"/>
              </a:lnSpc>
              <a:spcBef>
                <a:spcPts val="300"/>
              </a:spcBef>
              <a:spcAft>
                <a:spcPts val="0"/>
              </a:spcAft>
              <a:buClr>
                <a:srgbClr val="232F3E"/>
              </a:buClr>
              <a:buSzPts val="2000"/>
              <a:buNone/>
              <a:defRPr sz="2000">
                <a:solidFill>
                  <a:srgbClr val="232F3E"/>
                </a:solidFill>
              </a:defRPr>
            </a:lvl2pPr>
            <a:lvl3pPr indent="-228600" lvl="2" marL="1371600" algn="l">
              <a:lnSpc>
                <a:spcPct val="100000"/>
              </a:lnSpc>
              <a:spcBef>
                <a:spcPts val="600"/>
              </a:spcBef>
              <a:spcAft>
                <a:spcPts val="0"/>
              </a:spcAft>
              <a:buClr>
                <a:schemeClr val="dk2"/>
              </a:buClr>
              <a:buSzPts val="2000"/>
              <a:buNone/>
              <a:defRPr sz="2000">
                <a:solidFill>
                  <a:schemeClr val="dk2"/>
                </a:solidFill>
              </a:defRPr>
            </a:lvl3pPr>
            <a:lvl4pPr indent="-342900" lvl="3" marL="1828800" algn="l">
              <a:lnSpc>
                <a:spcPct val="100000"/>
              </a:lnSpc>
              <a:spcBef>
                <a:spcPts val="600"/>
              </a:spcBef>
              <a:spcAft>
                <a:spcPts val="0"/>
              </a:spcAft>
              <a:buClr>
                <a:schemeClr val="dk2"/>
              </a:buClr>
              <a:buSzPts val="1800"/>
              <a:buChar char="•"/>
              <a:defRPr sz="1800">
                <a:solidFill>
                  <a:schemeClr val="dk2"/>
                </a:solidFill>
              </a:defRPr>
            </a:lvl4pPr>
            <a:lvl5pPr indent="-342900" lvl="4" marL="2286000" algn="l">
              <a:lnSpc>
                <a:spcPct val="100000"/>
              </a:lnSpc>
              <a:spcBef>
                <a:spcPts val="600"/>
              </a:spcBef>
              <a:spcAft>
                <a:spcPts val="0"/>
              </a:spcAft>
              <a:buClr>
                <a:schemeClr val="dk2"/>
              </a:buClr>
              <a:buSzPts val="1800"/>
              <a:buChar char="•"/>
              <a:defRPr sz="1800">
                <a:solidFill>
                  <a:schemeClr val="dk2"/>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4 Content Columns">
  <p:cSld name="Title and 4 Content Columns">
    <p:bg>
      <p:bgPr>
        <a:solidFill>
          <a:schemeClr val="lt1"/>
        </a:solidFill>
      </p:bgPr>
    </p:bg>
    <p:spTree>
      <p:nvGrpSpPr>
        <p:cNvPr id="851" name="Shape 851"/>
        <p:cNvGrpSpPr/>
        <p:nvPr/>
      </p:nvGrpSpPr>
      <p:grpSpPr>
        <a:xfrm>
          <a:off x="0" y="0"/>
          <a:ext cx="0" cy="0"/>
          <a:chOff x="0" y="0"/>
          <a:chExt cx="0" cy="0"/>
        </a:xfrm>
      </p:grpSpPr>
      <p:sp>
        <p:nvSpPr>
          <p:cNvPr id="852" name="Google Shape;852;p232"/>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853" name="Google Shape;853;p232"/>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854" name="Google Shape;854;p232"/>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855" name="Google Shape;855;p232"/>
          <p:cNvSpPr txBox="1"/>
          <p:nvPr>
            <p:ph idx="1" type="body"/>
          </p:nvPr>
        </p:nvSpPr>
        <p:spPr>
          <a:xfrm>
            <a:off x="365760" y="1097280"/>
            <a:ext cx="2788920" cy="5330952"/>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600"/>
              </a:spcBef>
              <a:spcAft>
                <a:spcPts val="0"/>
              </a:spcAft>
              <a:buClr>
                <a:srgbClr val="232F3E"/>
              </a:buClr>
              <a:buSzPts val="2000"/>
              <a:buChar char="•"/>
              <a:defRPr sz="2000">
                <a:solidFill>
                  <a:srgbClr val="232F3E"/>
                </a:solidFill>
              </a:defRPr>
            </a:lvl2pPr>
            <a:lvl3pPr indent="-342900" lvl="2" marL="1371600" algn="l">
              <a:lnSpc>
                <a:spcPct val="100000"/>
              </a:lnSpc>
              <a:spcBef>
                <a:spcPts val="600"/>
              </a:spcBef>
              <a:spcAft>
                <a:spcPts val="0"/>
              </a:spcAft>
              <a:buClr>
                <a:srgbClr val="232F3E"/>
              </a:buClr>
              <a:buSzPts val="1800"/>
              <a:buChar char="•"/>
              <a:defRPr sz="1800">
                <a:solidFill>
                  <a:srgbClr val="232F3E"/>
                </a:solidFill>
              </a:defRPr>
            </a:lvl3pPr>
            <a:lvl4pPr indent="-330200" lvl="3" marL="1828800" algn="l">
              <a:lnSpc>
                <a:spcPct val="100000"/>
              </a:lnSpc>
              <a:spcBef>
                <a:spcPts val="600"/>
              </a:spcBef>
              <a:spcAft>
                <a:spcPts val="0"/>
              </a:spcAft>
              <a:buClr>
                <a:srgbClr val="232F3E"/>
              </a:buClr>
              <a:buSzPts val="1600"/>
              <a:buChar char="•"/>
              <a:defRPr sz="1600">
                <a:solidFill>
                  <a:srgbClr val="232F3E"/>
                </a:solidFill>
              </a:defRPr>
            </a:lvl4pPr>
            <a:lvl5pPr indent="-330200" lvl="4" marL="2286000" algn="l">
              <a:lnSpc>
                <a:spcPct val="100000"/>
              </a:lnSpc>
              <a:spcBef>
                <a:spcPts val="600"/>
              </a:spcBef>
              <a:spcAft>
                <a:spcPts val="0"/>
              </a:spcAft>
              <a:buClr>
                <a:srgbClr val="232F3E"/>
              </a:buClr>
              <a:buSzPts val="1600"/>
              <a:buChar char="•"/>
              <a:defRPr sz="16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6" name="Google Shape;856;p232"/>
          <p:cNvSpPr txBox="1"/>
          <p:nvPr>
            <p:ph idx="2" type="body"/>
          </p:nvPr>
        </p:nvSpPr>
        <p:spPr>
          <a:xfrm>
            <a:off x="3258312" y="1097280"/>
            <a:ext cx="2788920" cy="5330952"/>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600"/>
              </a:spcBef>
              <a:spcAft>
                <a:spcPts val="0"/>
              </a:spcAft>
              <a:buClr>
                <a:srgbClr val="232F3E"/>
              </a:buClr>
              <a:buSzPts val="2000"/>
              <a:buChar char="•"/>
              <a:defRPr sz="2000">
                <a:solidFill>
                  <a:srgbClr val="232F3E"/>
                </a:solidFill>
              </a:defRPr>
            </a:lvl2pPr>
            <a:lvl3pPr indent="-342900" lvl="2" marL="1371600" algn="l">
              <a:lnSpc>
                <a:spcPct val="100000"/>
              </a:lnSpc>
              <a:spcBef>
                <a:spcPts val="600"/>
              </a:spcBef>
              <a:spcAft>
                <a:spcPts val="0"/>
              </a:spcAft>
              <a:buClr>
                <a:srgbClr val="232F3E"/>
              </a:buClr>
              <a:buSzPts val="1800"/>
              <a:buChar char="•"/>
              <a:defRPr sz="1800">
                <a:solidFill>
                  <a:srgbClr val="232F3E"/>
                </a:solidFill>
              </a:defRPr>
            </a:lvl3pPr>
            <a:lvl4pPr indent="-330200" lvl="3" marL="1828800" algn="l">
              <a:lnSpc>
                <a:spcPct val="100000"/>
              </a:lnSpc>
              <a:spcBef>
                <a:spcPts val="600"/>
              </a:spcBef>
              <a:spcAft>
                <a:spcPts val="0"/>
              </a:spcAft>
              <a:buClr>
                <a:srgbClr val="232F3E"/>
              </a:buClr>
              <a:buSzPts val="1600"/>
              <a:buChar char="•"/>
              <a:defRPr sz="1600">
                <a:solidFill>
                  <a:srgbClr val="232F3E"/>
                </a:solidFill>
              </a:defRPr>
            </a:lvl4pPr>
            <a:lvl5pPr indent="-330200" lvl="4" marL="2286000" algn="l">
              <a:lnSpc>
                <a:spcPct val="100000"/>
              </a:lnSpc>
              <a:spcBef>
                <a:spcPts val="600"/>
              </a:spcBef>
              <a:spcAft>
                <a:spcPts val="0"/>
              </a:spcAft>
              <a:buClr>
                <a:srgbClr val="232F3E"/>
              </a:buClr>
              <a:buSzPts val="1600"/>
              <a:buChar char="•"/>
              <a:defRPr sz="16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7" name="Google Shape;857;p232"/>
          <p:cNvSpPr txBox="1"/>
          <p:nvPr>
            <p:ph idx="3" type="body"/>
          </p:nvPr>
        </p:nvSpPr>
        <p:spPr>
          <a:xfrm>
            <a:off x="6150864" y="1097280"/>
            <a:ext cx="2788920" cy="5330952"/>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600"/>
              </a:spcBef>
              <a:spcAft>
                <a:spcPts val="0"/>
              </a:spcAft>
              <a:buClr>
                <a:srgbClr val="232F3E"/>
              </a:buClr>
              <a:buSzPts val="2000"/>
              <a:buChar char="•"/>
              <a:defRPr sz="2000">
                <a:solidFill>
                  <a:srgbClr val="232F3E"/>
                </a:solidFill>
              </a:defRPr>
            </a:lvl2pPr>
            <a:lvl3pPr indent="-342900" lvl="2" marL="1371600" algn="l">
              <a:lnSpc>
                <a:spcPct val="100000"/>
              </a:lnSpc>
              <a:spcBef>
                <a:spcPts val="600"/>
              </a:spcBef>
              <a:spcAft>
                <a:spcPts val="0"/>
              </a:spcAft>
              <a:buClr>
                <a:srgbClr val="232F3E"/>
              </a:buClr>
              <a:buSzPts val="1800"/>
              <a:buChar char="•"/>
              <a:defRPr sz="1800">
                <a:solidFill>
                  <a:srgbClr val="232F3E"/>
                </a:solidFill>
              </a:defRPr>
            </a:lvl3pPr>
            <a:lvl4pPr indent="-330200" lvl="3" marL="1828800" algn="l">
              <a:lnSpc>
                <a:spcPct val="100000"/>
              </a:lnSpc>
              <a:spcBef>
                <a:spcPts val="600"/>
              </a:spcBef>
              <a:spcAft>
                <a:spcPts val="0"/>
              </a:spcAft>
              <a:buClr>
                <a:srgbClr val="232F3E"/>
              </a:buClr>
              <a:buSzPts val="1600"/>
              <a:buChar char="•"/>
              <a:defRPr sz="1600">
                <a:solidFill>
                  <a:srgbClr val="232F3E"/>
                </a:solidFill>
              </a:defRPr>
            </a:lvl4pPr>
            <a:lvl5pPr indent="-330200" lvl="4" marL="2286000" algn="l">
              <a:lnSpc>
                <a:spcPct val="100000"/>
              </a:lnSpc>
              <a:spcBef>
                <a:spcPts val="600"/>
              </a:spcBef>
              <a:spcAft>
                <a:spcPts val="0"/>
              </a:spcAft>
              <a:buClr>
                <a:srgbClr val="232F3E"/>
              </a:buClr>
              <a:buSzPts val="1600"/>
              <a:buChar char="•"/>
              <a:defRPr sz="16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8" name="Google Shape;858;p232"/>
          <p:cNvSpPr txBox="1"/>
          <p:nvPr>
            <p:ph idx="4" type="body"/>
          </p:nvPr>
        </p:nvSpPr>
        <p:spPr>
          <a:xfrm>
            <a:off x="9043416" y="1097280"/>
            <a:ext cx="2788920" cy="5330952"/>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600"/>
              </a:spcBef>
              <a:spcAft>
                <a:spcPts val="0"/>
              </a:spcAft>
              <a:buClr>
                <a:srgbClr val="232F3E"/>
              </a:buClr>
              <a:buSzPts val="2000"/>
              <a:buChar char="•"/>
              <a:defRPr sz="2000">
                <a:solidFill>
                  <a:srgbClr val="232F3E"/>
                </a:solidFill>
              </a:defRPr>
            </a:lvl2pPr>
            <a:lvl3pPr indent="-342900" lvl="2" marL="1371600" algn="l">
              <a:lnSpc>
                <a:spcPct val="100000"/>
              </a:lnSpc>
              <a:spcBef>
                <a:spcPts val="600"/>
              </a:spcBef>
              <a:spcAft>
                <a:spcPts val="0"/>
              </a:spcAft>
              <a:buClr>
                <a:srgbClr val="232F3E"/>
              </a:buClr>
              <a:buSzPts val="1800"/>
              <a:buChar char="•"/>
              <a:defRPr sz="1800">
                <a:solidFill>
                  <a:srgbClr val="232F3E"/>
                </a:solidFill>
              </a:defRPr>
            </a:lvl3pPr>
            <a:lvl4pPr indent="-330200" lvl="3" marL="1828800" algn="l">
              <a:lnSpc>
                <a:spcPct val="100000"/>
              </a:lnSpc>
              <a:spcBef>
                <a:spcPts val="600"/>
              </a:spcBef>
              <a:spcAft>
                <a:spcPts val="0"/>
              </a:spcAft>
              <a:buClr>
                <a:srgbClr val="232F3E"/>
              </a:buClr>
              <a:buSzPts val="1600"/>
              <a:buChar char="•"/>
              <a:defRPr sz="1600">
                <a:solidFill>
                  <a:srgbClr val="232F3E"/>
                </a:solidFill>
              </a:defRPr>
            </a:lvl4pPr>
            <a:lvl5pPr indent="-330200" lvl="4" marL="2286000" algn="l">
              <a:lnSpc>
                <a:spcPct val="100000"/>
              </a:lnSpc>
              <a:spcBef>
                <a:spcPts val="600"/>
              </a:spcBef>
              <a:spcAft>
                <a:spcPts val="0"/>
              </a:spcAft>
              <a:buClr>
                <a:srgbClr val="232F3E"/>
              </a:buClr>
              <a:buSzPts val="1600"/>
              <a:buChar char="•"/>
              <a:defRPr sz="16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Headers, and 4 Text Columns">
  <p:cSld name="Title, 4 Headers, and 4 Text Columns">
    <p:bg>
      <p:bgPr>
        <a:solidFill>
          <a:schemeClr val="lt1"/>
        </a:solidFill>
      </p:bgPr>
    </p:bg>
    <p:spTree>
      <p:nvGrpSpPr>
        <p:cNvPr id="859" name="Shape 859"/>
        <p:cNvGrpSpPr/>
        <p:nvPr/>
      </p:nvGrpSpPr>
      <p:grpSpPr>
        <a:xfrm>
          <a:off x="0" y="0"/>
          <a:ext cx="0" cy="0"/>
          <a:chOff x="0" y="0"/>
          <a:chExt cx="0" cy="0"/>
        </a:xfrm>
      </p:grpSpPr>
      <p:sp>
        <p:nvSpPr>
          <p:cNvPr id="860" name="Google Shape;860;p233"/>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861" name="Google Shape;861;p233"/>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2" name="Google Shape;862;p233"/>
          <p:cNvSpPr txBox="1"/>
          <p:nvPr>
            <p:ph idx="1" type="body"/>
          </p:nvPr>
        </p:nvSpPr>
        <p:spPr>
          <a:xfrm>
            <a:off x="365760" y="1051560"/>
            <a:ext cx="2788920" cy="440329"/>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63" name="Google Shape;863;p233"/>
          <p:cNvSpPr txBox="1"/>
          <p:nvPr>
            <p:ph idx="2" type="body"/>
          </p:nvPr>
        </p:nvSpPr>
        <p:spPr>
          <a:xfrm>
            <a:off x="365760" y="1563624"/>
            <a:ext cx="2788920" cy="4882896"/>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600"/>
              </a:spcBef>
              <a:spcAft>
                <a:spcPts val="0"/>
              </a:spcAft>
              <a:buClr>
                <a:srgbClr val="232F3E"/>
              </a:buClr>
              <a:buSzPts val="2000"/>
              <a:buChar char="•"/>
              <a:defRPr sz="2000">
                <a:solidFill>
                  <a:srgbClr val="232F3E"/>
                </a:solidFill>
              </a:defRPr>
            </a:lvl2pPr>
            <a:lvl3pPr indent="-342900" lvl="2" marL="1371600" algn="l">
              <a:lnSpc>
                <a:spcPct val="100000"/>
              </a:lnSpc>
              <a:spcBef>
                <a:spcPts val="600"/>
              </a:spcBef>
              <a:spcAft>
                <a:spcPts val="0"/>
              </a:spcAft>
              <a:buClr>
                <a:srgbClr val="232F3E"/>
              </a:buClr>
              <a:buSzPts val="1800"/>
              <a:buChar char="•"/>
              <a:defRPr sz="1800">
                <a:solidFill>
                  <a:srgbClr val="232F3E"/>
                </a:solidFill>
              </a:defRPr>
            </a:lvl3pPr>
            <a:lvl4pPr indent="-330200" lvl="3" marL="1828800" algn="l">
              <a:lnSpc>
                <a:spcPct val="100000"/>
              </a:lnSpc>
              <a:spcBef>
                <a:spcPts val="600"/>
              </a:spcBef>
              <a:spcAft>
                <a:spcPts val="0"/>
              </a:spcAft>
              <a:buClr>
                <a:srgbClr val="232F3E"/>
              </a:buClr>
              <a:buSzPts val="1600"/>
              <a:buChar char="•"/>
              <a:defRPr sz="1600">
                <a:solidFill>
                  <a:srgbClr val="232F3E"/>
                </a:solidFill>
              </a:defRPr>
            </a:lvl4pPr>
            <a:lvl5pPr indent="-330200" lvl="4" marL="2286000" algn="l">
              <a:lnSpc>
                <a:spcPct val="100000"/>
              </a:lnSpc>
              <a:spcBef>
                <a:spcPts val="600"/>
              </a:spcBef>
              <a:spcAft>
                <a:spcPts val="0"/>
              </a:spcAft>
              <a:buClr>
                <a:srgbClr val="232F3E"/>
              </a:buClr>
              <a:buSzPts val="1600"/>
              <a:buChar char="•"/>
              <a:defRPr sz="16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4" name="Google Shape;864;p233"/>
          <p:cNvSpPr txBox="1"/>
          <p:nvPr>
            <p:ph idx="3" type="body"/>
          </p:nvPr>
        </p:nvSpPr>
        <p:spPr>
          <a:xfrm>
            <a:off x="3264408" y="1051560"/>
            <a:ext cx="2788920" cy="440329"/>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65" name="Google Shape;865;p233"/>
          <p:cNvSpPr txBox="1"/>
          <p:nvPr>
            <p:ph idx="4" type="body"/>
          </p:nvPr>
        </p:nvSpPr>
        <p:spPr>
          <a:xfrm>
            <a:off x="3264408" y="1563624"/>
            <a:ext cx="2788920" cy="4882896"/>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600"/>
              </a:spcBef>
              <a:spcAft>
                <a:spcPts val="0"/>
              </a:spcAft>
              <a:buClr>
                <a:srgbClr val="232F3E"/>
              </a:buClr>
              <a:buSzPts val="2000"/>
              <a:buChar char="•"/>
              <a:defRPr sz="2000">
                <a:solidFill>
                  <a:srgbClr val="232F3E"/>
                </a:solidFill>
              </a:defRPr>
            </a:lvl2pPr>
            <a:lvl3pPr indent="-342900" lvl="2" marL="1371600" algn="l">
              <a:lnSpc>
                <a:spcPct val="100000"/>
              </a:lnSpc>
              <a:spcBef>
                <a:spcPts val="600"/>
              </a:spcBef>
              <a:spcAft>
                <a:spcPts val="0"/>
              </a:spcAft>
              <a:buClr>
                <a:srgbClr val="232F3E"/>
              </a:buClr>
              <a:buSzPts val="1800"/>
              <a:buChar char="•"/>
              <a:defRPr sz="1800">
                <a:solidFill>
                  <a:srgbClr val="232F3E"/>
                </a:solidFill>
              </a:defRPr>
            </a:lvl3pPr>
            <a:lvl4pPr indent="-330200" lvl="3" marL="1828800" algn="l">
              <a:lnSpc>
                <a:spcPct val="100000"/>
              </a:lnSpc>
              <a:spcBef>
                <a:spcPts val="600"/>
              </a:spcBef>
              <a:spcAft>
                <a:spcPts val="0"/>
              </a:spcAft>
              <a:buClr>
                <a:srgbClr val="232F3E"/>
              </a:buClr>
              <a:buSzPts val="1600"/>
              <a:buChar char="•"/>
              <a:defRPr sz="1600">
                <a:solidFill>
                  <a:srgbClr val="232F3E"/>
                </a:solidFill>
              </a:defRPr>
            </a:lvl4pPr>
            <a:lvl5pPr indent="-330200" lvl="4" marL="2286000" algn="l">
              <a:lnSpc>
                <a:spcPct val="100000"/>
              </a:lnSpc>
              <a:spcBef>
                <a:spcPts val="600"/>
              </a:spcBef>
              <a:spcAft>
                <a:spcPts val="0"/>
              </a:spcAft>
              <a:buClr>
                <a:srgbClr val="232F3E"/>
              </a:buClr>
              <a:buSzPts val="1600"/>
              <a:buChar char="•"/>
              <a:defRPr sz="16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6" name="Google Shape;866;p233"/>
          <p:cNvSpPr txBox="1"/>
          <p:nvPr>
            <p:ph idx="5" type="body"/>
          </p:nvPr>
        </p:nvSpPr>
        <p:spPr>
          <a:xfrm>
            <a:off x="6163056" y="1051560"/>
            <a:ext cx="2788920" cy="440329"/>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67" name="Google Shape;867;p233"/>
          <p:cNvSpPr txBox="1"/>
          <p:nvPr>
            <p:ph idx="6" type="body"/>
          </p:nvPr>
        </p:nvSpPr>
        <p:spPr>
          <a:xfrm>
            <a:off x="6163056" y="1563624"/>
            <a:ext cx="2788920" cy="4882896"/>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600"/>
              </a:spcBef>
              <a:spcAft>
                <a:spcPts val="0"/>
              </a:spcAft>
              <a:buClr>
                <a:srgbClr val="232F3E"/>
              </a:buClr>
              <a:buSzPts val="2000"/>
              <a:buChar char="•"/>
              <a:defRPr sz="2000">
                <a:solidFill>
                  <a:srgbClr val="232F3E"/>
                </a:solidFill>
              </a:defRPr>
            </a:lvl2pPr>
            <a:lvl3pPr indent="-342900" lvl="2" marL="1371600" algn="l">
              <a:lnSpc>
                <a:spcPct val="100000"/>
              </a:lnSpc>
              <a:spcBef>
                <a:spcPts val="600"/>
              </a:spcBef>
              <a:spcAft>
                <a:spcPts val="0"/>
              </a:spcAft>
              <a:buClr>
                <a:srgbClr val="232F3E"/>
              </a:buClr>
              <a:buSzPts val="1800"/>
              <a:buChar char="•"/>
              <a:defRPr sz="1800">
                <a:solidFill>
                  <a:srgbClr val="232F3E"/>
                </a:solidFill>
              </a:defRPr>
            </a:lvl3pPr>
            <a:lvl4pPr indent="-330200" lvl="3" marL="1828800" algn="l">
              <a:lnSpc>
                <a:spcPct val="100000"/>
              </a:lnSpc>
              <a:spcBef>
                <a:spcPts val="600"/>
              </a:spcBef>
              <a:spcAft>
                <a:spcPts val="0"/>
              </a:spcAft>
              <a:buClr>
                <a:srgbClr val="232F3E"/>
              </a:buClr>
              <a:buSzPts val="1600"/>
              <a:buChar char="•"/>
              <a:defRPr sz="1600">
                <a:solidFill>
                  <a:srgbClr val="232F3E"/>
                </a:solidFill>
              </a:defRPr>
            </a:lvl4pPr>
            <a:lvl5pPr indent="-330200" lvl="4" marL="2286000" algn="l">
              <a:lnSpc>
                <a:spcPct val="100000"/>
              </a:lnSpc>
              <a:spcBef>
                <a:spcPts val="600"/>
              </a:spcBef>
              <a:spcAft>
                <a:spcPts val="0"/>
              </a:spcAft>
              <a:buClr>
                <a:srgbClr val="232F3E"/>
              </a:buClr>
              <a:buSzPts val="1600"/>
              <a:buChar char="•"/>
              <a:defRPr sz="16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8" name="Google Shape;868;p233"/>
          <p:cNvSpPr txBox="1"/>
          <p:nvPr>
            <p:ph idx="7" type="body"/>
          </p:nvPr>
        </p:nvSpPr>
        <p:spPr>
          <a:xfrm>
            <a:off x="9061704" y="1051560"/>
            <a:ext cx="2788920" cy="440329"/>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69" name="Google Shape;869;p233"/>
          <p:cNvSpPr txBox="1"/>
          <p:nvPr>
            <p:ph idx="8" type="body"/>
          </p:nvPr>
        </p:nvSpPr>
        <p:spPr>
          <a:xfrm>
            <a:off x="9061704" y="1563624"/>
            <a:ext cx="2788920" cy="4882896"/>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600"/>
              </a:spcBef>
              <a:spcAft>
                <a:spcPts val="0"/>
              </a:spcAft>
              <a:buClr>
                <a:srgbClr val="232F3E"/>
              </a:buClr>
              <a:buSzPts val="2000"/>
              <a:buChar char="•"/>
              <a:defRPr sz="2000">
                <a:solidFill>
                  <a:srgbClr val="232F3E"/>
                </a:solidFill>
              </a:defRPr>
            </a:lvl2pPr>
            <a:lvl3pPr indent="-342900" lvl="2" marL="1371600" algn="l">
              <a:lnSpc>
                <a:spcPct val="100000"/>
              </a:lnSpc>
              <a:spcBef>
                <a:spcPts val="600"/>
              </a:spcBef>
              <a:spcAft>
                <a:spcPts val="0"/>
              </a:spcAft>
              <a:buClr>
                <a:srgbClr val="232F3E"/>
              </a:buClr>
              <a:buSzPts val="1800"/>
              <a:buChar char="•"/>
              <a:defRPr sz="1800">
                <a:solidFill>
                  <a:srgbClr val="232F3E"/>
                </a:solidFill>
              </a:defRPr>
            </a:lvl3pPr>
            <a:lvl4pPr indent="-330200" lvl="3" marL="1828800" algn="l">
              <a:lnSpc>
                <a:spcPct val="100000"/>
              </a:lnSpc>
              <a:spcBef>
                <a:spcPts val="600"/>
              </a:spcBef>
              <a:spcAft>
                <a:spcPts val="0"/>
              </a:spcAft>
              <a:buClr>
                <a:srgbClr val="232F3E"/>
              </a:buClr>
              <a:buSzPts val="1600"/>
              <a:buChar char="•"/>
              <a:defRPr sz="1600">
                <a:solidFill>
                  <a:srgbClr val="232F3E"/>
                </a:solidFill>
              </a:defRPr>
            </a:lvl4pPr>
            <a:lvl5pPr indent="-330200" lvl="4" marL="2286000" algn="l">
              <a:lnSpc>
                <a:spcPct val="100000"/>
              </a:lnSpc>
              <a:spcBef>
                <a:spcPts val="600"/>
              </a:spcBef>
              <a:spcAft>
                <a:spcPts val="0"/>
              </a:spcAft>
              <a:buClr>
                <a:srgbClr val="232F3E"/>
              </a:buClr>
              <a:buSzPts val="1600"/>
              <a:buChar char="•"/>
              <a:defRPr sz="16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Header, 4 Lg Pics, and 4 Text Columns">
  <p:cSld name="Title, Header, 4 Lg Pics, and 4 Text Columns">
    <p:bg>
      <p:bgPr>
        <a:solidFill>
          <a:schemeClr val="lt1"/>
        </a:solidFill>
      </p:bgPr>
    </p:bg>
    <p:spTree>
      <p:nvGrpSpPr>
        <p:cNvPr id="870" name="Shape 870"/>
        <p:cNvGrpSpPr/>
        <p:nvPr/>
      </p:nvGrpSpPr>
      <p:grpSpPr>
        <a:xfrm>
          <a:off x="0" y="0"/>
          <a:ext cx="0" cy="0"/>
          <a:chOff x="0" y="0"/>
          <a:chExt cx="0" cy="0"/>
        </a:xfrm>
      </p:grpSpPr>
      <p:sp>
        <p:nvSpPr>
          <p:cNvPr id="871" name="Google Shape;871;p234"/>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872" name="Google Shape;872;p234"/>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873" name="Google Shape;873;p234"/>
          <p:cNvPicPr preferRelativeResize="0"/>
          <p:nvPr/>
        </p:nvPicPr>
        <p:blipFill rotWithShape="1">
          <a:blip r:embed="rId2">
            <a:alphaModFix/>
          </a:blip>
          <a:srcRect b="0" l="0" r="0" t="0"/>
          <a:stretch/>
        </p:blipFill>
        <p:spPr>
          <a:xfrm>
            <a:off x="365760" y="1037751"/>
            <a:ext cx="11466576" cy="45719"/>
          </a:xfrm>
          <a:prstGeom prst="rect">
            <a:avLst/>
          </a:prstGeom>
          <a:noFill/>
          <a:ln>
            <a:noFill/>
          </a:ln>
        </p:spPr>
      </p:pic>
      <p:sp>
        <p:nvSpPr>
          <p:cNvPr id="874" name="Google Shape;874;p234"/>
          <p:cNvSpPr txBox="1"/>
          <p:nvPr>
            <p:ph idx="1" type="body"/>
          </p:nvPr>
        </p:nvSpPr>
        <p:spPr>
          <a:xfrm>
            <a:off x="365760" y="1046879"/>
            <a:ext cx="11466576" cy="1099688"/>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rgbClr val="232F3E"/>
              </a:buClr>
              <a:buSzPts val="2800"/>
              <a:buNone/>
              <a:defRPr b="0" sz="2800">
                <a:solidFill>
                  <a:srgbClr val="232F3E"/>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75" name="Google Shape;875;p234"/>
          <p:cNvSpPr/>
          <p:nvPr>
            <p:ph idx="2" type="pic"/>
          </p:nvPr>
        </p:nvSpPr>
        <p:spPr>
          <a:xfrm>
            <a:off x="638603" y="2269331"/>
            <a:ext cx="2286000" cy="2286000"/>
          </a:xfrm>
          <a:prstGeom prst="rect">
            <a:avLst/>
          </a:prstGeom>
          <a:noFill/>
          <a:ln>
            <a:noFill/>
          </a:ln>
        </p:spPr>
      </p:sp>
      <p:sp>
        <p:nvSpPr>
          <p:cNvPr id="876" name="Google Shape;876;p234"/>
          <p:cNvSpPr txBox="1"/>
          <p:nvPr>
            <p:ph idx="3" type="body"/>
          </p:nvPr>
        </p:nvSpPr>
        <p:spPr>
          <a:xfrm>
            <a:off x="365760" y="4638120"/>
            <a:ext cx="2788920" cy="1808400"/>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2000"/>
              <a:buNone/>
              <a:defRPr sz="2000">
                <a:solidFill>
                  <a:srgbClr val="232F3E"/>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7" name="Google Shape;877;p234"/>
          <p:cNvSpPr/>
          <p:nvPr>
            <p:ph idx="4" type="pic"/>
          </p:nvPr>
        </p:nvSpPr>
        <p:spPr>
          <a:xfrm>
            <a:off x="3537251" y="2269331"/>
            <a:ext cx="2286000" cy="2286000"/>
          </a:xfrm>
          <a:prstGeom prst="rect">
            <a:avLst/>
          </a:prstGeom>
          <a:noFill/>
          <a:ln>
            <a:noFill/>
          </a:ln>
        </p:spPr>
      </p:sp>
      <p:sp>
        <p:nvSpPr>
          <p:cNvPr id="878" name="Google Shape;878;p234"/>
          <p:cNvSpPr txBox="1"/>
          <p:nvPr>
            <p:ph idx="5" type="body"/>
          </p:nvPr>
        </p:nvSpPr>
        <p:spPr>
          <a:xfrm>
            <a:off x="3264408" y="4638120"/>
            <a:ext cx="2788920" cy="1808400"/>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2000"/>
              <a:buNone/>
              <a:defRPr sz="2000">
                <a:solidFill>
                  <a:srgbClr val="232F3E"/>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9" name="Google Shape;879;p234"/>
          <p:cNvSpPr/>
          <p:nvPr>
            <p:ph idx="6" type="pic"/>
          </p:nvPr>
        </p:nvSpPr>
        <p:spPr>
          <a:xfrm>
            <a:off x="6435899" y="2269331"/>
            <a:ext cx="2286000" cy="2286000"/>
          </a:xfrm>
          <a:prstGeom prst="rect">
            <a:avLst/>
          </a:prstGeom>
          <a:noFill/>
          <a:ln>
            <a:noFill/>
          </a:ln>
        </p:spPr>
      </p:sp>
      <p:sp>
        <p:nvSpPr>
          <p:cNvPr id="880" name="Google Shape;880;p234"/>
          <p:cNvSpPr txBox="1"/>
          <p:nvPr>
            <p:ph idx="7" type="body"/>
          </p:nvPr>
        </p:nvSpPr>
        <p:spPr>
          <a:xfrm>
            <a:off x="6163056" y="4638120"/>
            <a:ext cx="2788920" cy="1808400"/>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2000"/>
              <a:buNone/>
              <a:defRPr sz="2000">
                <a:solidFill>
                  <a:srgbClr val="232F3E"/>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1" name="Google Shape;881;p234"/>
          <p:cNvSpPr/>
          <p:nvPr>
            <p:ph idx="8" type="pic"/>
          </p:nvPr>
        </p:nvSpPr>
        <p:spPr>
          <a:xfrm>
            <a:off x="9334547" y="2269331"/>
            <a:ext cx="2286000" cy="2286000"/>
          </a:xfrm>
          <a:prstGeom prst="rect">
            <a:avLst/>
          </a:prstGeom>
          <a:noFill/>
          <a:ln>
            <a:noFill/>
          </a:ln>
        </p:spPr>
      </p:sp>
      <p:sp>
        <p:nvSpPr>
          <p:cNvPr id="882" name="Google Shape;882;p234"/>
          <p:cNvSpPr txBox="1"/>
          <p:nvPr>
            <p:ph idx="9" type="body"/>
          </p:nvPr>
        </p:nvSpPr>
        <p:spPr>
          <a:xfrm>
            <a:off x="9043416" y="4638120"/>
            <a:ext cx="2788920" cy="1808400"/>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2000"/>
              <a:buNone/>
              <a:defRPr sz="2000">
                <a:solidFill>
                  <a:srgbClr val="232F3E"/>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Lg Pics, 4 Headers, and 4 Text Columns">
  <p:cSld name="Title, 4 Lg Pics, 4 Headers, and 4 Text Columns">
    <p:bg>
      <p:bgPr>
        <a:solidFill>
          <a:schemeClr val="lt1"/>
        </a:solidFill>
      </p:bgPr>
    </p:bg>
    <p:spTree>
      <p:nvGrpSpPr>
        <p:cNvPr id="883" name="Shape 883"/>
        <p:cNvGrpSpPr/>
        <p:nvPr/>
      </p:nvGrpSpPr>
      <p:grpSpPr>
        <a:xfrm>
          <a:off x="0" y="0"/>
          <a:ext cx="0" cy="0"/>
          <a:chOff x="0" y="0"/>
          <a:chExt cx="0" cy="0"/>
        </a:xfrm>
      </p:grpSpPr>
      <p:pic>
        <p:nvPicPr>
          <p:cNvPr id="884" name="Google Shape;884;p235"/>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885" name="Google Shape;885;p235"/>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886" name="Google Shape;886;p235"/>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7" name="Google Shape;887;p235"/>
          <p:cNvSpPr/>
          <p:nvPr>
            <p:ph idx="2" type="pic"/>
          </p:nvPr>
        </p:nvSpPr>
        <p:spPr>
          <a:xfrm>
            <a:off x="617220" y="1097280"/>
            <a:ext cx="2286000" cy="2286000"/>
          </a:xfrm>
          <a:prstGeom prst="rect">
            <a:avLst/>
          </a:prstGeom>
          <a:noFill/>
          <a:ln>
            <a:noFill/>
          </a:ln>
        </p:spPr>
      </p:sp>
      <p:sp>
        <p:nvSpPr>
          <p:cNvPr id="888" name="Google Shape;888;p235"/>
          <p:cNvSpPr txBox="1"/>
          <p:nvPr>
            <p:ph idx="1" type="body"/>
          </p:nvPr>
        </p:nvSpPr>
        <p:spPr>
          <a:xfrm>
            <a:off x="365760" y="3465576"/>
            <a:ext cx="2788920" cy="440329"/>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000"/>
              <a:buNone/>
              <a:defRPr b="0"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89" name="Google Shape;889;p235"/>
          <p:cNvSpPr txBox="1"/>
          <p:nvPr>
            <p:ph idx="3" type="body"/>
          </p:nvPr>
        </p:nvSpPr>
        <p:spPr>
          <a:xfrm>
            <a:off x="365760" y="3915505"/>
            <a:ext cx="2788920" cy="2519238"/>
          </a:xfrm>
          <a:prstGeom prst="rect">
            <a:avLst/>
          </a:prstGeom>
          <a:noFill/>
          <a:ln>
            <a:noFill/>
          </a:ln>
        </p:spPr>
        <p:txBody>
          <a:bodyPr anchorCtr="0" anchor="t" bIns="45700" lIns="91425" spcFirstLastPara="1" rIns="91425" wrap="square" tIns="45700">
            <a:noAutofit/>
          </a:bodyPr>
          <a:lstStyle>
            <a:lvl1pPr indent="-355600" lvl="0" marL="457200" algn="l">
              <a:lnSpc>
                <a:spcPct val="100000"/>
              </a:lnSpc>
              <a:spcBef>
                <a:spcPts val="0"/>
              </a:spcBef>
              <a:spcAft>
                <a:spcPts val="0"/>
              </a:spcAft>
              <a:buClr>
                <a:srgbClr val="232F3E"/>
              </a:buClr>
              <a:buSzPts val="2000"/>
              <a:buFont typeface="Arial"/>
              <a:buChar char="•"/>
              <a:defRPr sz="2000">
                <a:solidFill>
                  <a:srgbClr val="232F3E"/>
                </a:solidFill>
              </a:defRPr>
            </a:lvl1pPr>
            <a:lvl2pPr indent="-342900" lvl="1" marL="914400" algn="l">
              <a:lnSpc>
                <a:spcPct val="100000"/>
              </a:lnSpc>
              <a:spcBef>
                <a:spcPts val="600"/>
              </a:spcBef>
              <a:spcAft>
                <a:spcPts val="0"/>
              </a:spcAft>
              <a:buClr>
                <a:srgbClr val="232F3E"/>
              </a:buClr>
              <a:buSzPts val="1800"/>
              <a:buChar char="•"/>
              <a:defRPr sz="1800">
                <a:solidFill>
                  <a:srgbClr val="232F3E"/>
                </a:solidFill>
              </a:defRPr>
            </a:lvl2pPr>
            <a:lvl3pPr indent="-330200" lvl="2" marL="1371600" algn="l">
              <a:lnSpc>
                <a:spcPct val="100000"/>
              </a:lnSpc>
              <a:spcBef>
                <a:spcPts val="600"/>
              </a:spcBef>
              <a:spcAft>
                <a:spcPts val="0"/>
              </a:spcAft>
              <a:buClr>
                <a:srgbClr val="232F3E"/>
              </a:buClr>
              <a:buSzPts val="1600"/>
              <a:buChar char="•"/>
              <a:defRPr sz="1600">
                <a:solidFill>
                  <a:srgbClr val="232F3E"/>
                </a:solidFill>
              </a:defRPr>
            </a:lvl3pPr>
            <a:lvl4pPr indent="-342900" lvl="3" marL="1828800" algn="l">
              <a:lnSpc>
                <a:spcPct val="90000"/>
              </a:lnSpc>
              <a:spcBef>
                <a:spcPts val="6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0" name="Google Shape;890;p235"/>
          <p:cNvSpPr/>
          <p:nvPr>
            <p:ph idx="4" type="pic"/>
          </p:nvPr>
        </p:nvSpPr>
        <p:spPr>
          <a:xfrm>
            <a:off x="3512820" y="1097280"/>
            <a:ext cx="2286000" cy="2286000"/>
          </a:xfrm>
          <a:prstGeom prst="rect">
            <a:avLst/>
          </a:prstGeom>
          <a:noFill/>
          <a:ln>
            <a:noFill/>
          </a:ln>
        </p:spPr>
      </p:sp>
      <p:sp>
        <p:nvSpPr>
          <p:cNvPr id="891" name="Google Shape;891;p235"/>
          <p:cNvSpPr txBox="1"/>
          <p:nvPr>
            <p:ph idx="5" type="body"/>
          </p:nvPr>
        </p:nvSpPr>
        <p:spPr>
          <a:xfrm>
            <a:off x="3261360" y="3465576"/>
            <a:ext cx="2788920" cy="440329"/>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000"/>
              <a:buNone/>
              <a:defRPr b="0"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92" name="Google Shape;892;p235"/>
          <p:cNvSpPr txBox="1"/>
          <p:nvPr>
            <p:ph idx="6" type="body"/>
          </p:nvPr>
        </p:nvSpPr>
        <p:spPr>
          <a:xfrm>
            <a:off x="3261360" y="3915505"/>
            <a:ext cx="2788920" cy="2519238"/>
          </a:xfrm>
          <a:prstGeom prst="rect">
            <a:avLst/>
          </a:prstGeom>
          <a:noFill/>
          <a:ln>
            <a:noFill/>
          </a:ln>
        </p:spPr>
        <p:txBody>
          <a:bodyPr anchorCtr="0" anchor="t" bIns="45700" lIns="91425" spcFirstLastPara="1" rIns="91425" wrap="square" tIns="45700">
            <a:noAutofit/>
          </a:bodyPr>
          <a:lstStyle>
            <a:lvl1pPr indent="-355600" lvl="0" marL="457200" algn="l">
              <a:lnSpc>
                <a:spcPct val="100000"/>
              </a:lnSpc>
              <a:spcBef>
                <a:spcPts val="0"/>
              </a:spcBef>
              <a:spcAft>
                <a:spcPts val="0"/>
              </a:spcAft>
              <a:buClr>
                <a:srgbClr val="232F3E"/>
              </a:buClr>
              <a:buSzPts val="2000"/>
              <a:buFont typeface="Arial"/>
              <a:buChar char="•"/>
              <a:defRPr sz="2000">
                <a:solidFill>
                  <a:srgbClr val="232F3E"/>
                </a:solidFill>
              </a:defRPr>
            </a:lvl1pPr>
            <a:lvl2pPr indent="-342900" lvl="1" marL="914400" algn="l">
              <a:lnSpc>
                <a:spcPct val="100000"/>
              </a:lnSpc>
              <a:spcBef>
                <a:spcPts val="600"/>
              </a:spcBef>
              <a:spcAft>
                <a:spcPts val="0"/>
              </a:spcAft>
              <a:buClr>
                <a:srgbClr val="232F3E"/>
              </a:buClr>
              <a:buSzPts val="1800"/>
              <a:buChar char="•"/>
              <a:defRPr sz="1800">
                <a:solidFill>
                  <a:srgbClr val="232F3E"/>
                </a:solidFill>
              </a:defRPr>
            </a:lvl2pPr>
            <a:lvl3pPr indent="-330200" lvl="2" marL="1371600" algn="l">
              <a:lnSpc>
                <a:spcPct val="100000"/>
              </a:lnSpc>
              <a:spcBef>
                <a:spcPts val="600"/>
              </a:spcBef>
              <a:spcAft>
                <a:spcPts val="0"/>
              </a:spcAft>
              <a:buClr>
                <a:srgbClr val="232F3E"/>
              </a:buClr>
              <a:buSzPts val="1600"/>
              <a:buChar char="•"/>
              <a:defRPr sz="1600">
                <a:solidFill>
                  <a:srgbClr val="232F3E"/>
                </a:solidFill>
              </a:defRPr>
            </a:lvl3pPr>
            <a:lvl4pPr indent="-342900" lvl="3" marL="1828800" algn="l">
              <a:lnSpc>
                <a:spcPct val="90000"/>
              </a:lnSpc>
              <a:spcBef>
                <a:spcPts val="6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3" name="Google Shape;893;p235"/>
          <p:cNvSpPr/>
          <p:nvPr>
            <p:ph idx="7" type="pic"/>
          </p:nvPr>
        </p:nvSpPr>
        <p:spPr>
          <a:xfrm>
            <a:off x="6414516" y="1097280"/>
            <a:ext cx="2286000" cy="2286000"/>
          </a:xfrm>
          <a:prstGeom prst="rect">
            <a:avLst/>
          </a:prstGeom>
          <a:noFill/>
          <a:ln>
            <a:noFill/>
          </a:ln>
        </p:spPr>
      </p:sp>
      <p:sp>
        <p:nvSpPr>
          <p:cNvPr id="894" name="Google Shape;894;p235"/>
          <p:cNvSpPr txBox="1"/>
          <p:nvPr>
            <p:ph idx="8" type="body"/>
          </p:nvPr>
        </p:nvSpPr>
        <p:spPr>
          <a:xfrm>
            <a:off x="6163057" y="3465576"/>
            <a:ext cx="2788920" cy="440329"/>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000"/>
              <a:buNone/>
              <a:defRPr b="0"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95" name="Google Shape;895;p235"/>
          <p:cNvSpPr txBox="1"/>
          <p:nvPr>
            <p:ph idx="9" type="body"/>
          </p:nvPr>
        </p:nvSpPr>
        <p:spPr>
          <a:xfrm>
            <a:off x="6163057" y="3915505"/>
            <a:ext cx="2788920" cy="2519238"/>
          </a:xfrm>
          <a:prstGeom prst="rect">
            <a:avLst/>
          </a:prstGeom>
          <a:noFill/>
          <a:ln>
            <a:noFill/>
          </a:ln>
        </p:spPr>
        <p:txBody>
          <a:bodyPr anchorCtr="0" anchor="t" bIns="45700" lIns="91425" spcFirstLastPara="1" rIns="91425" wrap="square" tIns="45700">
            <a:noAutofit/>
          </a:bodyPr>
          <a:lstStyle>
            <a:lvl1pPr indent="-355600" lvl="0" marL="457200" algn="l">
              <a:lnSpc>
                <a:spcPct val="100000"/>
              </a:lnSpc>
              <a:spcBef>
                <a:spcPts val="0"/>
              </a:spcBef>
              <a:spcAft>
                <a:spcPts val="0"/>
              </a:spcAft>
              <a:buClr>
                <a:srgbClr val="232F3E"/>
              </a:buClr>
              <a:buSzPts val="2000"/>
              <a:buFont typeface="Arial"/>
              <a:buChar char="•"/>
              <a:defRPr sz="2000">
                <a:solidFill>
                  <a:srgbClr val="232F3E"/>
                </a:solidFill>
              </a:defRPr>
            </a:lvl1pPr>
            <a:lvl2pPr indent="-342900" lvl="1" marL="914400" algn="l">
              <a:lnSpc>
                <a:spcPct val="100000"/>
              </a:lnSpc>
              <a:spcBef>
                <a:spcPts val="600"/>
              </a:spcBef>
              <a:spcAft>
                <a:spcPts val="0"/>
              </a:spcAft>
              <a:buClr>
                <a:srgbClr val="232F3E"/>
              </a:buClr>
              <a:buSzPts val="1800"/>
              <a:buChar char="•"/>
              <a:defRPr sz="1800">
                <a:solidFill>
                  <a:srgbClr val="232F3E"/>
                </a:solidFill>
              </a:defRPr>
            </a:lvl2pPr>
            <a:lvl3pPr indent="-330200" lvl="2" marL="1371600" algn="l">
              <a:lnSpc>
                <a:spcPct val="100000"/>
              </a:lnSpc>
              <a:spcBef>
                <a:spcPts val="600"/>
              </a:spcBef>
              <a:spcAft>
                <a:spcPts val="0"/>
              </a:spcAft>
              <a:buClr>
                <a:srgbClr val="232F3E"/>
              </a:buClr>
              <a:buSzPts val="1600"/>
              <a:buChar char="•"/>
              <a:defRPr sz="1600">
                <a:solidFill>
                  <a:srgbClr val="232F3E"/>
                </a:solidFill>
              </a:defRPr>
            </a:lvl3pPr>
            <a:lvl4pPr indent="-342900" lvl="3" marL="1828800" algn="l">
              <a:lnSpc>
                <a:spcPct val="90000"/>
              </a:lnSpc>
              <a:spcBef>
                <a:spcPts val="6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6" name="Google Shape;896;p235"/>
          <p:cNvSpPr/>
          <p:nvPr>
            <p:ph idx="13" type="pic"/>
          </p:nvPr>
        </p:nvSpPr>
        <p:spPr>
          <a:xfrm>
            <a:off x="9294876" y="1097280"/>
            <a:ext cx="2286000" cy="2286000"/>
          </a:xfrm>
          <a:prstGeom prst="rect">
            <a:avLst/>
          </a:prstGeom>
          <a:noFill/>
          <a:ln>
            <a:noFill/>
          </a:ln>
        </p:spPr>
      </p:sp>
      <p:sp>
        <p:nvSpPr>
          <p:cNvPr id="897" name="Google Shape;897;p235"/>
          <p:cNvSpPr txBox="1"/>
          <p:nvPr>
            <p:ph idx="14" type="subTitle"/>
          </p:nvPr>
        </p:nvSpPr>
        <p:spPr>
          <a:xfrm>
            <a:off x="9043416" y="3465576"/>
            <a:ext cx="2788920" cy="440329"/>
          </a:xfrm>
          <a:prstGeom prst="rect">
            <a:avLst/>
          </a:prstGeom>
          <a:solidFill>
            <a:schemeClr val="accent1"/>
          </a:solid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1"/>
              </a:buClr>
              <a:buSzPts val="2000"/>
              <a:buNone/>
              <a:defRPr b="0" sz="2000">
                <a:solidFill>
                  <a:schemeClr val="lt1"/>
                </a:solidFill>
                <a:latin typeface="Play"/>
                <a:ea typeface="Play"/>
                <a:cs typeface="Play"/>
                <a:sym typeface="Play"/>
              </a:defRPr>
            </a:lvl1pPr>
            <a:lvl2pPr lvl="1" algn="l">
              <a:lnSpc>
                <a:spcPct val="90000"/>
              </a:lnSpc>
              <a:spcBef>
                <a:spcPts val="0"/>
              </a:spcBef>
              <a:spcAft>
                <a:spcPts val="0"/>
              </a:spcAft>
              <a:buClr>
                <a:srgbClr val="232F3E"/>
              </a:buClr>
              <a:buSzPts val="2000"/>
              <a:buNone/>
              <a:defRPr b="1" sz="2000"/>
            </a:lvl2pPr>
            <a:lvl3pPr lvl="2" algn="l">
              <a:lnSpc>
                <a:spcPct val="90000"/>
              </a:lnSpc>
              <a:spcBef>
                <a:spcPts val="1200"/>
              </a:spcBef>
              <a:spcAft>
                <a:spcPts val="0"/>
              </a:spcAft>
              <a:buClr>
                <a:srgbClr val="232F3E"/>
              </a:buClr>
              <a:buSzPts val="1800"/>
              <a:buNone/>
              <a:defRPr b="1" sz="1800"/>
            </a:lvl3pPr>
            <a:lvl4pPr lvl="3" algn="l">
              <a:lnSpc>
                <a:spcPct val="90000"/>
              </a:lnSpc>
              <a:spcBef>
                <a:spcPts val="1200"/>
              </a:spcBef>
              <a:spcAft>
                <a:spcPts val="0"/>
              </a:spcAft>
              <a:buClr>
                <a:srgbClr val="232F3E"/>
              </a:buClr>
              <a:buSzPts val="1600"/>
              <a:buNone/>
              <a:defRPr b="1" sz="1600"/>
            </a:lvl4pPr>
            <a:lvl5pPr lvl="4" algn="l">
              <a:lnSpc>
                <a:spcPct val="90000"/>
              </a:lnSpc>
              <a:spcBef>
                <a:spcPts val="1200"/>
              </a:spcBef>
              <a:spcAft>
                <a:spcPts val="0"/>
              </a:spcAft>
              <a:buClr>
                <a:srgbClr val="232F3E"/>
              </a:buClr>
              <a:buSzPts val="1600"/>
              <a:buNone/>
              <a:defRPr b="1" sz="1600"/>
            </a:lvl5pPr>
            <a:lvl6pPr lvl="5" algn="l">
              <a:lnSpc>
                <a:spcPct val="90000"/>
              </a:lnSpc>
              <a:spcBef>
                <a:spcPts val="1200"/>
              </a:spcBef>
              <a:spcAft>
                <a:spcPts val="0"/>
              </a:spcAft>
              <a:buClr>
                <a:schemeClr val="dk1"/>
              </a:buClr>
              <a:buSzPts val="1600"/>
              <a:buNone/>
              <a:defRPr b="1" sz="1600"/>
            </a:lvl6pPr>
            <a:lvl7pPr lvl="6" algn="l">
              <a:lnSpc>
                <a:spcPct val="90000"/>
              </a:lnSpc>
              <a:spcBef>
                <a:spcPts val="500"/>
              </a:spcBef>
              <a:spcAft>
                <a:spcPts val="0"/>
              </a:spcAft>
              <a:buClr>
                <a:schemeClr val="dk1"/>
              </a:buClr>
              <a:buSzPts val="1600"/>
              <a:buNone/>
              <a:defRPr b="1" sz="1600"/>
            </a:lvl7pPr>
            <a:lvl8pPr lvl="7" algn="l">
              <a:lnSpc>
                <a:spcPct val="90000"/>
              </a:lnSpc>
              <a:spcBef>
                <a:spcPts val="500"/>
              </a:spcBef>
              <a:spcAft>
                <a:spcPts val="0"/>
              </a:spcAft>
              <a:buClr>
                <a:schemeClr val="dk1"/>
              </a:buClr>
              <a:buSzPts val="1600"/>
              <a:buNone/>
              <a:defRPr b="1" sz="1600"/>
            </a:lvl8pPr>
            <a:lvl9pPr lvl="8" algn="l">
              <a:lnSpc>
                <a:spcPct val="90000"/>
              </a:lnSpc>
              <a:spcBef>
                <a:spcPts val="500"/>
              </a:spcBef>
              <a:spcAft>
                <a:spcPts val="0"/>
              </a:spcAft>
              <a:buClr>
                <a:schemeClr val="dk1"/>
              </a:buClr>
              <a:buSzPts val="1600"/>
              <a:buNone/>
              <a:defRPr b="1" sz="1600"/>
            </a:lvl9pPr>
          </a:lstStyle>
          <a:p/>
        </p:txBody>
      </p:sp>
      <p:sp>
        <p:nvSpPr>
          <p:cNvPr id="898" name="Google Shape;898;p235"/>
          <p:cNvSpPr txBox="1"/>
          <p:nvPr>
            <p:ph idx="15" type="body"/>
          </p:nvPr>
        </p:nvSpPr>
        <p:spPr>
          <a:xfrm>
            <a:off x="9043416" y="3915505"/>
            <a:ext cx="2788920" cy="2519238"/>
          </a:xfrm>
          <a:prstGeom prst="rect">
            <a:avLst/>
          </a:prstGeom>
          <a:noFill/>
          <a:ln>
            <a:noFill/>
          </a:ln>
        </p:spPr>
        <p:txBody>
          <a:bodyPr anchorCtr="0" anchor="t" bIns="45700" lIns="91425" spcFirstLastPara="1" rIns="91425" wrap="square" tIns="45700">
            <a:noAutofit/>
          </a:bodyPr>
          <a:lstStyle>
            <a:lvl1pPr indent="-355600" lvl="0" marL="457200" algn="l">
              <a:lnSpc>
                <a:spcPct val="100000"/>
              </a:lnSpc>
              <a:spcBef>
                <a:spcPts val="0"/>
              </a:spcBef>
              <a:spcAft>
                <a:spcPts val="0"/>
              </a:spcAft>
              <a:buClr>
                <a:srgbClr val="232F3E"/>
              </a:buClr>
              <a:buSzPts val="2000"/>
              <a:buFont typeface="Arial"/>
              <a:buChar char="•"/>
              <a:defRPr sz="2000">
                <a:solidFill>
                  <a:srgbClr val="232F3E"/>
                </a:solidFill>
              </a:defRPr>
            </a:lvl1pPr>
            <a:lvl2pPr indent="-342900" lvl="1" marL="914400" algn="l">
              <a:lnSpc>
                <a:spcPct val="100000"/>
              </a:lnSpc>
              <a:spcBef>
                <a:spcPts val="600"/>
              </a:spcBef>
              <a:spcAft>
                <a:spcPts val="0"/>
              </a:spcAft>
              <a:buClr>
                <a:srgbClr val="232F3E"/>
              </a:buClr>
              <a:buSzPts val="1800"/>
              <a:buChar char="•"/>
              <a:defRPr sz="1800">
                <a:solidFill>
                  <a:srgbClr val="232F3E"/>
                </a:solidFill>
              </a:defRPr>
            </a:lvl2pPr>
            <a:lvl3pPr indent="-330200" lvl="2" marL="1371600" algn="l">
              <a:lnSpc>
                <a:spcPct val="100000"/>
              </a:lnSpc>
              <a:spcBef>
                <a:spcPts val="600"/>
              </a:spcBef>
              <a:spcAft>
                <a:spcPts val="0"/>
              </a:spcAft>
              <a:buClr>
                <a:srgbClr val="232F3E"/>
              </a:buClr>
              <a:buSzPts val="1600"/>
              <a:buChar char="•"/>
              <a:defRPr sz="1600">
                <a:solidFill>
                  <a:srgbClr val="232F3E"/>
                </a:solidFill>
              </a:defRPr>
            </a:lvl3pPr>
            <a:lvl4pPr indent="-342900" lvl="3" marL="1828800" algn="l">
              <a:lnSpc>
                <a:spcPct val="90000"/>
              </a:lnSpc>
              <a:spcBef>
                <a:spcPts val="6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Sm Pics, 4 Headers, and 4 Text Columns">
  <p:cSld name="Title, 4 Sm Pics, 4 Headers, and 4 Text Columns">
    <p:bg>
      <p:bgPr>
        <a:solidFill>
          <a:schemeClr val="lt1"/>
        </a:solidFill>
      </p:bgPr>
    </p:bg>
    <p:spTree>
      <p:nvGrpSpPr>
        <p:cNvPr id="899" name="Shape 899"/>
        <p:cNvGrpSpPr/>
        <p:nvPr/>
      </p:nvGrpSpPr>
      <p:grpSpPr>
        <a:xfrm>
          <a:off x="0" y="0"/>
          <a:ext cx="0" cy="0"/>
          <a:chOff x="0" y="0"/>
          <a:chExt cx="0" cy="0"/>
        </a:xfrm>
      </p:grpSpPr>
      <p:pic>
        <p:nvPicPr>
          <p:cNvPr id="900" name="Google Shape;900;p236"/>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901" name="Google Shape;901;p236"/>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902" name="Google Shape;902;p236"/>
          <p:cNvSpPr txBox="1"/>
          <p:nvPr>
            <p:ph type="title"/>
          </p:nvPr>
        </p:nvSpPr>
        <p:spPr>
          <a:xfrm>
            <a:off x="365760" y="301752"/>
            <a:ext cx="11466576" cy="73152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3" name="Google Shape;903;p236"/>
          <p:cNvSpPr/>
          <p:nvPr>
            <p:ph idx="2" type="pic"/>
          </p:nvPr>
        </p:nvSpPr>
        <p:spPr>
          <a:xfrm>
            <a:off x="845820" y="1051560"/>
            <a:ext cx="1828800" cy="1828800"/>
          </a:xfrm>
          <a:prstGeom prst="rect">
            <a:avLst/>
          </a:prstGeom>
          <a:noFill/>
          <a:ln>
            <a:noFill/>
          </a:ln>
        </p:spPr>
      </p:sp>
      <p:sp>
        <p:nvSpPr>
          <p:cNvPr id="904" name="Google Shape;904;p236"/>
          <p:cNvSpPr txBox="1"/>
          <p:nvPr>
            <p:ph idx="1" type="body"/>
          </p:nvPr>
        </p:nvSpPr>
        <p:spPr>
          <a:xfrm>
            <a:off x="365760" y="2926080"/>
            <a:ext cx="2788920" cy="450294"/>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000"/>
              <a:buNone/>
              <a:defRPr b="0" sz="2000">
                <a:solidFill>
                  <a:schemeClr val="lt1"/>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5" name="Google Shape;905;p236"/>
          <p:cNvSpPr txBox="1"/>
          <p:nvPr>
            <p:ph idx="3" type="body"/>
          </p:nvPr>
        </p:nvSpPr>
        <p:spPr>
          <a:xfrm>
            <a:off x="365760" y="3429000"/>
            <a:ext cx="2788920" cy="300574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rgbClr val="232F3E"/>
              </a:buClr>
              <a:buSzPts val="2000"/>
              <a:buNone/>
              <a:defRPr sz="2000">
                <a:solidFill>
                  <a:srgbClr val="232F3E"/>
                </a:solidFill>
              </a:defRPr>
            </a:lvl1pPr>
            <a:lvl2pPr indent="-342900" lvl="1" marL="914400" algn="l">
              <a:lnSpc>
                <a:spcPct val="90000"/>
              </a:lnSpc>
              <a:spcBef>
                <a:spcPts val="6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6" name="Google Shape;906;p236"/>
          <p:cNvSpPr/>
          <p:nvPr>
            <p:ph idx="4" type="pic"/>
          </p:nvPr>
        </p:nvSpPr>
        <p:spPr>
          <a:xfrm>
            <a:off x="3738372" y="1051560"/>
            <a:ext cx="1828800" cy="1828800"/>
          </a:xfrm>
          <a:prstGeom prst="rect">
            <a:avLst/>
          </a:prstGeom>
          <a:noFill/>
          <a:ln>
            <a:noFill/>
          </a:ln>
        </p:spPr>
      </p:sp>
      <p:sp>
        <p:nvSpPr>
          <p:cNvPr id="907" name="Google Shape;907;p236"/>
          <p:cNvSpPr txBox="1"/>
          <p:nvPr>
            <p:ph idx="5" type="body"/>
          </p:nvPr>
        </p:nvSpPr>
        <p:spPr>
          <a:xfrm>
            <a:off x="3258312" y="2926080"/>
            <a:ext cx="2788920" cy="450294"/>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000"/>
              <a:buNone/>
              <a:defRPr b="0" sz="2000">
                <a:solidFill>
                  <a:schemeClr val="lt1"/>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8" name="Google Shape;908;p236"/>
          <p:cNvSpPr txBox="1"/>
          <p:nvPr>
            <p:ph idx="6" type="body"/>
          </p:nvPr>
        </p:nvSpPr>
        <p:spPr>
          <a:xfrm>
            <a:off x="3258312" y="3429000"/>
            <a:ext cx="2788920" cy="300574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rgbClr val="232F3E"/>
              </a:buClr>
              <a:buSzPts val="2000"/>
              <a:buNone/>
              <a:defRPr sz="2000">
                <a:solidFill>
                  <a:srgbClr val="232F3E"/>
                </a:solidFill>
              </a:defRPr>
            </a:lvl1pPr>
            <a:lvl2pPr indent="-342900" lvl="1" marL="914400" algn="l">
              <a:lnSpc>
                <a:spcPct val="90000"/>
              </a:lnSpc>
              <a:spcBef>
                <a:spcPts val="6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9" name="Google Shape;909;p236"/>
          <p:cNvSpPr/>
          <p:nvPr>
            <p:ph idx="7" type="pic"/>
          </p:nvPr>
        </p:nvSpPr>
        <p:spPr>
          <a:xfrm>
            <a:off x="6630924" y="1051560"/>
            <a:ext cx="1828800" cy="1828800"/>
          </a:xfrm>
          <a:prstGeom prst="rect">
            <a:avLst/>
          </a:prstGeom>
          <a:noFill/>
          <a:ln>
            <a:noFill/>
          </a:ln>
        </p:spPr>
      </p:sp>
      <p:sp>
        <p:nvSpPr>
          <p:cNvPr id="910" name="Google Shape;910;p236"/>
          <p:cNvSpPr txBox="1"/>
          <p:nvPr>
            <p:ph idx="8" type="body"/>
          </p:nvPr>
        </p:nvSpPr>
        <p:spPr>
          <a:xfrm>
            <a:off x="6150864" y="2926080"/>
            <a:ext cx="2788920" cy="450294"/>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000"/>
              <a:buNone/>
              <a:defRPr b="0" sz="2000">
                <a:solidFill>
                  <a:schemeClr val="lt1"/>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1" name="Google Shape;911;p236"/>
          <p:cNvSpPr txBox="1"/>
          <p:nvPr>
            <p:ph idx="9" type="body"/>
          </p:nvPr>
        </p:nvSpPr>
        <p:spPr>
          <a:xfrm>
            <a:off x="6150864" y="3429000"/>
            <a:ext cx="2788920" cy="300574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rgbClr val="232F3E"/>
              </a:buClr>
              <a:buSzPts val="2000"/>
              <a:buNone/>
              <a:defRPr sz="2000">
                <a:solidFill>
                  <a:srgbClr val="232F3E"/>
                </a:solidFill>
              </a:defRPr>
            </a:lvl1pPr>
            <a:lvl2pPr indent="-342900" lvl="1" marL="914400" algn="l">
              <a:lnSpc>
                <a:spcPct val="90000"/>
              </a:lnSpc>
              <a:spcBef>
                <a:spcPts val="6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2" name="Google Shape;912;p236"/>
          <p:cNvSpPr/>
          <p:nvPr>
            <p:ph idx="13" type="pic"/>
          </p:nvPr>
        </p:nvSpPr>
        <p:spPr>
          <a:xfrm>
            <a:off x="9523476" y="1051560"/>
            <a:ext cx="1828800" cy="1828800"/>
          </a:xfrm>
          <a:prstGeom prst="rect">
            <a:avLst/>
          </a:prstGeom>
          <a:noFill/>
          <a:ln>
            <a:noFill/>
          </a:ln>
        </p:spPr>
      </p:sp>
      <p:sp>
        <p:nvSpPr>
          <p:cNvPr id="913" name="Google Shape;913;p236"/>
          <p:cNvSpPr txBox="1"/>
          <p:nvPr>
            <p:ph idx="14" type="body"/>
          </p:nvPr>
        </p:nvSpPr>
        <p:spPr>
          <a:xfrm>
            <a:off x="9043416" y="2926080"/>
            <a:ext cx="2788920" cy="450294"/>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000"/>
              <a:buNone/>
              <a:defRPr b="0" sz="2000">
                <a:solidFill>
                  <a:schemeClr val="lt1"/>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4" name="Google Shape;914;p236"/>
          <p:cNvSpPr txBox="1"/>
          <p:nvPr>
            <p:ph idx="15" type="body"/>
          </p:nvPr>
        </p:nvSpPr>
        <p:spPr>
          <a:xfrm>
            <a:off x="9043416" y="3429000"/>
            <a:ext cx="2788920" cy="300574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rgbClr val="232F3E"/>
              </a:buClr>
              <a:buSzPts val="2000"/>
              <a:buNone/>
              <a:defRPr sz="2000">
                <a:solidFill>
                  <a:srgbClr val="232F3E"/>
                </a:solidFill>
              </a:defRPr>
            </a:lvl1pPr>
            <a:lvl2pPr indent="-342900" lvl="1" marL="914400" algn="l">
              <a:lnSpc>
                <a:spcPct val="90000"/>
              </a:lnSpc>
              <a:spcBef>
                <a:spcPts val="6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1080">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Lg Pics,and 4 Headers">
  <p:cSld name="Title, 4 Lg Pics,and 4 Headers">
    <p:bg>
      <p:bgPr>
        <a:solidFill>
          <a:schemeClr val="lt1"/>
        </a:solidFill>
      </p:bgPr>
    </p:bg>
    <p:spTree>
      <p:nvGrpSpPr>
        <p:cNvPr id="915" name="Shape 915"/>
        <p:cNvGrpSpPr/>
        <p:nvPr/>
      </p:nvGrpSpPr>
      <p:grpSpPr>
        <a:xfrm>
          <a:off x="0" y="0"/>
          <a:ext cx="0" cy="0"/>
          <a:chOff x="0" y="0"/>
          <a:chExt cx="0" cy="0"/>
        </a:xfrm>
      </p:grpSpPr>
      <p:pic>
        <p:nvPicPr>
          <p:cNvPr id="916" name="Google Shape;916;p237"/>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917" name="Google Shape;917;p237"/>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918" name="Google Shape;918;p237"/>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9" name="Google Shape;919;p237"/>
          <p:cNvSpPr/>
          <p:nvPr>
            <p:ph idx="2" type="pic"/>
          </p:nvPr>
        </p:nvSpPr>
        <p:spPr>
          <a:xfrm>
            <a:off x="365760" y="1835333"/>
            <a:ext cx="2788920" cy="2834640"/>
          </a:xfrm>
          <a:prstGeom prst="rect">
            <a:avLst/>
          </a:prstGeom>
          <a:noFill/>
          <a:ln>
            <a:noFill/>
          </a:ln>
        </p:spPr>
      </p:sp>
      <p:sp>
        <p:nvSpPr>
          <p:cNvPr id="920" name="Google Shape;920;p237"/>
          <p:cNvSpPr txBox="1"/>
          <p:nvPr>
            <p:ph idx="1" type="body"/>
          </p:nvPr>
        </p:nvSpPr>
        <p:spPr>
          <a:xfrm>
            <a:off x="365760" y="4764024"/>
            <a:ext cx="2788920" cy="438171"/>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chemeClr val="lt1"/>
              </a:buClr>
              <a:buSzPts val="2000"/>
              <a:buNone/>
              <a:defRPr b="0"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921" name="Google Shape;921;p237"/>
          <p:cNvSpPr/>
          <p:nvPr>
            <p:ph idx="3" type="pic"/>
          </p:nvPr>
        </p:nvSpPr>
        <p:spPr>
          <a:xfrm>
            <a:off x="3258312" y="1835333"/>
            <a:ext cx="2788920" cy="2834640"/>
          </a:xfrm>
          <a:prstGeom prst="rect">
            <a:avLst/>
          </a:prstGeom>
          <a:noFill/>
          <a:ln>
            <a:noFill/>
          </a:ln>
        </p:spPr>
      </p:sp>
      <p:sp>
        <p:nvSpPr>
          <p:cNvPr id="922" name="Google Shape;922;p237"/>
          <p:cNvSpPr txBox="1"/>
          <p:nvPr>
            <p:ph idx="4" type="body"/>
          </p:nvPr>
        </p:nvSpPr>
        <p:spPr>
          <a:xfrm>
            <a:off x="3258312" y="4764024"/>
            <a:ext cx="2788920" cy="438171"/>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chemeClr val="lt1"/>
              </a:buClr>
              <a:buSzPts val="2000"/>
              <a:buNone/>
              <a:defRPr b="0"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923" name="Google Shape;923;p237"/>
          <p:cNvSpPr/>
          <p:nvPr>
            <p:ph idx="5" type="pic"/>
          </p:nvPr>
        </p:nvSpPr>
        <p:spPr>
          <a:xfrm>
            <a:off x="6150864" y="1835333"/>
            <a:ext cx="2788920" cy="2834640"/>
          </a:xfrm>
          <a:prstGeom prst="rect">
            <a:avLst/>
          </a:prstGeom>
          <a:noFill/>
          <a:ln>
            <a:noFill/>
          </a:ln>
        </p:spPr>
      </p:sp>
      <p:sp>
        <p:nvSpPr>
          <p:cNvPr id="924" name="Google Shape;924;p237"/>
          <p:cNvSpPr txBox="1"/>
          <p:nvPr>
            <p:ph idx="6" type="body"/>
          </p:nvPr>
        </p:nvSpPr>
        <p:spPr>
          <a:xfrm>
            <a:off x="6150864" y="4764024"/>
            <a:ext cx="2788920" cy="438171"/>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chemeClr val="lt1"/>
              </a:buClr>
              <a:buSzPts val="2000"/>
              <a:buNone/>
              <a:defRPr b="0"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925" name="Google Shape;925;p237"/>
          <p:cNvSpPr/>
          <p:nvPr>
            <p:ph idx="7" type="pic"/>
          </p:nvPr>
        </p:nvSpPr>
        <p:spPr>
          <a:xfrm>
            <a:off x="9043416" y="1835333"/>
            <a:ext cx="2788920" cy="2834640"/>
          </a:xfrm>
          <a:prstGeom prst="rect">
            <a:avLst/>
          </a:prstGeom>
          <a:noFill/>
          <a:ln>
            <a:noFill/>
          </a:ln>
        </p:spPr>
      </p:sp>
      <p:sp>
        <p:nvSpPr>
          <p:cNvPr id="926" name="Google Shape;926;p237"/>
          <p:cNvSpPr txBox="1"/>
          <p:nvPr>
            <p:ph idx="8" type="body"/>
          </p:nvPr>
        </p:nvSpPr>
        <p:spPr>
          <a:xfrm>
            <a:off x="9043416" y="4764024"/>
            <a:ext cx="2788920" cy="438171"/>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chemeClr val="lt1"/>
              </a:buClr>
              <a:buSzPts val="2000"/>
              <a:buNone/>
              <a:defRPr b="0"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Pics, and 6 Text Boxes">
  <p:cSld name="Title, 6 Pics, and 6 Text Boxes">
    <p:bg>
      <p:bgPr>
        <a:solidFill>
          <a:schemeClr val="lt1"/>
        </a:solidFill>
      </p:bgPr>
    </p:bg>
    <p:spTree>
      <p:nvGrpSpPr>
        <p:cNvPr id="927" name="Shape 927"/>
        <p:cNvGrpSpPr/>
        <p:nvPr/>
      </p:nvGrpSpPr>
      <p:grpSpPr>
        <a:xfrm>
          <a:off x="0" y="0"/>
          <a:ext cx="0" cy="0"/>
          <a:chOff x="0" y="0"/>
          <a:chExt cx="0" cy="0"/>
        </a:xfrm>
      </p:grpSpPr>
      <p:pic>
        <p:nvPicPr>
          <p:cNvPr id="928" name="Google Shape;928;p238"/>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929" name="Google Shape;929;p238"/>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930" name="Google Shape;930;p238"/>
          <p:cNvSpPr txBox="1"/>
          <p:nvPr>
            <p:ph type="title"/>
          </p:nvPr>
        </p:nvSpPr>
        <p:spPr>
          <a:xfrm>
            <a:off x="365760" y="301752"/>
            <a:ext cx="11466576" cy="73152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1" name="Google Shape;931;p238"/>
          <p:cNvSpPr/>
          <p:nvPr>
            <p:ph idx="2" type="pic"/>
          </p:nvPr>
        </p:nvSpPr>
        <p:spPr>
          <a:xfrm>
            <a:off x="1516380" y="1211176"/>
            <a:ext cx="1828800" cy="1828800"/>
          </a:xfrm>
          <a:prstGeom prst="rect">
            <a:avLst/>
          </a:prstGeom>
          <a:noFill/>
          <a:ln>
            <a:noFill/>
          </a:ln>
        </p:spPr>
      </p:sp>
      <p:sp>
        <p:nvSpPr>
          <p:cNvPr id="932" name="Google Shape;932;p238"/>
          <p:cNvSpPr txBox="1"/>
          <p:nvPr>
            <p:ph idx="1" type="body"/>
          </p:nvPr>
        </p:nvSpPr>
        <p:spPr>
          <a:xfrm>
            <a:off x="830580" y="3056649"/>
            <a:ext cx="3200400" cy="570859"/>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2000"/>
              <a:buNone/>
              <a:defRPr sz="2000">
                <a:solidFill>
                  <a:srgbClr val="232F3E"/>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3" name="Google Shape;933;p238"/>
          <p:cNvSpPr/>
          <p:nvPr>
            <p:ph idx="3" type="pic"/>
          </p:nvPr>
        </p:nvSpPr>
        <p:spPr>
          <a:xfrm>
            <a:off x="5181600" y="1211176"/>
            <a:ext cx="1828800" cy="1828800"/>
          </a:xfrm>
          <a:prstGeom prst="rect">
            <a:avLst/>
          </a:prstGeom>
          <a:noFill/>
          <a:ln>
            <a:noFill/>
          </a:ln>
        </p:spPr>
      </p:sp>
      <p:sp>
        <p:nvSpPr>
          <p:cNvPr id="934" name="Google Shape;934;p238"/>
          <p:cNvSpPr txBox="1"/>
          <p:nvPr>
            <p:ph idx="4" type="body"/>
          </p:nvPr>
        </p:nvSpPr>
        <p:spPr>
          <a:xfrm>
            <a:off x="4495800" y="3056649"/>
            <a:ext cx="3200400" cy="570859"/>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2000"/>
              <a:buNone/>
              <a:defRPr sz="2000">
                <a:solidFill>
                  <a:srgbClr val="232F3E"/>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5" name="Google Shape;935;p238"/>
          <p:cNvSpPr/>
          <p:nvPr>
            <p:ph idx="5" type="pic"/>
          </p:nvPr>
        </p:nvSpPr>
        <p:spPr>
          <a:xfrm>
            <a:off x="8852916" y="1211176"/>
            <a:ext cx="1828800" cy="1828800"/>
          </a:xfrm>
          <a:prstGeom prst="rect">
            <a:avLst/>
          </a:prstGeom>
          <a:noFill/>
          <a:ln>
            <a:noFill/>
          </a:ln>
        </p:spPr>
      </p:sp>
      <p:sp>
        <p:nvSpPr>
          <p:cNvPr id="936" name="Google Shape;936;p238"/>
          <p:cNvSpPr txBox="1"/>
          <p:nvPr>
            <p:ph idx="6" type="body"/>
          </p:nvPr>
        </p:nvSpPr>
        <p:spPr>
          <a:xfrm>
            <a:off x="8167116" y="3056649"/>
            <a:ext cx="3200400" cy="570859"/>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2000"/>
              <a:buNone/>
              <a:defRPr sz="2000">
                <a:solidFill>
                  <a:srgbClr val="232F3E"/>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7" name="Google Shape;937;p238"/>
          <p:cNvSpPr/>
          <p:nvPr>
            <p:ph idx="7" type="pic"/>
          </p:nvPr>
        </p:nvSpPr>
        <p:spPr>
          <a:xfrm>
            <a:off x="1516380" y="3866132"/>
            <a:ext cx="1828800" cy="1828800"/>
          </a:xfrm>
          <a:prstGeom prst="rect">
            <a:avLst/>
          </a:prstGeom>
          <a:noFill/>
          <a:ln>
            <a:noFill/>
          </a:ln>
        </p:spPr>
      </p:sp>
      <p:sp>
        <p:nvSpPr>
          <p:cNvPr id="938" name="Google Shape;938;p238"/>
          <p:cNvSpPr txBox="1"/>
          <p:nvPr>
            <p:ph idx="8" type="body"/>
          </p:nvPr>
        </p:nvSpPr>
        <p:spPr>
          <a:xfrm>
            <a:off x="830580" y="5704771"/>
            <a:ext cx="3200400" cy="570859"/>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2000"/>
              <a:buNone/>
              <a:defRPr sz="2000">
                <a:solidFill>
                  <a:srgbClr val="232F3E"/>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9" name="Google Shape;939;p238"/>
          <p:cNvSpPr/>
          <p:nvPr>
            <p:ph idx="9" type="pic"/>
          </p:nvPr>
        </p:nvSpPr>
        <p:spPr>
          <a:xfrm>
            <a:off x="5181600" y="3866132"/>
            <a:ext cx="1828800" cy="1828800"/>
          </a:xfrm>
          <a:prstGeom prst="rect">
            <a:avLst/>
          </a:prstGeom>
          <a:noFill/>
          <a:ln>
            <a:noFill/>
          </a:ln>
        </p:spPr>
      </p:sp>
      <p:sp>
        <p:nvSpPr>
          <p:cNvPr id="940" name="Google Shape;940;p238"/>
          <p:cNvSpPr txBox="1"/>
          <p:nvPr>
            <p:ph idx="13" type="body"/>
          </p:nvPr>
        </p:nvSpPr>
        <p:spPr>
          <a:xfrm>
            <a:off x="4495800" y="5704771"/>
            <a:ext cx="3200400" cy="570859"/>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2000"/>
              <a:buNone/>
              <a:defRPr sz="2000">
                <a:solidFill>
                  <a:srgbClr val="232F3E"/>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1" name="Google Shape;941;p238"/>
          <p:cNvSpPr/>
          <p:nvPr>
            <p:ph idx="14" type="pic"/>
          </p:nvPr>
        </p:nvSpPr>
        <p:spPr>
          <a:xfrm>
            <a:off x="8852916" y="3866132"/>
            <a:ext cx="1828800" cy="1828800"/>
          </a:xfrm>
          <a:prstGeom prst="rect">
            <a:avLst/>
          </a:prstGeom>
          <a:noFill/>
          <a:ln>
            <a:noFill/>
          </a:ln>
        </p:spPr>
      </p:sp>
      <p:sp>
        <p:nvSpPr>
          <p:cNvPr id="942" name="Google Shape;942;p238"/>
          <p:cNvSpPr txBox="1"/>
          <p:nvPr>
            <p:ph idx="15" type="body"/>
          </p:nvPr>
        </p:nvSpPr>
        <p:spPr>
          <a:xfrm>
            <a:off x="8167116" y="5704771"/>
            <a:ext cx="3200400" cy="570859"/>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2000"/>
              <a:buNone/>
              <a:defRPr sz="2000">
                <a:solidFill>
                  <a:srgbClr val="232F3E"/>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1080">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8 pictures">
  <p:cSld name="Title and 8 pictures">
    <p:bg>
      <p:bgPr>
        <a:solidFill>
          <a:schemeClr val="lt1"/>
        </a:solidFill>
      </p:bgPr>
    </p:bg>
    <p:spTree>
      <p:nvGrpSpPr>
        <p:cNvPr id="943" name="Shape 943"/>
        <p:cNvGrpSpPr/>
        <p:nvPr/>
      </p:nvGrpSpPr>
      <p:grpSpPr>
        <a:xfrm>
          <a:off x="0" y="0"/>
          <a:ext cx="0" cy="0"/>
          <a:chOff x="0" y="0"/>
          <a:chExt cx="0" cy="0"/>
        </a:xfrm>
      </p:grpSpPr>
      <p:pic>
        <p:nvPicPr>
          <p:cNvPr id="944" name="Google Shape;944;p239"/>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945" name="Google Shape;945;p239"/>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946" name="Google Shape;946;p239"/>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7" name="Google Shape;947;p239"/>
          <p:cNvSpPr/>
          <p:nvPr>
            <p:ph idx="2" type="pic"/>
          </p:nvPr>
        </p:nvSpPr>
        <p:spPr>
          <a:xfrm>
            <a:off x="640080" y="1162264"/>
            <a:ext cx="2286000" cy="2286000"/>
          </a:xfrm>
          <a:prstGeom prst="rect">
            <a:avLst/>
          </a:prstGeom>
          <a:noFill/>
          <a:ln>
            <a:noFill/>
          </a:ln>
        </p:spPr>
      </p:sp>
      <p:sp>
        <p:nvSpPr>
          <p:cNvPr id="948" name="Google Shape;948;p239"/>
          <p:cNvSpPr/>
          <p:nvPr>
            <p:ph idx="3" type="pic"/>
          </p:nvPr>
        </p:nvSpPr>
        <p:spPr>
          <a:xfrm>
            <a:off x="3517392" y="1162264"/>
            <a:ext cx="2286000" cy="2286000"/>
          </a:xfrm>
          <a:prstGeom prst="rect">
            <a:avLst/>
          </a:prstGeom>
          <a:noFill/>
          <a:ln>
            <a:noFill/>
          </a:ln>
        </p:spPr>
      </p:sp>
      <p:sp>
        <p:nvSpPr>
          <p:cNvPr id="949" name="Google Shape;949;p239"/>
          <p:cNvSpPr/>
          <p:nvPr>
            <p:ph idx="4" type="pic"/>
          </p:nvPr>
        </p:nvSpPr>
        <p:spPr>
          <a:xfrm>
            <a:off x="6394704" y="1162264"/>
            <a:ext cx="2286000" cy="2286000"/>
          </a:xfrm>
          <a:prstGeom prst="rect">
            <a:avLst/>
          </a:prstGeom>
          <a:noFill/>
          <a:ln>
            <a:noFill/>
          </a:ln>
        </p:spPr>
      </p:sp>
      <p:sp>
        <p:nvSpPr>
          <p:cNvPr id="950" name="Google Shape;950;p239"/>
          <p:cNvSpPr/>
          <p:nvPr>
            <p:ph idx="5" type="pic"/>
          </p:nvPr>
        </p:nvSpPr>
        <p:spPr>
          <a:xfrm>
            <a:off x="9272016" y="1162264"/>
            <a:ext cx="2286000" cy="2286000"/>
          </a:xfrm>
          <a:prstGeom prst="rect">
            <a:avLst/>
          </a:prstGeom>
          <a:noFill/>
          <a:ln>
            <a:noFill/>
          </a:ln>
        </p:spPr>
      </p:sp>
      <p:sp>
        <p:nvSpPr>
          <p:cNvPr id="951" name="Google Shape;951;p239"/>
          <p:cNvSpPr/>
          <p:nvPr>
            <p:ph idx="6" type="pic"/>
          </p:nvPr>
        </p:nvSpPr>
        <p:spPr>
          <a:xfrm>
            <a:off x="640080" y="3873273"/>
            <a:ext cx="2286000" cy="2286000"/>
          </a:xfrm>
          <a:prstGeom prst="rect">
            <a:avLst/>
          </a:prstGeom>
          <a:noFill/>
          <a:ln>
            <a:noFill/>
          </a:ln>
        </p:spPr>
      </p:sp>
      <p:sp>
        <p:nvSpPr>
          <p:cNvPr id="952" name="Google Shape;952;p239"/>
          <p:cNvSpPr/>
          <p:nvPr>
            <p:ph idx="7" type="pic"/>
          </p:nvPr>
        </p:nvSpPr>
        <p:spPr>
          <a:xfrm>
            <a:off x="3517392" y="3873273"/>
            <a:ext cx="2286000" cy="2286000"/>
          </a:xfrm>
          <a:prstGeom prst="rect">
            <a:avLst/>
          </a:prstGeom>
          <a:noFill/>
          <a:ln>
            <a:noFill/>
          </a:ln>
        </p:spPr>
      </p:sp>
      <p:sp>
        <p:nvSpPr>
          <p:cNvPr id="953" name="Google Shape;953;p239"/>
          <p:cNvSpPr/>
          <p:nvPr>
            <p:ph idx="8" type="pic"/>
          </p:nvPr>
        </p:nvSpPr>
        <p:spPr>
          <a:xfrm>
            <a:off x="6394704" y="3873273"/>
            <a:ext cx="2286000" cy="2286000"/>
          </a:xfrm>
          <a:prstGeom prst="rect">
            <a:avLst/>
          </a:prstGeom>
          <a:noFill/>
          <a:ln>
            <a:noFill/>
          </a:ln>
        </p:spPr>
      </p:sp>
      <p:sp>
        <p:nvSpPr>
          <p:cNvPr id="954" name="Google Shape;954;p239"/>
          <p:cNvSpPr/>
          <p:nvPr>
            <p:ph idx="9" type="pic"/>
          </p:nvPr>
        </p:nvSpPr>
        <p:spPr>
          <a:xfrm>
            <a:off x="9272016" y="3873273"/>
            <a:ext cx="2286000" cy="2286000"/>
          </a:xfrm>
          <a:prstGeom prst="rect">
            <a:avLst/>
          </a:prstGeom>
          <a:noFill/>
          <a:ln>
            <a:noFill/>
          </a:ln>
        </p:spPr>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8 Sm Pics, and 8 Text Columns">
  <p:cSld name="Title, 8 Sm Pics, and 8 Text Columns">
    <p:bg>
      <p:bgPr>
        <a:solidFill>
          <a:schemeClr val="lt1"/>
        </a:solidFill>
      </p:bgPr>
    </p:bg>
    <p:spTree>
      <p:nvGrpSpPr>
        <p:cNvPr id="955" name="Shape 955"/>
        <p:cNvGrpSpPr/>
        <p:nvPr/>
      </p:nvGrpSpPr>
      <p:grpSpPr>
        <a:xfrm>
          <a:off x="0" y="0"/>
          <a:ext cx="0" cy="0"/>
          <a:chOff x="0" y="0"/>
          <a:chExt cx="0" cy="0"/>
        </a:xfrm>
      </p:grpSpPr>
      <p:pic>
        <p:nvPicPr>
          <p:cNvPr id="956" name="Google Shape;956;p240"/>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957" name="Google Shape;957;p240"/>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958" name="Google Shape;958;p240"/>
          <p:cNvSpPr txBox="1"/>
          <p:nvPr>
            <p:ph type="title"/>
          </p:nvPr>
        </p:nvSpPr>
        <p:spPr>
          <a:xfrm>
            <a:off x="365760" y="301752"/>
            <a:ext cx="11466576" cy="73152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9" name="Google Shape;959;p240"/>
          <p:cNvSpPr/>
          <p:nvPr>
            <p:ph idx="2" type="pic"/>
          </p:nvPr>
        </p:nvSpPr>
        <p:spPr>
          <a:xfrm>
            <a:off x="960120" y="1272940"/>
            <a:ext cx="1645920" cy="1648911"/>
          </a:xfrm>
          <a:prstGeom prst="rect">
            <a:avLst/>
          </a:prstGeom>
          <a:noFill/>
          <a:ln>
            <a:noFill/>
          </a:ln>
        </p:spPr>
      </p:sp>
      <p:sp>
        <p:nvSpPr>
          <p:cNvPr id="960" name="Google Shape;960;p240"/>
          <p:cNvSpPr txBox="1"/>
          <p:nvPr>
            <p:ph idx="1" type="body"/>
          </p:nvPr>
        </p:nvSpPr>
        <p:spPr>
          <a:xfrm>
            <a:off x="388620" y="2976540"/>
            <a:ext cx="2788920" cy="54864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1600"/>
              <a:buNone/>
              <a:defRPr b="0" sz="1600">
                <a:solidFill>
                  <a:srgbClr val="232F3E"/>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61" name="Google Shape;961;p240"/>
          <p:cNvSpPr/>
          <p:nvPr>
            <p:ph idx="3" type="pic"/>
          </p:nvPr>
        </p:nvSpPr>
        <p:spPr>
          <a:xfrm>
            <a:off x="3837432" y="1272940"/>
            <a:ext cx="1645920" cy="1648911"/>
          </a:xfrm>
          <a:prstGeom prst="rect">
            <a:avLst/>
          </a:prstGeom>
          <a:noFill/>
          <a:ln>
            <a:noFill/>
          </a:ln>
        </p:spPr>
      </p:sp>
      <p:sp>
        <p:nvSpPr>
          <p:cNvPr id="962" name="Google Shape;962;p240"/>
          <p:cNvSpPr txBox="1"/>
          <p:nvPr>
            <p:ph idx="4" type="body"/>
          </p:nvPr>
        </p:nvSpPr>
        <p:spPr>
          <a:xfrm>
            <a:off x="3265932" y="2976540"/>
            <a:ext cx="2788920" cy="54864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1600"/>
              <a:buNone/>
              <a:defRPr b="0" sz="1600">
                <a:solidFill>
                  <a:srgbClr val="232F3E"/>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63" name="Google Shape;963;p240"/>
          <p:cNvSpPr/>
          <p:nvPr>
            <p:ph idx="5" type="pic"/>
          </p:nvPr>
        </p:nvSpPr>
        <p:spPr>
          <a:xfrm>
            <a:off x="6714744" y="1272940"/>
            <a:ext cx="1645920" cy="1648911"/>
          </a:xfrm>
          <a:prstGeom prst="rect">
            <a:avLst/>
          </a:prstGeom>
          <a:noFill/>
          <a:ln>
            <a:noFill/>
          </a:ln>
        </p:spPr>
      </p:sp>
      <p:sp>
        <p:nvSpPr>
          <p:cNvPr id="964" name="Google Shape;964;p240"/>
          <p:cNvSpPr txBox="1"/>
          <p:nvPr>
            <p:ph idx="6" type="body"/>
          </p:nvPr>
        </p:nvSpPr>
        <p:spPr>
          <a:xfrm>
            <a:off x="6143244" y="2976540"/>
            <a:ext cx="2788920" cy="54864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1600"/>
              <a:buNone/>
              <a:defRPr b="0" sz="1600">
                <a:solidFill>
                  <a:srgbClr val="232F3E"/>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65" name="Google Shape;965;p240"/>
          <p:cNvSpPr/>
          <p:nvPr>
            <p:ph idx="7" type="pic"/>
          </p:nvPr>
        </p:nvSpPr>
        <p:spPr>
          <a:xfrm>
            <a:off x="9592056" y="1272940"/>
            <a:ext cx="1645920" cy="1648911"/>
          </a:xfrm>
          <a:prstGeom prst="rect">
            <a:avLst/>
          </a:prstGeom>
          <a:noFill/>
          <a:ln>
            <a:noFill/>
          </a:ln>
        </p:spPr>
      </p:sp>
      <p:sp>
        <p:nvSpPr>
          <p:cNvPr id="966" name="Google Shape;966;p240"/>
          <p:cNvSpPr txBox="1"/>
          <p:nvPr>
            <p:ph idx="8" type="body"/>
          </p:nvPr>
        </p:nvSpPr>
        <p:spPr>
          <a:xfrm>
            <a:off x="9020556" y="2976540"/>
            <a:ext cx="2788920" cy="54864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1600"/>
              <a:buNone/>
              <a:defRPr b="0" sz="1600">
                <a:solidFill>
                  <a:srgbClr val="232F3E"/>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67" name="Google Shape;967;p240"/>
          <p:cNvSpPr/>
          <p:nvPr>
            <p:ph idx="9" type="pic"/>
          </p:nvPr>
        </p:nvSpPr>
        <p:spPr>
          <a:xfrm>
            <a:off x="960120" y="3814574"/>
            <a:ext cx="1645920" cy="1648911"/>
          </a:xfrm>
          <a:prstGeom prst="rect">
            <a:avLst/>
          </a:prstGeom>
          <a:noFill/>
          <a:ln>
            <a:noFill/>
          </a:ln>
        </p:spPr>
      </p:sp>
      <p:sp>
        <p:nvSpPr>
          <p:cNvPr id="968" name="Google Shape;968;p240"/>
          <p:cNvSpPr txBox="1"/>
          <p:nvPr>
            <p:ph idx="13" type="body"/>
          </p:nvPr>
        </p:nvSpPr>
        <p:spPr>
          <a:xfrm>
            <a:off x="388620" y="5518174"/>
            <a:ext cx="2788920" cy="54864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1600"/>
              <a:buNone/>
              <a:defRPr b="0" sz="1600">
                <a:solidFill>
                  <a:srgbClr val="232F3E"/>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69" name="Google Shape;969;p240"/>
          <p:cNvSpPr/>
          <p:nvPr>
            <p:ph idx="14" type="pic"/>
          </p:nvPr>
        </p:nvSpPr>
        <p:spPr>
          <a:xfrm>
            <a:off x="3837432" y="3814574"/>
            <a:ext cx="1645920" cy="1648911"/>
          </a:xfrm>
          <a:prstGeom prst="rect">
            <a:avLst/>
          </a:prstGeom>
          <a:noFill/>
          <a:ln>
            <a:noFill/>
          </a:ln>
        </p:spPr>
      </p:sp>
      <p:sp>
        <p:nvSpPr>
          <p:cNvPr id="970" name="Google Shape;970;p240"/>
          <p:cNvSpPr txBox="1"/>
          <p:nvPr>
            <p:ph idx="15" type="body"/>
          </p:nvPr>
        </p:nvSpPr>
        <p:spPr>
          <a:xfrm>
            <a:off x="3265932" y="5518174"/>
            <a:ext cx="2788920" cy="54864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1600"/>
              <a:buNone/>
              <a:defRPr b="0" sz="1600">
                <a:solidFill>
                  <a:srgbClr val="232F3E"/>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1" name="Google Shape;971;p240"/>
          <p:cNvSpPr/>
          <p:nvPr>
            <p:ph idx="16" type="pic"/>
          </p:nvPr>
        </p:nvSpPr>
        <p:spPr>
          <a:xfrm>
            <a:off x="6714744" y="3814574"/>
            <a:ext cx="1645920" cy="1648911"/>
          </a:xfrm>
          <a:prstGeom prst="rect">
            <a:avLst/>
          </a:prstGeom>
          <a:noFill/>
          <a:ln>
            <a:noFill/>
          </a:ln>
        </p:spPr>
      </p:sp>
      <p:sp>
        <p:nvSpPr>
          <p:cNvPr id="972" name="Google Shape;972;p240"/>
          <p:cNvSpPr txBox="1"/>
          <p:nvPr>
            <p:ph idx="17" type="body"/>
          </p:nvPr>
        </p:nvSpPr>
        <p:spPr>
          <a:xfrm>
            <a:off x="6143244" y="5518174"/>
            <a:ext cx="2788920" cy="54864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1600"/>
              <a:buNone/>
              <a:defRPr b="0" sz="1600">
                <a:solidFill>
                  <a:srgbClr val="232F3E"/>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3" name="Google Shape;973;p240"/>
          <p:cNvSpPr/>
          <p:nvPr>
            <p:ph idx="18" type="pic"/>
          </p:nvPr>
        </p:nvSpPr>
        <p:spPr>
          <a:xfrm>
            <a:off x="9592056" y="3814574"/>
            <a:ext cx="1645920" cy="1648911"/>
          </a:xfrm>
          <a:prstGeom prst="rect">
            <a:avLst/>
          </a:prstGeom>
          <a:noFill/>
          <a:ln>
            <a:noFill/>
          </a:ln>
        </p:spPr>
      </p:sp>
      <p:sp>
        <p:nvSpPr>
          <p:cNvPr id="974" name="Google Shape;974;p240"/>
          <p:cNvSpPr txBox="1"/>
          <p:nvPr>
            <p:ph idx="19" type="body"/>
          </p:nvPr>
        </p:nvSpPr>
        <p:spPr>
          <a:xfrm>
            <a:off x="9020556" y="5518174"/>
            <a:ext cx="2788920" cy="54864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1600"/>
              <a:buNone/>
              <a:defRPr b="0" sz="1600">
                <a:solidFill>
                  <a:srgbClr val="232F3E"/>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1080">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8 Sm Pics, 8 Headers, and 8 Text Columns">
  <p:cSld name="Title, 8 Sm Pics, 8 Headers, and 8 Text Columns">
    <p:bg>
      <p:bgPr>
        <a:solidFill>
          <a:schemeClr val="lt1"/>
        </a:solidFill>
      </p:bgPr>
    </p:bg>
    <p:spTree>
      <p:nvGrpSpPr>
        <p:cNvPr id="975" name="Shape 975"/>
        <p:cNvGrpSpPr/>
        <p:nvPr/>
      </p:nvGrpSpPr>
      <p:grpSpPr>
        <a:xfrm>
          <a:off x="0" y="0"/>
          <a:ext cx="0" cy="0"/>
          <a:chOff x="0" y="0"/>
          <a:chExt cx="0" cy="0"/>
        </a:xfrm>
      </p:grpSpPr>
      <p:pic>
        <p:nvPicPr>
          <p:cNvPr id="976" name="Google Shape;976;p241"/>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977" name="Google Shape;977;p241"/>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978" name="Google Shape;978;p241"/>
          <p:cNvSpPr txBox="1"/>
          <p:nvPr>
            <p:ph type="title"/>
          </p:nvPr>
        </p:nvSpPr>
        <p:spPr>
          <a:xfrm>
            <a:off x="365760" y="301752"/>
            <a:ext cx="11466576" cy="73152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9" name="Google Shape;979;p241"/>
          <p:cNvSpPr/>
          <p:nvPr>
            <p:ph idx="2" type="pic"/>
          </p:nvPr>
        </p:nvSpPr>
        <p:spPr>
          <a:xfrm>
            <a:off x="960120" y="1112520"/>
            <a:ext cx="1645920" cy="1648911"/>
          </a:xfrm>
          <a:prstGeom prst="rect">
            <a:avLst/>
          </a:prstGeom>
          <a:noFill/>
          <a:ln>
            <a:noFill/>
          </a:ln>
        </p:spPr>
      </p:sp>
      <p:sp>
        <p:nvSpPr>
          <p:cNvPr id="980" name="Google Shape;980;p241"/>
          <p:cNvSpPr txBox="1"/>
          <p:nvPr>
            <p:ph idx="1" type="body"/>
          </p:nvPr>
        </p:nvSpPr>
        <p:spPr>
          <a:xfrm>
            <a:off x="388620" y="2816120"/>
            <a:ext cx="2788920" cy="301752"/>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chemeClr val="lt1"/>
              </a:buClr>
              <a:buSzPts val="1600"/>
              <a:buNone/>
              <a:defRPr b="0" sz="1600">
                <a:solidFill>
                  <a:schemeClr val="lt1"/>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1" name="Google Shape;981;p241"/>
          <p:cNvSpPr txBox="1"/>
          <p:nvPr>
            <p:ph idx="3" type="body"/>
          </p:nvPr>
        </p:nvSpPr>
        <p:spPr>
          <a:xfrm>
            <a:off x="388620" y="3181880"/>
            <a:ext cx="2788920" cy="570859"/>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1600"/>
              <a:buNone/>
              <a:defRPr sz="1600">
                <a:solidFill>
                  <a:srgbClr val="232F3E"/>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2" name="Google Shape;982;p241"/>
          <p:cNvSpPr/>
          <p:nvPr>
            <p:ph idx="4" type="pic"/>
          </p:nvPr>
        </p:nvSpPr>
        <p:spPr>
          <a:xfrm>
            <a:off x="3837432" y="1112520"/>
            <a:ext cx="1645920" cy="1648911"/>
          </a:xfrm>
          <a:prstGeom prst="rect">
            <a:avLst/>
          </a:prstGeom>
          <a:noFill/>
          <a:ln>
            <a:noFill/>
          </a:ln>
        </p:spPr>
      </p:sp>
      <p:sp>
        <p:nvSpPr>
          <p:cNvPr id="983" name="Google Shape;983;p241"/>
          <p:cNvSpPr txBox="1"/>
          <p:nvPr>
            <p:ph idx="5" type="body"/>
          </p:nvPr>
        </p:nvSpPr>
        <p:spPr>
          <a:xfrm>
            <a:off x="3265932" y="2816120"/>
            <a:ext cx="2788920" cy="301752"/>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chemeClr val="lt1"/>
              </a:buClr>
              <a:buSzPts val="1600"/>
              <a:buNone/>
              <a:defRPr b="0" sz="1600">
                <a:solidFill>
                  <a:schemeClr val="lt1"/>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4" name="Google Shape;984;p241"/>
          <p:cNvSpPr txBox="1"/>
          <p:nvPr>
            <p:ph idx="6" type="body"/>
          </p:nvPr>
        </p:nvSpPr>
        <p:spPr>
          <a:xfrm>
            <a:off x="3265932" y="3181880"/>
            <a:ext cx="2788920" cy="570859"/>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1600"/>
              <a:buNone/>
              <a:defRPr sz="1600">
                <a:solidFill>
                  <a:srgbClr val="232F3E"/>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5" name="Google Shape;985;p241"/>
          <p:cNvSpPr/>
          <p:nvPr>
            <p:ph idx="7" type="pic"/>
          </p:nvPr>
        </p:nvSpPr>
        <p:spPr>
          <a:xfrm>
            <a:off x="6714744" y="1112520"/>
            <a:ext cx="1645920" cy="1648911"/>
          </a:xfrm>
          <a:prstGeom prst="rect">
            <a:avLst/>
          </a:prstGeom>
          <a:noFill/>
          <a:ln>
            <a:noFill/>
          </a:ln>
        </p:spPr>
      </p:sp>
      <p:sp>
        <p:nvSpPr>
          <p:cNvPr id="986" name="Google Shape;986;p241"/>
          <p:cNvSpPr txBox="1"/>
          <p:nvPr>
            <p:ph idx="8" type="body"/>
          </p:nvPr>
        </p:nvSpPr>
        <p:spPr>
          <a:xfrm>
            <a:off x="6143244" y="2816120"/>
            <a:ext cx="2788920" cy="301752"/>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chemeClr val="lt1"/>
              </a:buClr>
              <a:buSzPts val="1600"/>
              <a:buNone/>
              <a:defRPr b="0" sz="1600">
                <a:solidFill>
                  <a:schemeClr val="lt1"/>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7" name="Google Shape;987;p241"/>
          <p:cNvSpPr txBox="1"/>
          <p:nvPr>
            <p:ph idx="9" type="body"/>
          </p:nvPr>
        </p:nvSpPr>
        <p:spPr>
          <a:xfrm>
            <a:off x="6143244" y="3181880"/>
            <a:ext cx="2788920" cy="570859"/>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1600"/>
              <a:buNone/>
              <a:defRPr sz="1600">
                <a:solidFill>
                  <a:srgbClr val="232F3E"/>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8" name="Google Shape;988;p241"/>
          <p:cNvSpPr/>
          <p:nvPr>
            <p:ph idx="13" type="pic"/>
          </p:nvPr>
        </p:nvSpPr>
        <p:spPr>
          <a:xfrm>
            <a:off x="9592056" y="1112520"/>
            <a:ext cx="1645920" cy="1648911"/>
          </a:xfrm>
          <a:prstGeom prst="rect">
            <a:avLst/>
          </a:prstGeom>
          <a:noFill/>
          <a:ln>
            <a:noFill/>
          </a:ln>
        </p:spPr>
      </p:sp>
      <p:sp>
        <p:nvSpPr>
          <p:cNvPr id="989" name="Google Shape;989;p241"/>
          <p:cNvSpPr txBox="1"/>
          <p:nvPr>
            <p:ph idx="14" type="body"/>
          </p:nvPr>
        </p:nvSpPr>
        <p:spPr>
          <a:xfrm>
            <a:off x="9020556" y="2816120"/>
            <a:ext cx="2788920" cy="301752"/>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chemeClr val="lt1"/>
              </a:buClr>
              <a:buSzPts val="1600"/>
              <a:buNone/>
              <a:defRPr b="0" sz="1600">
                <a:solidFill>
                  <a:schemeClr val="lt1"/>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90" name="Google Shape;990;p241"/>
          <p:cNvSpPr txBox="1"/>
          <p:nvPr>
            <p:ph idx="15" type="body"/>
          </p:nvPr>
        </p:nvSpPr>
        <p:spPr>
          <a:xfrm>
            <a:off x="9020556" y="3181880"/>
            <a:ext cx="2788920" cy="570859"/>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1600"/>
              <a:buNone/>
              <a:defRPr sz="1600">
                <a:solidFill>
                  <a:srgbClr val="232F3E"/>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91" name="Google Shape;991;p241"/>
          <p:cNvSpPr/>
          <p:nvPr>
            <p:ph idx="16" type="pic"/>
          </p:nvPr>
        </p:nvSpPr>
        <p:spPr>
          <a:xfrm>
            <a:off x="960120" y="3814574"/>
            <a:ext cx="1645920" cy="1648911"/>
          </a:xfrm>
          <a:prstGeom prst="rect">
            <a:avLst/>
          </a:prstGeom>
          <a:noFill/>
          <a:ln>
            <a:noFill/>
          </a:ln>
        </p:spPr>
      </p:sp>
      <p:sp>
        <p:nvSpPr>
          <p:cNvPr id="992" name="Google Shape;992;p241"/>
          <p:cNvSpPr txBox="1"/>
          <p:nvPr>
            <p:ph idx="17" type="body"/>
          </p:nvPr>
        </p:nvSpPr>
        <p:spPr>
          <a:xfrm>
            <a:off x="388620" y="5518174"/>
            <a:ext cx="2788920" cy="301752"/>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chemeClr val="lt1"/>
              </a:buClr>
              <a:buSzPts val="1600"/>
              <a:buNone/>
              <a:defRPr b="0" sz="1600">
                <a:solidFill>
                  <a:schemeClr val="lt1"/>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93" name="Google Shape;993;p241"/>
          <p:cNvSpPr txBox="1"/>
          <p:nvPr>
            <p:ph idx="18" type="body"/>
          </p:nvPr>
        </p:nvSpPr>
        <p:spPr>
          <a:xfrm>
            <a:off x="388620" y="5864908"/>
            <a:ext cx="2788920" cy="570859"/>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1600"/>
              <a:buNone/>
              <a:defRPr sz="1600">
                <a:solidFill>
                  <a:srgbClr val="232F3E"/>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94" name="Google Shape;994;p241"/>
          <p:cNvSpPr/>
          <p:nvPr>
            <p:ph idx="19" type="pic"/>
          </p:nvPr>
        </p:nvSpPr>
        <p:spPr>
          <a:xfrm>
            <a:off x="3837432" y="3814574"/>
            <a:ext cx="1645920" cy="1648911"/>
          </a:xfrm>
          <a:prstGeom prst="rect">
            <a:avLst/>
          </a:prstGeom>
          <a:noFill/>
          <a:ln>
            <a:noFill/>
          </a:ln>
        </p:spPr>
      </p:sp>
      <p:sp>
        <p:nvSpPr>
          <p:cNvPr id="995" name="Google Shape;995;p241"/>
          <p:cNvSpPr txBox="1"/>
          <p:nvPr>
            <p:ph idx="20" type="body"/>
          </p:nvPr>
        </p:nvSpPr>
        <p:spPr>
          <a:xfrm>
            <a:off x="3265932" y="5518174"/>
            <a:ext cx="2788920" cy="301752"/>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chemeClr val="lt1"/>
              </a:buClr>
              <a:buSzPts val="1600"/>
              <a:buNone/>
              <a:defRPr b="0" sz="1600">
                <a:solidFill>
                  <a:schemeClr val="lt1"/>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96" name="Google Shape;996;p241"/>
          <p:cNvSpPr txBox="1"/>
          <p:nvPr>
            <p:ph idx="21" type="body"/>
          </p:nvPr>
        </p:nvSpPr>
        <p:spPr>
          <a:xfrm>
            <a:off x="3265932" y="5864908"/>
            <a:ext cx="2788920" cy="570859"/>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1600"/>
              <a:buNone/>
              <a:defRPr sz="1600">
                <a:solidFill>
                  <a:srgbClr val="232F3E"/>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97" name="Google Shape;997;p241"/>
          <p:cNvSpPr/>
          <p:nvPr>
            <p:ph idx="22" type="pic"/>
          </p:nvPr>
        </p:nvSpPr>
        <p:spPr>
          <a:xfrm>
            <a:off x="6714744" y="3814574"/>
            <a:ext cx="1645920" cy="1648911"/>
          </a:xfrm>
          <a:prstGeom prst="rect">
            <a:avLst/>
          </a:prstGeom>
          <a:noFill/>
          <a:ln>
            <a:noFill/>
          </a:ln>
        </p:spPr>
      </p:sp>
      <p:sp>
        <p:nvSpPr>
          <p:cNvPr id="998" name="Google Shape;998;p241"/>
          <p:cNvSpPr txBox="1"/>
          <p:nvPr>
            <p:ph idx="23" type="body"/>
          </p:nvPr>
        </p:nvSpPr>
        <p:spPr>
          <a:xfrm>
            <a:off x="6143244" y="5518174"/>
            <a:ext cx="2788920" cy="301752"/>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chemeClr val="lt1"/>
              </a:buClr>
              <a:buSzPts val="1600"/>
              <a:buNone/>
              <a:defRPr b="0" sz="1600">
                <a:solidFill>
                  <a:schemeClr val="lt1"/>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99" name="Google Shape;999;p241"/>
          <p:cNvSpPr txBox="1"/>
          <p:nvPr>
            <p:ph idx="24" type="body"/>
          </p:nvPr>
        </p:nvSpPr>
        <p:spPr>
          <a:xfrm>
            <a:off x="6143244" y="5864908"/>
            <a:ext cx="2788920" cy="570859"/>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1600"/>
              <a:buNone/>
              <a:defRPr sz="1600">
                <a:solidFill>
                  <a:srgbClr val="232F3E"/>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0" name="Google Shape;1000;p241"/>
          <p:cNvSpPr/>
          <p:nvPr>
            <p:ph idx="25" type="pic"/>
          </p:nvPr>
        </p:nvSpPr>
        <p:spPr>
          <a:xfrm>
            <a:off x="9592056" y="3814574"/>
            <a:ext cx="1645920" cy="1648911"/>
          </a:xfrm>
          <a:prstGeom prst="rect">
            <a:avLst/>
          </a:prstGeom>
          <a:noFill/>
          <a:ln>
            <a:noFill/>
          </a:ln>
        </p:spPr>
      </p:sp>
      <p:sp>
        <p:nvSpPr>
          <p:cNvPr id="1001" name="Google Shape;1001;p241"/>
          <p:cNvSpPr txBox="1"/>
          <p:nvPr>
            <p:ph idx="26" type="body"/>
          </p:nvPr>
        </p:nvSpPr>
        <p:spPr>
          <a:xfrm>
            <a:off x="9020556" y="5518174"/>
            <a:ext cx="2788920" cy="301752"/>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chemeClr val="lt1"/>
              </a:buClr>
              <a:buSzPts val="1600"/>
              <a:buNone/>
              <a:defRPr b="0" sz="1600">
                <a:solidFill>
                  <a:schemeClr val="lt1"/>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2" name="Google Shape;1002;p241"/>
          <p:cNvSpPr txBox="1"/>
          <p:nvPr>
            <p:ph idx="27" type="body"/>
          </p:nvPr>
        </p:nvSpPr>
        <p:spPr>
          <a:xfrm>
            <a:off x="9020556" y="5864908"/>
            <a:ext cx="2788920" cy="570859"/>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1600"/>
              <a:buNone/>
              <a:defRPr sz="1600">
                <a:solidFill>
                  <a:srgbClr val="232F3E"/>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1080">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bg>
      <p:bgPr>
        <a:solidFill>
          <a:schemeClr val="lt1"/>
        </a:solidFill>
      </p:bgPr>
    </p:bg>
    <p:spTree>
      <p:nvGrpSpPr>
        <p:cNvPr id="1003" name="Shape 1003"/>
        <p:cNvGrpSpPr/>
        <p:nvPr/>
      </p:nvGrpSpPr>
      <p:grpSpPr>
        <a:xfrm>
          <a:off x="0" y="0"/>
          <a:ext cx="0" cy="0"/>
          <a:chOff x="0" y="0"/>
          <a:chExt cx="0" cy="0"/>
        </a:xfrm>
      </p:grpSpPr>
      <p:sp>
        <p:nvSpPr>
          <p:cNvPr id="1004" name="Google Shape;1004;p242"/>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pic>
        <p:nvPicPr>
          <p:cNvPr id="1005" name="Google Shape;1005;p242"/>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1006" name="Google Shape;1006;p242"/>
          <p:cNvSpPr txBox="1"/>
          <p:nvPr>
            <p:ph type="title"/>
          </p:nvPr>
        </p:nvSpPr>
        <p:spPr>
          <a:xfrm>
            <a:off x="365760" y="301752"/>
            <a:ext cx="11466576" cy="73152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Blank">
  <p:cSld name="Title Only Blank">
    <p:bg>
      <p:bgPr>
        <a:solidFill>
          <a:schemeClr val="lt1"/>
        </a:solidFill>
      </p:bgPr>
    </p:bg>
    <p:spTree>
      <p:nvGrpSpPr>
        <p:cNvPr id="1007" name="Shape 1007"/>
        <p:cNvGrpSpPr/>
        <p:nvPr/>
      </p:nvGrpSpPr>
      <p:grpSpPr>
        <a:xfrm>
          <a:off x="0" y="0"/>
          <a:ext cx="0" cy="0"/>
          <a:chOff x="0" y="0"/>
          <a:chExt cx="0" cy="0"/>
        </a:xfrm>
      </p:grpSpPr>
      <p:sp>
        <p:nvSpPr>
          <p:cNvPr id="1008" name="Google Shape;1008;p243"/>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009" name="Google Shape;1009;p243"/>
          <p:cNvSpPr txBox="1"/>
          <p:nvPr>
            <p:ph type="title"/>
          </p:nvPr>
        </p:nvSpPr>
        <p:spPr>
          <a:xfrm>
            <a:off x="365760" y="301752"/>
            <a:ext cx="11466576" cy="73152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mall Title and Architecture">
  <p:cSld name="Small Title and Architecture">
    <p:bg>
      <p:bgPr>
        <a:solidFill>
          <a:schemeClr val="lt1"/>
        </a:solidFill>
      </p:bgPr>
    </p:bg>
    <p:spTree>
      <p:nvGrpSpPr>
        <p:cNvPr id="1010" name="Shape 1010"/>
        <p:cNvGrpSpPr/>
        <p:nvPr/>
      </p:nvGrpSpPr>
      <p:grpSpPr>
        <a:xfrm>
          <a:off x="0" y="0"/>
          <a:ext cx="0" cy="0"/>
          <a:chOff x="0" y="0"/>
          <a:chExt cx="0" cy="0"/>
        </a:xfrm>
      </p:grpSpPr>
      <p:sp>
        <p:nvSpPr>
          <p:cNvPr id="1011" name="Google Shape;1011;p244"/>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pic>
        <p:nvPicPr>
          <p:cNvPr id="1012" name="Google Shape;1012;p244"/>
          <p:cNvPicPr preferRelativeResize="0"/>
          <p:nvPr/>
        </p:nvPicPr>
        <p:blipFill rotWithShape="1">
          <a:blip r:embed="rId2">
            <a:alphaModFix/>
          </a:blip>
          <a:srcRect b="0" l="0" r="0" t="0"/>
          <a:stretch/>
        </p:blipFill>
        <p:spPr>
          <a:xfrm>
            <a:off x="365759" y="578317"/>
            <a:ext cx="11484864" cy="45720"/>
          </a:xfrm>
          <a:prstGeom prst="rect">
            <a:avLst/>
          </a:prstGeom>
          <a:noFill/>
          <a:ln>
            <a:noFill/>
          </a:ln>
        </p:spPr>
      </p:pic>
      <p:sp>
        <p:nvSpPr>
          <p:cNvPr id="1013" name="Google Shape;1013;p244"/>
          <p:cNvSpPr txBox="1"/>
          <p:nvPr>
            <p:ph type="title"/>
          </p:nvPr>
        </p:nvSpPr>
        <p:spPr>
          <a:xfrm>
            <a:off x="365760" y="299526"/>
            <a:ext cx="11466576" cy="289591"/>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232F3E"/>
              </a:buClr>
              <a:buSzPts val="1600"/>
              <a:buFont typeface="Play"/>
              <a:buNone/>
              <a:defRPr sz="1600">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ull Bleed Image">
  <p:cSld name="Title and Full Bleed Image">
    <p:bg>
      <p:bgPr>
        <a:solidFill>
          <a:schemeClr val="lt1"/>
        </a:solidFill>
      </p:bgPr>
    </p:bg>
    <p:spTree>
      <p:nvGrpSpPr>
        <p:cNvPr id="1014" name="Shape 1014"/>
        <p:cNvGrpSpPr/>
        <p:nvPr/>
      </p:nvGrpSpPr>
      <p:grpSpPr>
        <a:xfrm>
          <a:off x="0" y="0"/>
          <a:ext cx="0" cy="0"/>
          <a:chOff x="0" y="0"/>
          <a:chExt cx="0" cy="0"/>
        </a:xfrm>
      </p:grpSpPr>
      <p:sp>
        <p:nvSpPr>
          <p:cNvPr id="1015" name="Google Shape;1015;p245"/>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016" name="Google Shape;1016;p245"/>
          <p:cNvSpPr txBox="1"/>
          <p:nvPr>
            <p:ph type="title"/>
          </p:nvPr>
        </p:nvSpPr>
        <p:spPr>
          <a:xfrm>
            <a:off x="0" y="154244"/>
            <a:ext cx="12192000" cy="28959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1600"/>
              <a:buFont typeface="Play"/>
              <a:buNone/>
              <a:defRPr sz="1600">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17" name="Google Shape;1017;p245"/>
          <p:cNvSpPr/>
          <p:nvPr>
            <p:ph idx="2" type="pic"/>
          </p:nvPr>
        </p:nvSpPr>
        <p:spPr>
          <a:xfrm>
            <a:off x="0" y="444499"/>
            <a:ext cx="12192000" cy="5979265"/>
          </a:xfrm>
          <a:prstGeom prst="rect">
            <a:avLst/>
          </a:prstGeom>
          <a:noFill/>
          <a:ln>
            <a:noFill/>
          </a:ln>
        </p:spPr>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C-Vertical-Question" showMasterSp="0">
  <p:cSld name="KC-Vertical-Question">
    <p:bg>
      <p:bgPr>
        <a:blipFill>
          <a:blip r:embed="rId2">
            <a:alphaModFix/>
          </a:blip>
          <a:stretch>
            <a:fillRect/>
          </a:stretch>
        </a:blipFill>
      </p:bgPr>
    </p:bg>
    <p:spTree>
      <p:nvGrpSpPr>
        <p:cNvPr id="1018" name="Shape 1018"/>
        <p:cNvGrpSpPr/>
        <p:nvPr/>
      </p:nvGrpSpPr>
      <p:grpSpPr>
        <a:xfrm>
          <a:off x="0" y="0"/>
          <a:ext cx="0" cy="0"/>
          <a:chOff x="0" y="0"/>
          <a:chExt cx="0" cy="0"/>
        </a:xfrm>
      </p:grpSpPr>
      <p:sp>
        <p:nvSpPr>
          <p:cNvPr id="1019" name="Google Shape;1019;p246"/>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020" name="Google Shape;1020;p246"/>
          <p:cNvSpPr txBox="1"/>
          <p:nvPr>
            <p:ph type="title"/>
          </p:nvPr>
        </p:nvSpPr>
        <p:spPr>
          <a:xfrm>
            <a:off x="365760" y="299526"/>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600"/>
              <a:buFont typeface="Play"/>
              <a:buNone/>
              <a:defRPr>
                <a:solidFill>
                  <a:schemeClr val="lt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1" name="Google Shape;1021;p246"/>
          <p:cNvSpPr txBox="1"/>
          <p:nvPr>
            <p:ph idx="1" type="body"/>
          </p:nvPr>
        </p:nvSpPr>
        <p:spPr>
          <a:xfrm>
            <a:off x="365760" y="1039813"/>
            <a:ext cx="4162425" cy="5407025"/>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0"/>
              </a:spcBef>
              <a:spcAft>
                <a:spcPts val="0"/>
              </a:spcAft>
              <a:buClr>
                <a:schemeClr val="lt1"/>
              </a:buClr>
              <a:buSzPts val="2400"/>
              <a:buFont typeface="Arial"/>
              <a:buNone/>
              <a:defRPr sz="2400">
                <a:solidFill>
                  <a:schemeClr val="lt1"/>
                </a:solidFill>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22" name="Google Shape;1022;p246"/>
          <p:cNvSpPr txBox="1"/>
          <p:nvPr>
            <p:ph idx="2" type="body"/>
          </p:nvPr>
        </p:nvSpPr>
        <p:spPr>
          <a:xfrm>
            <a:off x="4519613" y="1033463"/>
            <a:ext cx="925512" cy="322262"/>
          </a:xfrm>
          <a:prstGeom prst="rect">
            <a:avLst/>
          </a:prstGeom>
          <a:noFill/>
          <a:ln>
            <a:noFill/>
          </a:ln>
        </p:spPr>
        <p:txBody>
          <a:bodyPr anchorCtr="0" anchor="t" bIns="45700" lIns="0" spcFirstLastPara="1" rIns="0" wrap="square" tIns="45700">
            <a:noAutofit/>
          </a:bodyPr>
          <a:lstStyle>
            <a:lvl1pPr indent="-228600" lvl="0" marL="457200" algn="ctr">
              <a:lnSpc>
                <a:spcPct val="100000"/>
              </a:lnSpc>
              <a:spcBef>
                <a:spcPts val="0"/>
              </a:spcBef>
              <a:spcAft>
                <a:spcPts val="0"/>
              </a:spcAft>
              <a:buClr>
                <a:schemeClr val="lt1"/>
              </a:buClr>
              <a:buSzPts val="1800"/>
              <a:buNone/>
              <a:defRPr b="1" sz="18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23" name="Google Shape;1023;p246"/>
          <p:cNvSpPr txBox="1"/>
          <p:nvPr>
            <p:ph idx="3" type="body"/>
          </p:nvPr>
        </p:nvSpPr>
        <p:spPr>
          <a:xfrm>
            <a:off x="5445125" y="1039813"/>
            <a:ext cx="3005138" cy="315912"/>
          </a:xfrm>
          <a:prstGeom prst="rect">
            <a:avLst/>
          </a:prstGeom>
          <a:noFill/>
          <a:ln>
            <a:noFill/>
          </a:ln>
        </p:spPr>
        <p:txBody>
          <a:bodyPr anchorCtr="0" anchor="t" bIns="45700" lIns="91425" spcFirstLastPara="1" rIns="0" wrap="square" tIns="45700">
            <a:noAutofit/>
          </a:bodyPr>
          <a:lstStyle>
            <a:lvl1pPr indent="-228600" lvl="0" marL="457200" algn="l">
              <a:lnSpc>
                <a:spcPct val="100000"/>
              </a:lnSpc>
              <a:spcBef>
                <a:spcPts val="0"/>
              </a:spcBef>
              <a:spcAft>
                <a:spcPts val="0"/>
              </a:spcAft>
              <a:buClr>
                <a:schemeClr val="lt1"/>
              </a:buClr>
              <a:buSzPts val="1800"/>
              <a:buNone/>
              <a:defRPr b="1" sz="18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24" name="Google Shape;1024;p246"/>
          <p:cNvSpPr txBox="1"/>
          <p:nvPr>
            <p:ph idx="4" type="body"/>
          </p:nvPr>
        </p:nvSpPr>
        <p:spPr>
          <a:xfrm>
            <a:off x="4530343" y="1344168"/>
            <a:ext cx="914781" cy="804672"/>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b="1" sz="20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25" name="Google Shape;1025;p246"/>
          <p:cNvSpPr txBox="1"/>
          <p:nvPr>
            <p:ph idx="5" type="body"/>
          </p:nvPr>
        </p:nvSpPr>
        <p:spPr>
          <a:xfrm>
            <a:off x="5431536" y="1344168"/>
            <a:ext cx="6720840" cy="804672"/>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26" name="Google Shape;1026;p246"/>
          <p:cNvSpPr txBox="1"/>
          <p:nvPr>
            <p:ph idx="6" type="body"/>
          </p:nvPr>
        </p:nvSpPr>
        <p:spPr>
          <a:xfrm>
            <a:off x="4526280" y="2194560"/>
            <a:ext cx="914400" cy="804672"/>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b="1" sz="20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27" name="Google Shape;1027;p246"/>
          <p:cNvSpPr txBox="1"/>
          <p:nvPr>
            <p:ph idx="7" type="body"/>
          </p:nvPr>
        </p:nvSpPr>
        <p:spPr>
          <a:xfrm>
            <a:off x="5431536" y="2194560"/>
            <a:ext cx="6720840" cy="804672"/>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28" name="Google Shape;1028;p246"/>
          <p:cNvSpPr txBox="1"/>
          <p:nvPr>
            <p:ph idx="8" type="body"/>
          </p:nvPr>
        </p:nvSpPr>
        <p:spPr>
          <a:xfrm>
            <a:off x="4526280" y="3035808"/>
            <a:ext cx="914400" cy="804672"/>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b="1" sz="20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29" name="Google Shape;1029;p246"/>
          <p:cNvSpPr txBox="1"/>
          <p:nvPr>
            <p:ph idx="9" type="body"/>
          </p:nvPr>
        </p:nvSpPr>
        <p:spPr>
          <a:xfrm>
            <a:off x="5431536" y="3035808"/>
            <a:ext cx="6720840" cy="804672"/>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30" name="Google Shape;1030;p246"/>
          <p:cNvSpPr txBox="1"/>
          <p:nvPr>
            <p:ph idx="13" type="body"/>
          </p:nvPr>
        </p:nvSpPr>
        <p:spPr>
          <a:xfrm>
            <a:off x="4526280" y="3877056"/>
            <a:ext cx="914400" cy="804672"/>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b="1" sz="20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31" name="Google Shape;1031;p246"/>
          <p:cNvSpPr txBox="1"/>
          <p:nvPr>
            <p:ph idx="14" type="body"/>
          </p:nvPr>
        </p:nvSpPr>
        <p:spPr>
          <a:xfrm>
            <a:off x="5431536" y="3877056"/>
            <a:ext cx="6720840" cy="804672"/>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32" name="Google Shape;1032;p246"/>
          <p:cNvSpPr txBox="1"/>
          <p:nvPr>
            <p:ph idx="15" type="body"/>
          </p:nvPr>
        </p:nvSpPr>
        <p:spPr>
          <a:xfrm>
            <a:off x="4526280" y="4727448"/>
            <a:ext cx="914400" cy="804672"/>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b="1" sz="20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33" name="Google Shape;1033;p246"/>
          <p:cNvSpPr txBox="1"/>
          <p:nvPr>
            <p:ph idx="16" type="body"/>
          </p:nvPr>
        </p:nvSpPr>
        <p:spPr>
          <a:xfrm>
            <a:off x="5431536" y="4727448"/>
            <a:ext cx="6720840" cy="804672"/>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34" name="Google Shape;1034;p246"/>
          <p:cNvSpPr txBox="1"/>
          <p:nvPr>
            <p:ph idx="17" type="body"/>
          </p:nvPr>
        </p:nvSpPr>
        <p:spPr>
          <a:xfrm>
            <a:off x="4526280" y="5568696"/>
            <a:ext cx="914400" cy="804672"/>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b="1" sz="20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35" name="Google Shape;1035;p246"/>
          <p:cNvSpPr txBox="1"/>
          <p:nvPr>
            <p:ph idx="18" type="body"/>
          </p:nvPr>
        </p:nvSpPr>
        <p:spPr>
          <a:xfrm>
            <a:off x="5431536" y="5568696"/>
            <a:ext cx="6720840" cy="804672"/>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036" name="Google Shape;1036;p246"/>
          <p:cNvPicPr preferRelativeResize="0"/>
          <p:nvPr/>
        </p:nvPicPr>
        <p:blipFill rotWithShape="1">
          <a:blip r:embed="rId3">
            <a:alphaModFix/>
          </a:blip>
          <a:srcRect b="0" l="0" r="0" t="0"/>
          <a:stretch/>
        </p:blipFill>
        <p:spPr>
          <a:xfrm>
            <a:off x="3799983" y="6446520"/>
            <a:ext cx="4610100" cy="311150"/>
          </a:xfrm>
          <a:prstGeom prst="rect">
            <a:avLst/>
          </a:prstGeom>
          <a:noFill/>
          <a:ln>
            <a:noFill/>
          </a:ln>
        </p:spPr>
      </p:pic>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C-Vert-Option2">
  <p:cSld name="KC-Vert-Option2">
    <p:bg>
      <p:bgPr>
        <a:blipFill>
          <a:blip r:embed="rId2">
            <a:alphaModFix/>
          </a:blip>
          <a:stretch>
            <a:fillRect/>
          </a:stretch>
        </a:blipFill>
      </p:bgPr>
    </p:bg>
    <p:spTree>
      <p:nvGrpSpPr>
        <p:cNvPr id="1037" name="Shape 1037"/>
        <p:cNvGrpSpPr/>
        <p:nvPr/>
      </p:nvGrpSpPr>
      <p:grpSpPr>
        <a:xfrm>
          <a:off x="0" y="0"/>
          <a:ext cx="0" cy="0"/>
          <a:chOff x="0" y="0"/>
          <a:chExt cx="0" cy="0"/>
        </a:xfrm>
      </p:grpSpPr>
      <p:sp>
        <p:nvSpPr>
          <p:cNvPr id="1038" name="Google Shape;1038;p247"/>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039" name="Google Shape;1039;p247"/>
          <p:cNvSpPr txBox="1"/>
          <p:nvPr>
            <p:ph type="title"/>
          </p:nvPr>
        </p:nvSpPr>
        <p:spPr>
          <a:xfrm>
            <a:off x="365760" y="299526"/>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0" name="Google Shape;1040;p247"/>
          <p:cNvSpPr txBox="1"/>
          <p:nvPr>
            <p:ph idx="1" type="body"/>
          </p:nvPr>
        </p:nvSpPr>
        <p:spPr>
          <a:xfrm>
            <a:off x="365760" y="1039813"/>
            <a:ext cx="4162425" cy="540702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Clr>
                <a:srgbClr val="232F3E"/>
              </a:buClr>
              <a:buSzPts val="2400"/>
              <a:buNone/>
              <a:defRPr sz="2400">
                <a:solidFill>
                  <a:srgbClr val="232F3E"/>
                </a:solidFill>
              </a:defRPr>
            </a:lvl1pPr>
            <a:lvl2pPr indent="-355600" lvl="1" marL="914400" algn="l">
              <a:lnSpc>
                <a:spcPct val="90000"/>
              </a:lnSpc>
              <a:spcBef>
                <a:spcPts val="1200"/>
              </a:spcBef>
              <a:spcAft>
                <a:spcPts val="0"/>
              </a:spcAft>
              <a:buClr>
                <a:srgbClr val="232F3E"/>
              </a:buClr>
              <a:buSzPts val="2000"/>
              <a:buChar char="•"/>
              <a:defRPr sz="2000"/>
            </a:lvl2pPr>
            <a:lvl3pPr indent="-342900" lvl="2" marL="1371600" algn="l">
              <a:lnSpc>
                <a:spcPct val="90000"/>
              </a:lnSpc>
              <a:spcBef>
                <a:spcPts val="1200"/>
              </a:spcBef>
              <a:spcAft>
                <a:spcPts val="0"/>
              </a:spcAft>
              <a:buClr>
                <a:srgbClr val="232F3E"/>
              </a:buClr>
              <a:buSzPts val="1800"/>
              <a:buChar char="•"/>
              <a:defRPr sz="1800"/>
            </a:lvl3pPr>
            <a:lvl4pPr indent="-330200" lvl="3" marL="1828800" algn="l">
              <a:lnSpc>
                <a:spcPct val="90000"/>
              </a:lnSpc>
              <a:spcBef>
                <a:spcPts val="1200"/>
              </a:spcBef>
              <a:spcAft>
                <a:spcPts val="0"/>
              </a:spcAft>
              <a:buClr>
                <a:srgbClr val="232F3E"/>
              </a:buClr>
              <a:buSzPts val="1600"/>
              <a:buChar char="•"/>
              <a:defRPr sz="1600"/>
            </a:lvl4pPr>
            <a:lvl5pPr indent="-330200" lvl="4" marL="2286000" algn="l">
              <a:lnSpc>
                <a:spcPct val="90000"/>
              </a:lnSpc>
              <a:spcBef>
                <a:spcPts val="1200"/>
              </a:spcBef>
              <a:spcAft>
                <a:spcPts val="0"/>
              </a:spcAft>
              <a:buClr>
                <a:srgbClr val="232F3E"/>
              </a:buClr>
              <a:buSzPts val="1600"/>
              <a:buChar char="•"/>
              <a:defRPr sz="16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41" name="Google Shape;1041;p247"/>
          <p:cNvSpPr txBox="1"/>
          <p:nvPr>
            <p:ph idx="2" type="body"/>
          </p:nvPr>
        </p:nvSpPr>
        <p:spPr>
          <a:xfrm>
            <a:off x="4519613" y="1033463"/>
            <a:ext cx="925512" cy="322262"/>
          </a:xfrm>
          <a:prstGeom prst="rect">
            <a:avLst/>
          </a:prstGeom>
          <a:noFill/>
          <a:ln>
            <a:noFill/>
          </a:ln>
        </p:spPr>
        <p:txBody>
          <a:bodyPr anchorCtr="0" anchor="t" bIns="45700" lIns="0" spcFirstLastPara="1" rIns="0" wrap="square" tIns="45700">
            <a:noAutofit/>
          </a:bodyPr>
          <a:lstStyle>
            <a:lvl1pPr indent="-228600" lvl="0" marL="457200" algn="ctr">
              <a:lnSpc>
                <a:spcPct val="100000"/>
              </a:lnSpc>
              <a:spcBef>
                <a:spcPts val="0"/>
              </a:spcBef>
              <a:spcAft>
                <a:spcPts val="0"/>
              </a:spcAft>
              <a:buClr>
                <a:schemeClr val="lt1"/>
              </a:buClr>
              <a:buSzPts val="1800"/>
              <a:buNone/>
              <a:defRPr b="1" sz="18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42" name="Google Shape;1042;p247"/>
          <p:cNvSpPr txBox="1"/>
          <p:nvPr>
            <p:ph idx="3" type="body"/>
          </p:nvPr>
        </p:nvSpPr>
        <p:spPr>
          <a:xfrm>
            <a:off x="5445125" y="1039813"/>
            <a:ext cx="3005138" cy="315912"/>
          </a:xfrm>
          <a:prstGeom prst="rect">
            <a:avLst/>
          </a:prstGeom>
          <a:noFill/>
          <a:ln>
            <a:noFill/>
          </a:ln>
        </p:spPr>
        <p:txBody>
          <a:bodyPr anchorCtr="0" anchor="t" bIns="45700" lIns="91425" spcFirstLastPara="1" rIns="0" wrap="square" tIns="45700">
            <a:noAutofit/>
          </a:bodyPr>
          <a:lstStyle>
            <a:lvl1pPr indent="-228600" lvl="0" marL="457200" algn="l">
              <a:lnSpc>
                <a:spcPct val="100000"/>
              </a:lnSpc>
              <a:spcBef>
                <a:spcPts val="0"/>
              </a:spcBef>
              <a:spcAft>
                <a:spcPts val="0"/>
              </a:spcAft>
              <a:buClr>
                <a:schemeClr val="lt1"/>
              </a:buClr>
              <a:buSzPts val="1800"/>
              <a:buNone/>
              <a:defRPr b="1" sz="18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43" name="Google Shape;1043;p247"/>
          <p:cNvSpPr txBox="1"/>
          <p:nvPr>
            <p:ph idx="4" type="body"/>
          </p:nvPr>
        </p:nvSpPr>
        <p:spPr>
          <a:xfrm>
            <a:off x="4530343" y="1344168"/>
            <a:ext cx="914781" cy="804672"/>
          </a:xfrm>
          <a:prstGeom prst="rect">
            <a:avLst/>
          </a:prstGeom>
          <a:noFill/>
          <a:ln>
            <a:noFill/>
          </a:ln>
        </p:spPr>
        <p:txBody>
          <a:bodyPr anchorCtr="0" anchor="ctr" bIns="0" lIns="0" spcFirstLastPara="1" rIns="0" wrap="square" tIns="0">
            <a:normAutofit/>
          </a:bodyPr>
          <a:lstStyle>
            <a:lvl1pPr indent="-228600" lvl="0" marL="457200" algn="ctr">
              <a:lnSpc>
                <a:spcPct val="100000"/>
              </a:lnSpc>
              <a:spcBef>
                <a:spcPts val="0"/>
              </a:spcBef>
              <a:spcAft>
                <a:spcPts val="0"/>
              </a:spcAft>
              <a:buClr>
                <a:schemeClr val="lt1"/>
              </a:buClr>
              <a:buSzPts val="2000"/>
              <a:buNone/>
              <a:defRPr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44" name="Google Shape;1044;p247"/>
          <p:cNvSpPr txBox="1"/>
          <p:nvPr>
            <p:ph idx="5" type="body"/>
          </p:nvPr>
        </p:nvSpPr>
        <p:spPr>
          <a:xfrm>
            <a:off x="5431536" y="1344168"/>
            <a:ext cx="6720840" cy="804672"/>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45" name="Google Shape;1045;p247"/>
          <p:cNvSpPr txBox="1"/>
          <p:nvPr>
            <p:ph idx="6" type="body"/>
          </p:nvPr>
        </p:nvSpPr>
        <p:spPr>
          <a:xfrm>
            <a:off x="4526280" y="2194560"/>
            <a:ext cx="914400" cy="804672"/>
          </a:xfrm>
          <a:prstGeom prst="rect">
            <a:avLst/>
          </a:prstGeom>
          <a:noFill/>
          <a:ln>
            <a:noFill/>
          </a:ln>
        </p:spPr>
        <p:txBody>
          <a:bodyPr anchorCtr="0" anchor="ctr" bIns="0" lIns="0" spcFirstLastPara="1" rIns="0" wrap="square" tIns="0">
            <a:normAutofit/>
          </a:bodyPr>
          <a:lstStyle>
            <a:lvl1pPr indent="-228600" lvl="0" marL="457200" algn="ctr">
              <a:lnSpc>
                <a:spcPct val="100000"/>
              </a:lnSpc>
              <a:spcBef>
                <a:spcPts val="0"/>
              </a:spcBef>
              <a:spcAft>
                <a:spcPts val="0"/>
              </a:spcAft>
              <a:buClr>
                <a:schemeClr val="lt1"/>
              </a:buClr>
              <a:buSzPts val="2000"/>
              <a:buNone/>
              <a:defRPr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46" name="Google Shape;1046;p247"/>
          <p:cNvSpPr txBox="1"/>
          <p:nvPr>
            <p:ph idx="7" type="body"/>
          </p:nvPr>
        </p:nvSpPr>
        <p:spPr>
          <a:xfrm>
            <a:off x="5431536" y="2194560"/>
            <a:ext cx="6720840" cy="804672"/>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47" name="Google Shape;1047;p247"/>
          <p:cNvSpPr txBox="1"/>
          <p:nvPr>
            <p:ph idx="8" type="body"/>
          </p:nvPr>
        </p:nvSpPr>
        <p:spPr>
          <a:xfrm>
            <a:off x="4526280" y="3035808"/>
            <a:ext cx="914400" cy="804672"/>
          </a:xfrm>
          <a:prstGeom prst="rect">
            <a:avLst/>
          </a:prstGeom>
          <a:noFill/>
          <a:ln>
            <a:noFill/>
          </a:ln>
        </p:spPr>
        <p:txBody>
          <a:bodyPr anchorCtr="0" anchor="ctr" bIns="0" lIns="0" spcFirstLastPara="1" rIns="0" wrap="square" tIns="0">
            <a:normAutofit/>
          </a:bodyPr>
          <a:lstStyle>
            <a:lvl1pPr indent="-228600" lvl="0" marL="457200" algn="ctr">
              <a:lnSpc>
                <a:spcPct val="100000"/>
              </a:lnSpc>
              <a:spcBef>
                <a:spcPts val="0"/>
              </a:spcBef>
              <a:spcAft>
                <a:spcPts val="0"/>
              </a:spcAft>
              <a:buClr>
                <a:schemeClr val="lt1"/>
              </a:buClr>
              <a:buSzPts val="2000"/>
              <a:buNone/>
              <a:defRPr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48" name="Google Shape;1048;p247"/>
          <p:cNvSpPr txBox="1"/>
          <p:nvPr>
            <p:ph idx="9" type="body"/>
          </p:nvPr>
        </p:nvSpPr>
        <p:spPr>
          <a:xfrm>
            <a:off x="5431536" y="3035808"/>
            <a:ext cx="6720840" cy="804672"/>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49" name="Google Shape;1049;p247"/>
          <p:cNvSpPr txBox="1"/>
          <p:nvPr>
            <p:ph idx="13" type="body"/>
          </p:nvPr>
        </p:nvSpPr>
        <p:spPr>
          <a:xfrm>
            <a:off x="4526280" y="3877056"/>
            <a:ext cx="914400" cy="804672"/>
          </a:xfrm>
          <a:prstGeom prst="rect">
            <a:avLst/>
          </a:prstGeom>
          <a:noFill/>
          <a:ln>
            <a:noFill/>
          </a:ln>
        </p:spPr>
        <p:txBody>
          <a:bodyPr anchorCtr="0" anchor="ctr" bIns="0" lIns="0" spcFirstLastPara="1" rIns="0" wrap="square" tIns="0">
            <a:normAutofit/>
          </a:bodyPr>
          <a:lstStyle>
            <a:lvl1pPr indent="-228600" lvl="0" marL="457200" algn="ctr">
              <a:lnSpc>
                <a:spcPct val="100000"/>
              </a:lnSpc>
              <a:spcBef>
                <a:spcPts val="0"/>
              </a:spcBef>
              <a:spcAft>
                <a:spcPts val="0"/>
              </a:spcAft>
              <a:buClr>
                <a:schemeClr val="lt1"/>
              </a:buClr>
              <a:buSzPts val="2000"/>
              <a:buNone/>
              <a:defRPr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50" name="Google Shape;1050;p247"/>
          <p:cNvSpPr txBox="1"/>
          <p:nvPr>
            <p:ph idx="14" type="body"/>
          </p:nvPr>
        </p:nvSpPr>
        <p:spPr>
          <a:xfrm>
            <a:off x="5431536" y="3877056"/>
            <a:ext cx="6720840" cy="804672"/>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51" name="Google Shape;1051;p247"/>
          <p:cNvSpPr txBox="1"/>
          <p:nvPr>
            <p:ph idx="15" type="body"/>
          </p:nvPr>
        </p:nvSpPr>
        <p:spPr>
          <a:xfrm>
            <a:off x="4526280" y="4727448"/>
            <a:ext cx="914400" cy="804672"/>
          </a:xfrm>
          <a:prstGeom prst="rect">
            <a:avLst/>
          </a:prstGeom>
          <a:noFill/>
          <a:ln>
            <a:noFill/>
          </a:ln>
        </p:spPr>
        <p:txBody>
          <a:bodyPr anchorCtr="0" anchor="ctr" bIns="0" lIns="0" spcFirstLastPara="1" rIns="0" wrap="square" tIns="0">
            <a:normAutofit/>
          </a:bodyPr>
          <a:lstStyle>
            <a:lvl1pPr indent="-228600" lvl="0" marL="457200" algn="ctr">
              <a:lnSpc>
                <a:spcPct val="100000"/>
              </a:lnSpc>
              <a:spcBef>
                <a:spcPts val="0"/>
              </a:spcBef>
              <a:spcAft>
                <a:spcPts val="0"/>
              </a:spcAft>
              <a:buClr>
                <a:schemeClr val="lt1"/>
              </a:buClr>
              <a:buSzPts val="2000"/>
              <a:buNone/>
              <a:defRPr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52" name="Google Shape;1052;p247"/>
          <p:cNvSpPr txBox="1"/>
          <p:nvPr>
            <p:ph idx="16" type="body"/>
          </p:nvPr>
        </p:nvSpPr>
        <p:spPr>
          <a:xfrm>
            <a:off x="5431536" y="4727448"/>
            <a:ext cx="6720840" cy="804672"/>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53" name="Google Shape;1053;p247"/>
          <p:cNvSpPr txBox="1"/>
          <p:nvPr>
            <p:ph idx="17" type="body"/>
          </p:nvPr>
        </p:nvSpPr>
        <p:spPr>
          <a:xfrm>
            <a:off x="4526280" y="5568696"/>
            <a:ext cx="914400" cy="804672"/>
          </a:xfrm>
          <a:prstGeom prst="rect">
            <a:avLst/>
          </a:prstGeom>
          <a:noFill/>
          <a:ln>
            <a:noFill/>
          </a:ln>
        </p:spPr>
        <p:txBody>
          <a:bodyPr anchorCtr="0" anchor="ctr" bIns="0" lIns="0" spcFirstLastPara="1" rIns="0" wrap="square" tIns="0">
            <a:normAutofit/>
          </a:bodyPr>
          <a:lstStyle>
            <a:lvl1pPr indent="-228600" lvl="0" marL="457200" algn="ctr">
              <a:lnSpc>
                <a:spcPct val="100000"/>
              </a:lnSpc>
              <a:spcBef>
                <a:spcPts val="0"/>
              </a:spcBef>
              <a:spcAft>
                <a:spcPts val="0"/>
              </a:spcAft>
              <a:buClr>
                <a:schemeClr val="lt1"/>
              </a:buClr>
              <a:buSzPts val="2000"/>
              <a:buNone/>
              <a:defRPr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54" name="Google Shape;1054;p247"/>
          <p:cNvSpPr txBox="1"/>
          <p:nvPr>
            <p:ph idx="18" type="body"/>
          </p:nvPr>
        </p:nvSpPr>
        <p:spPr>
          <a:xfrm>
            <a:off x="5431536" y="5568696"/>
            <a:ext cx="6720840" cy="804672"/>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C-Vertical-Answer" showMasterSp="0">
  <p:cSld name="KC-Vertical-Answer">
    <p:bg>
      <p:bgPr>
        <a:blipFill>
          <a:blip r:embed="rId2">
            <a:alphaModFix/>
          </a:blip>
          <a:stretch>
            <a:fillRect/>
          </a:stretch>
        </a:blipFill>
      </p:bgPr>
    </p:bg>
    <p:spTree>
      <p:nvGrpSpPr>
        <p:cNvPr id="1055" name="Shape 1055"/>
        <p:cNvGrpSpPr/>
        <p:nvPr/>
      </p:nvGrpSpPr>
      <p:grpSpPr>
        <a:xfrm>
          <a:off x="0" y="0"/>
          <a:ext cx="0" cy="0"/>
          <a:chOff x="0" y="0"/>
          <a:chExt cx="0" cy="0"/>
        </a:xfrm>
      </p:grpSpPr>
      <p:sp>
        <p:nvSpPr>
          <p:cNvPr id="1056" name="Google Shape;1056;p248"/>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057" name="Google Shape;1057;p248"/>
          <p:cNvSpPr txBox="1"/>
          <p:nvPr>
            <p:ph type="title"/>
          </p:nvPr>
        </p:nvSpPr>
        <p:spPr>
          <a:xfrm>
            <a:off x="365760" y="301752"/>
            <a:ext cx="11466576" cy="73152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600"/>
              <a:buFont typeface="Play"/>
              <a:buNone/>
              <a:defRPr>
                <a:solidFill>
                  <a:schemeClr val="lt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58" name="Google Shape;1058;p248"/>
          <p:cNvSpPr txBox="1"/>
          <p:nvPr>
            <p:ph idx="1" type="body"/>
          </p:nvPr>
        </p:nvSpPr>
        <p:spPr>
          <a:xfrm>
            <a:off x="365760" y="1042416"/>
            <a:ext cx="4160520" cy="5404104"/>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0"/>
              </a:spcBef>
              <a:spcAft>
                <a:spcPts val="0"/>
              </a:spcAft>
              <a:buClr>
                <a:schemeClr val="lt1"/>
              </a:buClr>
              <a:buSzPts val="2400"/>
              <a:buFont typeface="Arial"/>
              <a:buNone/>
              <a:defRPr sz="2400">
                <a:solidFill>
                  <a:schemeClr val="lt1"/>
                </a:solidFill>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59" name="Google Shape;1059;p248"/>
          <p:cNvSpPr txBox="1"/>
          <p:nvPr>
            <p:ph idx="2" type="body"/>
          </p:nvPr>
        </p:nvSpPr>
        <p:spPr>
          <a:xfrm>
            <a:off x="4517136" y="1033272"/>
            <a:ext cx="7611111" cy="40005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lt1"/>
              </a:buClr>
              <a:buSzPts val="2000"/>
              <a:buNone/>
              <a:defRPr b="1" sz="2000">
                <a:solidFill>
                  <a:schemeClr val="lt1"/>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60" name="Google Shape;1060;p248"/>
          <p:cNvSpPr txBox="1"/>
          <p:nvPr>
            <p:ph idx="3" type="body"/>
          </p:nvPr>
        </p:nvSpPr>
        <p:spPr>
          <a:xfrm>
            <a:off x="5430794" y="1420597"/>
            <a:ext cx="6723145" cy="4955378"/>
          </a:xfrm>
          <a:prstGeom prst="rect">
            <a:avLst/>
          </a:prstGeom>
          <a:noFill/>
          <a:ln>
            <a:noFill/>
          </a:ln>
        </p:spPr>
        <p:txBody>
          <a:bodyPr anchorCtr="0" anchor="t" bIns="0" lIns="91425" spcFirstLastPara="1" rIns="182875" wrap="square" tIns="91425">
            <a:norm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60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061" name="Google Shape;1061;p248"/>
          <p:cNvPicPr preferRelativeResize="0"/>
          <p:nvPr/>
        </p:nvPicPr>
        <p:blipFill rotWithShape="1">
          <a:blip r:embed="rId3">
            <a:alphaModFix/>
          </a:blip>
          <a:srcRect b="0" l="0" r="0" t="0"/>
          <a:stretch/>
        </p:blipFill>
        <p:spPr>
          <a:xfrm>
            <a:off x="3799983" y="6446520"/>
            <a:ext cx="4610100" cy="311150"/>
          </a:xfrm>
          <a:prstGeom prst="rect">
            <a:avLst/>
          </a:prstGeom>
          <a:noFill/>
          <a:ln>
            <a:noFill/>
          </a:ln>
        </p:spPr>
      </p:pic>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C-Vert-Ans-Option2">
  <p:cSld name="KC-Vert-Ans-Option2">
    <p:bg>
      <p:bgPr>
        <a:blipFill>
          <a:blip r:embed="rId2">
            <a:alphaModFix/>
          </a:blip>
          <a:stretch>
            <a:fillRect/>
          </a:stretch>
        </a:blipFill>
      </p:bgPr>
    </p:bg>
    <p:spTree>
      <p:nvGrpSpPr>
        <p:cNvPr id="1062" name="Shape 1062"/>
        <p:cNvGrpSpPr/>
        <p:nvPr/>
      </p:nvGrpSpPr>
      <p:grpSpPr>
        <a:xfrm>
          <a:off x="0" y="0"/>
          <a:ext cx="0" cy="0"/>
          <a:chOff x="0" y="0"/>
          <a:chExt cx="0" cy="0"/>
        </a:xfrm>
      </p:grpSpPr>
      <p:sp>
        <p:nvSpPr>
          <p:cNvPr id="1063" name="Google Shape;1063;p249"/>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064" name="Google Shape;1064;p249"/>
          <p:cNvSpPr txBox="1"/>
          <p:nvPr>
            <p:ph type="title"/>
          </p:nvPr>
        </p:nvSpPr>
        <p:spPr>
          <a:xfrm>
            <a:off x="365760" y="301752"/>
            <a:ext cx="11466576" cy="73152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5" name="Google Shape;1065;p249"/>
          <p:cNvSpPr txBox="1"/>
          <p:nvPr>
            <p:ph idx="1" type="body"/>
          </p:nvPr>
        </p:nvSpPr>
        <p:spPr>
          <a:xfrm>
            <a:off x="365760" y="1042416"/>
            <a:ext cx="4160520" cy="5404104"/>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0"/>
              </a:spcBef>
              <a:spcAft>
                <a:spcPts val="0"/>
              </a:spcAft>
              <a:buClr>
                <a:srgbClr val="232F3E"/>
              </a:buClr>
              <a:buSzPts val="2400"/>
              <a:buFont typeface="Arial"/>
              <a:buNone/>
              <a:defRPr sz="2400">
                <a:solidFill>
                  <a:srgbClr val="232F3E"/>
                </a:solidFill>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66" name="Google Shape;1066;p249"/>
          <p:cNvSpPr txBox="1"/>
          <p:nvPr>
            <p:ph idx="2" type="body"/>
          </p:nvPr>
        </p:nvSpPr>
        <p:spPr>
          <a:xfrm>
            <a:off x="4517136" y="1033272"/>
            <a:ext cx="7607808" cy="40005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lt1"/>
              </a:buClr>
              <a:buSzPts val="2000"/>
              <a:buNone/>
              <a:defRPr b="1" sz="2000">
                <a:solidFill>
                  <a:schemeClr val="lt1"/>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67" name="Google Shape;1067;p249"/>
          <p:cNvSpPr txBox="1"/>
          <p:nvPr>
            <p:ph idx="3" type="body"/>
          </p:nvPr>
        </p:nvSpPr>
        <p:spPr>
          <a:xfrm>
            <a:off x="5431536" y="1417320"/>
            <a:ext cx="6720840" cy="4955378"/>
          </a:xfrm>
          <a:prstGeom prst="rect">
            <a:avLst/>
          </a:prstGeom>
          <a:noFill/>
          <a:ln>
            <a:noFill/>
          </a:ln>
        </p:spPr>
        <p:txBody>
          <a:bodyPr anchorCtr="0" anchor="t" bIns="0" lIns="91425" spcFirstLastPara="1" rIns="182875" wrap="square" tIns="91425">
            <a:norm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60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Horizontal" showMasterSp="0">
  <p:cSld name="QA-Horizontal">
    <p:bg>
      <p:bgPr>
        <a:blipFill>
          <a:blip r:embed="rId2">
            <a:alphaModFix/>
          </a:blip>
          <a:stretch>
            <a:fillRect/>
          </a:stretch>
        </a:blipFill>
      </p:bgPr>
    </p:bg>
    <p:spTree>
      <p:nvGrpSpPr>
        <p:cNvPr id="1068" name="Shape 1068"/>
        <p:cNvGrpSpPr/>
        <p:nvPr/>
      </p:nvGrpSpPr>
      <p:grpSpPr>
        <a:xfrm>
          <a:off x="0" y="0"/>
          <a:ext cx="0" cy="0"/>
          <a:chOff x="0" y="0"/>
          <a:chExt cx="0" cy="0"/>
        </a:xfrm>
      </p:grpSpPr>
      <p:sp>
        <p:nvSpPr>
          <p:cNvPr id="1069" name="Google Shape;1069;p250"/>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070" name="Google Shape;1070;p250"/>
          <p:cNvSpPr txBox="1"/>
          <p:nvPr>
            <p:ph type="title"/>
          </p:nvPr>
        </p:nvSpPr>
        <p:spPr>
          <a:xfrm>
            <a:off x="182880" y="301752"/>
            <a:ext cx="11466576" cy="73152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600"/>
              <a:buFont typeface="Play"/>
              <a:buNone/>
              <a:defRPr>
                <a:solidFill>
                  <a:schemeClr val="lt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71" name="Google Shape;1071;p250"/>
          <p:cNvSpPr txBox="1"/>
          <p:nvPr>
            <p:ph idx="1" type="body"/>
          </p:nvPr>
        </p:nvSpPr>
        <p:spPr>
          <a:xfrm>
            <a:off x="179238" y="1185497"/>
            <a:ext cx="5472261" cy="1164004"/>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000"/>
              <a:buFont typeface="Arial"/>
              <a:buNone/>
              <a:defRPr sz="2000">
                <a:solidFill>
                  <a:schemeClr val="lt1"/>
                </a:solidFill>
              </a:defRPr>
            </a:lvl1pPr>
            <a:lvl2pPr indent="-342900" lvl="1" marL="914400" algn="l">
              <a:lnSpc>
                <a:spcPct val="90000"/>
              </a:lnSpc>
              <a:spcBef>
                <a:spcPts val="6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2" name="Google Shape;1072;p250"/>
          <p:cNvSpPr txBox="1"/>
          <p:nvPr>
            <p:ph idx="2" type="body"/>
          </p:nvPr>
        </p:nvSpPr>
        <p:spPr>
          <a:xfrm>
            <a:off x="5651500" y="1185497"/>
            <a:ext cx="6400840" cy="1164004"/>
          </a:xfrm>
          <a:prstGeom prst="rect">
            <a:avLst/>
          </a:prstGeom>
          <a:noFill/>
          <a:ln>
            <a:noFill/>
          </a:ln>
        </p:spPr>
        <p:txBody>
          <a:bodyPr anchorCtr="0" anchor="t" bIns="0" lIns="91425" spcFirstLastPara="1" rIns="182875" wrap="square" tIns="91425">
            <a:noAutofit/>
          </a:bodyPr>
          <a:lstStyle>
            <a:lvl1pPr indent="-228600" lvl="0" marL="457200" algn="l">
              <a:lnSpc>
                <a:spcPct val="10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60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3" name="Google Shape;1073;p250"/>
          <p:cNvSpPr txBox="1"/>
          <p:nvPr>
            <p:ph idx="3" type="body"/>
          </p:nvPr>
        </p:nvSpPr>
        <p:spPr>
          <a:xfrm>
            <a:off x="179237" y="2526456"/>
            <a:ext cx="5472261" cy="1164004"/>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000"/>
              <a:buFont typeface="Arial"/>
              <a:buNone/>
              <a:defRPr sz="2000">
                <a:solidFill>
                  <a:schemeClr val="lt1"/>
                </a:solidFill>
              </a:defRPr>
            </a:lvl1pPr>
            <a:lvl2pPr indent="-342900" lvl="1" marL="914400" algn="l">
              <a:lnSpc>
                <a:spcPct val="90000"/>
              </a:lnSpc>
              <a:spcBef>
                <a:spcPts val="6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4" name="Google Shape;1074;p250"/>
          <p:cNvSpPr txBox="1"/>
          <p:nvPr>
            <p:ph idx="4" type="body"/>
          </p:nvPr>
        </p:nvSpPr>
        <p:spPr>
          <a:xfrm>
            <a:off x="5651499" y="2526456"/>
            <a:ext cx="6400840" cy="1164004"/>
          </a:xfrm>
          <a:prstGeom prst="rect">
            <a:avLst/>
          </a:prstGeom>
          <a:noFill/>
          <a:ln>
            <a:noFill/>
          </a:ln>
        </p:spPr>
        <p:txBody>
          <a:bodyPr anchorCtr="0" anchor="t" bIns="0" lIns="91425" spcFirstLastPara="1" rIns="182875" wrap="square" tIns="91425">
            <a:noAutofit/>
          </a:bodyPr>
          <a:lstStyle>
            <a:lvl1pPr indent="-228600" lvl="0" marL="457200" algn="l">
              <a:lnSpc>
                <a:spcPct val="10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60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5" name="Google Shape;1075;p250"/>
          <p:cNvSpPr txBox="1"/>
          <p:nvPr>
            <p:ph idx="5" type="body"/>
          </p:nvPr>
        </p:nvSpPr>
        <p:spPr>
          <a:xfrm>
            <a:off x="179237" y="3883100"/>
            <a:ext cx="5472261" cy="1164004"/>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000"/>
              <a:buFont typeface="Arial"/>
              <a:buNone/>
              <a:defRPr sz="2000">
                <a:solidFill>
                  <a:schemeClr val="lt1"/>
                </a:solidFill>
              </a:defRPr>
            </a:lvl1pPr>
            <a:lvl2pPr indent="-342900" lvl="1" marL="914400" algn="l">
              <a:lnSpc>
                <a:spcPct val="90000"/>
              </a:lnSpc>
              <a:spcBef>
                <a:spcPts val="6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6" name="Google Shape;1076;p250"/>
          <p:cNvSpPr txBox="1"/>
          <p:nvPr>
            <p:ph idx="6" type="body"/>
          </p:nvPr>
        </p:nvSpPr>
        <p:spPr>
          <a:xfrm>
            <a:off x="5651499" y="3883100"/>
            <a:ext cx="6400840" cy="1164004"/>
          </a:xfrm>
          <a:prstGeom prst="rect">
            <a:avLst/>
          </a:prstGeom>
          <a:noFill/>
          <a:ln>
            <a:noFill/>
          </a:ln>
        </p:spPr>
        <p:txBody>
          <a:bodyPr anchorCtr="0" anchor="t" bIns="0" lIns="91425" spcFirstLastPara="1" rIns="182875" wrap="square" tIns="91425">
            <a:noAutofit/>
          </a:bodyPr>
          <a:lstStyle>
            <a:lvl1pPr indent="-228600" lvl="0" marL="457200" algn="l">
              <a:lnSpc>
                <a:spcPct val="10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60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7" name="Google Shape;1077;p250"/>
          <p:cNvSpPr txBox="1"/>
          <p:nvPr>
            <p:ph idx="7" type="body"/>
          </p:nvPr>
        </p:nvSpPr>
        <p:spPr>
          <a:xfrm>
            <a:off x="179236" y="5239557"/>
            <a:ext cx="5472261" cy="1164004"/>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000"/>
              <a:buFont typeface="Arial"/>
              <a:buNone/>
              <a:defRPr sz="2000">
                <a:solidFill>
                  <a:schemeClr val="lt1"/>
                </a:solidFill>
              </a:defRPr>
            </a:lvl1pPr>
            <a:lvl2pPr indent="-342900" lvl="1" marL="914400" algn="l">
              <a:lnSpc>
                <a:spcPct val="90000"/>
              </a:lnSpc>
              <a:spcBef>
                <a:spcPts val="6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8" name="Google Shape;1078;p250"/>
          <p:cNvSpPr txBox="1"/>
          <p:nvPr>
            <p:ph idx="8" type="body"/>
          </p:nvPr>
        </p:nvSpPr>
        <p:spPr>
          <a:xfrm>
            <a:off x="5651498" y="5239557"/>
            <a:ext cx="6400840" cy="1164004"/>
          </a:xfrm>
          <a:prstGeom prst="rect">
            <a:avLst/>
          </a:prstGeom>
          <a:noFill/>
          <a:ln>
            <a:noFill/>
          </a:ln>
        </p:spPr>
        <p:txBody>
          <a:bodyPr anchorCtr="0" anchor="t" bIns="0" lIns="91425" spcFirstLastPara="1" rIns="182875" wrap="square" tIns="91425">
            <a:noAutofit/>
          </a:bodyPr>
          <a:lstStyle>
            <a:lvl1pPr indent="-228600" lvl="0" marL="457200" algn="l">
              <a:lnSpc>
                <a:spcPct val="10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60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079" name="Google Shape;1079;p250"/>
          <p:cNvPicPr preferRelativeResize="0"/>
          <p:nvPr/>
        </p:nvPicPr>
        <p:blipFill rotWithShape="1">
          <a:blip r:embed="rId3">
            <a:alphaModFix/>
          </a:blip>
          <a:srcRect b="0" l="0" r="0" t="0"/>
          <a:stretch/>
        </p:blipFill>
        <p:spPr>
          <a:xfrm>
            <a:off x="3799983" y="6446520"/>
            <a:ext cx="4610100" cy="311150"/>
          </a:xfrm>
          <a:prstGeom prst="rect">
            <a:avLst/>
          </a:prstGeom>
          <a:noFill/>
          <a:ln>
            <a:noFill/>
          </a:ln>
        </p:spPr>
      </p:pic>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Horz-Option2">
  <p:cSld name="QA-Horz-Option2">
    <p:bg>
      <p:bgPr>
        <a:blipFill>
          <a:blip r:embed="rId2">
            <a:alphaModFix/>
          </a:blip>
          <a:stretch>
            <a:fillRect/>
          </a:stretch>
        </a:blipFill>
      </p:bgPr>
    </p:bg>
    <p:spTree>
      <p:nvGrpSpPr>
        <p:cNvPr id="1080" name="Shape 1080"/>
        <p:cNvGrpSpPr/>
        <p:nvPr/>
      </p:nvGrpSpPr>
      <p:grpSpPr>
        <a:xfrm>
          <a:off x="0" y="0"/>
          <a:ext cx="0" cy="0"/>
          <a:chOff x="0" y="0"/>
          <a:chExt cx="0" cy="0"/>
        </a:xfrm>
      </p:grpSpPr>
      <p:sp>
        <p:nvSpPr>
          <p:cNvPr id="1081" name="Google Shape;1081;p251"/>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082" name="Google Shape;1082;p251"/>
          <p:cNvSpPr txBox="1"/>
          <p:nvPr>
            <p:ph type="title"/>
          </p:nvPr>
        </p:nvSpPr>
        <p:spPr>
          <a:xfrm>
            <a:off x="182880" y="301752"/>
            <a:ext cx="11466576" cy="73152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3" name="Google Shape;1083;p251"/>
          <p:cNvSpPr txBox="1"/>
          <p:nvPr>
            <p:ph idx="1" type="body"/>
          </p:nvPr>
        </p:nvSpPr>
        <p:spPr>
          <a:xfrm>
            <a:off x="179238" y="1185497"/>
            <a:ext cx="5472261" cy="1164004"/>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rgbClr val="232F3E"/>
              </a:buClr>
              <a:buSzPts val="2000"/>
              <a:buFont typeface="Arial"/>
              <a:buNone/>
              <a:defRPr sz="2000">
                <a:solidFill>
                  <a:srgbClr val="232F3E"/>
                </a:solidFill>
              </a:defRPr>
            </a:lvl1pPr>
            <a:lvl2pPr indent="-342900" lvl="1" marL="914400" algn="l">
              <a:lnSpc>
                <a:spcPct val="90000"/>
              </a:lnSpc>
              <a:spcBef>
                <a:spcPts val="6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84" name="Google Shape;1084;p251"/>
          <p:cNvSpPr txBox="1"/>
          <p:nvPr>
            <p:ph idx="2" type="body"/>
          </p:nvPr>
        </p:nvSpPr>
        <p:spPr>
          <a:xfrm>
            <a:off x="5651500" y="1185497"/>
            <a:ext cx="6400840" cy="1164004"/>
          </a:xfrm>
          <a:prstGeom prst="rect">
            <a:avLst/>
          </a:prstGeom>
          <a:noFill/>
          <a:ln>
            <a:noFill/>
          </a:ln>
        </p:spPr>
        <p:txBody>
          <a:bodyPr anchorCtr="0" anchor="t" bIns="0" lIns="91425" spcFirstLastPara="1" rIns="182875" wrap="square" tIns="91425">
            <a:noAutofit/>
          </a:bodyPr>
          <a:lstStyle>
            <a:lvl1pPr indent="-228600" lvl="0" marL="457200" algn="l">
              <a:lnSpc>
                <a:spcPct val="10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60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85" name="Google Shape;1085;p251"/>
          <p:cNvSpPr txBox="1"/>
          <p:nvPr>
            <p:ph idx="3" type="body"/>
          </p:nvPr>
        </p:nvSpPr>
        <p:spPr>
          <a:xfrm>
            <a:off x="179237" y="2526456"/>
            <a:ext cx="5472261" cy="1164004"/>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rgbClr val="232F3E"/>
              </a:buClr>
              <a:buSzPts val="2000"/>
              <a:buFont typeface="Arial"/>
              <a:buNone/>
              <a:defRPr sz="2000">
                <a:solidFill>
                  <a:srgbClr val="232F3E"/>
                </a:solidFill>
              </a:defRPr>
            </a:lvl1pPr>
            <a:lvl2pPr indent="-342900" lvl="1" marL="914400" algn="l">
              <a:lnSpc>
                <a:spcPct val="90000"/>
              </a:lnSpc>
              <a:spcBef>
                <a:spcPts val="6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86" name="Google Shape;1086;p251"/>
          <p:cNvSpPr txBox="1"/>
          <p:nvPr>
            <p:ph idx="4" type="body"/>
          </p:nvPr>
        </p:nvSpPr>
        <p:spPr>
          <a:xfrm>
            <a:off x="5651499" y="2526456"/>
            <a:ext cx="6400840" cy="1164004"/>
          </a:xfrm>
          <a:prstGeom prst="rect">
            <a:avLst/>
          </a:prstGeom>
          <a:noFill/>
          <a:ln>
            <a:noFill/>
          </a:ln>
        </p:spPr>
        <p:txBody>
          <a:bodyPr anchorCtr="0" anchor="t" bIns="0" lIns="91425" spcFirstLastPara="1" rIns="182875" wrap="square" tIns="91425">
            <a:noAutofit/>
          </a:bodyPr>
          <a:lstStyle>
            <a:lvl1pPr indent="-228600" lvl="0" marL="457200" algn="l">
              <a:lnSpc>
                <a:spcPct val="10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60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87" name="Google Shape;1087;p251"/>
          <p:cNvSpPr txBox="1"/>
          <p:nvPr>
            <p:ph idx="5" type="body"/>
          </p:nvPr>
        </p:nvSpPr>
        <p:spPr>
          <a:xfrm>
            <a:off x="179237" y="3883100"/>
            <a:ext cx="5472261" cy="1164004"/>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rgbClr val="232F3E"/>
              </a:buClr>
              <a:buSzPts val="2000"/>
              <a:buFont typeface="Arial"/>
              <a:buNone/>
              <a:defRPr sz="2000">
                <a:solidFill>
                  <a:srgbClr val="232F3E"/>
                </a:solidFill>
              </a:defRPr>
            </a:lvl1pPr>
            <a:lvl2pPr indent="-342900" lvl="1" marL="914400" algn="l">
              <a:lnSpc>
                <a:spcPct val="90000"/>
              </a:lnSpc>
              <a:spcBef>
                <a:spcPts val="6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88" name="Google Shape;1088;p251"/>
          <p:cNvSpPr txBox="1"/>
          <p:nvPr>
            <p:ph idx="6" type="body"/>
          </p:nvPr>
        </p:nvSpPr>
        <p:spPr>
          <a:xfrm>
            <a:off x="5651499" y="3883100"/>
            <a:ext cx="6400840" cy="1164004"/>
          </a:xfrm>
          <a:prstGeom prst="rect">
            <a:avLst/>
          </a:prstGeom>
          <a:noFill/>
          <a:ln>
            <a:noFill/>
          </a:ln>
        </p:spPr>
        <p:txBody>
          <a:bodyPr anchorCtr="0" anchor="t" bIns="0" lIns="91425" spcFirstLastPara="1" rIns="182875" wrap="square" tIns="91425">
            <a:noAutofit/>
          </a:bodyPr>
          <a:lstStyle>
            <a:lvl1pPr indent="-228600" lvl="0" marL="457200" algn="l">
              <a:lnSpc>
                <a:spcPct val="10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60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89" name="Google Shape;1089;p251"/>
          <p:cNvSpPr txBox="1"/>
          <p:nvPr>
            <p:ph idx="7" type="body"/>
          </p:nvPr>
        </p:nvSpPr>
        <p:spPr>
          <a:xfrm>
            <a:off x="179236" y="5239557"/>
            <a:ext cx="5472261" cy="1164004"/>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rgbClr val="232F3E"/>
              </a:buClr>
              <a:buSzPts val="2000"/>
              <a:buFont typeface="Arial"/>
              <a:buNone/>
              <a:defRPr sz="2000">
                <a:solidFill>
                  <a:srgbClr val="232F3E"/>
                </a:solidFill>
              </a:defRPr>
            </a:lvl1pPr>
            <a:lvl2pPr indent="-342900" lvl="1" marL="914400" algn="l">
              <a:lnSpc>
                <a:spcPct val="90000"/>
              </a:lnSpc>
              <a:spcBef>
                <a:spcPts val="6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90" name="Google Shape;1090;p251"/>
          <p:cNvSpPr txBox="1"/>
          <p:nvPr>
            <p:ph idx="8" type="body"/>
          </p:nvPr>
        </p:nvSpPr>
        <p:spPr>
          <a:xfrm>
            <a:off x="5651498" y="5239557"/>
            <a:ext cx="6400840" cy="1164004"/>
          </a:xfrm>
          <a:prstGeom prst="rect">
            <a:avLst/>
          </a:prstGeom>
          <a:noFill/>
          <a:ln>
            <a:noFill/>
          </a:ln>
        </p:spPr>
        <p:txBody>
          <a:bodyPr anchorCtr="0" anchor="t" bIns="0" lIns="91425" spcFirstLastPara="1" rIns="182875" wrap="square" tIns="91425">
            <a:noAutofit/>
          </a:bodyPr>
          <a:lstStyle>
            <a:lvl1pPr indent="-228600" lvl="0" marL="457200" algn="l">
              <a:lnSpc>
                <a:spcPct val="10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60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C-Horizontal-Question" showMasterSp="0">
  <p:cSld name="KC-Horizontal-Question">
    <p:bg>
      <p:bgPr>
        <a:blipFill>
          <a:blip r:embed="rId2">
            <a:alphaModFix/>
          </a:blip>
          <a:stretch>
            <a:fillRect/>
          </a:stretch>
        </a:blipFill>
      </p:bgPr>
    </p:bg>
    <p:spTree>
      <p:nvGrpSpPr>
        <p:cNvPr id="1091" name="Shape 1091"/>
        <p:cNvGrpSpPr/>
        <p:nvPr/>
      </p:nvGrpSpPr>
      <p:grpSpPr>
        <a:xfrm>
          <a:off x="0" y="0"/>
          <a:ext cx="0" cy="0"/>
          <a:chOff x="0" y="0"/>
          <a:chExt cx="0" cy="0"/>
        </a:xfrm>
      </p:grpSpPr>
      <p:sp>
        <p:nvSpPr>
          <p:cNvPr id="1092" name="Google Shape;1092;p252"/>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093" name="Google Shape;1093;p252"/>
          <p:cNvSpPr txBox="1"/>
          <p:nvPr>
            <p:ph type="title"/>
          </p:nvPr>
        </p:nvSpPr>
        <p:spPr>
          <a:xfrm>
            <a:off x="179238" y="179881"/>
            <a:ext cx="11855445" cy="49884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600"/>
              <a:buFont typeface="Play"/>
              <a:buNone/>
              <a:defRPr>
                <a:solidFill>
                  <a:schemeClr val="lt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94" name="Google Shape;1094;p252"/>
          <p:cNvSpPr txBox="1"/>
          <p:nvPr>
            <p:ph idx="1" type="body"/>
          </p:nvPr>
        </p:nvSpPr>
        <p:spPr>
          <a:xfrm>
            <a:off x="179237" y="697780"/>
            <a:ext cx="11855445" cy="1328883"/>
          </a:xfrm>
          <a:prstGeom prst="rect">
            <a:avLst/>
          </a:prstGeom>
          <a:noFill/>
          <a:ln>
            <a:noFill/>
          </a:ln>
        </p:spPr>
        <p:txBody>
          <a:bodyPr anchorCtr="0" anchor="t" bIns="0" lIns="91425" spcFirstLastPara="1" rIns="91425" wrap="square" tIns="0">
            <a:normAutofit/>
          </a:bodyPr>
          <a:lstStyle>
            <a:lvl1pPr indent="-228600" lvl="0" marL="457200" marR="0" algn="l">
              <a:lnSpc>
                <a:spcPct val="90000"/>
              </a:lnSpc>
              <a:spcBef>
                <a:spcPts val="0"/>
              </a:spcBef>
              <a:spcAft>
                <a:spcPts val="0"/>
              </a:spcAft>
              <a:buClr>
                <a:schemeClr val="lt1"/>
              </a:buClr>
              <a:buSzPts val="2000"/>
              <a:buFont typeface="Arial"/>
              <a:buNone/>
              <a:defRPr sz="2000">
                <a:solidFill>
                  <a:schemeClr val="lt1"/>
                </a:solidFill>
              </a:defRPr>
            </a:lvl1pPr>
            <a:lvl2pPr indent="-342900" lvl="1" marL="914400" algn="l">
              <a:lnSpc>
                <a:spcPct val="90000"/>
              </a:lnSpc>
              <a:spcBef>
                <a:spcPts val="6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95" name="Google Shape;1095;p252"/>
          <p:cNvSpPr txBox="1"/>
          <p:nvPr>
            <p:ph idx="2" type="body"/>
          </p:nvPr>
        </p:nvSpPr>
        <p:spPr>
          <a:xfrm>
            <a:off x="0" y="2026663"/>
            <a:ext cx="887413" cy="317500"/>
          </a:xfrm>
          <a:prstGeom prst="rect">
            <a:avLst/>
          </a:prstGeom>
          <a:noFill/>
          <a:ln>
            <a:noFill/>
          </a:ln>
        </p:spPr>
        <p:txBody>
          <a:bodyPr anchorCtr="0" anchor="t" bIns="45700" lIns="0" spcFirstLastPara="1" rIns="0" wrap="square" tIns="45700">
            <a:noAutofit/>
          </a:bodyPr>
          <a:lstStyle>
            <a:lvl1pPr indent="-228600" lvl="0" marL="457200" algn="ctr">
              <a:lnSpc>
                <a:spcPct val="100000"/>
              </a:lnSpc>
              <a:spcBef>
                <a:spcPts val="0"/>
              </a:spcBef>
              <a:spcAft>
                <a:spcPts val="0"/>
              </a:spcAft>
              <a:buClr>
                <a:schemeClr val="lt1"/>
              </a:buClr>
              <a:buSzPts val="1800"/>
              <a:buNone/>
              <a:defRPr sz="1800">
                <a:solidFill>
                  <a:schemeClr val="lt1"/>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96" name="Google Shape;1096;p252"/>
          <p:cNvSpPr txBox="1"/>
          <p:nvPr>
            <p:ph idx="3" type="body"/>
          </p:nvPr>
        </p:nvSpPr>
        <p:spPr>
          <a:xfrm>
            <a:off x="907950" y="2026663"/>
            <a:ext cx="10737865" cy="3175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lt1"/>
              </a:buClr>
              <a:buSzPts val="1800"/>
              <a:buNone/>
              <a:defRPr sz="1800">
                <a:solidFill>
                  <a:schemeClr val="lt1"/>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97" name="Google Shape;1097;p252"/>
          <p:cNvSpPr txBox="1"/>
          <p:nvPr>
            <p:ph idx="4" type="body"/>
          </p:nvPr>
        </p:nvSpPr>
        <p:spPr>
          <a:xfrm>
            <a:off x="1" y="2344127"/>
            <a:ext cx="888136" cy="6400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b="1" sz="20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98" name="Google Shape;1098;p252"/>
          <p:cNvSpPr txBox="1"/>
          <p:nvPr>
            <p:ph idx="5" type="body"/>
          </p:nvPr>
        </p:nvSpPr>
        <p:spPr>
          <a:xfrm>
            <a:off x="907950" y="2344127"/>
            <a:ext cx="11233250" cy="640080"/>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99" name="Google Shape;1099;p252"/>
          <p:cNvSpPr txBox="1"/>
          <p:nvPr>
            <p:ph idx="6" type="body"/>
          </p:nvPr>
        </p:nvSpPr>
        <p:spPr>
          <a:xfrm>
            <a:off x="1" y="3017609"/>
            <a:ext cx="888136" cy="6400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b="1" sz="20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00" name="Google Shape;1100;p252"/>
          <p:cNvSpPr txBox="1"/>
          <p:nvPr>
            <p:ph idx="7" type="body"/>
          </p:nvPr>
        </p:nvSpPr>
        <p:spPr>
          <a:xfrm>
            <a:off x="907950" y="3017609"/>
            <a:ext cx="11233250" cy="640080"/>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01" name="Google Shape;1101;p252"/>
          <p:cNvSpPr txBox="1"/>
          <p:nvPr>
            <p:ph idx="8" type="body"/>
          </p:nvPr>
        </p:nvSpPr>
        <p:spPr>
          <a:xfrm>
            <a:off x="1" y="3691091"/>
            <a:ext cx="888136" cy="6400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b="1" sz="20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02" name="Google Shape;1102;p252"/>
          <p:cNvSpPr txBox="1"/>
          <p:nvPr>
            <p:ph idx="9" type="body"/>
          </p:nvPr>
        </p:nvSpPr>
        <p:spPr>
          <a:xfrm>
            <a:off x="907950" y="3691091"/>
            <a:ext cx="11233250" cy="640080"/>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03" name="Google Shape;1103;p252"/>
          <p:cNvSpPr txBox="1"/>
          <p:nvPr>
            <p:ph idx="13" type="body"/>
          </p:nvPr>
        </p:nvSpPr>
        <p:spPr>
          <a:xfrm>
            <a:off x="1" y="4364573"/>
            <a:ext cx="888136" cy="6400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b="1" sz="20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04" name="Google Shape;1104;p252"/>
          <p:cNvSpPr txBox="1"/>
          <p:nvPr>
            <p:ph idx="14" type="body"/>
          </p:nvPr>
        </p:nvSpPr>
        <p:spPr>
          <a:xfrm>
            <a:off x="907950" y="4364573"/>
            <a:ext cx="11233250" cy="640080"/>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05" name="Google Shape;1105;p252"/>
          <p:cNvSpPr txBox="1"/>
          <p:nvPr>
            <p:ph idx="15" type="body"/>
          </p:nvPr>
        </p:nvSpPr>
        <p:spPr>
          <a:xfrm>
            <a:off x="1" y="5038055"/>
            <a:ext cx="888136" cy="6400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b="1" sz="20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06" name="Google Shape;1106;p252"/>
          <p:cNvSpPr txBox="1"/>
          <p:nvPr>
            <p:ph idx="16" type="body"/>
          </p:nvPr>
        </p:nvSpPr>
        <p:spPr>
          <a:xfrm>
            <a:off x="907950" y="5038055"/>
            <a:ext cx="11233250" cy="640080"/>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07" name="Google Shape;1107;p252"/>
          <p:cNvSpPr txBox="1"/>
          <p:nvPr>
            <p:ph idx="17" type="body"/>
          </p:nvPr>
        </p:nvSpPr>
        <p:spPr>
          <a:xfrm>
            <a:off x="1" y="5711539"/>
            <a:ext cx="888136" cy="6400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b="1" sz="20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08" name="Google Shape;1108;p252"/>
          <p:cNvSpPr txBox="1"/>
          <p:nvPr>
            <p:ph idx="18" type="body"/>
          </p:nvPr>
        </p:nvSpPr>
        <p:spPr>
          <a:xfrm>
            <a:off x="907950" y="5711539"/>
            <a:ext cx="11233250" cy="640080"/>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109" name="Google Shape;1109;p252"/>
          <p:cNvPicPr preferRelativeResize="0"/>
          <p:nvPr/>
        </p:nvPicPr>
        <p:blipFill rotWithShape="1">
          <a:blip r:embed="rId3">
            <a:alphaModFix/>
          </a:blip>
          <a:srcRect b="0" l="0" r="0" t="0"/>
          <a:stretch/>
        </p:blipFill>
        <p:spPr>
          <a:xfrm>
            <a:off x="3799983" y="6446520"/>
            <a:ext cx="4610100" cy="311150"/>
          </a:xfrm>
          <a:prstGeom prst="rect">
            <a:avLst/>
          </a:prstGeom>
          <a:noFill/>
          <a:ln>
            <a:noFill/>
          </a:ln>
        </p:spPr>
      </p:pic>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C-Horz-Option 2">
  <p:cSld name="KC-Horz-Option 2">
    <p:bg>
      <p:bgPr>
        <a:blipFill>
          <a:blip r:embed="rId2">
            <a:alphaModFix/>
          </a:blip>
          <a:stretch>
            <a:fillRect/>
          </a:stretch>
        </a:blipFill>
      </p:bgPr>
    </p:bg>
    <p:spTree>
      <p:nvGrpSpPr>
        <p:cNvPr id="1110" name="Shape 1110"/>
        <p:cNvGrpSpPr/>
        <p:nvPr/>
      </p:nvGrpSpPr>
      <p:grpSpPr>
        <a:xfrm>
          <a:off x="0" y="0"/>
          <a:ext cx="0" cy="0"/>
          <a:chOff x="0" y="0"/>
          <a:chExt cx="0" cy="0"/>
        </a:xfrm>
      </p:grpSpPr>
      <p:sp>
        <p:nvSpPr>
          <p:cNvPr id="1111" name="Google Shape;1111;p253"/>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112" name="Google Shape;1112;p253"/>
          <p:cNvSpPr txBox="1"/>
          <p:nvPr>
            <p:ph type="title"/>
          </p:nvPr>
        </p:nvSpPr>
        <p:spPr>
          <a:xfrm>
            <a:off x="179238" y="179881"/>
            <a:ext cx="11825947" cy="49884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13" name="Google Shape;1113;p253"/>
          <p:cNvSpPr txBox="1"/>
          <p:nvPr>
            <p:ph idx="1" type="body"/>
          </p:nvPr>
        </p:nvSpPr>
        <p:spPr>
          <a:xfrm>
            <a:off x="179239" y="697780"/>
            <a:ext cx="11825948" cy="1328883"/>
          </a:xfrm>
          <a:prstGeom prst="rect">
            <a:avLst/>
          </a:prstGeom>
          <a:noFill/>
          <a:ln>
            <a:noFill/>
          </a:ln>
        </p:spPr>
        <p:txBody>
          <a:bodyPr anchorCtr="0" anchor="t" bIns="0" lIns="91425" spcFirstLastPara="1" rIns="91425" wrap="square" tIns="0">
            <a:normAutofit/>
          </a:bodyPr>
          <a:lstStyle>
            <a:lvl1pPr indent="-228600" lvl="0" marL="457200" marR="0" algn="l">
              <a:lnSpc>
                <a:spcPct val="100000"/>
              </a:lnSpc>
              <a:spcBef>
                <a:spcPts val="0"/>
              </a:spcBef>
              <a:spcAft>
                <a:spcPts val="0"/>
              </a:spcAft>
              <a:buClr>
                <a:srgbClr val="232F3E"/>
              </a:buClr>
              <a:buSzPts val="2000"/>
              <a:buFont typeface="Arial"/>
              <a:buNone/>
              <a:defRPr sz="2000">
                <a:solidFill>
                  <a:srgbClr val="232F3E"/>
                </a:solidFill>
              </a:defRPr>
            </a:lvl1pPr>
            <a:lvl2pPr indent="-342900" lvl="1" marL="914400" algn="l">
              <a:lnSpc>
                <a:spcPct val="90000"/>
              </a:lnSpc>
              <a:spcBef>
                <a:spcPts val="6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14" name="Google Shape;1114;p253"/>
          <p:cNvSpPr txBox="1"/>
          <p:nvPr>
            <p:ph idx="2" type="body"/>
          </p:nvPr>
        </p:nvSpPr>
        <p:spPr>
          <a:xfrm>
            <a:off x="0" y="2026663"/>
            <a:ext cx="887413" cy="317500"/>
          </a:xfrm>
          <a:prstGeom prst="rect">
            <a:avLst/>
          </a:prstGeom>
          <a:noFill/>
          <a:ln>
            <a:noFill/>
          </a:ln>
        </p:spPr>
        <p:txBody>
          <a:bodyPr anchorCtr="0" anchor="t" bIns="45700" lIns="0" spcFirstLastPara="1" rIns="0" wrap="square" tIns="45700">
            <a:noAutofit/>
          </a:bodyPr>
          <a:lstStyle>
            <a:lvl1pPr indent="-228600" lvl="0" marL="457200" algn="ctr">
              <a:lnSpc>
                <a:spcPct val="100000"/>
              </a:lnSpc>
              <a:spcBef>
                <a:spcPts val="0"/>
              </a:spcBef>
              <a:spcAft>
                <a:spcPts val="0"/>
              </a:spcAft>
              <a:buClr>
                <a:schemeClr val="lt1"/>
              </a:buClr>
              <a:buSzPts val="1800"/>
              <a:buNone/>
              <a:defRPr sz="1800">
                <a:solidFill>
                  <a:schemeClr val="lt1"/>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15" name="Google Shape;1115;p253"/>
          <p:cNvSpPr txBox="1"/>
          <p:nvPr>
            <p:ph idx="3" type="body"/>
          </p:nvPr>
        </p:nvSpPr>
        <p:spPr>
          <a:xfrm>
            <a:off x="907950" y="2026663"/>
            <a:ext cx="10757678" cy="317500"/>
          </a:xfrm>
          <a:prstGeom prst="rect">
            <a:avLst/>
          </a:prstGeom>
          <a:noFill/>
          <a:ln>
            <a:noFill/>
          </a:ln>
        </p:spPr>
        <p:txBody>
          <a:bodyPr anchorCtr="0" anchor="t" bIns="45700" lIns="91425" spcFirstLastPara="1" rIns="0" wrap="square" tIns="45700">
            <a:noAutofit/>
          </a:bodyPr>
          <a:lstStyle>
            <a:lvl1pPr indent="-228600" lvl="0" marL="457200" algn="l">
              <a:lnSpc>
                <a:spcPct val="100000"/>
              </a:lnSpc>
              <a:spcBef>
                <a:spcPts val="0"/>
              </a:spcBef>
              <a:spcAft>
                <a:spcPts val="0"/>
              </a:spcAft>
              <a:buClr>
                <a:schemeClr val="lt1"/>
              </a:buClr>
              <a:buSzPts val="1800"/>
              <a:buNone/>
              <a:defRPr sz="1800">
                <a:solidFill>
                  <a:schemeClr val="lt1"/>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16" name="Google Shape;1116;p253"/>
          <p:cNvSpPr txBox="1"/>
          <p:nvPr>
            <p:ph idx="4" type="body"/>
          </p:nvPr>
        </p:nvSpPr>
        <p:spPr>
          <a:xfrm>
            <a:off x="1" y="2344127"/>
            <a:ext cx="888136" cy="6400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17" name="Google Shape;1117;p253"/>
          <p:cNvSpPr txBox="1"/>
          <p:nvPr>
            <p:ph idx="5" type="body"/>
          </p:nvPr>
        </p:nvSpPr>
        <p:spPr>
          <a:xfrm>
            <a:off x="907950" y="2344127"/>
            <a:ext cx="11233250" cy="640080"/>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18" name="Google Shape;1118;p253"/>
          <p:cNvSpPr txBox="1"/>
          <p:nvPr>
            <p:ph idx="6" type="body"/>
          </p:nvPr>
        </p:nvSpPr>
        <p:spPr>
          <a:xfrm>
            <a:off x="1" y="3017609"/>
            <a:ext cx="888136" cy="6400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19" name="Google Shape;1119;p253"/>
          <p:cNvSpPr txBox="1"/>
          <p:nvPr>
            <p:ph idx="7" type="body"/>
          </p:nvPr>
        </p:nvSpPr>
        <p:spPr>
          <a:xfrm>
            <a:off x="907950" y="3017609"/>
            <a:ext cx="11233250" cy="640080"/>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20" name="Google Shape;1120;p253"/>
          <p:cNvSpPr txBox="1"/>
          <p:nvPr>
            <p:ph idx="8" type="body"/>
          </p:nvPr>
        </p:nvSpPr>
        <p:spPr>
          <a:xfrm>
            <a:off x="1" y="3691091"/>
            <a:ext cx="888136" cy="6400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21" name="Google Shape;1121;p253"/>
          <p:cNvSpPr txBox="1"/>
          <p:nvPr>
            <p:ph idx="9" type="body"/>
          </p:nvPr>
        </p:nvSpPr>
        <p:spPr>
          <a:xfrm>
            <a:off x="907950" y="3691091"/>
            <a:ext cx="11233250" cy="640080"/>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22" name="Google Shape;1122;p253"/>
          <p:cNvSpPr txBox="1"/>
          <p:nvPr>
            <p:ph idx="13" type="body"/>
          </p:nvPr>
        </p:nvSpPr>
        <p:spPr>
          <a:xfrm>
            <a:off x="1" y="4364573"/>
            <a:ext cx="888136" cy="6400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23" name="Google Shape;1123;p253"/>
          <p:cNvSpPr txBox="1"/>
          <p:nvPr>
            <p:ph idx="14" type="body"/>
          </p:nvPr>
        </p:nvSpPr>
        <p:spPr>
          <a:xfrm>
            <a:off x="907950" y="4364573"/>
            <a:ext cx="11233250" cy="640080"/>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24" name="Google Shape;1124;p253"/>
          <p:cNvSpPr txBox="1"/>
          <p:nvPr>
            <p:ph idx="15" type="body"/>
          </p:nvPr>
        </p:nvSpPr>
        <p:spPr>
          <a:xfrm>
            <a:off x="1" y="5038055"/>
            <a:ext cx="888136" cy="6400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25" name="Google Shape;1125;p253"/>
          <p:cNvSpPr txBox="1"/>
          <p:nvPr>
            <p:ph idx="16" type="body"/>
          </p:nvPr>
        </p:nvSpPr>
        <p:spPr>
          <a:xfrm>
            <a:off x="907950" y="5038055"/>
            <a:ext cx="11233250" cy="640080"/>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26" name="Google Shape;1126;p253"/>
          <p:cNvSpPr txBox="1"/>
          <p:nvPr>
            <p:ph idx="17" type="body"/>
          </p:nvPr>
        </p:nvSpPr>
        <p:spPr>
          <a:xfrm>
            <a:off x="1" y="5711539"/>
            <a:ext cx="888136" cy="6400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27" name="Google Shape;1127;p253"/>
          <p:cNvSpPr txBox="1"/>
          <p:nvPr>
            <p:ph idx="18" type="body"/>
          </p:nvPr>
        </p:nvSpPr>
        <p:spPr>
          <a:xfrm>
            <a:off x="907950" y="5711539"/>
            <a:ext cx="11233250" cy="640080"/>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C-Horizontal-Answer" showMasterSp="0">
  <p:cSld name="KC-Horizontal-Answer">
    <p:bg>
      <p:bgPr>
        <a:blipFill>
          <a:blip r:embed="rId2">
            <a:alphaModFix/>
          </a:blip>
          <a:stretch>
            <a:fillRect/>
          </a:stretch>
        </a:blipFill>
      </p:bgPr>
    </p:bg>
    <p:spTree>
      <p:nvGrpSpPr>
        <p:cNvPr id="1128" name="Shape 1128"/>
        <p:cNvGrpSpPr/>
        <p:nvPr/>
      </p:nvGrpSpPr>
      <p:grpSpPr>
        <a:xfrm>
          <a:off x="0" y="0"/>
          <a:ext cx="0" cy="0"/>
          <a:chOff x="0" y="0"/>
          <a:chExt cx="0" cy="0"/>
        </a:xfrm>
      </p:grpSpPr>
      <p:sp>
        <p:nvSpPr>
          <p:cNvPr id="1129" name="Google Shape;1129;p254"/>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130" name="Google Shape;1130;p254"/>
          <p:cNvSpPr txBox="1"/>
          <p:nvPr>
            <p:ph type="title"/>
          </p:nvPr>
        </p:nvSpPr>
        <p:spPr>
          <a:xfrm>
            <a:off x="179239" y="179881"/>
            <a:ext cx="11771597" cy="49884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600"/>
              <a:buFont typeface="Play"/>
              <a:buNone/>
              <a:defRPr>
                <a:solidFill>
                  <a:schemeClr val="lt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31" name="Google Shape;1131;p254"/>
          <p:cNvSpPr txBox="1"/>
          <p:nvPr>
            <p:ph idx="1" type="body"/>
          </p:nvPr>
        </p:nvSpPr>
        <p:spPr>
          <a:xfrm>
            <a:off x="179239" y="697780"/>
            <a:ext cx="11771597" cy="1405081"/>
          </a:xfrm>
          <a:prstGeom prst="rect">
            <a:avLst/>
          </a:prstGeom>
          <a:noFill/>
          <a:ln>
            <a:noFill/>
          </a:ln>
        </p:spPr>
        <p:txBody>
          <a:bodyPr anchorCtr="0" anchor="t" bIns="0" lIns="91425" spcFirstLastPara="1" rIns="91425" wrap="square" tIns="0">
            <a:normAutofit/>
          </a:bodyPr>
          <a:lstStyle>
            <a:lvl1pPr indent="-228600" lvl="0" marL="457200" marR="0" algn="l">
              <a:lnSpc>
                <a:spcPct val="100000"/>
              </a:lnSpc>
              <a:spcBef>
                <a:spcPts val="0"/>
              </a:spcBef>
              <a:spcAft>
                <a:spcPts val="0"/>
              </a:spcAft>
              <a:buClr>
                <a:schemeClr val="lt1"/>
              </a:buClr>
              <a:buSzPts val="2000"/>
              <a:buFont typeface="Arial"/>
              <a:buNone/>
              <a:defRPr sz="2000">
                <a:solidFill>
                  <a:schemeClr val="lt1"/>
                </a:solidFill>
              </a:defRPr>
            </a:lvl1pPr>
            <a:lvl2pPr indent="-342900" lvl="1" marL="914400" algn="l">
              <a:lnSpc>
                <a:spcPct val="90000"/>
              </a:lnSpc>
              <a:spcBef>
                <a:spcPts val="6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32" name="Google Shape;1132;p254"/>
          <p:cNvSpPr txBox="1"/>
          <p:nvPr>
            <p:ph idx="2" type="body"/>
          </p:nvPr>
        </p:nvSpPr>
        <p:spPr>
          <a:xfrm>
            <a:off x="0" y="2043300"/>
            <a:ext cx="12192000" cy="31270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lt1"/>
              </a:buClr>
              <a:buSzPts val="2000"/>
              <a:buNone/>
              <a:defRPr sz="2000">
                <a:solidFill>
                  <a:schemeClr val="lt1"/>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33" name="Google Shape;1133;p254"/>
          <p:cNvSpPr txBox="1"/>
          <p:nvPr>
            <p:ph idx="3" type="body"/>
          </p:nvPr>
        </p:nvSpPr>
        <p:spPr>
          <a:xfrm>
            <a:off x="907950" y="2356002"/>
            <a:ext cx="11245989" cy="4007816"/>
          </a:xfrm>
          <a:prstGeom prst="rect">
            <a:avLst/>
          </a:prstGeom>
          <a:noFill/>
          <a:ln>
            <a:noFill/>
          </a:ln>
        </p:spPr>
        <p:txBody>
          <a:bodyPr anchorCtr="0" anchor="t" bIns="0" lIns="91425" spcFirstLastPara="1" rIns="182875" wrap="square" tIns="91425">
            <a:norm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134" name="Google Shape;1134;p254"/>
          <p:cNvPicPr preferRelativeResize="0"/>
          <p:nvPr/>
        </p:nvPicPr>
        <p:blipFill rotWithShape="1">
          <a:blip r:embed="rId3">
            <a:alphaModFix/>
          </a:blip>
          <a:srcRect b="0" l="0" r="0" t="0"/>
          <a:stretch/>
        </p:blipFill>
        <p:spPr>
          <a:xfrm>
            <a:off x="3799983" y="6446520"/>
            <a:ext cx="4610100" cy="311150"/>
          </a:xfrm>
          <a:prstGeom prst="rect">
            <a:avLst/>
          </a:prstGeom>
          <a:noFill/>
          <a:ln>
            <a:noFill/>
          </a:ln>
        </p:spPr>
      </p:pic>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C-Horz-Ans-Option2">
  <p:cSld name="KC-Horz-Ans-Option2">
    <p:bg>
      <p:bgPr>
        <a:blipFill>
          <a:blip r:embed="rId2">
            <a:alphaModFix/>
          </a:blip>
          <a:stretch>
            <a:fillRect/>
          </a:stretch>
        </a:blipFill>
      </p:bgPr>
    </p:bg>
    <p:spTree>
      <p:nvGrpSpPr>
        <p:cNvPr id="1135" name="Shape 1135"/>
        <p:cNvGrpSpPr/>
        <p:nvPr/>
      </p:nvGrpSpPr>
      <p:grpSpPr>
        <a:xfrm>
          <a:off x="0" y="0"/>
          <a:ext cx="0" cy="0"/>
          <a:chOff x="0" y="0"/>
          <a:chExt cx="0" cy="0"/>
        </a:xfrm>
      </p:grpSpPr>
      <p:sp>
        <p:nvSpPr>
          <p:cNvPr id="1136" name="Google Shape;1136;p255"/>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137" name="Google Shape;1137;p255"/>
          <p:cNvSpPr txBox="1"/>
          <p:nvPr>
            <p:ph type="title"/>
          </p:nvPr>
        </p:nvSpPr>
        <p:spPr>
          <a:xfrm>
            <a:off x="179239" y="179881"/>
            <a:ext cx="11771597" cy="49884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38" name="Google Shape;1138;p255"/>
          <p:cNvSpPr txBox="1"/>
          <p:nvPr>
            <p:ph idx="1" type="body"/>
          </p:nvPr>
        </p:nvSpPr>
        <p:spPr>
          <a:xfrm>
            <a:off x="179239" y="697781"/>
            <a:ext cx="11771597" cy="1345520"/>
          </a:xfrm>
          <a:prstGeom prst="rect">
            <a:avLst/>
          </a:prstGeom>
          <a:noFill/>
          <a:ln>
            <a:noFill/>
          </a:ln>
        </p:spPr>
        <p:txBody>
          <a:bodyPr anchorCtr="0" anchor="t" bIns="0" lIns="91425" spcFirstLastPara="1" rIns="91425" wrap="square" tIns="0">
            <a:normAutofit/>
          </a:bodyPr>
          <a:lstStyle>
            <a:lvl1pPr indent="-228600" lvl="0" marL="457200" marR="0" algn="l">
              <a:lnSpc>
                <a:spcPct val="100000"/>
              </a:lnSpc>
              <a:spcBef>
                <a:spcPts val="0"/>
              </a:spcBef>
              <a:spcAft>
                <a:spcPts val="0"/>
              </a:spcAft>
              <a:buClr>
                <a:srgbClr val="232F3E"/>
              </a:buClr>
              <a:buSzPts val="2000"/>
              <a:buFont typeface="Arial"/>
              <a:buNone/>
              <a:defRPr sz="2000">
                <a:solidFill>
                  <a:srgbClr val="232F3E"/>
                </a:solidFill>
              </a:defRPr>
            </a:lvl1pPr>
            <a:lvl2pPr indent="-342900" lvl="1" marL="914400" algn="l">
              <a:lnSpc>
                <a:spcPct val="90000"/>
              </a:lnSpc>
              <a:spcBef>
                <a:spcPts val="6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39" name="Google Shape;1139;p255"/>
          <p:cNvSpPr txBox="1"/>
          <p:nvPr>
            <p:ph idx="2" type="body"/>
          </p:nvPr>
        </p:nvSpPr>
        <p:spPr>
          <a:xfrm>
            <a:off x="0" y="2043300"/>
            <a:ext cx="12192000" cy="31270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lt1"/>
              </a:buClr>
              <a:buSzPts val="2000"/>
              <a:buNone/>
              <a:defRPr sz="2000">
                <a:solidFill>
                  <a:schemeClr val="lt1"/>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40" name="Google Shape;1140;p255"/>
          <p:cNvSpPr txBox="1"/>
          <p:nvPr>
            <p:ph idx="3" type="body"/>
          </p:nvPr>
        </p:nvSpPr>
        <p:spPr>
          <a:xfrm>
            <a:off x="907950" y="2356002"/>
            <a:ext cx="11245989" cy="4007816"/>
          </a:xfrm>
          <a:prstGeom prst="rect">
            <a:avLst/>
          </a:prstGeom>
          <a:noFill/>
          <a:ln>
            <a:noFill/>
          </a:ln>
        </p:spPr>
        <p:txBody>
          <a:bodyPr anchorCtr="0" anchor="t" bIns="0" lIns="91425" spcFirstLastPara="1" rIns="182875" wrap="square" tIns="91425">
            <a:norm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p:cSld name="Title and Vertical Text">
    <p:bg>
      <p:bgPr>
        <a:solidFill>
          <a:schemeClr val="lt1"/>
        </a:solidFill>
      </p:bgPr>
    </p:bg>
    <p:spTree>
      <p:nvGrpSpPr>
        <p:cNvPr id="1141" name="Shape 1141"/>
        <p:cNvGrpSpPr/>
        <p:nvPr/>
      </p:nvGrpSpPr>
      <p:grpSpPr>
        <a:xfrm>
          <a:off x="0" y="0"/>
          <a:ext cx="0" cy="0"/>
          <a:chOff x="0" y="0"/>
          <a:chExt cx="0" cy="0"/>
        </a:xfrm>
      </p:grpSpPr>
      <p:sp>
        <p:nvSpPr>
          <p:cNvPr id="1142" name="Google Shape;1142;p256"/>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143" name="Google Shape;1143;p256"/>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144" name="Google Shape;1144;p256"/>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1145" name="Google Shape;1145;p256"/>
          <p:cNvSpPr txBox="1"/>
          <p:nvPr>
            <p:ph idx="1" type="body"/>
          </p:nvPr>
        </p:nvSpPr>
        <p:spPr>
          <a:xfrm rot="5400000">
            <a:off x="3404426" y="-2005596"/>
            <a:ext cx="5389244" cy="11466576"/>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0"/>
              </a:spcBef>
              <a:spcAft>
                <a:spcPts val="0"/>
              </a:spcAft>
              <a:buClr>
                <a:srgbClr val="232F3E"/>
              </a:buClr>
              <a:buSzPts val="2000"/>
              <a:buChar char="•"/>
              <a:defRPr sz="2000">
                <a:solidFill>
                  <a:srgbClr val="232F3E"/>
                </a:solidFill>
              </a:defRPr>
            </a:lvl2pPr>
            <a:lvl3pPr indent="-342900" lvl="2" marL="1371600" algn="l">
              <a:lnSpc>
                <a:spcPct val="100000"/>
              </a:lnSpc>
              <a:spcBef>
                <a:spcPts val="0"/>
              </a:spcBef>
              <a:spcAft>
                <a:spcPts val="0"/>
              </a:spcAft>
              <a:buClr>
                <a:srgbClr val="232F3E"/>
              </a:buClr>
              <a:buSzPts val="1800"/>
              <a:buChar char="•"/>
              <a:defRPr sz="1800">
                <a:solidFill>
                  <a:srgbClr val="232F3E"/>
                </a:solidFill>
              </a:defRPr>
            </a:lvl3pPr>
            <a:lvl4pPr indent="-330200" lvl="3" marL="1828800" algn="l">
              <a:lnSpc>
                <a:spcPct val="100000"/>
              </a:lnSpc>
              <a:spcBef>
                <a:spcPts val="0"/>
              </a:spcBef>
              <a:spcAft>
                <a:spcPts val="0"/>
              </a:spcAft>
              <a:buClr>
                <a:srgbClr val="232F3E"/>
              </a:buClr>
              <a:buSzPts val="1600"/>
              <a:buChar char="•"/>
              <a:defRPr sz="1600">
                <a:solidFill>
                  <a:srgbClr val="232F3E"/>
                </a:solidFill>
              </a:defRPr>
            </a:lvl4pPr>
            <a:lvl5pPr indent="-330200" lvl="4" marL="2286000" algn="l">
              <a:lnSpc>
                <a:spcPct val="100000"/>
              </a:lnSpc>
              <a:spcBef>
                <a:spcPts val="0"/>
              </a:spcBef>
              <a:spcAft>
                <a:spcPts val="0"/>
              </a:spcAft>
              <a:buClr>
                <a:srgbClr val="232F3E"/>
              </a:buClr>
              <a:buSzPts val="1600"/>
              <a:buChar char="•"/>
              <a:defRPr sz="1600">
                <a:solidFill>
                  <a:srgbClr val="232F3E"/>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Content">
  <p:cSld name="Vertical Title and Content">
    <p:bg>
      <p:bgPr>
        <a:solidFill>
          <a:schemeClr val="lt1"/>
        </a:solidFill>
      </p:bgPr>
    </p:bg>
    <p:spTree>
      <p:nvGrpSpPr>
        <p:cNvPr id="1146" name="Shape 1146"/>
        <p:cNvGrpSpPr/>
        <p:nvPr/>
      </p:nvGrpSpPr>
      <p:grpSpPr>
        <a:xfrm>
          <a:off x="0" y="0"/>
          <a:ext cx="0" cy="0"/>
          <a:chOff x="0" y="0"/>
          <a:chExt cx="0" cy="0"/>
        </a:xfrm>
      </p:grpSpPr>
      <p:sp>
        <p:nvSpPr>
          <p:cNvPr id="1147" name="Google Shape;1147;p257"/>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148" name="Google Shape;1148;p257"/>
          <p:cNvSpPr txBox="1"/>
          <p:nvPr>
            <p:ph type="title"/>
          </p:nvPr>
        </p:nvSpPr>
        <p:spPr>
          <a:xfrm rot="5400000">
            <a:off x="8202716" y="2805126"/>
            <a:ext cx="6127095" cy="1132145"/>
          </a:xfrm>
          <a:prstGeom prst="rect">
            <a:avLst/>
          </a:prstGeom>
          <a:noFill/>
          <a:ln>
            <a:noFill/>
          </a:ln>
        </p:spPr>
        <p:txBody>
          <a:bodyPr anchorCtr="0" anchor="ctr" bIns="45700" lIns="91425" spcFirstLastPara="1" rIns="91425" wrap="square" tIns="45700">
            <a:normAutofit/>
          </a:bodyPr>
          <a:lstStyle>
            <a:lvl1pPr lvl="0" marR="0" algn="l">
              <a:lnSpc>
                <a:spcPct val="90000"/>
              </a:lnSpc>
              <a:spcBef>
                <a:spcPts val="0"/>
              </a:spcBef>
              <a:spcAft>
                <a:spcPts val="0"/>
              </a:spcAft>
              <a:buClr>
                <a:srgbClr val="232F3E"/>
              </a:buClr>
              <a:buSzPts val="3600"/>
              <a:buFont typeface="Play"/>
              <a:buNone/>
              <a:defRPr>
                <a:solidFill>
                  <a:srgbClr val="232F3E"/>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149" name="Google Shape;1149;p257"/>
          <p:cNvPicPr preferRelativeResize="0"/>
          <p:nvPr/>
        </p:nvPicPr>
        <p:blipFill rotWithShape="1">
          <a:blip r:embed="rId2">
            <a:alphaModFix/>
          </a:blip>
          <a:srcRect b="0" l="0" r="0" t="0"/>
          <a:stretch/>
        </p:blipFill>
        <p:spPr>
          <a:xfrm rot="5400000">
            <a:off x="7636951" y="3348031"/>
            <a:ext cx="6126480" cy="45720"/>
          </a:xfrm>
          <a:prstGeom prst="rect">
            <a:avLst/>
          </a:prstGeom>
          <a:noFill/>
          <a:ln>
            <a:noFill/>
          </a:ln>
        </p:spPr>
      </p:pic>
      <p:sp>
        <p:nvSpPr>
          <p:cNvPr id="1150" name="Google Shape;1150;p257"/>
          <p:cNvSpPr txBox="1"/>
          <p:nvPr>
            <p:ph idx="1" type="body"/>
          </p:nvPr>
        </p:nvSpPr>
        <p:spPr>
          <a:xfrm rot="5400000">
            <a:off x="2451377" y="-1777968"/>
            <a:ext cx="6127095" cy="1029832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0"/>
              </a:spcBef>
              <a:spcAft>
                <a:spcPts val="0"/>
              </a:spcAft>
              <a:buClr>
                <a:srgbClr val="232F3E"/>
              </a:buClr>
              <a:buSzPts val="2000"/>
              <a:buChar char="•"/>
              <a:defRPr sz="2000">
                <a:solidFill>
                  <a:srgbClr val="232F3E"/>
                </a:solidFill>
              </a:defRPr>
            </a:lvl2pPr>
            <a:lvl3pPr indent="-342900" lvl="2" marL="1371600" algn="l">
              <a:lnSpc>
                <a:spcPct val="100000"/>
              </a:lnSpc>
              <a:spcBef>
                <a:spcPts val="0"/>
              </a:spcBef>
              <a:spcAft>
                <a:spcPts val="0"/>
              </a:spcAft>
              <a:buClr>
                <a:srgbClr val="232F3E"/>
              </a:buClr>
              <a:buSzPts val="1800"/>
              <a:buChar char="•"/>
              <a:defRPr sz="1800">
                <a:solidFill>
                  <a:srgbClr val="232F3E"/>
                </a:solidFill>
              </a:defRPr>
            </a:lvl3pPr>
            <a:lvl4pPr indent="-330200" lvl="3" marL="1828800" algn="l">
              <a:lnSpc>
                <a:spcPct val="100000"/>
              </a:lnSpc>
              <a:spcBef>
                <a:spcPts val="0"/>
              </a:spcBef>
              <a:spcAft>
                <a:spcPts val="0"/>
              </a:spcAft>
              <a:buClr>
                <a:srgbClr val="232F3E"/>
              </a:buClr>
              <a:buSzPts val="1600"/>
              <a:buChar char="•"/>
              <a:defRPr sz="1600">
                <a:solidFill>
                  <a:srgbClr val="232F3E"/>
                </a:solidFill>
              </a:defRPr>
            </a:lvl4pPr>
            <a:lvl5pPr indent="-330200" lvl="4" marL="2286000" algn="l">
              <a:lnSpc>
                <a:spcPct val="100000"/>
              </a:lnSpc>
              <a:spcBef>
                <a:spcPts val="0"/>
              </a:spcBef>
              <a:spcAft>
                <a:spcPts val="0"/>
              </a:spcAft>
              <a:buClr>
                <a:srgbClr val="232F3E"/>
              </a:buClr>
              <a:buSzPts val="1600"/>
              <a:buChar char="•"/>
              <a:defRPr sz="1600">
                <a:solidFill>
                  <a:srgbClr val="232F3E"/>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showMasterSp="0">
  <p:cSld name="Custom Layout">
    <p:bg>
      <p:bgPr>
        <a:solidFill>
          <a:srgbClr val="330066"/>
        </a:solidFill>
      </p:bgPr>
    </p:bg>
    <p:spTree>
      <p:nvGrpSpPr>
        <p:cNvPr id="1151" name="Shape 1151"/>
        <p:cNvGrpSpPr/>
        <p:nvPr/>
      </p:nvGrpSpPr>
      <p:grpSpPr>
        <a:xfrm>
          <a:off x="0" y="0"/>
          <a:ext cx="0" cy="0"/>
          <a:chOff x="0" y="0"/>
          <a:chExt cx="0" cy="0"/>
        </a:xfrm>
      </p:grpSpPr>
      <p:sp>
        <p:nvSpPr>
          <p:cNvPr id="1152" name="Google Shape;1152;p258"/>
          <p:cNvSpPr txBox="1"/>
          <p:nvPr/>
        </p:nvSpPr>
        <p:spPr>
          <a:xfrm>
            <a:off x="495300" y="1074510"/>
            <a:ext cx="11201400" cy="470898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6000">
                <a:solidFill>
                  <a:schemeClr val="lt1"/>
                </a:solidFill>
                <a:latin typeface="Play"/>
                <a:ea typeface="Play"/>
                <a:cs typeface="Play"/>
                <a:sym typeface="Play"/>
              </a:rPr>
              <a:t>Don’t use this layout</a:t>
            </a:r>
            <a:endParaRPr/>
          </a:p>
          <a:p>
            <a:pPr indent="0" lvl="0" marL="0" marR="0" rtl="0" algn="l">
              <a:spcBef>
                <a:spcPts val="0"/>
              </a:spcBef>
              <a:spcAft>
                <a:spcPts val="0"/>
              </a:spcAft>
              <a:buNone/>
            </a:pPr>
            <a:r>
              <a:t/>
            </a:r>
            <a:endParaRPr sz="6000">
              <a:solidFill>
                <a:schemeClr val="lt1"/>
              </a:solidFill>
              <a:latin typeface="Play"/>
              <a:ea typeface="Play"/>
              <a:cs typeface="Play"/>
              <a:sym typeface="Play"/>
            </a:endParaRPr>
          </a:p>
          <a:p>
            <a:pPr indent="0" lvl="0" marL="0" marR="0" rtl="0" algn="l">
              <a:spcBef>
                <a:spcPts val="0"/>
              </a:spcBef>
              <a:spcAft>
                <a:spcPts val="0"/>
              </a:spcAft>
              <a:buNone/>
            </a:pPr>
            <a:r>
              <a:rPr lang="en-US" sz="6000">
                <a:solidFill>
                  <a:schemeClr val="lt1"/>
                </a:solidFill>
                <a:latin typeface="Play"/>
                <a:ea typeface="Play"/>
                <a:cs typeface="Play"/>
                <a:sym typeface="Play"/>
              </a:rPr>
              <a:t>Layouts that appear after this one in the slide master are specific to Academy.</a:t>
            </a:r>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pic Introduction Variant" showMasterSp="0">
  <p:cSld name="Topic Introduction Variant">
    <p:bg>
      <p:bgPr>
        <a:blipFill>
          <a:blip r:embed="rId2">
            <a:alphaModFix/>
          </a:blip>
          <a:stretch>
            <a:fillRect/>
          </a:stretch>
        </a:blipFill>
      </p:bgPr>
    </p:bg>
    <p:spTree>
      <p:nvGrpSpPr>
        <p:cNvPr id="1153" name="Shape 1153"/>
        <p:cNvGrpSpPr/>
        <p:nvPr/>
      </p:nvGrpSpPr>
      <p:grpSpPr>
        <a:xfrm>
          <a:off x="0" y="0"/>
          <a:ext cx="0" cy="0"/>
          <a:chOff x="0" y="0"/>
          <a:chExt cx="0" cy="0"/>
        </a:xfrm>
      </p:grpSpPr>
      <p:sp>
        <p:nvSpPr>
          <p:cNvPr id="1154" name="Google Shape;1154;p259"/>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155" name="Google Shape;1155;p259"/>
          <p:cNvSpPr txBox="1"/>
          <p:nvPr>
            <p:ph type="title"/>
          </p:nvPr>
        </p:nvSpPr>
        <p:spPr>
          <a:xfrm>
            <a:off x="243242" y="292099"/>
            <a:ext cx="4062057" cy="1866901"/>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0"/>
              </a:spcBef>
              <a:spcAft>
                <a:spcPts val="0"/>
              </a:spcAft>
              <a:buClr>
                <a:schemeClr val="lt1"/>
              </a:buClr>
              <a:buSzPts val="3600"/>
              <a:buFont typeface="Play"/>
              <a:buNone/>
              <a:defRPr sz="3600">
                <a:solidFill>
                  <a:schemeClr val="lt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6" name="Google Shape;1156;p259"/>
          <p:cNvSpPr txBox="1"/>
          <p:nvPr>
            <p:ph idx="1" type="body"/>
          </p:nvPr>
        </p:nvSpPr>
        <p:spPr>
          <a:xfrm>
            <a:off x="4592635" y="292099"/>
            <a:ext cx="7239701" cy="6142651"/>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latin typeface="Play"/>
                <a:ea typeface="Play"/>
                <a:cs typeface="Play"/>
                <a:sym typeface="Play"/>
              </a:defRPr>
            </a:lvl1pPr>
            <a:lvl2pPr indent="-381000" lvl="1" marL="914400" algn="l">
              <a:lnSpc>
                <a:spcPct val="100000"/>
              </a:lnSpc>
              <a:spcBef>
                <a:spcPts val="1200"/>
              </a:spcBef>
              <a:spcAft>
                <a:spcPts val="0"/>
              </a:spcAft>
              <a:buClr>
                <a:srgbClr val="232F3E"/>
              </a:buClr>
              <a:buSzPts val="2400"/>
              <a:buChar char="•"/>
              <a:defRPr sz="2400">
                <a:solidFill>
                  <a:srgbClr val="232F3E"/>
                </a:solidFill>
                <a:latin typeface="Play"/>
                <a:ea typeface="Play"/>
                <a:cs typeface="Play"/>
                <a:sym typeface="Play"/>
              </a:defRPr>
            </a:lvl2pPr>
            <a:lvl3pPr indent="-355600" lvl="2" marL="1371600" algn="l">
              <a:lnSpc>
                <a:spcPct val="100000"/>
              </a:lnSpc>
              <a:spcBef>
                <a:spcPts val="1200"/>
              </a:spcBef>
              <a:spcAft>
                <a:spcPts val="0"/>
              </a:spcAft>
              <a:buClr>
                <a:srgbClr val="232F3E"/>
              </a:buClr>
              <a:buSzPts val="2000"/>
              <a:buChar char="•"/>
              <a:defRPr sz="2000">
                <a:solidFill>
                  <a:srgbClr val="232F3E"/>
                </a:solidFill>
                <a:latin typeface="Play"/>
                <a:ea typeface="Play"/>
                <a:cs typeface="Play"/>
                <a:sym typeface="Play"/>
              </a:defRPr>
            </a:lvl3pPr>
            <a:lvl4pPr indent="-342900" lvl="3" marL="1828800" algn="l">
              <a:lnSpc>
                <a:spcPct val="100000"/>
              </a:lnSpc>
              <a:spcBef>
                <a:spcPts val="1200"/>
              </a:spcBef>
              <a:spcAft>
                <a:spcPts val="0"/>
              </a:spcAft>
              <a:buClr>
                <a:srgbClr val="232F3E"/>
              </a:buClr>
              <a:buSzPts val="1800"/>
              <a:buChar char="•"/>
              <a:defRPr sz="1800">
                <a:solidFill>
                  <a:srgbClr val="232F3E"/>
                </a:solidFill>
                <a:latin typeface="Play"/>
                <a:ea typeface="Play"/>
                <a:cs typeface="Play"/>
                <a:sym typeface="Play"/>
              </a:defRPr>
            </a:lvl4pPr>
            <a:lvl5pPr indent="-342900" lvl="4" marL="2286000" algn="l">
              <a:lnSpc>
                <a:spcPct val="100000"/>
              </a:lnSpc>
              <a:spcBef>
                <a:spcPts val="1200"/>
              </a:spcBef>
              <a:spcAft>
                <a:spcPts val="0"/>
              </a:spcAft>
              <a:buClr>
                <a:srgbClr val="232F3E"/>
              </a:buClr>
              <a:buSzPts val="1800"/>
              <a:buChar char="•"/>
              <a:defRPr sz="1800">
                <a:solidFill>
                  <a:srgbClr val="232F3E"/>
                </a:solidFill>
                <a:latin typeface="Play"/>
                <a:ea typeface="Play"/>
                <a:cs typeface="Play"/>
                <a:sym typeface="Play"/>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157" name="Google Shape;1157;p259"/>
          <p:cNvPicPr preferRelativeResize="0"/>
          <p:nvPr/>
        </p:nvPicPr>
        <p:blipFill rotWithShape="1">
          <a:blip r:embed="rId3">
            <a:alphaModFix/>
          </a:blip>
          <a:srcRect b="0" l="0" r="0" t="0"/>
          <a:stretch/>
        </p:blipFill>
        <p:spPr>
          <a:xfrm>
            <a:off x="6009640" y="6468531"/>
            <a:ext cx="4610100" cy="267127"/>
          </a:xfrm>
          <a:prstGeom prst="rect">
            <a:avLst/>
          </a:prstGeom>
          <a:noFill/>
          <a:ln>
            <a:noFill/>
          </a:ln>
        </p:spPr>
      </p:pic>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ademyQuestion">
  <p:cSld name="AcademyQuestion">
    <p:bg>
      <p:bgPr>
        <a:solidFill>
          <a:schemeClr val="lt1"/>
        </a:solidFill>
      </p:bgPr>
    </p:bg>
    <p:spTree>
      <p:nvGrpSpPr>
        <p:cNvPr id="1158" name="Shape 1158"/>
        <p:cNvGrpSpPr/>
        <p:nvPr/>
      </p:nvGrpSpPr>
      <p:grpSpPr>
        <a:xfrm>
          <a:off x="0" y="0"/>
          <a:ext cx="0" cy="0"/>
          <a:chOff x="0" y="0"/>
          <a:chExt cx="0" cy="0"/>
        </a:xfrm>
      </p:grpSpPr>
      <p:sp>
        <p:nvSpPr>
          <p:cNvPr id="1159" name="Google Shape;1159;p260"/>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160" name="Google Shape;1160;p260"/>
          <p:cNvSpPr txBox="1"/>
          <p:nvPr>
            <p:ph type="title"/>
          </p:nvPr>
        </p:nvSpPr>
        <p:spPr>
          <a:xfrm>
            <a:off x="0" y="185995"/>
            <a:ext cx="12192000" cy="535531"/>
          </a:xfrm>
          <a:prstGeom prst="rect">
            <a:avLst/>
          </a:prstGeom>
          <a:noFill/>
          <a:ln>
            <a:noFill/>
          </a:ln>
        </p:spPr>
        <p:txBody>
          <a:bodyPr anchorCtr="0" anchor="ctr" bIns="45700" lIns="182875" spcFirstLastPara="1" rIns="182875" wrap="square" tIns="45700">
            <a:spAutoFit/>
          </a:bodyPr>
          <a:lstStyle>
            <a:lvl1pPr lvl="0" algn="l">
              <a:lnSpc>
                <a:spcPct val="90000"/>
              </a:lnSpc>
              <a:spcBef>
                <a:spcPts val="0"/>
              </a:spcBef>
              <a:spcAft>
                <a:spcPts val="0"/>
              </a:spcAft>
              <a:buClr>
                <a:srgbClr val="232F3E"/>
              </a:buClr>
              <a:buSzPts val="3200"/>
              <a:buFont typeface="Play"/>
              <a:buNone/>
              <a:defRPr sz="3200">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61" name="Google Shape;1161;p260"/>
          <p:cNvSpPr txBox="1"/>
          <p:nvPr>
            <p:ph idx="1" type="body"/>
          </p:nvPr>
        </p:nvSpPr>
        <p:spPr>
          <a:xfrm>
            <a:off x="0" y="721526"/>
            <a:ext cx="12192000" cy="1463040"/>
          </a:xfrm>
          <a:prstGeom prst="rect">
            <a:avLst/>
          </a:prstGeom>
          <a:solidFill>
            <a:schemeClr val="accent1"/>
          </a:solidFill>
          <a:ln>
            <a:noFill/>
          </a:ln>
        </p:spPr>
        <p:txBody>
          <a:bodyPr anchorCtr="0" anchor="t" bIns="91425" lIns="182875" spcFirstLastPara="1" rIns="182875" wrap="square" tIns="91425">
            <a:noAutofit/>
          </a:bodyPr>
          <a:lstStyle>
            <a:lvl1pPr indent="-228600" lvl="0" marL="457200" algn="l">
              <a:lnSpc>
                <a:spcPct val="100000"/>
              </a:lnSpc>
              <a:spcBef>
                <a:spcPts val="0"/>
              </a:spcBef>
              <a:spcAft>
                <a:spcPts val="0"/>
              </a:spcAft>
              <a:buClr>
                <a:schemeClr val="lt1"/>
              </a:buClr>
              <a:buSzPts val="1600"/>
              <a:buNone/>
              <a:defRPr sz="1600">
                <a:solidFill>
                  <a:schemeClr val="lt1"/>
                </a:solidFill>
              </a:defRPr>
            </a:lvl1pPr>
            <a:lvl2pPr indent="-228600" lvl="1" marL="914400" algn="l">
              <a:lnSpc>
                <a:spcPct val="90000"/>
              </a:lnSpc>
              <a:spcBef>
                <a:spcPts val="600"/>
              </a:spcBef>
              <a:spcAft>
                <a:spcPts val="0"/>
              </a:spcAft>
              <a:buClr>
                <a:schemeClr val="lt1"/>
              </a:buClr>
              <a:buSzPts val="1600"/>
              <a:buNone/>
              <a:defRPr sz="1600">
                <a:solidFill>
                  <a:schemeClr val="lt1"/>
                </a:solidFill>
              </a:defRPr>
            </a:lvl2pPr>
            <a:lvl3pPr indent="-228600" lvl="2" marL="1371600" algn="l">
              <a:lnSpc>
                <a:spcPct val="90000"/>
              </a:lnSpc>
              <a:spcBef>
                <a:spcPts val="1200"/>
              </a:spcBef>
              <a:spcAft>
                <a:spcPts val="0"/>
              </a:spcAft>
              <a:buClr>
                <a:schemeClr val="lt1"/>
              </a:buClr>
              <a:buSzPts val="1600"/>
              <a:buNone/>
              <a:defRPr sz="1600">
                <a:solidFill>
                  <a:schemeClr val="lt1"/>
                </a:solidFill>
              </a:defRPr>
            </a:lvl3pPr>
            <a:lvl4pPr indent="-228600" lvl="3" marL="1828800" algn="l">
              <a:lnSpc>
                <a:spcPct val="90000"/>
              </a:lnSpc>
              <a:spcBef>
                <a:spcPts val="1200"/>
              </a:spcBef>
              <a:spcAft>
                <a:spcPts val="0"/>
              </a:spcAft>
              <a:buClr>
                <a:schemeClr val="lt1"/>
              </a:buClr>
              <a:buSzPts val="1600"/>
              <a:buNone/>
              <a:defRPr sz="1600">
                <a:solidFill>
                  <a:schemeClr val="lt1"/>
                </a:solidFill>
              </a:defRPr>
            </a:lvl4pPr>
            <a:lvl5pPr indent="-228600" lvl="4" marL="2286000" algn="l">
              <a:lnSpc>
                <a:spcPct val="90000"/>
              </a:lnSpc>
              <a:spcBef>
                <a:spcPts val="1200"/>
              </a:spcBef>
              <a:spcAft>
                <a:spcPts val="0"/>
              </a:spcAft>
              <a:buClr>
                <a:schemeClr val="lt1"/>
              </a:buClr>
              <a:buSzPts val="1600"/>
              <a:buNone/>
              <a:defRPr sz="1600">
                <a:solidFill>
                  <a:schemeClr val="lt1"/>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Headers, and 2 Text Columns">
  <p:cSld name="Title, 2 Headers, and 2 Text Columns">
    <p:bg>
      <p:bgPr>
        <a:solidFill>
          <a:schemeClr val="lt1"/>
        </a:solidFill>
      </p:bgPr>
    </p:bg>
    <p:spTree>
      <p:nvGrpSpPr>
        <p:cNvPr id="1162" name="Shape 1162"/>
        <p:cNvGrpSpPr/>
        <p:nvPr/>
      </p:nvGrpSpPr>
      <p:grpSpPr>
        <a:xfrm>
          <a:off x="0" y="0"/>
          <a:ext cx="0" cy="0"/>
          <a:chOff x="0" y="0"/>
          <a:chExt cx="0" cy="0"/>
        </a:xfrm>
      </p:grpSpPr>
      <p:sp>
        <p:nvSpPr>
          <p:cNvPr id="1163" name="Google Shape;1163;p261"/>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164" name="Google Shape;1164;p261"/>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65" name="Google Shape;1165;p261"/>
          <p:cNvSpPr txBox="1"/>
          <p:nvPr>
            <p:ph idx="1" type="body"/>
          </p:nvPr>
        </p:nvSpPr>
        <p:spPr>
          <a:xfrm>
            <a:off x="365760" y="1053311"/>
            <a:ext cx="5669280" cy="440329"/>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66" name="Google Shape;1166;p261"/>
          <p:cNvSpPr txBox="1"/>
          <p:nvPr>
            <p:ph idx="2" type="body"/>
          </p:nvPr>
        </p:nvSpPr>
        <p:spPr>
          <a:xfrm>
            <a:off x="365760" y="1563624"/>
            <a:ext cx="5669280" cy="4873752"/>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latin typeface="Play"/>
                <a:ea typeface="Play"/>
                <a:cs typeface="Play"/>
                <a:sym typeface="Play"/>
              </a:defRPr>
            </a:lvl1pPr>
            <a:lvl2pPr indent="-381000" lvl="1" marL="914400" algn="l">
              <a:lnSpc>
                <a:spcPct val="100000"/>
              </a:lnSpc>
              <a:spcBef>
                <a:spcPts val="1200"/>
              </a:spcBef>
              <a:spcAft>
                <a:spcPts val="0"/>
              </a:spcAft>
              <a:buClr>
                <a:srgbClr val="232F3E"/>
              </a:buClr>
              <a:buSzPts val="2400"/>
              <a:buChar char="•"/>
              <a:defRPr sz="2400">
                <a:solidFill>
                  <a:srgbClr val="232F3E"/>
                </a:solidFill>
                <a:latin typeface="Play"/>
                <a:ea typeface="Play"/>
                <a:cs typeface="Play"/>
                <a:sym typeface="Play"/>
              </a:defRPr>
            </a:lvl2pPr>
            <a:lvl3pPr indent="-355600" lvl="2" marL="1371600" algn="l">
              <a:lnSpc>
                <a:spcPct val="100000"/>
              </a:lnSpc>
              <a:spcBef>
                <a:spcPts val="1200"/>
              </a:spcBef>
              <a:spcAft>
                <a:spcPts val="0"/>
              </a:spcAft>
              <a:buClr>
                <a:srgbClr val="232F3E"/>
              </a:buClr>
              <a:buSzPts val="2000"/>
              <a:buChar char="•"/>
              <a:defRPr sz="2000">
                <a:solidFill>
                  <a:srgbClr val="232F3E"/>
                </a:solidFill>
                <a:latin typeface="Play"/>
                <a:ea typeface="Play"/>
                <a:cs typeface="Play"/>
                <a:sym typeface="Play"/>
              </a:defRPr>
            </a:lvl3pPr>
            <a:lvl4pPr indent="-342900" lvl="3" marL="1828800" algn="l">
              <a:lnSpc>
                <a:spcPct val="100000"/>
              </a:lnSpc>
              <a:spcBef>
                <a:spcPts val="1200"/>
              </a:spcBef>
              <a:spcAft>
                <a:spcPts val="0"/>
              </a:spcAft>
              <a:buClr>
                <a:srgbClr val="232F3E"/>
              </a:buClr>
              <a:buSzPts val="1800"/>
              <a:buChar char="•"/>
              <a:defRPr sz="1800">
                <a:solidFill>
                  <a:srgbClr val="232F3E"/>
                </a:solidFill>
                <a:latin typeface="Play"/>
                <a:ea typeface="Play"/>
                <a:cs typeface="Play"/>
                <a:sym typeface="Play"/>
              </a:defRPr>
            </a:lvl4pPr>
            <a:lvl5pPr indent="-342900" lvl="4" marL="2286000" algn="l">
              <a:lnSpc>
                <a:spcPct val="100000"/>
              </a:lnSpc>
              <a:spcBef>
                <a:spcPts val="1200"/>
              </a:spcBef>
              <a:spcAft>
                <a:spcPts val="0"/>
              </a:spcAft>
              <a:buClr>
                <a:srgbClr val="232F3E"/>
              </a:buClr>
              <a:buSzPts val="1800"/>
              <a:buChar char="•"/>
              <a:defRPr sz="1800">
                <a:solidFill>
                  <a:srgbClr val="232F3E"/>
                </a:solidFill>
                <a:latin typeface="Play"/>
                <a:ea typeface="Play"/>
                <a:cs typeface="Play"/>
                <a:sym typeface="Play"/>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67" name="Google Shape;1167;p261"/>
          <p:cNvSpPr txBox="1"/>
          <p:nvPr>
            <p:ph idx="3" type="body"/>
          </p:nvPr>
        </p:nvSpPr>
        <p:spPr>
          <a:xfrm>
            <a:off x="6163056" y="1053311"/>
            <a:ext cx="5669280" cy="440329"/>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68" name="Google Shape;1168;p261"/>
          <p:cNvSpPr txBox="1"/>
          <p:nvPr>
            <p:ph idx="4" type="body"/>
          </p:nvPr>
        </p:nvSpPr>
        <p:spPr>
          <a:xfrm>
            <a:off x="6163056" y="1563624"/>
            <a:ext cx="5669280" cy="4873752"/>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latin typeface="Play"/>
                <a:ea typeface="Play"/>
                <a:cs typeface="Play"/>
                <a:sym typeface="Play"/>
              </a:defRPr>
            </a:lvl1pPr>
            <a:lvl2pPr indent="-381000" lvl="1" marL="914400" algn="l">
              <a:lnSpc>
                <a:spcPct val="100000"/>
              </a:lnSpc>
              <a:spcBef>
                <a:spcPts val="1200"/>
              </a:spcBef>
              <a:spcAft>
                <a:spcPts val="0"/>
              </a:spcAft>
              <a:buClr>
                <a:srgbClr val="232F3E"/>
              </a:buClr>
              <a:buSzPts val="2400"/>
              <a:buChar char="•"/>
              <a:defRPr sz="2400">
                <a:solidFill>
                  <a:srgbClr val="232F3E"/>
                </a:solidFill>
                <a:latin typeface="Play"/>
                <a:ea typeface="Play"/>
                <a:cs typeface="Play"/>
                <a:sym typeface="Play"/>
              </a:defRPr>
            </a:lvl2pPr>
            <a:lvl3pPr indent="-355600" lvl="2" marL="1371600" algn="l">
              <a:lnSpc>
                <a:spcPct val="100000"/>
              </a:lnSpc>
              <a:spcBef>
                <a:spcPts val="1200"/>
              </a:spcBef>
              <a:spcAft>
                <a:spcPts val="0"/>
              </a:spcAft>
              <a:buClr>
                <a:srgbClr val="232F3E"/>
              </a:buClr>
              <a:buSzPts val="2000"/>
              <a:buChar char="•"/>
              <a:defRPr sz="2000">
                <a:solidFill>
                  <a:srgbClr val="232F3E"/>
                </a:solidFill>
                <a:latin typeface="Play"/>
                <a:ea typeface="Play"/>
                <a:cs typeface="Play"/>
                <a:sym typeface="Play"/>
              </a:defRPr>
            </a:lvl3pPr>
            <a:lvl4pPr indent="-342900" lvl="3" marL="1828800" algn="l">
              <a:lnSpc>
                <a:spcPct val="100000"/>
              </a:lnSpc>
              <a:spcBef>
                <a:spcPts val="1200"/>
              </a:spcBef>
              <a:spcAft>
                <a:spcPts val="0"/>
              </a:spcAft>
              <a:buClr>
                <a:srgbClr val="232F3E"/>
              </a:buClr>
              <a:buSzPts val="1800"/>
              <a:buChar char="•"/>
              <a:defRPr sz="1800">
                <a:solidFill>
                  <a:srgbClr val="232F3E"/>
                </a:solidFill>
                <a:latin typeface="Play"/>
                <a:ea typeface="Play"/>
                <a:cs typeface="Play"/>
                <a:sym typeface="Play"/>
              </a:defRPr>
            </a:lvl4pPr>
            <a:lvl5pPr indent="-342900" lvl="4" marL="2286000" algn="l">
              <a:lnSpc>
                <a:spcPct val="100000"/>
              </a:lnSpc>
              <a:spcBef>
                <a:spcPts val="1200"/>
              </a:spcBef>
              <a:spcAft>
                <a:spcPts val="0"/>
              </a:spcAft>
              <a:buClr>
                <a:srgbClr val="232F3E"/>
              </a:buClr>
              <a:buSzPts val="1800"/>
              <a:buChar char="•"/>
              <a:defRPr sz="1800">
                <a:solidFill>
                  <a:srgbClr val="232F3E"/>
                </a:solidFill>
                <a:latin typeface="Play"/>
                <a:ea typeface="Play"/>
                <a:cs typeface="Play"/>
                <a:sym typeface="Play"/>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3 Headers, and 3 Text Columns" type="tx">
  <p:cSld name="TITLE_AND_BODY">
    <p:bg>
      <p:bgPr>
        <a:solidFill>
          <a:schemeClr val="lt1"/>
        </a:solidFill>
      </p:bgPr>
    </p:bg>
    <p:spTree>
      <p:nvGrpSpPr>
        <p:cNvPr id="1175" name="Shape 1175"/>
        <p:cNvGrpSpPr/>
        <p:nvPr/>
      </p:nvGrpSpPr>
      <p:grpSpPr>
        <a:xfrm>
          <a:off x="0" y="0"/>
          <a:ext cx="0" cy="0"/>
          <a:chOff x="0" y="0"/>
          <a:chExt cx="0" cy="0"/>
        </a:xfrm>
      </p:grpSpPr>
      <p:sp>
        <p:nvSpPr>
          <p:cNvPr id="1176" name="Google Shape;1176;p86"/>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b="0" i="0" sz="1200" u="none" cap="none" strike="noStrike">
                <a:solidFill>
                  <a:srgbClr val="232F3E"/>
                </a:solidFill>
                <a:latin typeface="Play"/>
                <a:ea typeface="Play"/>
                <a:cs typeface="Play"/>
                <a:sym typeface="Play"/>
              </a:defRPr>
            </a:lvl1pPr>
            <a:lvl2pPr indent="0" lvl="1" marL="0" algn="r">
              <a:spcBef>
                <a:spcPts val="0"/>
              </a:spcBef>
              <a:buNone/>
              <a:defRPr b="0" i="0" sz="1200" u="none" cap="none" strike="noStrike">
                <a:solidFill>
                  <a:srgbClr val="232F3E"/>
                </a:solidFill>
                <a:latin typeface="Play"/>
                <a:ea typeface="Play"/>
                <a:cs typeface="Play"/>
                <a:sym typeface="Play"/>
              </a:defRPr>
            </a:lvl2pPr>
            <a:lvl3pPr indent="0" lvl="2" marL="0" algn="r">
              <a:spcBef>
                <a:spcPts val="0"/>
              </a:spcBef>
              <a:buNone/>
              <a:defRPr b="0" i="0" sz="1200" u="none" cap="none" strike="noStrike">
                <a:solidFill>
                  <a:srgbClr val="232F3E"/>
                </a:solidFill>
                <a:latin typeface="Play"/>
                <a:ea typeface="Play"/>
                <a:cs typeface="Play"/>
                <a:sym typeface="Play"/>
              </a:defRPr>
            </a:lvl3pPr>
            <a:lvl4pPr indent="0" lvl="3" marL="0" algn="r">
              <a:spcBef>
                <a:spcPts val="0"/>
              </a:spcBef>
              <a:buNone/>
              <a:defRPr b="0" i="0" sz="1200" u="none" cap="none" strike="noStrike">
                <a:solidFill>
                  <a:srgbClr val="232F3E"/>
                </a:solidFill>
                <a:latin typeface="Play"/>
                <a:ea typeface="Play"/>
                <a:cs typeface="Play"/>
                <a:sym typeface="Play"/>
              </a:defRPr>
            </a:lvl4pPr>
            <a:lvl5pPr indent="0" lvl="4" marL="0" algn="r">
              <a:spcBef>
                <a:spcPts val="0"/>
              </a:spcBef>
              <a:buNone/>
              <a:defRPr b="0" i="0" sz="1200" u="none" cap="none" strike="noStrike">
                <a:solidFill>
                  <a:srgbClr val="232F3E"/>
                </a:solidFill>
                <a:latin typeface="Play"/>
                <a:ea typeface="Play"/>
                <a:cs typeface="Play"/>
                <a:sym typeface="Play"/>
              </a:defRPr>
            </a:lvl5pPr>
            <a:lvl6pPr indent="0" lvl="5" marL="0" algn="r">
              <a:spcBef>
                <a:spcPts val="0"/>
              </a:spcBef>
              <a:buNone/>
              <a:defRPr b="0" i="0" sz="1200" u="none" cap="none" strike="noStrike">
                <a:solidFill>
                  <a:srgbClr val="232F3E"/>
                </a:solidFill>
                <a:latin typeface="Play"/>
                <a:ea typeface="Play"/>
                <a:cs typeface="Play"/>
                <a:sym typeface="Play"/>
              </a:defRPr>
            </a:lvl6pPr>
            <a:lvl7pPr indent="0" lvl="6" marL="0" algn="r">
              <a:spcBef>
                <a:spcPts val="0"/>
              </a:spcBef>
              <a:buNone/>
              <a:defRPr b="0" i="0" sz="1200" u="none" cap="none" strike="noStrike">
                <a:solidFill>
                  <a:srgbClr val="232F3E"/>
                </a:solidFill>
                <a:latin typeface="Play"/>
                <a:ea typeface="Play"/>
                <a:cs typeface="Play"/>
                <a:sym typeface="Play"/>
              </a:defRPr>
            </a:lvl7pPr>
            <a:lvl8pPr indent="0" lvl="7" marL="0" algn="r">
              <a:spcBef>
                <a:spcPts val="0"/>
              </a:spcBef>
              <a:buNone/>
              <a:defRPr b="0" i="0" sz="1200" u="none" cap="none" strike="noStrike">
                <a:solidFill>
                  <a:srgbClr val="232F3E"/>
                </a:solidFill>
                <a:latin typeface="Play"/>
                <a:ea typeface="Play"/>
                <a:cs typeface="Play"/>
                <a:sym typeface="Play"/>
              </a:defRPr>
            </a:lvl8pPr>
            <a:lvl9pPr indent="0" lvl="8" marL="0" algn="r">
              <a:spcBef>
                <a:spcPts val="0"/>
              </a:spcBef>
              <a:buNone/>
              <a:defRPr b="0" i="0" sz="1200" u="none" cap="none" strike="noStrike">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177" name="Google Shape;1177;p86"/>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78" name="Google Shape;1178;p86"/>
          <p:cNvSpPr txBox="1"/>
          <p:nvPr>
            <p:ph idx="1" type="body"/>
          </p:nvPr>
        </p:nvSpPr>
        <p:spPr>
          <a:xfrm>
            <a:off x="365760" y="1053311"/>
            <a:ext cx="3749040" cy="440329"/>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79" name="Google Shape;1179;p86"/>
          <p:cNvSpPr txBox="1"/>
          <p:nvPr>
            <p:ph idx="2" type="body"/>
          </p:nvPr>
        </p:nvSpPr>
        <p:spPr>
          <a:xfrm>
            <a:off x="365760" y="1563624"/>
            <a:ext cx="3749040" cy="4873752"/>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defRPr>
            </a:lvl1pPr>
            <a:lvl2pPr indent="-381000" lvl="1" marL="914400" algn="l">
              <a:lnSpc>
                <a:spcPct val="100000"/>
              </a:lnSpc>
              <a:spcBef>
                <a:spcPts val="600"/>
              </a:spcBef>
              <a:spcAft>
                <a:spcPts val="0"/>
              </a:spcAft>
              <a:buClr>
                <a:srgbClr val="232F3E"/>
              </a:buClr>
              <a:buSzPts val="2400"/>
              <a:buChar char="•"/>
              <a:defRPr sz="2400">
                <a:solidFill>
                  <a:srgbClr val="232F3E"/>
                </a:solidFill>
              </a:defRPr>
            </a:lvl2pPr>
            <a:lvl3pPr indent="-355600" lvl="2" marL="1371600" algn="l">
              <a:lnSpc>
                <a:spcPct val="100000"/>
              </a:lnSpc>
              <a:spcBef>
                <a:spcPts val="600"/>
              </a:spcBef>
              <a:spcAft>
                <a:spcPts val="0"/>
              </a:spcAft>
              <a:buClr>
                <a:srgbClr val="232F3E"/>
              </a:buClr>
              <a:buSzPts val="2000"/>
              <a:buChar char="•"/>
              <a:defRPr sz="2000">
                <a:solidFill>
                  <a:srgbClr val="232F3E"/>
                </a:solidFill>
              </a:defRPr>
            </a:lvl3pPr>
            <a:lvl4pPr indent="-342900" lvl="3" marL="1828800" algn="l">
              <a:lnSpc>
                <a:spcPct val="100000"/>
              </a:lnSpc>
              <a:spcBef>
                <a:spcPts val="600"/>
              </a:spcBef>
              <a:spcAft>
                <a:spcPts val="0"/>
              </a:spcAft>
              <a:buClr>
                <a:srgbClr val="232F3E"/>
              </a:buClr>
              <a:buSzPts val="1800"/>
              <a:buChar char="•"/>
              <a:defRPr sz="1800">
                <a:solidFill>
                  <a:srgbClr val="232F3E"/>
                </a:solidFill>
              </a:defRPr>
            </a:lvl4pPr>
            <a:lvl5pPr indent="-342900" lvl="4" marL="2286000" algn="l">
              <a:lnSpc>
                <a:spcPct val="100000"/>
              </a:lnSpc>
              <a:spcBef>
                <a:spcPts val="600"/>
              </a:spcBef>
              <a:spcAft>
                <a:spcPts val="0"/>
              </a:spcAft>
              <a:buClr>
                <a:srgbClr val="232F3E"/>
              </a:buClr>
              <a:buSzPts val="1800"/>
              <a:buChar char="•"/>
              <a:defRPr sz="18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80" name="Google Shape;1180;p86"/>
          <p:cNvSpPr txBox="1"/>
          <p:nvPr>
            <p:ph idx="3" type="body"/>
          </p:nvPr>
        </p:nvSpPr>
        <p:spPr>
          <a:xfrm>
            <a:off x="4224528" y="1053311"/>
            <a:ext cx="3749040" cy="440329"/>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81" name="Google Shape;1181;p86"/>
          <p:cNvSpPr txBox="1"/>
          <p:nvPr>
            <p:ph idx="4" type="body"/>
          </p:nvPr>
        </p:nvSpPr>
        <p:spPr>
          <a:xfrm>
            <a:off x="4224528" y="1563624"/>
            <a:ext cx="3749040" cy="4873752"/>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defRPr>
            </a:lvl1pPr>
            <a:lvl2pPr indent="-381000" lvl="1" marL="914400" algn="l">
              <a:lnSpc>
                <a:spcPct val="100000"/>
              </a:lnSpc>
              <a:spcBef>
                <a:spcPts val="600"/>
              </a:spcBef>
              <a:spcAft>
                <a:spcPts val="0"/>
              </a:spcAft>
              <a:buClr>
                <a:srgbClr val="232F3E"/>
              </a:buClr>
              <a:buSzPts val="2400"/>
              <a:buChar char="•"/>
              <a:defRPr sz="2400">
                <a:solidFill>
                  <a:srgbClr val="232F3E"/>
                </a:solidFill>
              </a:defRPr>
            </a:lvl2pPr>
            <a:lvl3pPr indent="-355600" lvl="2" marL="1371600" algn="l">
              <a:lnSpc>
                <a:spcPct val="100000"/>
              </a:lnSpc>
              <a:spcBef>
                <a:spcPts val="600"/>
              </a:spcBef>
              <a:spcAft>
                <a:spcPts val="0"/>
              </a:spcAft>
              <a:buClr>
                <a:srgbClr val="232F3E"/>
              </a:buClr>
              <a:buSzPts val="2000"/>
              <a:buChar char="•"/>
              <a:defRPr sz="2000">
                <a:solidFill>
                  <a:srgbClr val="232F3E"/>
                </a:solidFill>
              </a:defRPr>
            </a:lvl3pPr>
            <a:lvl4pPr indent="-342900" lvl="3" marL="1828800" algn="l">
              <a:lnSpc>
                <a:spcPct val="100000"/>
              </a:lnSpc>
              <a:spcBef>
                <a:spcPts val="600"/>
              </a:spcBef>
              <a:spcAft>
                <a:spcPts val="0"/>
              </a:spcAft>
              <a:buClr>
                <a:srgbClr val="232F3E"/>
              </a:buClr>
              <a:buSzPts val="1800"/>
              <a:buChar char="•"/>
              <a:defRPr sz="1800">
                <a:solidFill>
                  <a:srgbClr val="232F3E"/>
                </a:solidFill>
              </a:defRPr>
            </a:lvl4pPr>
            <a:lvl5pPr indent="-342900" lvl="4" marL="2286000" algn="l">
              <a:lnSpc>
                <a:spcPct val="100000"/>
              </a:lnSpc>
              <a:spcBef>
                <a:spcPts val="600"/>
              </a:spcBef>
              <a:spcAft>
                <a:spcPts val="0"/>
              </a:spcAft>
              <a:buClr>
                <a:srgbClr val="232F3E"/>
              </a:buClr>
              <a:buSzPts val="1800"/>
              <a:buChar char="•"/>
              <a:defRPr sz="18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82" name="Google Shape;1182;p86"/>
          <p:cNvSpPr txBox="1"/>
          <p:nvPr>
            <p:ph idx="5" type="body"/>
          </p:nvPr>
        </p:nvSpPr>
        <p:spPr>
          <a:xfrm>
            <a:off x="8083296" y="1053311"/>
            <a:ext cx="3749040" cy="440329"/>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83" name="Google Shape;1183;p86"/>
          <p:cNvSpPr txBox="1"/>
          <p:nvPr>
            <p:ph idx="6" type="body"/>
          </p:nvPr>
        </p:nvSpPr>
        <p:spPr>
          <a:xfrm>
            <a:off x="8083296" y="1591056"/>
            <a:ext cx="3749040" cy="4843688"/>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defRPr>
            </a:lvl1pPr>
            <a:lvl2pPr indent="-381000" lvl="1" marL="914400" algn="l">
              <a:lnSpc>
                <a:spcPct val="100000"/>
              </a:lnSpc>
              <a:spcBef>
                <a:spcPts val="600"/>
              </a:spcBef>
              <a:spcAft>
                <a:spcPts val="0"/>
              </a:spcAft>
              <a:buClr>
                <a:srgbClr val="232F3E"/>
              </a:buClr>
              <a:buSzPts val="2400"/>
              <a:buChar char="•"/>
              <a:defRPr sz="2400">
                <a:solidFill>
                  <a:srgbClr val="232F3E"/>
                </a:solidFill>
              </a:defRPr>
            </a:lvl2pPr>
            <a:lvl3pPr indent="-355600" lvl="2" marL="1371600" algn="l">
              <a:lnSpc>
                <a:spcPct val="100000"/>
              </a:lnSpc>
              <a:spcBef>
                <a:spcPts val="600"/>
              </a:spcBef>
              <a:spcAft>
                <a:spcPts val="0"/>
              </a:spcAft>
              <a:buClr>
                <a:srgbClr val="232F3E"/>
              </a:buClr>
              <a:buSzPts val="2000"/>
              <a:buChar char="•"/>
              <a:defRPr sz="2000">
                <a:solidFill>
                  <a:srgbClr val="232F3E"/>
                </a:solidFill>
              </a:defRPr>
            </a:lvl3pPr>
            <a:lvl4pPr indent="-342900" lvl="3" marL="1828800" algn="l">
              <a:lnSpc>
                <a:spcPct val="100000"/>
              </a:lnSpc>
              <a:spcBef>
                <a:spcPts val="600"/>
              </a:spcBef>
              <a:spcAft>
                <a:spcPts val="0"/>
              </a:spcAft>
              <a:buClr>
                <a:srgbClr val="232F3E"/>
              </a:buClr>
              <a:buSzPts val="1800"/>
              <a:buChar char="•"/>
              <a:defRPr sz="1800">
                <a:solidFill>
                  <a:srgbClr val="232F3E"/>
                </a:solidFill>
              </a:defRPr>
            </a:lvl4pPr>
            <a:lvl5pPr indent="-342900" lvl="4" marL="2286000" algn="l">
              <a:lnSpc>
                <a:spcPct val="100000"/>
              </a:lnSpc>
              <a:spcBef>
                <a:spcPts val="600"/>
              </a:spcBef>
              <a:spcAft>
                <a:spcPts val="0"/>
              </a:spcAft>
              <a:buClr>
                <a:srgbClr val="232F3E"/>
              </a:buClr>
              <a:buSzPts val="1800"/>
              <a:buChar char="•"/>
              <a:defRPr sz="18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bg>
      <p:bgPr>
        <a:solidFill>
          <a:schemeClr val="lt1"/>
        </a:solidFill>
      </p:bgPr>
    </p:bg>
    <p:spTree>
      <p:nvGrpSpPr>
        <p:cNvPr id="1184" name="Shape 1184"/>
        <p:cNvGrpSpPr/>
        <p:nvPr/>
      </p:nvGrpSpPr>
      <p:grpSpPr>
        <a:xfrm>
          <a:off x="0" y="0"/>
          <a:ext cx="0" cy="0"/>
          <a:chOff x="0" y="0"/>
          <a:chExt cx="0" cy="0"/>
        </a:xfrm>
      </p:grpSpPr>
      <p:sp>
        <p:nvSpPr>
          <p:cNvPr id="1185" name="Google Shape;1185;p89"/>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186" name="Google Shape;1186;p89"/>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187" name="Google Shape;1187;p89"/>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1188" name="Google Shape;1188;p89"/>
          <p:cNvSpPr txBox="1"/>
          <p:nvPr>
            <p:ph idx="1" type="body"/>
          </p:nvPr>
        </p:nvSpPr>
        <p:spPr>
          <a:xfrm>
            <a:off x="365760" y="1097280"/>
            <a:ext cx="11466576" cy="533095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0"/>
              </a:spcBef>
              <a:spcAft>
                <a:spcPts val="0"/>
              </a:spcAft>
              <a:buClr>
                <a:srgbClr val="232F3E"/>
              </a:buClr>
              <a:buSzPts val="2800"/>
              <a:buChar char="•"/>
              <a:defRPr>
                <a:solidFill>
                  <a:srgbClr val="232F3E"/>
                </a:solidFill>
              </a:defRPr>
            </a:lvl1pPr>
            <a:lvl2pPr indent="-381000" lvl="1" marL="914400" algn="l">
              <a:lnSpc>
                <a:spcPct val="100000"/>
              </a:lnSpc>
              <a:spcBef>
                <a:spcPts val="1200"/>
              </a:spcBef>
              <a:spcAft>
                <a:spcPts val="0"/>
              </a:spcAft>
              <a:buClr>
                <a:srgbClr val="232F3E"/>
              </a:buClr>
              <a:buSzPts val="2400"/>
              <a:buChar char="•"/>
              <a:defRPr>
                <a:solidFill>
                  <a:srgbClr val="232F3E"/>
                </a:solidFill>
              </a:defRPr>
            </a:lvl2pPr>
            <a:lvl3pPr indent="-355600" lvl="2" marL="1371600" algn="l">
              <a:lnSpc>
                <a:spcPct val="100000"/>
              </a:lnSpc>
              <a:spcBef>
                <a:spcPts val="1200"/>
              </a:spcBef>
              <a:spcAft>
                <a:spcPts val="0"/>
              </a:spcAft>
              <a:buClr>
                <a:srgbClr val="232F3E"/>
              </a:buClr>
              <a:buSzPts val="2000"/>
              <a:buChar char="•"/>
              <a:defRPr>
                <a:solidFill>
                  <a:srgbClr val="232F3E"/>
                </a:solidFill>
              </a:defRPr>
            </a:lvl3pPr>
            <a:lvl4pPr indent="-342900" lvl="3" marL="1828800" algn="l">
              <a:lnSpc>
                <a:spcPct val="100000"/>
              </a:lnSpc>
              <a:spcBef>
                <a:spcPts val="1200"/>
              </a:spcBef>
              <a:spcAft>
                <a:spcPts val="0"/>
              </a:spcAft>
              <a:buClr>
                <a:srgbClr val="232F3E"/>
              </a:buClr>
              <a:buSzPts val="1800"/>
              <a:buChar char="•"/>
              <a:defRPr>
                <a:solidFill>
                  <a:srgbClr val="232F3E"/>
                </a:solidFill>
              </a:defRPr>
            </a:lvl4pPr>
            <a:lvl5pPr indent="-342900" lvl="4" marL="2286000" algn="l">
              <a:lnSpc>
                <a:spcPct val="100000"/>
              </a:lnSpc>
              <a:spcBef>
                <a:spcPts val="1200"/>
              </a:spcBef>
              <a:spcAft>
                <a:spcPts val="0"/>
              </a:spcAft>
              <a:buClr>
                <a:srgbClr val="232F3E"/>
              </a:buClr>
              <a:buSzPts val="1800"/>
              <a:buChar char="•"/>
              <a:defRPr>
                <a:solidFill>
                  <a:srgbClr val="232F3E"/>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Lg Pics, 4 Headers, and 4 Text Columns">
  <p:cSld name="Title, 4 Lg Pics, 4 Headers, and 4 Text Columns">
    <p:bg>
      <p:bgPr>
        <a:solidFill>
          <a:schemeClr val="lt1"/>
        </a:solidFill>
      </p:bgPr>
    </p:bg>
    <p:spTree>
      <p:nvGrpSpPr>
        <p:cNvPr id="1189" name="Shape 1189"/>
        <p:cNvGrpSpPr/>
        <p:nvPr/>
      </p:nvGrpSpPr>
      <p:grpSpPr>
        <a:xfrm>
          <a:off x="0" y="0"/>
          <a:ext cx="0" cy="0"/>
          <a:chOff x="0" y="0"/>
          <a:chExt cx="0" cy="0"/>
        </a:xfrm>
      </p:grpSpPr>
      <p:pic>
        <p:nvPicPr>
          <p:cNvPr id="1190" name="Google Shape;1190;p90"/>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1191" name="Google Shape;1191;p90"/>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192" name="Google Shape;1192;p90"/>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93" name="Google Shape;1193;p90"/>
          <p:cNvSpPr/>
          <p:nvPr>
            <p:ph idx="2" type="pic"/>
          </p:nvPr>
        </p:nvSpPr>
        <p:spPr>
          <a:xfrm>
            <a:off x="617220" y="1097280"/>
            <a:ext cx="2286000" cy="2286000"/>
          </a:xfrm>
          <a:prstGeom prst="rect">
            <a:avLst/>
          </a:prstGeom>
          <a:noFill/>
          <a:ln>
            <a:noFill/>
          </a:ln>
        </p:spPr>
      </p:sp>
      <p:sp>
        <p:nvSpPr>
          <p:cNvPr id="1194" name="Google Shape;1194;p90"/>
          <p:cNvSpPr txBox="1"/>
          <p:nvPr>
            <p:ph idx="1" type="body"/>
          </p:nvPr>
        </p:nvSpPr>
        <p:spPr>
          <a:xfrm>
            <a:off x="365760" y="3465576"/>
            <a:ext cx="2788920" cy="440329"/>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000"/>
              <a:buNone/>
              <a:defRPr b="0"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195" name="Google Shape;1195;p90"/>
          <p:cNvSpPr txBox="1"/>
          <p:nvPr>
            <p:ph idx="3" type="body"/>
          </p:nvPr>
        </p:nvSpPr>
        <p:spPr>
          <a:xfrm>
            <a:off x="365760" y="3915505"/>
            <a:ext cx="2788920" cy="2519238"/>
          </a:xfrm>
          <a:prstGeom prst="rect">
            <a:avLst/>
          </a:prstGeom>
          <a:noFill/>
          <a:ln>
            <a:noFill/>
          </a:ln>
        </p:spPr>
        <p:txBody>
          <a:bodyPr anchorCtr="0" anchor="t" bIns="45700" lIns="91425" spcFirstLastPara="1" rIns="91425" wrap="square" tIns="45700">
            <a:noAutofit/>
          </a:bodyPr>
          <a:lstStyle>
            <a:lvl1pPr indent="-355600" lvl="0" marL="457200" algn="l">
              <a:lnSpc>
                <a:spcPct val="100000"/>
              </a:lnSpc>
              <a:spcBef>
                <a:spcPts val="0"/>
              </a:spcBef>
              <a:spcAft>
                <a:spcPts val="0"/>
              </a:spcAft>
              <a:buClr>
                <a:srgbClr val="232F3E"/>
              </a:buClr>
              <a:buSzPts val="2000"/>
              <a:buFont typeface="Arial"/>
              <a:buChar char="•"/>
              <a:defRPr sz="2000">
                <a:solidFill>
                  <a:srgbClr val="232F3E"/>
                </a:solidFill>
              </a:defRPr>
            </a:lvl1pPr>
            <a:lvl2pPr indent="-342900" lvl="1" marL="914400" algn="l">
              <a:lnSpc>
                <a:spcPct val="100000"/>
              </a:lnSpc>
              <a:spcBef>
                <a:spcPts val="600"/>
              </a:spcBef>
              <a:spcAft>
                <a:spcPts val="0"/>
              </a:spcAft>
              <a:buClr>
                <a:srgbClr val="232F3E"/>
              </a:buClr>
              <a:buSzPts val="1800"/>
              <a:buChar char="•"/>
              <a:defRPr sz="1800">
                <a:solidFill>
                  <a:srgbClr val="232F3E"/>
                </a:solidFill>
              </a:defRPr>
            </a:lvl2pPr>
            <a:lvl3pPr indent="-330200" lvl="2" marL="1371600" algn="l">
              <a:lnSpc>
                <a:spcPct val="100000"/>
              </a:lnSpc>
              <a:spcBef>
                <a:spcPts val="600"/>
              </a:spcBef>
              <a:spcAft>
                <a:spcPts val="0"/>
              </a:spcAft>
              <a:buClr>
                <a:srgbClr val="232F3E"/>
              </a:buClr>
              <a:buSzPts val="1600"/>
              <a:buChar char="•"/>
              <a:defRPr sz="1600">
                <a:solidFill>
                  <a:srgbClr val="232F3E"/>
                </a:solidFill>
              </a:defRPr>
            </a:lvl3pPr>
            <a:lvl4pPr indent="-342900" lvl="3" marL="1828800" algn="l">
              <a:lnSpc>
                <a:spcPct val="90000"/>
              </a:lnSpc>
              <a:spcBef>
                <a:spcPts val="6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96" name="Google Shape;1196;p90"/>
          <p:cNvSpPr/>
          <p:nvPr>
            <p:ph idx="4" type="pic"/>
          </p:nvPr>
        </p:nvSpPr>
        <p:spPr>
          <a:xfrm>
            <a:off x="3512820" y="1097280"/>
            <a:ext cx="2286000" cy="2286000"/>
          </a:xfrm>
          <a:prstGeom prst="rect">
            <a:avLst/>
          </a:prstGeom>
          <a:noFill/>
          <a:ln>
            <a:noFill/>
          </a:ln>
        </p:spPr>
      </p:sp>
      <p:sp>
        <p:nvSpPr>
          <p:cNvPr id="1197" name="Google Shape;1197;p90"/>
          <p:cNvSpPr txBox="1"/>
          <p:nvPr>
            <p:ph idx="5" type="body"/>
          </p:nvPr>
        </p:nvSpPr>
        <p:spPr>
          <a:xfrm>
            <a:off x="3261360" y="3465576"/>
            <a:ext cx="2788920" cy="440329"/>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000"/>
              <a:buNone/>
              <a:defRPr b="0"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198" name="Google Shape;1198;p90"/>
          <p:cNvSpPr txBox="1"/>
          <p:nvPr>
            <p:ph idx="6" type="body"/>
          </p:nvPr>
        </p:nvSpPr>
        <p:spPr>
          <a:xfrm>
            <a:off x="3261360" y="3915505"/>
            <a:ext cx="2788920" cy="2519238"/>
          </a:xfrm>
          <a:prstGeom prst="rect">
            <a:avLst/>
          </a:prstGeom>
          <a:noFill/>
          <a:ln>
            <a:noFill/>
          </a:ln>
        </p:spPr>
        <p:txBody>
          <a:bodyPr anchorCtr="0" anchor="t" bIns="45700" lIns="91425" spcFirstLastPara="1" rIns="91425" wrap="square" tIns="45700">
            <a:noAutofit/>
          </a:bodyPr>
          <a:lstStyle>
            <a:lvl1pPr indent="-355600" lvl="0" marL="457200" algn="l">
              <a:lnSpc>
                <a:spcPct val="100000"/>
              </a:lnSpc>
              <a:spcBef>
                <a:spcPts val="0"/>
              </a:spcBef>
              <a:spcAft>
                <a:spcPts val="0"/>
              </a:spcAft>
              <a:buClr>
                <a:srgbClr val="232F3E"/>
              </a:buClr>
              <a:buSzPts val="2000"/>
              <a:buFont typeface="Arial"/>
              <a:buChar char="•"/>
              <a:defRPr sz="2000">
                <a:solidFill>
                  <a:srgbClr val="232F3E"/>
                </a:solidFill>
              </a:defRPr>
            </a:lvl1pPr>
            <a:lvl2pPr indent="-342900" lvl="1" marL="914400" algn="l">
              <a:lnSpc>
                <a:spcPct val="100000"/>
              </a:lnSpc>
              <a:spcBef>
                <a:spcPts val="600"/>
              </a:spcBef>
              <a:spcAft>
                <a:spcPts val="0"/>
              </a:spcAft>
              <a:buClr>
                <a:srgbClr val="232F3E"/>
              </a:buClr>
              <a:buSzPts val="1800"/>
              <a:buChar char="•"/>
              <a:defRPr sz="1800">
                <a:solidFill>
                  <a:srgbClr val="232F3E"/>
                </a:solidFill>
              </a:defRPr>
            </a:lvl2pPr>
            <a:lvl3pPr indent="-330200" lvl="2" marL="1371600" algn="l">
              <a:lnSpc>
                <a:spcPct val="100000"/>
              </a:lnSpc>
              <a:spcBef>
                <a:spcPts val="600"/>
              </a:spcBef>
              <a:spcAft>
                <a:spcPts val="0"/>
              </a:spcAft>
              <a:buClr>
                <a:srgbClr val="232F3E"/>
              </a:buClr>
              <a:buSzPts val="1600"/>
              <a:buChar char="•"/>
              <a:defRPr sz="1600">
                <a:solidFill>
                  <a:srgbClr val="232F3E"/>
                </a:solidFill>
              </a:defRPr>
            </a:lvl3pPr>
            <a:lvl4pPr indent="-342900" lvl="3" marL="1828800" algn="l">
              <a:lnSpc>
                <a:spcPct val="90000"/>
              </a:lnSpc>
              <a:spcBef>
                <a:spcPts val="6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99" name="Google Shape;1199;p90"/>
          <p:cNvSpPr/>
          <p:nvPr>
            <p:ph idx="7" type="pic"/>
          </p:nvPr>
        </p:nvSpPr>
        <p:spPr>
          <a:xfrm>
            <a:off x="6414516" y="1097280"/>
            <a:ext cx="2286000" cy="2286000"/>
          </a:xfrm>
          <a:prstGeom prst="rect">
            <a:avLst/>
          </a:prstGeom>
          <a:noFill/>
          <a:ln>
            <a:noFill/>
          </a:ln>
        </p:spPr>
      </p:sp>
      <p:sp>
        <p:nvSpPr>
          <p:cNvPr id="1200" name="Google Shape;1200;p90"/>
          <p:cNvSpPr txBox="1"/>
          <p:nvPr>
            <p:ph idx="8" type="body"/>
          </p:nvPr>
        </p:nvSpPr>
        <p:spPr>
          <a:xfrm>
            <a:off x="6163057" y="3465576"/>
            <a:ext cx="2788920" cy="440329"/>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000"/>
              <a:buNone/>
              <a:defRPr b="0"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01" name="Google Shape;1201;p90"/>
          <p:cNvSpPr txBox="1"/>
          <p:nvPr>
            <p:ph idx="9" type="body"/>
          </p:nvPr>
        </p:nvSpPr>
        <p:spPr>
          <a:xfrm>
            <a:off x="6163057" y="3915505"/>
            <a:ext cx="2788920" cy="2519238"/>
          </a:xfrm>
          <a:prstGeom prst="rect">
            <a:avLst/>
          </a:prstGeom>
          <a:noFill/>
          <a:ln>
            <a:noFill/>
          </a:ln>
        </p:spPr>
        <p:txBody>
          <a:bodyPr anchorCtr="0" anchor="t" bIns="45700" lIns="91425" spcFirstLastPara="1" rIns="91425" wrap="square" tIns="45700">
            <a:noAutofit/>
          </a:bodyPr>
          <a:lstStyle>
            <a:lvl1pPr indent="-355600" lvl="0" marL="457200" algn="l">
              <a:lnSpc>
                <a:spcPct val="100000"/>
              </a:lnSpc>
              <a:spcBef>
                <a:spcPts val="0"/>
              </a:spcBef>
              <a:spcAft>
                <a:spcPts val="0"/>
              </a:spcAft>
              <a:buClr>
                <a:srgbClr val="232F3E"/>
              </a:buClr>
              <a:buSzPts val="2000"/>
              <a:buFont typeface="Arial"/>
              <a:buChar char="•"/>
              <a:defRPr sz="2000">
                <a:solidFill>
                  <a:srgbClr val="232F3E"/>
                </a:solidFill>
              </a:defRPr>
            </a:lvl1pPr>
            <a:lvl2pPr indent="-342900" lvl="1" marL="914400" algn="l">
              <a:lnSpc>
                <a:spcPct val="100000"/>
              </a:lnSpc>
              <a:spcBef>
                <a:spcPts val="600"/>
              </a:spcBef>
              <a:spcAft>
                <a:spcPts val="0"/>
              </a:spcAft>
              <a:buClr>
                <a:srgbClr val="232F3E"/>
              </a:buClr>
              <a:buSzPts val="1800"/>
              <a:buChar char="•"/>
              <a:defRPr sz="1800">
                <a:solidFill>
                  <a:srgbClr val="232F3E"/>
                </a:solidFill>
              </a:defRPr>
            </a:lvl2pPr>
            <a:lvl3pPr indent="-330200" lvl="2" marL="1371600" algn="l">
              <a:lnSpc>
                <a:spcPct val="100000"/>
              </a:lnSpc>
              <a:spcBef>
                <a:spcPts val="600"/>
              </a:spcBef>
              <a:spcAft>
                <a:spcPts val="0"/>
              </a:spcAft>
              <a:buClr>
                <a:srgbClr val="232F3E"/>
              </a:buClr>
              <a:buSzPts val="1600"/>
              <a:buChar char="•"/>
              <a:defRPr sz="1600">
                <a:solidFill>
                  <a:srgbClr val="232F3E"/>
                </a:solidFill>
              </a:defRPr>
            </a:lvl3pPr>
            <a:lvl4pPr indent="-342900" lvl="3" marL="1828800" algn="l">
              <a:lnSpc>
                <a:spcPct val="90000"/>
              </a:lnSpc>
              <a:spcBef>
                <a:spcPts val="6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02" name="Google Shape;1202;p90"/>
          <p:cNvSpPr/>
          <p:nvPr>
            <p:ph idx="13" type="pic"/>
          </p:nvPr>
        </p:nvSpPr>
        <p:spPr>
          <a:xfrm>
            <a:off x="9294876" y="1097280"/>
            <a:ext cx="2286000" cy="2286000"/>
          </a:xfrm>
          <a:prstGeom prst="rect">
            <a:avLst/>
          </a:prstGeom>
          <a:noFill/>
          <a:ln>
            <a:noFill/>
          </a:ln>
        </p:spPr>
      </p:sp>
      <p:sp>
        <p:nvSpPr>
          <p:cNvPr id="1203" name="Google Shape;1203;p90"/>
          <p:cNvSpPr txBox="1"/>
          <p:nvPr>
            <p:ph idx="14" type="subTitle"/>
          </p:nvPr>
        </p:nvSpPr>
        <p:spPr>
          <a:xfrm>
            <a:off x="9043416" y="3465576"/>
            <a:ext cx="2788920" cy="440329"/>
          </a:xfrm>
          <a:prstGeom prst="rect">
            <a:avLst/>
          </a:prstGeom>
          <a:solidFill>
            <a:schemeClr val="accent1"/>
          </a:solid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1"/>
              </a:buClr>
              <a:buSzPts val="2000"/>
              <a:buNone/>
              <a:defRPr b="0" sz="2000">
                <a:solidFill>
                  <a:schemeClr val="lt1"/>
                </a:solidFill>
                <a:latin typeface="Play"/>
                <a:ea typeface="Play"/>
                <a:cs typeface="Play"/>
                <a:sym typeface="Play"/>
              </a:defRPr>
            </a:lvl1pPr>
            <a:lvl2pPr lvl="1" algn="l">
              <a:lnSpc>
                <a:spcPct val="90000"/>
              </a:lnSpc>
              <a:spcBef>
                <a:spcPts val="0"/>
              </a:spcBef>
              <a:spcAft>
                <a:spcPts val="0"/>
              </a:spcAft>
              <a:buClr>
                <a:srgbClr val="232F3E"/>
              </a:buClr>
              <a:buSzPts val="2000"/>
              <a:buNone/>
              <a:defRPr b="1" sz="2000"/>
            </a:lvl2pPr>
            <a:lvl3pPr lvl="2" algn="l">
              <a:lnSpc>
                <a:spcPct val="90000"/>
              </a:lnSpc>
              <a:spcBef>
                <a:spcPts val="1200"/>
              </a:spcBef>
              <a:spcAft>
                <a:spcPts val="0"/>
              </a:spcAft>
              <a:buClr>
                <a:srgbClr val="232F3E"/>
              </a:buClr>
              <a:buSzPts val="1800"/>
              <a:buNone/>
              <a:defRPr b="1" sz="1800"/>
            </a:lvl3pPr>
            <a:lvl4pPr lvl="3" algn="l">
              <a:lnSpc>
                <a:spcPct val="90000"/>
              </a:lnSpc>
              <a:spcBef>
                <a:spcPts val="1200"/>
              </a:spcBef>
              <a:spcAft>
                <a:spcPts val="0"/>
              </a:spcAft>
              <a:buClr>
                <a:srgbClr val="232F3E"/>
              </a:buClr>
              <a:buSzPts val="1600"/>
              <a:buNone/>
              <a:defRPr b="1" sz="1600"/>
            </a:lvl4pPr>
            <a:lvl5pPr lvl="4" algn="l">
              <a:lnSpc>
                <a:spcPct val="90000"/>
              </a:lnSpc>
              <a:spcBef>
                <a:spcPts val="1200"/>
              </a:spcBef>
              <a:spcAft>
                <a:spcPts val="0"/>
              </a:spcAft>
              <a:buClr>
                <a:srgbClr val="232F3E"/>
              </a:buClr>
              <a:buSzPts val="1600"/>
              <a:buNone/>
              <a:defRPr b="1" sz="1600"/>
            </a:lvl5pPr>
            <a:lvl6pPr lvl="5" algn="l">
              <a:lnSpc>
                <a:spcPct val="90000"/>
              </a:lnSpc>
              <a:spcBef>
                <a:spcPts val="1200"/>
              </a:spcBef>
              <a:spcAft>
                <a:spcPts val="0"/>
              </a:spcAft>
              <a:buClr>
                <a:schemeClr val="dk1"/>
              </a:buClr>
              <a:buSzPts val="1600"/>
              <a:buNone/>
              <a:defRPr b="1" sz="1600"/>
            </a:lvl6pPr>
            <a:lvl7pPr lvl="6" algn="l">
              <a:lnSpc>
                <a:spcPct val="90000"/>
              </a:lnSpc>
              <a:spcBef>
                <a:spcPts val="500"/>
              </a:spcBef>
              <a:spcAft>
                <a:spcPts val="0"/>
              </a:spcAft>
              <a:buClr>
                <a:schemeClr val="dk1"/>
              </a:buClr>
              <a:buSzPts val="1600"/>
              <a:buNone/>
              <a:defRPr b="1" sz="1600"/>
            </a:lvl7pPr>
            <a:lvl8pPr lvl="7" algn="l">
              <a:lnSpc>
                <a:spcPct val="90000"/>
              </a:lnSpc>
              <a:spcBef>
                <a:spcPts val="500"/>
              </a:spcBef>
              <a:spcAft>
                <a:spcPts val="0"/>
              </a:spcAft>
              <a:buClr>
                <a:schemeClr val="dk1"/>
              </a:buClr>
              <a:buSzPts val="1600"/>
              <a:buNone/>
              <a:defRPr b="1" sz="1600"/>
            </a:lvl8pPr>
            <a:lvl9pPr lvl="8" algn="l">
              <a:lnSpc>
                <a:spcPct val="90000"/>
              </a:lnSpc>
              <a:spcBef>
                <a:spcPts val="500"/>
              </a:spcBef>
              <a:spcAft>
                <a:spcPts val="0"/>
              </a:spcAft>
              <a:buClr>
                <a:schemeClr val="dk1"/>
              </a:buClr>
              <a:buSzPts val="1600"/>
              <a:buNone/>
              <a:defRPr b="1" sz="1600"/>
            </a:lvl9pPr>
          </a:lstStyle>
          <a:p/>
        </p:txBody>
      </p:sp>
      <p:sp>
        <p:nvSpPr>
          <p:cNvPr id="1204" name="Google Shape;1204;p90"/>
          <p:cNvSpPr txBox="1"/>
          <p:nvPr>
            <p:ph idx="15" type="body"/>
          </p:nvPr>
        </p:nvSpPr>
        <p:spPr>
          <a:xfrm>
            <a:off x="9043416" y="3915505"/>
            <a:ext cx="2788920" cy="2519238"/>
          </a:xfrm>
          <a:prstGeom prst="rect">
            <a:avLst/>
          </a:prstGeom>
          <a:noFill/>
          <a:ln>
            <a:noFill/>
          </a:ln>
        </p:spPr>
        <p:txBody>
          <a:bodyPr anchorCtr="0" anchor="t" bIns="45700" lIns="91425" spcFirstLastPara="1" rIns="91425" wrap="square" tIns="45700">
            <a:noAutofit/>
          </a:bodyPr>
          <a:lstStyle>
            <a:lvl1pPr indent="-355600" lvl="0" marL="457200" algn="l">
              <a:lnSpc>
                <a:spcPct val="100000"/>
              </a:lnSpc>
              <a:spcBef>
                <a:spcPts val="0"/>
              </a:spcBef>
              <a:spcAft>
                <a:spcPts val="0"/>
              </a:spcAft>
              <a:buClr>
                <a:srgbClr val="232F3E"/>
              </a:buClr>
              <a:buSzPts val="2000"/>
              <a:buFont typeface="Arial"/>
              <a:buChar char="•"/>
              <a:defRPr sz="2000">
                <a:solidFill>
                  <a:srgbClr val="232F3E"/>
                </a:solidFill>
              </a:defRPr>
            </a:lvl1pPr>
            <a:lvl2pPr indent="-342900" lvl="1" marL="914400" algn="l">
              <a:lnSpc>
                <a:spcPct val="100000"/>
              </a:lnSpc>
              <a:spcBef>
                <a:spcPts val="600"/>
              </a:spcBef>
              <a:spcAft>
                <a:spcPts val="0"/>
              </a:spcAft>
              <a:buClr>
                <a:srgbClr val="232F3E"/>
              </a:buClr>
              <a:buSzPts val="1800"/>
              <a:buChar char="•"/>
              <a:defRPr sz="1800">
                <a:solidFill>
                  <a:srgbClr val="232F3E"/>
                </a:solidFill>
              </a:defRPr>
            </a:lvl2pPr>
            <a:lvl3pPr indent="-330200" lvl="2" marL="1371600" algn="l">
              <a:lnSpc>
                <a:spcPct val="100000"/>
              </a:lnSpc>
              <a:spcBef>
                <a:spcPts val="600"/>
              </a:spcBef>
              <a:spcAft>
                <a:spcPts val="0"/>
              </a:spcAft>
              <a:buClr>
                <a:srgbClr val="232F3E"/>
              </a:buClr>
              <a:buSzPts val="1600"/>
              <a:buChar char="•"/>
              <a:defRPr sz="1600">
                <a:solidFill>
                  <a:srgbClr val="232F3E"/>
                </a:solidFill>
              </a:defRPr>
            </a:lvl3pPr>
            <a:lvl4pPr indent="-342900" lvl="3" marL="1828800" algn="l">
              <a:lnSpc>
                <a:spcPct val="90000"/>
              </a:lnSpc>
              <a:spcBef>
                <a:spcPts val="6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Headers, and 4 Text Columns">
  <p:cSld name="Title, 4 Headers, and 4 Text Columns">
    <p:bg>
      <p:bgPr>
        <a:solidFill>
          <a:schemeClr val="lt1"/>
        </a:solidFill>
      </p:bgPr>
    </p:bg>
    <p:spTree>
      <p:nvGrpSpPr>
        <p:cNvPr id="1205" name="Shape 1205"/>
        <p:cNvGrpSpPr/>
        <p:nvPr/>
      </p:nvGrpSpPr>
      <p:grpSpPr>
        <a:xfrm>
          <a:off x="0" y="0"/>
          <a:ext cx="0" cy="0"/>
          <a:chOff x="0" y="0"/>
          <a:chExt cx="0" cy="0"/>
        </a:xfrm>
      </p:grpSpPr>
      <p:sp>
        <p:nvSpPr>
          <p:cNvPr id="1206" name="Google Shape;1206;p92"/>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207" name="Google Shape;1207;p92"/>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08" name="Google Shape;1208;p92"/>
          <p:cNvSpPr txBox="1"/>
          <p:nvPr>
            <p:ph idx="1" type="body"/>
          </p:nvPr>
        </p:nvSpPr>
        <p:spPr>
          <a:xfrm>
            <a:off x="365760" y="1051560"/>
            <a:ext cx="2788920" cy="440329"/>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09" name="Google Shape;1209;p92"/>
          <p:cNvSpPr txBox="1"/>
          <p:nvPr>
            <p:ph idx="2" type="body"/>
          </p:nvPr>
        </p:nvSpPr>
        <p:spPr>
          <a:xfrm>
            <a:off x="365760" y="1563624"/>
            <a:ext cx="2788920" cy="4882896"/>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600"/>
              </a:spcBef>
              <a:spcAft>
                <a:spcPts val="0"/>
              </a:spcAft>
              <a:buClr>
                <a:srgbClr val="232F3E"/>
              </a:buClr>
              <a:buSzPts val="2000"/>
              <a:buChar char="•"/>
              <a:defRPr sz="2000">
                <a:solidFill>
                  <a:srgbClr val="232F3E"/>
                </a:solidFill>
              </a:defRPr>
            </a:lvl2pPr>
            <a:lvl3pPr indent="-342900" lvl="2" marL="1371600" algn="l">
              <a:lnSpc>
                <a:spcPct val="100000"/>
              </a:lnSpc>
              <a:spcBef>
                <a:spcPts val="600"/>
              </a:spcBef>
              <a:spcAft>
                <a:spcPts val="0"/>
              </a:spcAft>
              <a:buClr>
                <a:srgbClr val="232F3E"/>
              </a:buClr>
              <a:buSzPts val="1800"/>
              <a:buChar char="•"/>
              <a:defRPr sz="1800">
                <a:solidFill>
                  <a:srgbClr val="232F3E"/>
                </a:solidFill>
              </a:defRPr>
            </a:lvl3pPr>
            <a:lvl4pPr indent="-330200" lvl="3" marL="1828800" algn="l">
              <a:lnSpc>
                <a:spcPct val="100000"/>
              </a:lnSpc>
              <a:spcBef>
                <a:spcPts val="600"/>
              </a:spcBef>
              <a:spcAft>
                <a:spcPts val="0"/>
              </a:spcAft>
              <a:buClr>
                <a:srgbClr val="232F3E"/>
              </a:buClr>
              <a:buSzPts val="1600"/>
              <a:buChar char="•"/>
              <a:defRPr sz="1600">
                <a:solidFill>
                  <a:srgbClr val="232F3E"/>
                </a:solidFill>
              </a:defRPr>
            </a:lvl4pPr>
            <a:lvl5pPr indent="-330200" lvl="4" marL="2286000" algn="l">
              <a:lnSpc>
                <a:spcPct val="100000"/>
              </a:lnSpc>
              <a:spcBef>
                <a:spcPts val="600"/>
              </a:spcBef>
              <a:spcAft>
                <a:spcPts val="0"/>
              </a:spcAft>
              <a:buClr>
                <a:srgbClr val="232F3E"/>
              </a:buClr>
              <a:buSzPts val="1600"/>
              <a:buChar char="•"/>
              <a:defRPr sz="16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10" name="Google Shape;1210;p92"/>
          <p:cNvSpPr txBox="1"/>
          <p:nvPr>
            <p:ph idx="3" type="body"/>
          </p:nvPr>
        </p:nvSpPr>
        <p:spPr>
          <a:xfrm>
            <a:off x="3264408" y="1051560"/>
            <a:ext cx="2788920" cy="440329"/>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11" name="Google Shape;1211;p92"/>
          <p:cNvSpPr txBox="1"/>
          <p:nvPr>
            <p:ph idx="4" type="body"/>
          </p:nvPr>
        </p:nvSpPr>
        <p:spPr>
          <a:xfrm>
            <a:off x="3264408" y="1563624"/>
            <a:ext cx="2788920" cy="4882896"/>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600"/>
              </a:spcBef>
              <a:spcAft>
                <a:spcPts val="0"/>
              </a:spcAft>
              <a:buClr>
                <a:srgbClr val="232F3E"/>
              </a:buClr>
              <a:buSzPts val="2000"/>
              <a:buChar char="•"/>
              <a:defRPr sz="2000">
                <a:solidFill>
                  <a:srgbClr val="232F3E"/>
                </a:solidFill>
              </a:defRPr>
            </a:lvl2pPr>
            <a:lvl3pPr indent="-342900" lvl="2" marL="1371600" algn="l">
              <a:lnSpc>
                <a:spcPct val="100000"/>
              </a:lnSpc>
              <a:spcBef>
                <a:spcPts val="600"/>
              </a:spcBef>
              <a:spcAft>
                <a:spcPts val="0"/>
              </a:spcAft>
              <a:buClr>
                <a:srgbClr val="232F3E"/>
              </a:buClr>
              <a:buSzPts val="1800"/>
              <a:buChar char="•"/>
              <a:defRPr sz="1800">
                <a:solidFill>
                  <a:srgbClr val="232F3E"/>
                </a:solidFill>
              </a:defRPr>
            </a:lvl3pPr>
            <a:lvl4pPr indent="-330200" lvl="3" marL="1828800" algn="l">
              <a:lnSpc>
                <a:spcPct val="100000"/>
              </a:lnSpc>
              <a:spcBef>
                <a:spcPts val="600"/>
              </a:spcBef>
              <a:spcAft>
                <a:spcPts val="0"/>
              </a:spcAft>
              <a:buClr>
                <a:srgbClr val="232F3E"/>
              </a:buClr>
              <a:buSzPts val="1600"/>
              <a:buChar char="•"/>
              <a:defRPr sz="1600">
                <a:solidFill>
                  <a:srgbClr val="232F3E"/>
                </a:solidFill>
              </a:defRPr>
            </a:lvl4pPr>
            <a:lvl5pPr indent="-330200" lvl="4" marL="2286000" algn="l">
              <a:lnSpc>
                <a:spcPct val="100000"/>
              </a:lnSpc>
              <a:spcBef>
                <a:spcPts val="600"/>
              </a:spcBef>
              <a:spcAft>
                <a:spcPts val="0"/>
              </a:spcAft>
              <a:buClr>
                <a:srgbClr val="232F3E"/>
              </a:buClr>
              <a:buSzPts val="1600"/>
              <a:buChar char="•"/>
              <a:defRPr sz="16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12" name="Google Shape;1212;p92"/>
          <p:cNvSpPr txBox="1"/>
          <p:nvPr>
            <p:ph idx="5" type="body"/>
          </p:nvPr>
        </p:nvSpPr>
        <p:spPr>
          <a:xfrm>
            <a:off x="6163056" y="1051560"/>
            <a:ext cx="2788920" cy="440329"/>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13" name="Google Shape;1213;p92"/>
          <p:cNvSpPr txBox="1"/>
          <p:nvPr>
            <p:ph idx="6" type="body"/>
          </p:nvPr>
        </p:nvSpPr>
        <p:spPr>
          <a:xfrm>
            <a:off x="6163056" y="1563624"/>
            <a:ext cx="2788920" cy="4882896"/>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600"/>
              </a:spcBef>
              <a:spcAft>
                <a:spcPts val="0"/>
              </a:spcAft>
              <a:buClr>
                <a:srgbClr val="232F3E"/>
              </a:buClr>
              <a:buSzPts val="2000"/>
              <a:buChar char="•"/>
              <a:defRPr sz="2000">
                <a:solidFill>
                  <a:srgbClr val="232F3E"/>
                </a:solidFill>
              </a:defRPr>
            </a:lvl2pPr>
            <a:lvl3pPr indent="-342900" lvl="2" marL="1371600" algn="l">
              <a:lnSpc>
                <a:spcPct val="100000"/>
              </a:lnSpc>
              <a:spcBef>
                <a:spcPts val="600"/>
              </a:spcBef>
              <a:spcAft>
                <a:spcPts val="0"/>
              </a:spcAft>
              <a:buClr>
                <a:srgbClr val="232F3E"/>
              </a:buClr>
              <a:buSzPts val="1800"/>
              <a:buChar char="•"/>
              <a:defRPr sz="1800">
                <a:solidFill>
                  <a:srgbClr val="232F3E"/>
                </a:solidFill>
              </a:defRPr>
            </a:lvl3pPr>
            <a:lvl4pPr indent="-330200" lvl="3" marL="1828800" algn="l">
              <a:lnSpc>
                <a:spcPct val="100000"/>
              </a:lnSpc>
              <a:spcBef>
                <a:spcPts val="600"/>
              </a:spcBef>
              <a:spcAft>
                <a:spcPts val="0"/>
              </a:spcAft>
              <a:buClr>
                <a:srgbClr val="232F3E"/>
              </a:buClr>
              <a:buSzPts val="1600"/>
              <a:buChar char="•"/>
              <a:defRPr sz="1600">
                <a:solidFill>
                  <a:srgbClr val="232F3E"/>
                </a:solidFill>
              </a:defRPr>
            </a:lvl4pPr>
            <a:lvl5pPr indent="-330200" lvl="4" marL="2286000" algn="l">
              <a:lnSpc>
                <a:spcPct val="100000"/>
              </a:lnSpc>
              <a:spcBef>
                <a:spcPts val="600"/>
              </a:spcBef>
              <a:spcAft>
                <a:spcPts val="0"/>
              </a:spcAft>
              <a:buClr>
                <a:srgbClr val="232F3E"/>
              </a:buClr>
              <a:buSzPts val="1600"/>
              <a:buChar char="•"/>
              <a:defRPr sz="16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14" name="Google Shape;1214;p92"/>
          <p:cNvSpPr txBox="1"/>
          <p:nvPr>
            <p:ph idx="7" type="body"/>
          </p:nvPr>
        </p:nvSpPr>
        <p:spPr>
          <a:xfrm>
            <a:off x="9061704" y="1051560"/>
            <a:ext cx="2788920" cy="440329"/>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15" name="Google Shape;1215;p92"/>
          <p:cNvSpPr txBox="1"/>
          <p:nvPr>
            <p:ph idx="8" type="body"/>
          </p:nvPr>
        </p:nvSpPr>
        <p:spPr>
          <a:xfrm>
            <a:off x="9061704" y="1563624"/>
            <a:ext cx="2788920" cy="4882896"/>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600"/>
              </a:spcBef>
              <a:spcAft>
                <a:spcPts val="0"/>
              </a:spcAft>
              <a:buClr>
                <a:srgbClr val="232F3E"/>
              </a:buClr>
              <a:buSzPts val="2000"/>
              <a:buChar char="•"/>
              <a:defRPr sz="2000">
                <a:solidFill>
                  <a:srgbClr val="232F3E"/>
                </a:solidFill>
              </a:defRPr>
            </a:lvl2pPr>
            <a:lvl3pPr indent="-342900" lvl="2" marL="1371600" algn="l">
              <a:lnSpc>
                <a:spcPct val="100000"/>
              </a:lnSpc>
              <a:spcBef>
                <a:spcPts val="600"/>
              </a:spcBef>
              <a:spcAft>
                <a:spcPts val="0"/>
              </a:spcAft>
              <a:buClr>
                <a:srgbClr val="232F3E"/>
              </a:buClr>
              <a:buSzPts val="1800"/>
              <a:buChar char="•"/>
              <a:defRPr sz="1800">
                <a:solidFill>
                  <a:srgbClr val="232F3E"/>
                </a:solidFill>
              </a:defRPr>
            </a:lvl3pPr>
            <a:lvl4pPr indent="-330200" lvl="3" marL="1828800" algn="l">
              <a:lnSpc>
                <a:spcPct val="100000"/>
              </a:lnSpc>
              <a:spcBef>
                <a:spcPts val="600"/>
              </a:spcBef>
              <a:spcAft>
                <a:spcPts val="0"/>
              </a:spcAft>
              <a:buClr>
                <a:srgbClr val="232F3E"/>
              </a:buClr>
              <a:buSzPts val="1600"/>
              <a:buChar char="•"/>
              <a:defRPr sz="1600">
                <a:solidFill>
                  <a:srgbClr val="232F3E"/>
                </a:solidFill>
              </a:defRPr>
            </a:lvl4pPr>
            <a:lvl5pPr indent="-330200" lvl="4" marL="2286000" algn="l">
              <a:lnSpc>
                <a:spcPct val="100000"/>
              </a:lnSpc>
              <a:spcBef>
                <a:spcPts val="600"/>
              </a:spcBef>
              <a:spcAft>
                <a:spcPts val="0"/>
              </a:spcAft>
              <a:buClr>
                <a:srgbClr val="232F3E"/>
              </a:buClr>
              <a:buSzPts val="1600"/>
              <a:buChar char="•"/>
              <a:defRPr sz="16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bg>
      <p:bgPr>
        <a:blipFill>
          <a:blip r:embed="rId2">
            <a:alphaModFix/>
          </a:blip>
          <a:stretch>
            <a:fillRect/>
          </a:stretch>
        </a:blipFill>
      </p:bgPr>
    </p:bg>
    <p:spTree>
      <p:nvGrpSpPr>
        <p:cNvPr id="1216" name="Shape 1216"/>
        <p:cNvGrpSpPr/>
        <p:nvPr/>
      </p:nvGrpSpPr>
      <p:grpSpPr>
        <a:xfrm>
          <a:off x="0" y="0"/>
          <a:ext cx="0" cy="0"/>
          <a:chOff x="0" y="0"/>
          <a:chExt cx="0" cy="0"/>
        </a:xfrm>
      </p:grpSpPr>
      <p:sp>
        <p:nvSpPr>
          <p:cNvPr id="1217" name="Google Shape;1217;p147"/>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chemeClr val="lt1"/>
                </a:solidFill>
                <a:latin typeface="Play"/>
                <a:ea typeface="Play"/>
                <a:cs typeface="Play"/>
                <a:sym typeface="Play"/>
              </a:defRPr>
            </a:lvl1pPr>
            <a:lvl2pPr indent="0" lvl="1" marL="0" algn="r">
              <a:spcBef>
                <a:spcPts val="0"/>
              </a:spcBef>
              <a:buNone/>
              <a:defRPr sz="1200">
                <a:solidFill>
                  <a:schemeClr val="lt1"/>
                </a:solidFill>
                <a:latin typeface="Play"/>
                <a:ea typeface="Play"/>
                <a:cs typeface="Play"/>
                <a:sym typeface="Play"/>
              </a:defRPr>
            </a:lvl2pPr>
            <a:lvl3pPr indent="0" lvl="2" marL="0" algn="r">
              <a:spcBef>
                <a:spcPts val="0"/>
              </a:spcBef>
              <a:buNone/>
              <a:defRPr sz="1200">
                <a:solidFill>
                  <a:schemeClr val="lt1"/>
                </a:solidFill>
                <a:latin typeface="Play"/>
                <a:ea typeface="Play"/>
                <a:cs typeface="Play"/>
                <a:sym typeface="Play"/>
              </a:defRPr>
            </a:lvl3pPr>
            <a:lvl4pPr indent="0" lvl="3" marL="0" algn="r">
              <a:spcBef>
                <a:spcPts val="0"/>
              </a:spcBef>
              <a:buNone/>
              <a:defRPr sz="1200">
                <a:solidFill>
                  <a:schemeClr val="lt1"/>
                </a:solidFill>
                <a:latin typeface="Play"/>
                <a:ea typeface="Play"/>
                <a:cs typeface="Play"/>
                <a:sym typeface="Play"/>
              </a:defRPr>
            </a:lvl4pPr>
            <a:lvl5pPr indent="0" lvl="4" marL="0" algn="r">
              <a:spcBef>
                <a:spcPts val="0"/>
              </a:spcBef>
              <a:buNone/>
              <a:defRPr sz="1200">
                <a:solidFill>
                  <a:schemeClr val="lt1"/>
                </a:solidFill>
                <a:latin typeface="Play"/>
                <a:ea typeface="Play"/>
                <a:cs typeface="Play"/>
                <a:sym typeface="Play"/>
              </a:defRPr>
            </a:lvl5pPr>
            <a:lvl6pPr indent="0" lvl="5" marL="0" algn="r">
              <a:spcBef>
                <a:spcPts val="0"/>
              </a:spcBef>
              <a:buNone/>
              <a:defRPr sz="1200">
                <a:solidFill>
                  <a:schemeClr val="lt1"/>
                </a:solidFill>
                <a:latin typeface="Play"/>
                <a:ea typeface="Play"/>
                <a:cs typeface="Play"/>
                <a:sym typeface="Play"/>
              </a:defRPr>
            </a:lvl6pPr>
            <a:lvl7pPr indent="0" lvl="6" marL="0" algn="r">
              <a:spcBef>
                <a:spcPts val="0"/>
              </a:spcBef>
              <a:buNone/>
              <a:defRPr sz="1200">
                <a:solidFill>
                  <a:schemeClr val="lt1"/>
                </a:solidFill>
                <a:latin typeface="Play"/>
                <a:ea typeface="Play"/>
                <a:cs typeface="Play"/>
                <a:sym typeface="Play"/>
              </a:defRPr>
            </a:lvl7pPr>
            <a:lvl8pPr indent="0" lvl="7" marL="0" algn="r">
              <a:spcBef>
                <a:spcPts val="0"/>
              </a:spcBef>
              <a:buNone/>
              <a:defRPr sz="1200">
                <a:solidFill>
                  <a:schemeClr val="lt1"/>
                </a:solidFill>
                <a:latin typeface="Play"/>
                <a:ea typeface="Play"/>
                <a:cs typeface="Play"/>
                <a:sym typeface="Play"/>
              </a:defRPr>
            </a:lvl8pPr>
            <a:lvl9pPr indent="0" lvl="8" marL="0" algn="r">
              <a:spcBef>
                <a:spcPts val="0"/>
              </a:spcBef>
              <a:buNone/>
              <a:defRPr sz="1200">
                <a:solidFill>
                  <a:schemeClr val="lt1"/>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218" name="Google Shape;1218;p147"/>
          <p:cNvSpPr txBox="1"/>
          <p:nvPr>
            <p:ph type="title"/>
          </p:nvPr>
        </p:nvSpPr>
        <p:spPr>
          <a:xfrm>
            <a:off x="457200" y="1051560"/>
            <a:ext cx="11375136" cy="16733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4800"/>
              <a:buFont typeface="Play"/>
              <a:buNone/>
              <a:defRPr sz="4800">
                <a:solidFill>
                  <a:schemeClr val="lt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19" name="Google Shape;1219;p147"/>
          <p:cNvSpPr txBox="1"/>
          <p:nvPr>
            <p:ph idx="1" type="body"/>
          </p:nvPr>
        </p:nvSpPr>
        <p:spPr>
          <a:xfrm>
            <a:off x="457200" y="2772920"/>
            <a:ext cx="5500255" cy="175564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Clr>
                <a:schemeClr val="lt1"/>
              </a:buClr>
              <a:buSzPts val="3200"/>
              <a:buNone/>
              <a:defRPr sz="3200">
                <a:solidFill>
                  <a:schemeClr val="lt1"/>
                </a:solidFill>
                <a:latin typeface="Play"/>
                <a:ea typeface="Play"/>
                <a:cs typeface="Play"/>
                <a:sym typeface="Play"/>
              </a:defRPr>
            </a:lvl1pPr>
            <a:lvl2pPr indent="-228600" lvl="1" marL="914400" algn="ctr">
              <a:lnSpc>
                <a:spcPct val="90000"/>
              </a:lnSpc>
              <a:spcBef>
                <a:spcPts val="0"/>
              </a:spcBef>
              <a:spcAft>
                <a:spcPts val="0"/>
              </a:spcAft>
              <a:buClr>
                <a:srgbClr val="232F3E"/>
              </a:buClr>
              <a:buSzPts val="2000"/>
              <a:buNone/>
              <a:defRPr sz="2000"/>
            </a:lvl2pPr>
            <a:lvl3pPr indent="-228600" lvl="2" marL="1371600" algn="ctr">
              <a:lnSpc>
                <a:spcPct val="90000"/>
              </a:lnSpc>
              <a:spcBef>
                <a:spcPts val="1200"/>
              </a:spcBef>
              <a:spcAft>
                <a:spcPts val="0"/>
              </a:spcAft>
              <a:buClr>
                <a:srgbClr val="232F3E"/>
              </a:buClr>
              <a:buSzPts val="1800"/>
              <a:buNone/>
              <a:defRPr sz="1800"/>
            </a:lvl3pPr>
            <a:lvl4pPr indent="-228600" lvl="3" marL="1828800" algn="ctr">
              <a:lnSpc>
                <a:spcPct val="90000"/>
              </a:lnSpc>
              <a:spcBef>
                <a:spcPts val="1200"/>
              </a:spcBef>
              <a:spcAft>
                <a:spcPts val="0"/>
              </a:spcAft>
              <a:buClr>
                <a:srgbClr val="232F3E"/>
              </a:buClr>
              <a:buSzPts val="1600"/>
              <a:buNone/>
              <a:defRPr sz="1600"/>
            </a:lvl4pPr>
            <a:lvl5pPr indent="-228600" lvl="4" marL="2286000" algn="ctr">
              <a:lnSpc>
                <a:spcPct val="90000"/>
              </a:lnSpc>
              <a:spcBef>
                <a:spcPts val="1200"/>
              </a:spcBef>
              <a:spcAft>
                <a:spcPts val="0"/>
              </a:spcAft>
              <a:buClr>
                <a:srgbClr val="232F3E"/>
              </a:buClr>
              <a:buSzPts val="1600"/>
              <a:buNone/>
              <a:defRPr sz="1600"/>
            </a:lvl5pPr>
            <a:lvl6pPr indent="-228600" lvl="5" marL="2743200" algn="ctr">
              <a:lnSpc>
                <a:spcPct val="90000"/>
              </a:lnSpc>
              <a:spcBef>
                <a:spcPts val="1200"/>
              </a:spcBef>
              <a:spcAft>
                <a:spcPts val="0"/>
              </a:spcAft>
              <a:buClr>
                <a:schemeClr val="dk1"/>
              </a:buClr>
              <a:buSzPts val="1600"/>
              <a:buNone/>
              <a:defRPr sz="1600"/>
            </a:lvl6pPr>
            <a:lvl7pPr indent="-228600" lvl="6" marL="3200400" algn="ctr">
              <a:lnSpc>
                <a:spcPct val="90000"/>
              </a:lnSpc>
              <a:spcBef>
                <a:spcPts val="500"/>
              </a:spcBef>
              <a:spcAft>
                <a:spcPts val="0"/>
              </a:spcAft>
              <a:buClr>
                <a:schemeClr val="dk1"/>
              </a:buClr>
              <a:buSzPts val="1600"/>
              <a:buNone/>
              <a:defRPr sz="1600"/>
            </a:lvl7pPr>
            <a:lvl8pPr indent="-228600" lvl="7" marL="3657600" algn="ctr">
              <a:lnSpc>
                <a:spcPct val="90000"/>
              </a:lnSpc>
              <a:spcBef>
                <a:spcPts val="500"/>
              </a:spcBef>
              <a:spcAft>
                <a:spcPts val="0"/>
              </a:spcAft>
              <a:buClr>
                <a:schemeClr val="dk1"/>
              </a:buClr>
              <a:buSzPts val="1600"/>
              <a:buNone/>
              <a:defRPr sz="1600"/>
            </a:lvl8pPr>
            <a:lvl9pPr indent="-228600" lvl="8" marL="4114800" algn="ctr">
              <a:lnSpc>
                <a:spcPct val="90000"/>
              </a:lnSpc>
              <a:spcBef>
                <a:spcPts val="500"/>
              </a:spcBef>
              <a:spcAft>
                <a:spcPts val="0"/>
              </a:spcAft>
              <a:buClr>
                <a:schemeClr val="dk1"/>
              </a:buClr>
              <a:buSzPts val="1600"/>
              <a:buNone/>
              <a:defRPr sz="1600"/>
            </a:lvl9pPr>
          </a:lstStyle>
          <a:p/>
        </p:txBody>
      </p:sp>
      <p:pic>
        <p:nvPicPr>
          <p:cNvPr id="1220" name="Google Shape;1220;p147"/>
          <p:cNvPicPr preferRelativeResize="0"/>
          <p:nvPr/>
        </p:nvPicPr>
        <p:blipFill rotWithShape="1">
          <a:blip r:embed="rId3">
            <a:alphaModFix/>
          </a:blip>
          <a:srcRect b="0" l="0" r="0" t="0"/>
          <a:stretch/>
        </p:blipFill>
        <p:spPr>
          <a:xfrm>
            <a:off x="3799983" y="6446520"/>
            <a:ext cx="4610100" cy="311150"/>
          </a:xfrm>
          <a:prstGeom prst="rect">
            <a:avLst/>
          </a:prstGeom>
          <a:noFill/>
          <a:ln>
            <a:noFill/>
          </a:ln>
        </p:spPr>
      </p:pic>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Variant">
  <p:cSld name="Title Slide Variant">
    <p:bg>
      <p:bgPr>
        <a:blipFill>
          <a:blip r:embed="rId2">
            <a:alphaModFix/>
          </a:blip>
          <a:stretch>
            <a:fillRect/>
          </a:stretch>
        </a:blipFill>
      </p:bgPr>
    </p:bg>
    <p:spTree>
      <p:nvGrpSpPr>
        <p:cNvPr id="1221" name="Shape 1221"/>
        <p:cNvGrpSpPr/>
        <p:nvPr/>
      </p:nvGrpSpPr>
      <p:grpSpPr>
        <a:xfrm>
          <a:off x="0" y="0"/>
          <a:ext cx="0" cy="0"/>
          <a:chOff x="0" y="0"/>
          <a:chExt cx="0" cy="0"/>
        </a:xfrm>
      </p:grpSpPr>
      <p:sp>
        <p:nvSpPr>
          <p:cNvPr id="1222" name="Google Shape;1222;p148"/>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chemeClr val="lt1"/>
                </a:solidFill>
                <a:latin typeface="Play"/>
                <a:ea typeface="Play"/>
                <a:cs typeface="Play"/>
                <a:sym typeface="Play"/>
              </a:defRPr>
            </a:lvl1pPr>
            <a:lvl2pPr indent="0" lvl="1" marL="0" algn="r">
              <a:spcBef>
                <a:spcPts val="0"/>
              </a:spcBef>
              <a:buNone/>
              <a:defRPr sz="1200">
                <a:solidFill>
                  <a:schemeClr val="lt1"/>
                </a:solidFill>
                <a:latin typeface="Play"/>
                <a:ea typeface="Play"/>
                <a:cs typeface="Play"/>
                <a:sym typeface="Play"/>
              </a:defRPr>
            </a:lvl2pPr>
            <a:lvl3pPr indent="0" lvl="2" marL="0" algn="r">
              <a:spcBef>
                <a:spcPts val="0"/>
              </a:spcBef>
              <a:buNone/>
              <a:defRPr sz="1200">
                <a:solidFill>
                  <a:schemeClr val="lt1"/>
                </a:solidFill>
                <a:latin typeface="Play"/>
                <a:ea typeface="Play"/>
                <a:cs typeface="Play"/>
                <a:sym typeface="Play"/>
              </a:defRPr>
            </a:lvl3pPr>
            <a:lvl4pPr indent="0" lvl="3" marL="0" algn="r">
              <a:spcBef>
                <a:spcPts val="0"/>
              </a:spcBef>
              <a:buNone/>
              <a:defRPr sz="1200">
                <a:solidFill>
                  <a:schemeClr val="lt1"/>
                </a:solidFill>
                <a:latin typeface="Play"/>
                <a:ea typeface="Play"/>
                <a:cs typeface="Play"/>
                <a:sym typeface="Play"/>
              </a:defRPr>
            </a:lvl4pPr>
            <a:lvl5pPr indent="0" lvl="4" marL="0" algn="r">
              <a:spcBef>
                <a:spcPts val="0"/>
              </a:spcBef>
              <a:buNone/>
              <a:defRPr sz="1200">
                <a:solidFill>
                  <a:schemeClr val="lt1"/>
                </a:solidFill>
                <a:latin typeface="Play"/>
                <a:ea typeface="Play"/>
                <a:cs typeface="Play"/>
                <a:sym typeface="Play"/>
              </a:defRPr>
            </a:lvl5pPr>
            <a:lvl6pPr indent="0" lvl="5" marL="0" algn="r">
              <a:spcBef>
                <a:spcPts val="0"/>
              </a:spcBef>
              <a:buNone/>
              <a:defRPr sz="1200">
                <a:solidFill>
                  <a:schemeClr val="lt1"/>
                </a:solidFill>
                <a:latin typeface="Play"/>
                <a:ea typeface="Play"/>
                <a:cs typeface="Play"/>
                <a:sym typeface="Play"/>
              </a:defRPr>
            </a:lvl6pPr>
            <a:lvl7pPr indent="0" lvl="6" marL="0" algn="r">
              <a:spcBef>
                <a:spcPts val="0"/>
              </a:spcBef>
              <a:buNone/>
              <a:defRPr sz="1200">
                <a:solidFill>
                  <a:schemeClr val="lt1"/>
                </a:solidFill>
                <a:latin typeface="Play"/>
                <a:ea typeface="Play"/>
                <a:cs typeface="Play"/>
                <a:sym typeface="Play"/>
              </a:defRPr>
            </a:lvl7pPr>
            <a:lvl8pPr indent="0" lvl="7" marL="0" algn="r">
              <a:spcBef>
                <a:spcPts val="0"/>
              </a:spcBef>
              <a:buNone/>
              <a:defRPr sz="1200">
                <a:solidFill>
                  <a:schemeClr val="lt1"/>
                </a:solidFill>
                <a:latin typeface="Play"/>
                <a:ea typeface="Play"/>
                <a:cs typeface="Play"/>
                <a:sym typeface="Play"/>
              </a:defRPr>
            </a:lvl8pPr>
            <a:lvl9pPr indent="0" lvl="8" marL="0" algn="r">
              <a:spcBef>
                <a:spcPts val="0"/>
              </a:spcBef>
              <a:buNone/>
              <a:defRPr sz="1200">
                <a:solidFill>
                  <a:schemeClr val="lt1"/>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223" name="Google Shape;1223;p148"/>
          <p:cNvSpPr txBox="1"/>
          <p:nvPr>
            <p:ph type="title"/>
          </p:nvPr>
        </p:nvSpPr>
        <p:spPr>
          <a:xfrm>
            <a:off x="457200" y="2503472"/>
            <a:ext cx="8946292" cy="167335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4800"/>
              <a:buFont typeface="Play"/>
              <a:buNone/>
              <a:defRPr sz="4800">
                <a:solidFill>
                  <a:schemeClr val="lt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4" name="Google Shape;1224;p148"/>
          <p:cNvSpPr txBox="1"/>
          <p:nvPr>
            <p:ph idx="1" type="body"/>
          </p:nvPr>
        </p:nvSpPr>
        <p:spPr>
          <a:xfrm>
            <a:off x="457200" y="4224832"/>
            <a:ext cx="8946292" cy="99589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Clr>
                <a:schemeClr val="lt1"/>
              </a:buClr>
              <a:buSzPts val="3200"/>
              <a:buNone/>
              <a:defRPr sz="3200">
                <a:solidFill>
                  <a:schemeClr val="lt1"/>
                </a:solidFill>
                <a:latin typeface="Play"/>
                <a:ea typeface="Play"/>
                <a:cs typeface="Play"/>
                <a:sym typeface="Play"/>
              </a:defRPr>
            </a:lvl1pPr>
            <a:lvl2pPr indent="-228600" lvl="1" marL="914400" algn="ctr">
              <a:lnSpc>
                <a:spcPct val="90000"/>
              </a:lnSpc>
              <a:spcBef>
                <a:spcPts val="0"/>
              </a:spcBef>
              <a:spcAft>
                <a:spcPts val="0"/>
              </a:spcAft>
              <a:buClr>
                <a:srgbClr val="232F3E"/>
              </a:buClr>
              <a:buSzPts val="2000"/>
              <a:buNone/>
              <a:defRPr sz="2000"/>
            </a:lvl2pPr>
            <a:lvl3pPr indent="-228600" lvl="2" marL="1371600" algn="ctr">
              <a:lnSpc>
                <a:spcPct val="90000"/>
              </a:lnSpc>
              <a:spcBef>
                <a:spcPts val="1200"/>
              </a:spcBef>
              <a:spcAft>
                <a:spcPts val="0"/>
              </a:spcAft>
              <a:buClr>
                <a:srgbClr val="232F3E"/>
              </a:buClr>
              <a:buSzPts val="1800"/>
              <a:buNone/>
              <a:defRPr sz="1800"/>
            </a:lvl3pPr>
            <a:lvl4pPr indent="-228600" lvl="3" marL="1828800" algn="ctr">
              <a:lnSpc>
                <a:spcPct val="90000"/>
              </a:lnSpc>
              <a:spcBef>
                <a:spcPts val="1200"/>
              </a:spcBef>
              <a:spcAft>
                <a:spcPts val="0"/>
              </a:spcAft>
              <a:buClr>
                <a:srgbClr val="232F3E"/>
              </a:buClr>
              <a:buSzPts val="1600"/>
              <a:buNone/>
              <a:defRPr sz="1600"/>
            </a:lvl4pPr>
            <a:lvl5pPr indent="-228600" lvl="4" marL="2286000" algn="ctr">
              <a:lnSpc>
                <a:spcPct val="90000"/>
              </a:lnSpc>
              <a:spcBef>
                <a:spcPts val="1200"/>
              </a:spcBef>
              <a:spcAft>
                <a:spcPts val="0"/>
              </a:spcAft>
              <a:buClr>
                <a:srgbClr val="232F3E"/>
              </a:buClr>
              <a:buSzPts val="1600"/>
              <a:buNone/>
              <a:defRPr sz="1600"/>
            </a:lvl5pPr>
            <a:lvl6pPr indent="-228600" lvl="5" marL="2743200" algn="ctr">
              <a:lnSpc>
                <a:spcPct val="90000"/>
              </a:lnSpc>
              <a:spcBef>
                <a:spcPts val="1200"/>
              </a:spcBef>
              <a:spcAft>
                <a:spcPts val="0"/>
              </a:spcAft>
              <a:buClr>
                <a:schemeClr val="dk1"/>
              </a:buClr>
              <a:buSzPts val="1600"/>
              <a:buNone/>
              <a:defRPr sz="1600"/>
            </a:lvl6pPr>
            <a:lvl7pPr indent="-228600" lvl="6" marL="3200400" algn="ctr">
              <a:lnSpc>
                <a:spcPct val="90000"/>
              </a:lnSpc>
              <a:spcBef>
                <a:spcPts val="500"/>
              </a:spcBef>
              <a:spcAft>
                <a:spcPts val="0"/>
              </a:spcAft>
              <a:buClr>
                <a:schemeClr val="dk1"/>
              </a:buClr>
              <a:buSzPts val="1600"/>
              <a:buNone/>
              <a:defRPr sz="1600"/>
            </a:lvl7pPr>
            <a:lvl8pPr indent="-228600" lvl="7" marL="3657600" algn="ctr">
              <a:lnSpc>
                <a:spcPct val="90000"/>
              </a:lnSpc>
              <a:spcBef>
                <a:spcPts val="500"/>
              </a:spcBef>
              <a:spcAft>
                <a:spcPts val="0"/>
              </a:spcAft>
              <a:buClr>
                <a:schemeClr val="dk1"/>
              </a:buClr>
              <a:buSzPts val="1600"/>
              <a:buNone/>
              <a:defRPr sz="1600"/>
            </a:lvl8pPr>
            <a:lvl9pPr indent="-228600" lvl="8" marL="4114800" algn="ctr">
              <a:lnSpc>
                <a:spcPct val="90000"/>
              </a:lnSpc>
              <a:spcBef>
                <a:spcPts val="500"/>
              </a:spcBef>
              <a:spcAft>
                <a:spcPts val="0"/>
              </a:spcAft>
              <a:buClr>
                <a:schemeClr val="dk1"/>
              </a:buClr>
              <a:buSzPts val="1600"/>
              <a:buNone/>
              <a:defRPr sz="1600"/>
            </a:lvl9pPr>
          </a:lstStyle>
          <a:p/>
        </p:txBody>
      </p:sp>
      <p:pic>
        <p:nvPicPr>
          <p:cNvPr id="1225" name="Google Shape;1225;p148"/>
          <p:cNvPicPr preferRelativeResize="0"/>
          <p:nvPr/>
        </p:nvPicPr>
        <p:blipFill rotWithShape="1">
          <a:blip r:embed="rId3">
            <a:alphaModFix/>
          </a:blip>
          <a:srcRect b="0" l="0" r="0" t="0"/>
          <a:stretch/>
        </p:blipFill>
        <p:spPr>
          <a:xfrm>
            <a:off x="3799983" y="6446520"/>
            <a:ext cx="4610100" cy="311150"/>
          </a:xfrm>
          <a:prstGeom prst="rect">
            <a:avLst/>
          </a:prstGeom>
          <a:noFill/>
          <a:ln>
            <a:noFill/>
          </a:ln>
        </p:spPr>
      </p:pic>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lide" showMasterSp="0">
  <p:cSld name="Section Slide">
    <p:bg>
      <p:bgPr>
        <a:blipFill>
          <a:blip r:embed="rId2">
            <a:alphaModFix/>
          </a:blip>
          <a:stretch>
            <a:fillRect/>
          </a:stretch>
        </a:blipFill>
      </p:bgPr>
    </p:bg>
    <p:spTree>
      <p:nvGrpSpPr>
        <p:cNvPr id="1226" name="Shape 1226"/>
        <p:cNvGrpSpPr/>
        <p:nvPr/>
      </p:nvGrpSpPr>
      <p:grpSpPr>
        <a:xfrm>
          <a:off x="0" y="0"/>
          <a:ext cx="0" cy="0"/>
          <a:chOff x="0" y="0"/>
          <a:chExt cx="0" cy="0"/>
        </a:xfrm>
      </p:grpSpPr>
      <p:sp>
        <p:nvSpPr>
          <p:cNvPr id="1227" name="Google Shape;1227;p149"/>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228" name="Google Shape;1228;p149"/>
          <p:cNvSpPr txBox="1"/>
          <p:nvPr>
            <p:ph type="title"/>
          </p:nvPr>
        </p:nvSpPr>
        <p:spPr>
          <a:xfrm>
            <a:off x="457200" y="2545492"/>
            <a:ext cx="6456405" cy="244687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4800"/>
              <a:buFont typeface="Play"/>
              <a:buNone/>
              <a:defRPr sz="4800">
                <a:solidFill>
                  <a:schemeClr val="lt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9" name="Google Shape;1229;p149"/>
          <p:cNvSpPr txBox="1"/>
          <p:nvPr>
            <p:ph idx="1" type="body"/>
          </p:nvPr>
        </p:nvSpPr>
        <p:spPr>
          <a:xfrm>
            <a:off x="457200" y="5040376"/>
            <a:ext cx="6456405" cy="99589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Clr>
                <a:schemeClr val="lt1"/>
              </a:buClr>
              <a:buSzPts val="3200"/>
              <a:buNone/>
              <a:defRPr sz="3200">
                <a:solidFill>
                  <a:schemeClr val="lt1"/>
                </a:solidFill>
                <a:latin typeface="Play"/>
                <a:ea typeface="Play"/>
                <a:cs typeface="Play"/>
                <a:sym typeface="Play"/>
              </a:defRPr>
            </a:lvl1pPr>
            <a:lvl2pPr indent="-228600" lvl="1" marL="914400" algn="ctr">
              <a:lnSpc>
                <a:spcPct val="90000"/>
              </a:lnSpc>
              <a:spcBef>
                <a:spcPts val="0"/>
              </a:spcBef>
              <a:spcAft>
                <a:spcPts val="0"/>
              </a:spcAft>
              <a:buClr>
                <a:srgbClr val="232F3E"/>
              </a:buClr>
              <a:buSzPts val="2000"/>
              <a:buNone/>
              <a:defRPr sz="2000"/>
            </a:lvl2pPr>
            <a:lvl3pPr indent="-228600" lvl="2" marL="1371600" algn="ctr">
              <a:lnSpc>
                <a:spcPct val="90000"/>
              </a:lnSpc>
              <a:spcBef>
                <a:spcPts val="1200"/>
              </a:spcBef>
              <a:spcAft>
                <a:spcPts val="0"/>
              </a:spcAft>
              <a:buClr>
                <a:srgbClr val="232F3E"/>
              </a:buClr>
              <a:buSzPts val="1800"/>
              <a:buNone/>
              <a:defRPr sz="1800"/>
            </a:lvl3pPr>
            <a:lvl4pPr indent="-228600" lvl="3" marL="1828800" algn="ctr">
              <a:lnSpc>
                <a:spcPct val="90000"/>
              </a:lnSpc>
              <a:spcBef>
                <a:spcPts val="1200"/>
              </a:spcBef>
              <a:spcAft>
                <a:spcPts val="0"/>
              </a:spcAft>
              <a:buClr>
                <a:srgbClr val="232F3E"/>
              </a:buClr>
              <a:buSzPts val="1600"/>
              <a:buNone/>
              <a:defRPr sz="1600"/>
            </a:lvl4pPr>
            <a:lvl5pPr indent="-228600" lvl="4" marL="2286000" algn="ctr">
              <a:lnSpc>
                <a:spcPct val="90000"/>
              </a:lnSpc>
              <a:spcBef>
                <a:spcPts val="1200"/>
              </a:spcBef>
              <a:spcAft>
                <a:spcPts val="0"/>
              </a:spcAft>
              <a:buClr>
                <a:srgbClr val="232F3E"/>
              </a:buClr>
              <a:buSzPts val="1600"/>
              <a:buNone/>
              <a:defRPr sz="1600"/>
            </a:lvl5pPr>
            <a:lvl6pPr indent="-228600" lvl="5" marL="2743200" algn="ctr">
              <a:lnSpc>
                <a:spcPct val="90000"/>
              </a:lnSpc>
              <a:spcBef>
                <a:spcPts val="1200"/>
              </a:spcBef>
              <a:spcAft>
                <a:spcPts val="0"/>
              </a:spcAft>
              <a:buClr>
                <a:schemeClr val="dk1"/>
              </a:buClr>
              <a:buSzPts val="1600"/>
              <a:buNone/>
              <a:defRPr sz="1600"/>
            </a:lvl6pPr>
            <a:lvl7pPr indent="-228600" lvl="6" marL="3200400" algn="ctr">
              <a:lnSpc>
                <a:spcPct val="90000"/>
              </a:lnSpc>
              <a:spcBef>
                <a:spcPts val="500"/>
              </a:spcBef>
              <a:spcAft>
                <a:spcPts val="0"/>
              </a:spcAft>
              <a:buClr>
                <a:schemeClr val="dk1"/>
              </a:buClr>
              <a:buSzPts val="1600"/>
              <a:buNone/>
              <a:defRPr sz="1600"/>
            </a:lvl7pPr>
            <a:lvl8pPr indent="-228600" lvl="7" marL="3657600" algn="ctr">
              <a:lnSpc>
                <a:spcPct val="90000"/>
              </a:lnSpc>
              <a:spcBef>
                <a:spcPts val="500"/>
              </a:spcBef>
              <a:spcAft>
                <a:spcPts val="0"/>
              </a:spcAft>
              <a:buClr>
                <a:schemeClr val="dk1"/>
              </a:buClr>
              <a:buSzPts val="1600"/>
              <a:buNone/>
              <a:defRPr sz="1600"/>
            </a:lvl8pPr>
            <a:lvl9pPr indent="-228600" lvl="8" marL="4114800" algn="ctr">
              <a:lnSpc>
                <a:spcPct val="90000"/>
              </a:lnSpc>
              <a:spcBef>
                <a:spcPts val="500"/>
              </a:spcBef>
              <a:spcAft>
                <a:spcPts val="0"/>
              </a:spcAft>
              <a:buClr>
                <a:schemeClr val="dk1"/>
              </a:buClr>
              <a:buSzPts val="1600"/>
              <a:buNone/>
              <a:defRPr sz="1600"/>
            </a:lvl9pPr>
          </a:lstStyle>
          <a:p/>
        </p:txBody>
      </p:sp>
      <p:pic>
        <p:nvPicPr>
          <p:cNvPr id="1230" name="Google Shape;1230;p149"/>
          <p:cNvPicPr preferRelativeResize="0"/>
          <p:nvPr/>
        </p:nvPicPr>
        <p:blipFill rotWithShape="1">
          <a:blip r:embed="rId3">
            <a:alphaModFix/>
          </a:blip>
          <a:srcRect b="0" l="0" r="0" t="0"/>
          <a:stretch/>
        </p:blipFill>
        <p:spPr>
          <a:xfrm>
            <a:off x="1151752" y="6446520"/>
            <a:ext cx="4610100" cy="311150"/>
          </a:xfrm>
          <a:prstGeom prst="rect">
            <a:avLst/>
          </a:prstGeom>
          <a:noFill/>
          <a:ln>
            <a:noFill/>
          </a:ln>
        </p:spPr>
      </p:pic>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lide Variant" showMasterSp="0">
  <p:cSld name="Section Slide Variant">
    <p:bg>
      <p:bgPr>
        <a:blipFill>
          <a:blip r:embed="rId2">
            <a:alphaModFix/>
          </a:blip>
          <a:stretch>
            <a:fillRect/>
          </a:stretch>
        </a:blipFill>
      </p:bgPr>
    </p:bg>
    <p:spTree>
      <p:nvGrpSpPr>
        <p:cNvPr id="1231" name="Shape 1231"/>
        <p:cNvGrpSpPr/>
        <p:nvPr/>
      </p:nvGrpSpPr>
      <p:grpSpPr>
        <a:xfrm>
          <a:off x="0" y="0"/>
          <a:ext cx="0" cy="0"/>
          <a:chOff x="0" y="0"/>
          <a:chExt cx="0" cy="0"/>
        </a:xfrm>
      </p:grpSpPr>
      <p:sp>
        <p:nvSpPr>
          <p:cNvPr id="1232" name="Google Shape;1232;p150"/>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233" name="Google Shape;1233;p150"/>
          <p:cNvSpPr txBox="1"/>
          <p:nvPr>
            <p:ph type="title"/>
          </p:nvPr>
        </p:nvSpPr>
        <p:spPr>
          <a:xfrm>
            <a:off x="457200" y="2545492"/>
            <a:ext cx="11375136" cy="244687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4800"/>
              <a:buFont typeface="Play"/>
              <a:buNone/>
              <a:defRPr sz="4800">
                <a:solidFill>
                  <a:schemeClr val="lt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34" name="Google Shape;1234;p150"/>
          <p:cNvSpPr txBox="1"/>
          <p:nvPr>
            <p:ph idx="1" type="subTitle"/>
          </p:nvPr>
        </p:nvSpPr>
        <p:spPr>
          <a:xfrm>
            <a:off x="457200" y="5040376"/>
            <a:ext cx="11375136" cy="995898"/>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lt1"/>
              </a:buClr>
              <a:buSzPts val="3200"/>
              <a:buNone/>
              <a:defRPr sz="3200">
                <a:solidFill>
                  <a:schemeClr val="lt1"/>
                </a:solidFill>
                <a:latin typeface="Play"/>
                <a:ea typeface="Play"/>
                <a:cs typeface="Play"/>
                <a:sym typeface="Play"/>
              </a:defRPr>
            </a:lvl1pPr>
            <a:lvl2pPr lvl="1" algn="ctr">
              <a:lnSpc>
                <a:spcPct val="90000"/>
              </a:lnSpc>
              <a:spcBef>
                <a:spcPts val="0"/>
              </a:spcBef>
              <a:spcAft>
                <a:spcPts val="0"/>
              </a:spcAft>
              <a:buClr>
                <a:srgbClr val="232F3E"/>
              </a:buClr>
              <a:buSzPts val="2000"/>
              <a:buNone/>
              <a:defRPr sz="2000"/>
            </a:lvl2pPr>
            <a:lvl3pPr lvl="2" algn="ctr">
              <a:lnSpc>
                <a:spcPct val="90000"/>
              </a:lnSpc>
              <a:spcBef>
                <a:spcPts val="1200"/>
              </a:spcBef>
              <a:spcAft>
                <a:spcPts val="0"/>
              </a:spcAft>
              <a:buClr>
                <a:srgbClr val="232F3E"/>
              </a:buClr>
              <a:buSzPts val="1800"/>
              <a:buNone/>
              <a:defRPr sz="1800"/>
            </a:lvl3pPr>
            <a:lvl4pPr lvl="3" algn="ctr">
              <a:lnSpc>
                <a:spcPct val="90000"/>
              </a:lnSpc>
              <a:spcBef>
                <a:spcPts val="1200"/>
              </a:spcBef>
              <a:spcAft>
                <a:spcPts val="0"/>
              </a:spcAft>
              <a:buClr>
                <a:srgbClr val="232F3E"/>
              </a:buClr>
              <a:buSzPts val="1600"/>
              <a:buNone/>
              <a:defRPr sz="1600"/>
            </a:lvl4pPr>
            <a:lvl5pPr lvl="4" algn="ctr">
              <a:lnSpc>
                <a:spcPct val="90000"/>
              </a:lnSpc>
              <a:spcBef>
                <a:spcPts val="1200"/>
              </a:spcBef>
              <a:spcAft>
                <a:spcPts val="0"/>
              </a:spcAft>
              <a:buClr>
                <a:srgbClr val="232F3E"/>
              </a:buClr>
              <a:buSzPts val="1600"/>
              <a:buNone/>
              <a:defRPr sz="1600"/>
            </a:lvl5pPr>
            <a:lvl6pPr lvl="5" algn="ctr">
              <a:lnSpc>
                <a:spcPct val="90000"/>
              </a:lnSpc>
              <a:spcBef>
                <a:spcPts val="12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1235" name="Google Shape;1235;p150"/>
          <p:cNvPicPr preferRelativeResize="0"/>
          <p:nvPr/>
        </p:nvPicPr>
        <p:blipFill rotWithShape="1">
          <a:blip r:embed="rId3">
            <a:alphaModFix/>
          </a:blip>
          <a:srcRect b="0" l="0" r="0" t="0"/>
          <a:stretch/>
        </p:blipFill>
        <p:spPr>
          <a:xfrm>
            <a:off x="3799983" y="6446520"/>
            <a:ext cx="4610100" cy="311150"/>
          </a:xfrm>
          <a:prstGeom prst="rect">
            <a:avLst/>
          </a:prstGeom>
          <a:noFill/>
          <a:ln>
            <a:noFill/>
          </a:ln>
        </p:spPr>
      </p:pic>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dule Outline" showMasterSp="0" type="secHead">
  <p:cSld name="SECTION_HEADER">
    <p:bg>
      <p:bgPr>
        <a:blipFill>
          <a:blip r:embed="rId2">
            <a:alphaModFix/>
          </a:blip>
          <a:stretch>
            <a:fillRect/>
          </a:stretch>
        </a:blipFill>
      </p:bgPr>
    </p:bg>
    <p:spTree>
      <p:nvGrpSpPr>
        <p:cNvPr id="1236" name="Shape 1236"/>
        <p:cNvGrpSpPr/>
        <p:nvPr/>
      </p:nvGrpSpPr>
      <p:grpSpPr>
        <a:xfrm>
          <a:off x="0" y="0"/>
          <a:ext cx="0" cy="0"/>
          <a:chOff x="0" y="0"/>
          <a:chExt cx="0" cy="0"/>
        </a:xfrm>
      </p:grpSpPr>
      <p:sp>
        <p:nvSpPr>
          <p:cNvPr id="1237" name="Google Shape;1237;p151"/>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238" name="Google Shape;1238;p151"/>
          <p:cNvSpPr txBox="1"/>
          <p:nvPr>
            <p:ph idx="1" type="body"/>
          </p:nvPr>
        </p:nvSpPr>
        <p:spPr>
          <a:xfrm>
            <a:off x="365760" y="1123950"/>
            <a:ext cx="11634787" cy="388938"/>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Clr>
                <a:schemeClr val="lt1"/>
              </a:buClr>
              <a:buSzPts val="2000"/>
              <a:buNone/>
              <a:defRPr sz="20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39" name="Google Shape;1239;p151"/>
          <p:cNvSpPr txBox="1"/>
          <p:nvPr>
            <p:ph type="title"/>
          </p:nvPr>
        </p:nvSpPr>
        <p:spPr>
          <a:xfrm>
            <a:off x="365760" y="1541983"/>
            <a:ext cx="8547012" cy="118872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600"/>
              <a:buFont typeface="Play"/>
              <a:buNone/>
              <a:defRPr>
                <a:solidFill>
                  <a:schemeClr val="lt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40" name="Google Shape;1240;p151"/>
          <p:cNvSpPr txBox="1"/>
          <p:nvPr>
            <p:ph idx="2" type="body"/>
          </p:nvPr>
        </p:nvSpPr>
        <p:spPr>
          <a:xfrm>
            <a:off x="914400" y="2743200"/>
            <a:ext cx="7998372" cy="36576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Clr>
                <a:schemeClr val="lt1"/>
              </a:buClr>
              <a:buSzPts val="2800"/>
              <a:buNone/>
              <a:defRPr>
                <a:solidFill>
                  <a:schemeClr val="lt1"/>
                </a:solidFill>
                <a:latin typeface="Play"/>
                <a:ea typeface="Play"/>
                <a:cs typeface="Play"/>
                <a:sym typeface="Play"/>
              </a:defRPr>
            </a:lvl1pPr>
            <a:lvl2pPr indent="-342900" lvl="1" marL="914400" algn="l">
              <a:lnSpc>
                <a:spcPct val="90000"/>
              </a:lnSpc>
              <a:spcBef>
                <a:spcPts val="6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241" name="Google Shape;1241;p151"/>
          <p:cNvPicPr preferRelativeResize="0"/>
          <p:nvPr/>
        </p:nvPicPr>
        <p:blipFill rotWithShape="1">
          <a:blip r:embed="rId3">
            <a:alphaModFix/>
          </a:blip>
          <a:srcRect b="0" l="0" r="0" t="0"/>
          <a:stretch/>
        </p:blipFill>
        <p:spPr>
          <a:xfrm>
            <a:off x="3799983" y="6446519"/>
            <a:ext cx="4610100" cy="311150"/>
          </a:xfrm>
          <a:prstGeom prst="rect">
            <a:avLst/>
          </a:prstGeom>
          <a:noFill/>
          <a:ln>
            <a:noFill/>
          </a:ln>
        </p:spPr>
      </p:pic>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showMasterSp="0">
  <p:cSld name="Quote">
    <p:bg>
      <p:bgPr>
        <a:blipFill>
          <a:blip r:embed="rId2">
            <a:alphaModFix/>
          </a:blip>
          <a:stretch>
            <a:fillRect/>
          </a:stretch>
        </a:blipFill>
      </p:bgPr>
    </p:bg>
    <p:spTree>
      <p:nvGrpSpPr>
        <p:cNvPr id="1242" name="Shape 1242"/>
        <p:cNvGrpSpPr/>
        <p:nvPr/>
      </p:nvGrpSpPr>
      <p:grpSpPr>
        <a:xfrm>
          <a:off x="0" y="0"/>
          <a:ext cx="0" cy="0"/>
          <a:chOff x="0" y="0"/>
          <a:chExt cx="0" cy="0"/>
        </a:xfrm>
      </p:grpSpPr>
      <p:sp>
        <p:nvSpPr>
          <p:cNvPr id="1243" name="Google Shape;1243;p152"/>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244" name="Google Shape;1244;p152"/>
          <p:cNvSpPr txBox="1"/>
          <p:nvPr>
            <p:ph type="title"/>
          </p:nvPr>
        </p:nvSpPr>
        <p:spPr>
          <a:xfrm>
            <a:off x="365760" y="1709738"/>
            <a:ext cx="11472013" cy="360984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000"/>
              <a:buFont typeface="Play"/>
              <a:buNone/>
              <a:defRPr sz="4000">
                <a:solidFill>
                  <a:schemeClr val="lt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45" name="Google Shape;1245;p152"/>
          <p:cNvSpPr txBox="1"/>
          <p:nvPr>
            <p:ph idx="1" type="body"/>
          </p:nvPr>
        </p:nvSpPr>
        <p:spPr>
          <a:xfrm>
            <a:off x="365760" y="5319584"/>
            <a:ext cx="11472013" cy="77006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Clr>
                <a:schemeClr val="lt1"/>
              </a:buClr>
              <a:buSzPts val="2800"/>
              <a:buNone/>
              <a:defRPr sz="2800">
                <a:solidFill>
                  <a:schemeClr val="lt1"/>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246" name="Google Shape;1246;p152"/>
          <p:cNvPicPr preferRelativeResize="0"/>
          <p:nvPr/>
        </p:nvPicPr>
        <p:blipFill rotWithShape="1">
          <a:blip r:embed="rId3">
            <a:alphaModFix/>
          </a:blip>
          <a:srcRect b="0" l="0" r="0" t="0"/>
          <a:stretch/>
        </p:blipFill>
        <p:spPr>
          <a:xfrm>
            <a:off x="3799983" y="6446520"/>
            <a:ext cx="4610100" cy="311150"/>
          </a:xfrm>
          <a:prstGeom prst="rect">
            <a:avLst/>
          </a:prstGeom>
          <a:noFill/>
          <a:ln>
            <a:noFill/>
          </a:ln>
        </p:spPr>
      </p:pic>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pic Introduction" showMasterSp="0">
  <p:cSld name="Topic Introduction">
    <p:bg>
      <p:bgPr>
        <a:blipFill>
          <a:blip r:embed="rId2">
            <a:alphaModFix/>
          </a:blip>
          <a:stretch>
            <a:fillRect/>
          </a:stretch>
        </a:blipFill>
      </p:bgPr>
    </p:bg>
    <p:spTree>
      <p:nvGrpSpPr>
        <p:cNvPr id="1247" name="Shape 1247"/>
        <p:cNvGrpSpPr/>
        <p:nvPr/>
      </p:nvGrpSpPr>
      <p:grpSpPr>
        <a:xfrm>
          <a:off x="0" y="0"/>
          <a:ext cx="0" cy="0"/>
          <a:chOff x="0" y="0"/>
          <a:chExt cx="0" cy="0"/>
        </a:xfrm>
      </p:grpSpPr>
      <p:sp>
        <p:nvSpPr>
          <p:cNvPr id="1248" name="Google Shape;1248;p153"/>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249" name="Google Shape;1249;p153"/>
          <p:cNvSpPr txBox="1"/>
          <p:nvPr>
            <p:ph type="title"/>
          </p:nvPr>
        </p:nvSpPr>
        <p:spPr>
          <a:xfrm>
            <a:off x="243242" y="292099"/>
            <a:ext cx="4062057" cy="1866901"/>
          </a:xfrm>
          <a:prstGeom prst="rect">
            <a:avLst/>
          </a:prstGeom>
          <a:noFill/>
          <a:ln>
            <a:noFill/>
          </a:ln>
        </p:spPr>
        <p:txBody>
          <a:bodyPr anchorCtr="0" anchor="t" bIns="45700" lIns="91425" spcFirstLastPara="1" rIns="91425" wrap="square" tIns="45700">
            <a:noAutofit/>
          </a:bodyPr>
          <a:lstStyle>
            <a:lvl1pPr lvl="0" algn="ctr">
              <a:lnSpc>
                <a:spcPct val="90000"/>
              </a:lnSpc>
              <a:spcBef>
                <a:spcPts val="0"/>
              </a:spcBef>
              <a:spcAft>
                <a:spcPts val="0"/>
              </a:spcAft>
              <a:buClr>
                <a:srgbClr val="F1F3F3"/>
              </a:buClr>
              <a:buSzPts val="3600"/>
              <a:buFont typeface="Play"/>
              <a:buNone/>
              <a:defRPr sz="3600">
                <a:solidFill>
                  <a:srgbClr val="F1F3F3"/>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50" name="Google Shape;1250;p153"/>
          <p:cNvSpPr txBox="1"/>
          <p:nvPr>
            <p:ph idx="1" type="body"/>
          </p:nvPr>
        </p:nvSpPr>
        <p:spPr>
          <a:xfrm>
            <a:off x="246888" y="2434960"/>
            <a:ext cx="4060392" cy="3657600"/>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0"/>
              </a:spcBef>
              <a:spcAft>
                <a:spcPts val="0"/>
              </a:spcAft>
              <a:buClr>
                <a:srgbClr val="F1F3F3"/>
              </a:buClr>
              <a:buSzPts val="2800"/>
              <a:buNone/>
              <a:defRPr>
                <a:solidFill>
                  <a:srgbClr val="F1F3F3"/>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51" name="Google Shape;1251;p153"/>
          <p:cNvSpPr txBox="1"/>
          <p:nvPr>
            <p:ph idx="2" type="body"/>
          </p:nvPr>
        </p:nvSpPr>
        <p:spPr>
          <a:xfrm>
            <a:off x="4592635" y="292099"/>
            <a:ext cx="7239701" cy="6142651"/>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latin typeface="Play"/>
                <a:ea typeface="Play"/>
                <a:cs typeface="Play"/>
                <a:sym typeface="Play"/>
              </a:defRPr>
            </a:lvl1pPr>
            <a:lvl2pPr indent="-381000" lvl="1" marL="914400" algn="l">
              <a:lnSpc>
                <a:spcPct val="100000"/>
              </a:lnSpc>
              <a:spcBef>
                <a:spcPts val="1200"/>
              </a:spcBef>
              <a:spcAft>
                <a:spcPts val="0"/>
              </a:spcAft>
              <a:buClr>
                <a:srgbClr val="232F3E"/>
              </a:buClr>
              <a:buSzPts val="2400"/>
              <a:buChar char="•"/>
              <a:defRPr sz="2400">
                <a:solidFill>
                  <a:srgbClr val="232F3E"/>
                </a:solidFill>
                <a:latin typeface="Play"/>
                <a:ea typeface="Play"/>
                <a:cs typeface="Play"/>
                <a:sym typeface="Play"/>
              </a:defRPr>
            </a:lvl2pPr>
            <a:lvl3pPr indent="-355600" lvl="2" marL="1371600" algn="l">
              <a:lnSpc>
                <a:spcPct val="100000"/>
              </a:lnSpc>
              <a:spcBef>
                <a:spcPts val="1200"/>
              </a:spcBef>
              <a:spcAft>
                <a:spcPts val="0"/>
              </a:spcAft>
              <a:buClr>
                <a:srgbClr val="232F3E"/>
              </a:buClr>
              <a:buSzPts val="2000"/>
              <a:buChar char="•"/>
              <a:defRPr sz="2000">
                <a:solidFill>
                  <a:srgbClr val="232F3E"/>
                </a:solidFill>
                <a:latin typeface="Play"/>
                <a:ea typeface="Play"/>
                <a:cs typeface="Play"/>
                <a:sym typeface="Play"/>
              </a:defRPr>
            </a:lvl3pPr>
            <a:lvl4pPr indent="-342900" lvl="3" marL="1828800" algn="l">
              <a:lnSpc>
                <a:spcPct val="100000"/>
              </a:lnSpc>
              <a:spcBef>
                <a:spcPts val="1200"/>
              </a:spcBef>
              <a:spcAft>
                <a:spcPts val="0"/>
              </a:spcAft>
              <a:buClr>
                <a:srgbClr val="232F3E"/>
              </a:buClr>
              <a:buSzPts val="1800"/>
              <a:buChar char="•"/>
              <a:defRPr sz="1800">
                <a:solidFill>
                  <a:srgbClr val="232F3E"/>
                </a:solidFill>
                <a:latin typeface="Play"/>
                <a:ea typeface="Play"/>
                <a:cs typeface="Play"/>
                <a:sym typeface="Play"/>
              </a:defRPr>
            </a:lvl4pPr>
            <a:lvl5pPr indent="-342900" lvl="4" marL="2286000" algn="l">
              <a:lnSpc>
                <a:spcPct val="100000"/>
              </a:lnSpc>
              <a:spcBef>
                <a:spcPts val="1200"/>
              </a:spcBef>
              <a:spcAft>
                <a:spcPts val="0"/>
              </a:spcAft>
              <a:buClr>
                <a:srgbClr val="232F3E"/>
              </a:buClr>
              <a:buSzPts val="1800"/>
              <a:buChar char="•"/>
              <a:defRPr sz="1800">
                <a:solidFill>
                  <a:srgbClr val="232F3E"/>
                </a:solidFill>
                <a:latin typeface="Play"/>
                <a:ea typeface="Play"/>
                <a:cs typeface="Play"/>
                <a:sym typeface="Play"/>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252" name="Google Shape;1252;p153"/>
          <p:cNvPicPr preferRelativeResize="0"/>
          <p:nvPr/>
        </p:nvPicPr>
        <p:blipFill rotWithShape="1">
          <a:blip r:embed="rId3">
            <a:alphaModFix/>
          </a:blip>
          <a:srcRect b="0" l="0" r="0" t="0"/>
          <a:stretch/>
        </p:blipFill>
        <p:spPr>
          <a:xfrm>
            <a:off x="6009640" y="6468531"/>
            <a:ext cx="4610100" cy="267127"/>
          </a:xfrm>
          <a:prstGeom prst="rect">
            <a:avLst/>
          </a:prstGeom>
          <a:noFill/>
          <a:ln>
            <a:noFill/>
          </a:ln>
        </p:spPr>
      </p:pic>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howMasterSp="0">
  <p:cSld name="Thank You">
    <p:bg>
      <p:bgPr>
        <a:blipFill>
          <a:blip r:embed="rId2">
            <a:alphaModFix/>
          </a:blip>
          <a:stretch>
            <a:fillRect/>
          </a:stretch>
        </a:blipFill>
      </p:bgPr>
    </p:bg>
    <p:spTree>
      <p:nvGrpSpPr>
        <p:cNvPr id="1253" name="Shape 1253"/>
        <p:cNvGrpSpPr/>
        <p:nvPr/>
      </p:nvGrpSpPr>
      <p:grpSpPr>
        <a:xfrm>
          <a:off x="0" y="0"/>
          <a:ext cx="0" cy="0"/>
          <a:chOff x="0" y="0"/>
          <a:chExt cx="0" cy="0"/>
        </a:xfrm>
      </p:grpSpPr>
      <p:sp>
        <p:nvSpPr>
          <p:cNvPr id="1254" name="Google Shape;1254;p154"/>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255" name="Google Shape;1255;p154"/>
          <p:cNvSpPr txBox="1"/>
          <p:nvPr>
            <p:ph type="title"/>
          </p:nvPr>
        </p:nvSpPr>
        <p:spPr>
          <a:xfrm>
            <a:off x="457200" y="1256247"/>
            <a:ext cx="7998031" cy="404982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1"/>
              </a:buClr>
              <a:buSzPts val="4400"/>
              <a:buFont typeface="Play"/>
              <a:buNone/>
              <a:defRPr sz="4400">
                <a:solidFill>
                  <a:schemeClr val="lt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56" name="Google Shape;1256;p154"/>
          <p:cNvSpPr txBox="1"/>
          <p:nvPr>
            <p:ph idx="1" type="body"/>
          </p:nvPr>
        </p:nvSpPr>
        <p:spPr>
          <a:xfrm>
            <a:off x="457200" y="5305425"/>
            <a:ext cx="7997825" cy="1141413"/>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lt1"/>
              </a:buClr>
              <a:buSzPts val="2800"/>
              <a:buFont typeface="Play"/>
              <a:buNone/>
              <a:defRPr b="0" cap="none">
                <a:solidFill>
                  <a:schemeClr val="lt1"/>
                </a:solidFill>
              </a:defRPr>
            </a:lvl1pPr>
            <a:lvl2pPr indent="-228600" lvl="1" marL="914400" algn="l">
              <a:lnSpc>
                <a:spcPct val="90000"/>
              </a:lnSpc>
              <a:spcBef>
                <a:spcPts val="0"/>
              </a:spcBef>
              <a:spcAft>
                <a:spcPts val="0"/>
              </a:spcAft>
              <a:buClr>
                <a:schemeClr val="lt2"/>
              </a:buClr>
              <a:buSzPts val="2000"/>
              <a:buNone/>
              <a:defRPr sz="2000">
                <a:solidFill>
                  <a:schemeClr val="lt2"/>
                </a:solidFill>
              </a:defRPr>
            </a:lvl2pPr>
            <a:lvl3pPr indent="-228600" lvl="2" marL="1371600" algn="l">
              <a:lnSpc>
                <a:spcPct val="90000"/>
              </a:lnSpc>
              <a:spcBef>
                <a:spcPts val="1200"/>
              </a:spcBef>
              <a:spcAft>
                <a:spcPts val="0"/>
              </a:spcAft>
              <a:buClr>
                <a:schemeClr val="lt2"/>
              </a:buClr>
              <a:buSzPts val="1800"/>
              <a:buNone/>
              <a:defRPr sz="1800">
                <a:solidFill>
                  <a:schemeClr val="lt2"/>
                </a:solidFill>
              </a:defRPr>
            </a:lvl3pPr>
            <a:lvl4pPr indent="-228600" lvl="3" marL="1828800" algn="l">
              <a:lnSpc>
                <a:spcPct val="90000"/>
              </a:lnSpc>
              <a:spcBef>
                <a:spcPts val="1200"/>
              </a:spcBef>
              <a:spcAft>
                <a:spcPts val="0"/>
              </a:spcAft>
              <a:buClr>
                <a:schemeClr val="lt2"/>
              </a:buClr>
              <a:buSzPts val="1600"/>
              <a:buNone/>
              <a:defRPr sz="1600">
                <a:solidFill>
                  <a:schemeClr val="lt2"/>
                </a:solidFill>
              </a:defRPr>
            </a:lvl4pPr>
            <a:lvl5pPr indent="-228600" lvl="4" marL="2286000" algn="l">
              <a:lnSpc>
                <a:spcPct val="90000"/>
              </a:lnSpc>
              <a:spcBef>
                <a:spcPts val="1200"/>
              </a:spcBef>
              <a:spcAft>
                <a:spcPts val="0"/>
              </a:spcAft>
              <a:buClr>
                <a:schemeClr val="lt2"/>
              </a:buClr>
              <a:buSzPts val="1600"/>
              <a:buNone/>
              <a:defRPr sz="1600">
                <a:solidFill>
                  <a:schemeClr val="lt2"/>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257" name="Google Shape;1257;p154"/>
          <p:cNvPicPr preferRelativeResize="0"/>
          <p:nvPr/>
        </p:nvPicPr>
        <p:blipFill rotWithShape="1">
          <a:blip r:embed="rId3">
            <a:alphaModFix/>
          </a:blip>
          <a:srcRect b="0" l="0" r="0" t="0"/>
          <a:stretch/>
        </p:blipFill>
        <p:spPr>
          <a:xfrm>
            <a:off x="3799983" y="6468531"/>
            <a:ext cx="4610100" cy="267127"/>
          </a:xfrm>
          <a:prstGeom prst="rect">
            <a:avLst/>
          </a:prstGeom>
          <a:noFill/>
          <a:ln>
            <a:noFill/>
          </a:ln>
        </p:spPr>
      </p:pic>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de">
  <p:cSld name="Title and Code">
    <p:bg>
      <p:bgPr>
        <a:solidFill>
          <a:schemeClr val="lt1"/>
        </a:solidFill>
      </p:bgPr>
    </p:bg>
    <p:spTree>
      <p:nvGrpSpPr>
        <p:cNvPr id="1258" name="Shape 1258"/>
        <p:cNvGrpSpPr/>
        <p:nvPr/>
      </p:nvGrpSpPr>
      <p:grpSpPr>
        <a:xfrm>
          <a:off x="0" y="0"/>
          <a:ext cx="0" cy="0"/>
          <a:chOff x="0" y="0"/>
          <a:chExt cx="0" cy="0"/>
        </a:xfrm>
      </p:grpSpPr>
      <p:sp>
        <p:nvSpPr>
          <p:cNvPr id="1259" name="Google Shape;1259;p155"/>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260" name="Google Shape;1260;p155"/>
          <p:cNvSpPr txBox="1"/>
          <p:nvPr>
            <p:ph type="title"/>
          </p:nvPr>
        </p:nvSpPr>
        <p:spPr>
          <a:xfrm>
            <a:off x="365760" y="301752"/>
            <a:ext cx="11466576" cy="73152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261" name="Google Shape;1261;p155"/>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1262" name="Google Shape;1262;p155"/>
          <p:cNvSpPr txBox="1"/>
          <p:nvPr>
            <p:ph idx="1" type="body"/>
          </p:nvPr>
        </p:nvSpPr>
        <p:spPr>
          <a:xfrm>
            <a:off x="365760" y="1097280"/>
            <a:ext cx="11466576" cy="533095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rgbClr val="232F3E"/>
              </a:buClr>
              <a:buSzPts val="1600"/>
              <a:buNone/>
              <a:defRPr sz="1600">
                <a:solidFill>
                  <a:srgbClr val="232F3E"/>
                </a:solidFill>
                <a:latin typeface="Droid Sans Mono"/>
                <a:ea typeface="Droid Sans Mono"/>
                <a:cs typeface="Droid Sans Mono"/>
                <a:sym typeface="Droid Sans Mono"/>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Column, and Small Picture">
  <p:cSld name="Title, Text Column, and Small Picture">
    <p:bg>
      <p:bgPr>
        <a:solidFill>
          <a:schemeClr val="lt1"/>
        </a:solidFill>
      </p:bgPr>
    </p:bg>
    <p:spTree>
      <p:nvGrpSpPr>
        <p:cNvPr id="1263" name="Shape 1263"/>
        <p:cNvGrpSpPr/>
        <p:nvPr/>
      </p:nvGrpSpPr>
      <p:grpSpPr>
        <a:xfrm>
          <a:off x="0" y="0"/>
          <a:ext cx="0" cy="0"/>
          <a:chOff x="0" y="0"/>
          <a:chExt cx="0" cy="0"/>
        </a:xfrm>
      </p:grpSpPr>
      <p:sp>
        <p:nvSpPr>
          <p:cNvPr id="1264" name="Google Shape;1264;p156"/>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265" name="Google Shape;1265;p156"/>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266" name="Google Shape;1266;p156"/>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1267" name="Google Shape;1267;p156"/>
          <p:cNvSpPr txBox="1"/>
          <p:nvPr>
            <p:ph idx="1" type="body"/>
          </p:nvPr>
        </p:nvSpPr>
        <p:spPr>
          <a:xfrm>
            <a:off x="365760" y="1097280"/>
            <a:ext cx="7644384" cy="5330952"/>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rgbClr val="232F3E"/>
              </a:buClr>
              <a:buSzPts val="2800"/>
              <a:buChar char="•"/>
              <a:defRPr>
                <a:solidFill>
                  <a:srgbClr val="232F3E"/>
                </a:solidFill>
              </a:defRPr>
            </a:lvl1pPr>
            <a:lvl2pPr indent="-381000" lvl="1" marL="914400" algn="l">
              <a:lnSpc>
                <a:spcPct val="100000"/>
              </a:lnSpc>
              <a:spcBef>
                <a:spcPts val="1200"/>
              </a:spcBef>
              <a:spcAft>
                <a:spcPts val="0"/>
              </a:spcAft>
              <a:buClr>
                <a:srgbClr val="232F3E"/>
              </a:buClr>
              <a:buSzPts val="2400"/>
              <a:buChar char="•"/>
              <a:defRPr>
                <a:solidFill>
                  <a:srgbClr val="232F3E"/>
                </a:solidFill>
              </a:defRPr>
            </a:lvl2pPr>
            <a:lvl3pPr indent="-355600" lvl="2" marL="1371600" algn="l">
              <a:lnSpc>
                <a:spcPct val="100000"/>
              </a:lnSpc>
              <a:spcBef>
                <a:spcPts val="1200"/>
              </a:spcBef>
              <a:spcAft>
                <a:spcPts val="0"/>
              </a:spcAft>
              <a:buClr>
                <a:srgbClr val="232F3E"/>
              </a:buClr>
              <a:buSzPts val="2000"/>
              <a:buChar char="•"/>
              <a:defRPr>
                <a:solidFill>
                  <a:srgbClr val="232F3E"/>
                </a:solidFill>
              </a:defRPr>
            </a:lvl3pPr>
            <a:lvl4pPr indent="-342900" lvl="3" marL="1828800" algn="l">
              <a:lnSpc>
                <a:spcPct val="100000"/>
              </a:lnSpc>
              <a:spcBef>
                <a:spcPts val="1200"/>
              </a:spcBef>
              <a:spcAft>
                <a:spcPts val="0"/>
              </a:spcAft>
              <a:buClr>
                <a:srgbClr val="232F3E"/>
              </a:buClr>
              <a:buSzPts val="1800"/>
              <a:buChar char="•"/>
              <a:defRPr>
                <a:solidFill>
                  <a:srgbClr val="232F3E"/>
                </a:solidFill>
              </a:defRPr>
            </a:lvl4pPr>
            <a:lvl5pPr indent="-342900" lvl="4" marL="2286000" algn="l">
              <a:lnSpc>
                <a:spcPct val="100000"/>
              </a:lnSpc>
              <a:spcBef>
                <a:spcPts val="1200"/>
              </a:spcBef>
              <a:spcAft>
                <a:spcPts val="0"/>
              </a:spcAft>
              <a:buClr>
                <a:srgbClr val="232F3E"/>
              </a:buClr>
              <a:buSzPts val="1800"/>
              <a:buChar char="•"/>
              <a:defRPr>
                <a:solidFill>
                  <a:srgbClr val="232F3E"/>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68" name="Google Shape;1268;p156"/>
          <p:cNvSpPr/>
          <p:nvPr>
            <p:ph idx="2" type="pic"/>
          </p:nvPr>
        </p:nvSpPr>
        <p:spPr>
          <a:xfrm>
            <a:off x="8498586" y="2276856"/>
            <a:ext cx="2971800" cy="2971800"/>
          </a:xfrm>
          <a:prstGeom prst="rect">
            <a:avLst/>
          </a:prstGeom>
          <a:noFill/>
          <a:ln>
            <a:noFill/>
          </a:ln>
        </p:spPr>
      </p:sp>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Header, Text, and Small Picture">
  <p:cSld name="Title, Header, Text, and Small Picture">
    <p:bg>
      <p:bgPr>
        <a:solidFill>
          <a:schemeClr val="lt1"/>
        </a:solidFill>
      </p:bgPr>
    </p:bg>
    <p:spTree>
      <p:nvGrpSpPr>
        <p:cNvPr id="1269" name="Shape 1269"/>
        <p:cNvGrpSpPr/>
        <p:nvPr/>
      </p:nvGrpSpPr>
      <p:grpSpPr>
        <a:xfrm>
          <a:off x="0" y="0"/>
          <a:ext cx="0" cy="0"/>
          <a:chOff x="0" y="0"/>
          <a:chExt cx="0" cy="0"/>
        </a:xfrm>
      </p:grpSpPr>
      <p:sp>
        <p:nvSpPr>
          <p:cNvPr id="1270" name="Google Shape;1270;p157"/>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271" name="Google Shape;1271;p157"/>
          <p:cNvSpPr txBox="1"/>
          <p:nvPr>
            <p:ph type="title"/>
          </p:nvPr>
        </p:nvSpPr>
        <p:spPr>
          <a:xfrm>
            <a:off x="362712"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272" name="Google Shape;1272;p157"/>
          <p:cNvPicPr preferRelativeResize="0"/>
          <p:nvPr/>
        </p:nvPicPr>
        <p:blipFill rotWithShape="1">
          <a:blip r:embed="rId2">
            <a:alphaModFix/>
          </a:blip>
          <a:srcRect b="0" l="0" r="0" t="0"/>
          <a:stretch/>
        </p:blipFill>
        <p:spPr>
          <a:xfrm>
            <a:off x="365760" y="1053311"/>
            <a:ext cx="11460480" cy="440329"/>
          </a:xfrm>
          <a:prstGeom prst="rect">
            <a:avLst/>
          </a:prstGeom>
          <a:noFill/>
          <a:ln>
            <a:noFill/>
          </a:ln>
        </p:spPr>
      </p:pic>
      <p:sp>
        <p:nvSpPr>
          <p:cNvPr id="1273" name="Google Shape;1273;p157"/>
          <p:cNvSpPr txBox="1"/>
          <p:nvPr>
            <p:ph idx="1" type="body"/>
          </p:nvPr>
        </p:nvSpPr>
        <p:spPr>
          <a:xfrm>
            <a:off x="365760" y="1053311"/>
            <a:ext cx="11460480" cy="440329"/>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74" name="Google Shape;1274;p157"/>
          <p:cNvSpPr txBox="1"/>
          <p:nvPr>
            <p:ph idx="2" type="body"/>
          </p:nvPr>
        </p:nvSpPr>
        <p:spPr>
          <a:xfrm>
            <a:off x="365760" y="1563624"/>
            <a:ext cx="7644384" cy="487375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defRPr>
            </a:lvl1pPr>
            <a:lvl2pPr indent="-381000" lvl="1" marL="914400" algn="l">
              <a:lnSpc>
                <a:spcPct val="100000"/>
              </a:lnSpc>
              <a:spcBef>
                <a:spcPts val="1200"/>
              </a:spcBef>
              <a:spcAft>
                <a:spcPts val="0"/>
              </a:spcAft>
              <a:buClr>
                <a:srgbClr val="232F3E"/>
              </a:buClr>
              <a:buSzPts val="2400"/>
              <a:buChar char="•"/>
              <a:defRPr sz="2400">
                <a:solidFill>
                  <a:srgbClr val="232F3E"/>
                </a:solidFill>
              </a:defRPr>
            </a:lvl2pPr>
            <a:lvl3pPr indent="-355600" lvl="2" marL="1371600" algn="l">
              <a:lnSpc>
                <a:spcPct val="100000"/>
              </a:lnSpc>
              <a:spcBef>
                <a:spcPts val="1200"/>
              </a:spcBef>
              <a:spcAft>
                <a:spcPts val="0"/>
              </a:spcAft>
              <a:buClr>
                <a:srgbClr val="232F3E"/>
              </a:buClr>
              <a:buSzPts val="2000"/>
              <a:buChar char="•"/>
              <a:defRPr sz="2000">
                <a:solidFill>
                  <a:srgbClr val="232F3E"/>
                </a:solidFill>
              </a:defRPr>
            </a:lvl3pPr>
            <a:lvl4pPr indent="-342900" lvl="3" marL="1828800" algn="l">
              <a:lnSpc>
                <a:spcPct val="100000"/>
              </a:lnSpc>
              <a:spcBef>
                <a:spcPts val="1200"/>
              </a:spcBef>
              <a:spcAft>
                <a:spcPts val="0"/>
              </a:spcAft>
              <a:buClr>
                <a:srgbClr val="232F3E"/>
              </a:buClr>
              <a:buSzPts val="1800"/>
              <a:buChar char="•"/>
              <a:defRPr sz="1800">
                <a:solidFill>
                  <a:srgbClr val="232F3E"/>
                </a:solidFill>
              </a:defRPr>
            </a:lvl4pPr>
            <a:lvl5pPr indent="-342900" lvl="4" marL="2286000" algn="l">
              <a:lnSpc>
                <a:spcPct val="100000"/>
              </a:lnSpc>
              <a:spcBef>
                <a:spcPts val="1200"/>
              </a:spcBef>
              <a:spcAft>
                <a:spcPts val="0"/>
              </a:spcAft>
              <a:buClr>
                <a:srgbClr val="232F3E"/>
              </a:buClr>
              <a:buSzPts val="1800"/>
              <a:buChar char="•"/>
              <a:defRPr sz="1800">
                <a:solidFill>
                  <a:srgbClr val="232F3E"/>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75" name="Google Shape;1275;p157"/>
          <p:cNvSpPr/>
          <p:nvPr>
            <p:ph idx="3" type="pic"/>
          </p:nvPr>
        </p:nvSpPr>
        <p:spPr>
          <a:xfrm>
            <a:off x="8498586" y="2276856"/>
            <a:ext cx="2971800" cy="2971800"/>
          </a:xfrm>
          <a:prstGeom prst="rect">
            <a:avLst/>
          </a:prstGeom>
          <a:noFill/>
          <a:ln>
            <a:noFill/>
          </a:ln>
        </p:spPr>
      </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rvice Introduction Option 1" type="picTx">
  <p:cSld name="PICTURE_WITH_CAPTION_TEXT">
    <p:bg>
      <p:bgPr>
        <a:solidFill>
          <a:schemeClr val="lt1"/>
        </a:solidFill>
      </p:bgPr>
    </p:bg>
    <p:spTree>
      <p:nvGrpSpPr>
        <p:cNvPr id="1276" name="Shape 1276"/>
        <p:cNvGrpSpPr/>
        <p:nvPr/>
      </p:nvGrpSpPr>
      <p:grpSpPr>
        <a:xfrm>
          <a:off x="0" y="0"/>
          <a:ext cx="0" cy="0"/>
          <a:chOff x="0" y="0"/>
          <a:chExt cx="0" cy="0"/>
        </a:xfrm>
      </p:grpSpPr>
      <p:grpSp>
        <p:nvGrpSpPr>
          <p:cNvPr id="1277" name="Google Shape;1277;p158"/>
          <p:cNvGrpSpPr/>
          <p:nvPr/>
        </p:nvGrpSpPr>
        <p:grpSpPr>
          <a:xfrm>
            <a:off x="365759" y="1028377"/>
            <a:ext cx="11484864" cy="5509260"/>
            <a:chOff x="365759" y="1028377"/>
            <a:chExt cx="11484864" cy="5509260"/>
          </a:xfrm>
        </p:grpSpPr>
        <p:pic>
          <p:nvPicPr>
            <p:cNvPr id="1278" name="Google Shape;1278;p158"/>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pic>
          <p:nvPicPr>
            <p:cNvPr id="1279" name="Google Shape;1279;p158"/>
            <p:cNvPicPr preferRelativeResize="0"/>
            <p:nvPr/>
          </p:nvPicPr>
          <p:blipFill rotWithShape="1">
            <a:blip r:embed="rId3">
              <a:alphaModFix/>
            </a:blip>
            <a:srcRect b="0" l="0" r="0" t="0"/>
            <a:stretch/>
          </p:blipFill>
          <p:spPr>
            <a:xfrm rot="5400000">
              <a:off x="224043" y="3771577"/>
              <a:ext cx="5486400" cy="45720"/>
            </a:xfrm>
            <a:prstGeom prst="rect">
              <a:avLst/>
            </a:prstGeom>
            <a:noFill/>
            <a:ln>
              <a:noFill/>
            </a:ln>
          </p:spPr>
        </p:pic>
      </p:grpSp>
      <p:sp>
        <p:nvSpPr>
          <p:cNvPr id="1280" name="Google Shape;1280;p158"/>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281" name="Google Shape;1281;p158"/>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82" name="Google Shape;1282;p158"/>
          <p:cNvSpPr/>
          <p:nvPr>
            <p:ph idx="2" type="pic"/>
          </p:nvPr>
        </p:nvSpPr>
        <p:spPr>
          <a:xfrm>
            <a:off x="531884" y="2182807"/>
            <a:ext cx="2286000" cy="2286000"/>
          </a:xfrm>
          <a:prstGeom prst="rect">
            <a:avLst/>
          </a:prstGeom>
          <a:noFill/>
          <a:ln>
            <a:noFill/>
          </a:ln>
        </p:spPr>
      </p:sp>
      <p:sp>
        <p:nvSpPr>
          <p:cNvPr id="1283" name="Google Shape;1283;p158"/>
          <p:cNvSpPr txBox="1"/>
          <p:nvPr>
            <p:ph idx="1" type="body"/>
          </p:nvPr>
        </p:nvSpPr>
        <p:spPr>
          <a:xfrm>
            <a:off x="531884" y="4508261"/>
            <a:ext cx="2286001" cy="914400"/>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0"/>
              </a:spcBef>
              <a:spcAft>
                <a:spcPts val="0"/>
              </a:spcAft>
              <a:buClr>
                <a:srgbClr val="232F3E"/>
              </a:buClr>
              <a:buSzPts val="2000"/>
              <a:buNone/>
              <a:defRPr sz="2000">
                <a:solidFill>
                  <a:srgbClr val="232F3E"/>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84" name="Google Shape;1284;p158"/>
          <p:cNvSpPr txBox="1"/>
          <p:nvPr>
            <p:ph idx="3" type="body"/>
          </p:nvPr>
        </p:nvSpPr>
        <p:spPr>
          <a:xfrm>
            <a:off x="3118104" y="1097280"/>
            <a:ext cx="8714232" cy="5330952"/>
          </a:xfrm>
          <a:prstGeom prst="rect">
            <a:avLst/>
          </a:prstGeom>
          <a:noFill/>
          <a:ln>
            <a:noFill/>
          </a:ln>
        </p:spPr>
        <p:txBody>
          <a:bodyPr anchorCtr="0" anchor="ctr" bIns="45700" lIns="91425" spcFirstLastPara="1" rIns="91425" wrap="square" tIns="45700">
            <a:normAutofit/>
          </a:bodyPr>
          <a:lstStyle>
            <a:lvl1pPr indent="-431800" lvl="0" marL="457200" algn="l">
              <a:lnSpc>
                <a:spcPct val="100000"/>
              </a:lnSpc>
              <a:spcBef>
                <a:spcPts val="0"/>
              </a:spcBef>
              <a:spcAft>
                <a:spcPts val="0"/>
              </a:spcAft>
              <a:buClr>
                <a:srgbClr val="232F3E"/>
              </a:buClr>
              <a:buSzPts val="3200"/>
              <a:buChar char="•"/>
              <a:defRPr sz="3200">
                <a:solidFill>
                  <a:srgbClr val="232F3E"/>
                </a:solidFill>
              </a:defRPr>
            </a:lvl1pPr>
            <a:lvl2pPr indent="-406400" lvl="1" marL="914400" algn="l">
              <a:lnSpc>
                <a:spcPct val="100000"/>
              </a:lnSpc>
              <a:spcBef>
                <a:spcPts val="1200"/>
              </a:spcBef>
              <a:spcAft>
                <a:spcPts val="0"/>
              </a:spcAft>
              <a:buClr>
                <a:srgbClr val="232F3E"/>
              </a:buClr>
              <a:buSzPts val="2800"/>
              <a:buChar char="•"/>
              <a:defRPr sz="2800">
                <a:solidFill>
                  <a:srgbClr val="232F3E"/>
                </a:solidFill>
              </a:defRPr>
            </a:lvl2pPr>
            <a:lvl3pPr indent="-381000" lvl="2" marL="1371600" algn="l">
              <a:lnSpc>
                <a:spcPct val="100000"/>
              </a:lnSpc>
              <a:spcBef>
                <a:spcPts val="1200"/>
              </a:spcBef>
              <a:spcAft>
                <a:spcPts val="0"/>
              </a:spcAft>
              <a:buClr>
                <a:srgbClr val="232F3E"/>
              </a:buClr>
              <a:buSzPts val="2400"/>
              <a:buChar char="•"/>
              <a:defRPr sz="2400">
                <a:solidFill>
                  <a:srgbClr val="232F3E"/>
                </a:solidFill>
              </a:defRPr>
            </a:lvl3pPr>
            <a:lvl4pPr indent="-355600" lvl="3" marL="1828800" algn="l">
              <a:lnSpc>
                <a:spcPct val="100000"/>
              </a:lnSpc>
              <a:spcBef>
                <a:spcPts val="1200"/>
              </a:spcBef>
              <a:spcAft>
                <a:spcPts val="0"/>
              </a:spcAft>
              <a:buClr>
                <a:srgbClr val="232F3E"/>
              </a:buClr>
              <a:buSzPts val="2000"/>
              <a:buChar char="•"/>
              <a:defRPr sz="2000">
                <a:solidFill>
                  <a:srgbClr val="232F3E"/>
                </a:solidFill>
              </a:defRPr>
            </a:lvl4pPr>
            <a:lvl5pPr indent="-355600" lvl="4" marL="2286000" algn="l">
              <a:lnSpc>
                <a:spcPct val="100000"/>
              </a:lnSpc>
              <a:spcBef>
                <a:spcPts val="1200"/>
              </a:spcBef>
              <a:spcAft>
                <a:spcPts val="0"/>
              </a:spcAft>
              <a:buClr>
                <a:srgbClr val="232F3E"/>
              </a:buClr>
              <a:buSzPts val="2000"/>
              <a:buChar char="•"/>
              <a:defRPr sz="2000">
                <a:solidFill>
                  <a:srgbClr val="232F3E"/>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rvice Introduction Option 2">
  <p:cSld name="Service Introduction Option 2">
    <p:bg>
      <p:bgPr>
        <a:solidFill>
          <a:schemeClr val="lt1"/>
        </a:solidFill>
      </p:bgPr>
    </p:bg>
    <p:spTree>
      <p:nvGrpSpPr>
        <p:cNvPr id="1285" name="Shape 1285"/>
        <p:cNvGrpSpPr/>
        <p:nvPr/>
      </p:nvGrpSpPr>
      <p:grpSpPr>
        <a:xfrm>
          <a:off x="0" y="0"/>
          <a:ext cx="0" cy="0"/>
          <a:chOff x="0" y="0"/>
          <a:chExt cx="0" cy="0"/>
        </a:xfrm>
      </p:grpSpPr>
      <p:grpSp>
        <p:nvGrpSpPr>
          <p:cNvPr id="1286" name="Google Shape;1286;p159"/>
          <p:cNvGrpSpPr/>
          <p:nvPr/>
        </p:nvGrpSpPr>
        <p:grpSpPr>
          <a:xfrm>
            <a:off x="365759" y="1028377"/>
            <a:ext cx="11484864" cy="5509260"/>
            <a:chOff x="365759" y="1028377"/>
            <a:chExt cx="11484864" cy="5509260"/>
          </a:xfrm>
        </p:grpSpPr>
        <p:pic>
          <p:nvPicPr>
            <p:cNvPr id="1287" name="Google Shape;1287;p159"/>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pic>
          <p:nvPicPr>
            <p:cNvPr id="1288" name="Google Shape;1288;p159"/>
            <p:cNvPicPr preferRelativeResize="0"/>
            <p:nvPr/>
          </p:nvPicPr>
          <p:blipFill rotWithShape="1">
            <a:blip r:embed="rId3">
              <a:alphaModFix/>
            </a:blip>
            <a:srcRect b="0" l="0" r="0" t="0"/>
            <a:stretch/>
          </p:blipFill>
          <p:spPr>
            <a:xfrm rot="5400000">
              <a:off x="224043" y="3771577"/>
              <a:ext cx="5486400" cy="45720"/>
            </a:xfrm>
            <a:prstGeom prst="rect">
              <a:avLst/>
            </a:prstGeom>
            <a:noFill/>
            <a:ln>
              <a:noFill/>
            </a:ln>
          </p:spPr>
        </p:pic>
      </p:grpSp>
      <p:sp>
        <p:nvSpPr>
          <p:cNvPr id="1289" name="Google Shape;1289;p159"/>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290" name="Google Shape;1290;p159"/>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91" name="Google Shape;1291;p159"/>
          <p:cNvSpPr/>
          <p:nvPr>
            <p:ph idx="2" type="pic"/>
          </p:nvPr>
        </p:nvSpPr>
        <p:spPr>
          <a:xfrm>
            <a:off x="531884" y="2182807"/>
            <a:ext cx="2286000" cy="2286000"/>
          </a:xfrm>
          <a:prstGeom prst="rect">
            <a:avLst/>
          </a:prstGeom>
          <a:noFill/>
          <a:ln>
            <a:noFill/>
          </a:ln>
        </p:spPr>
      </p:sp>
      <p:sp>
        <p:nvSpPr>
          <p:cNvPr id="1292" name="Google Shape;1292;p159"/>
          <p:cNvSpPr txBox="1"/>
          <p:nvPr>
            <p:ph idx="1" type="body"/>
          </p:nvPr>
        </p:nvSpPr>
        <p:spPr>
          <a:xfrm>
            <a:off x="531884" y="4508261"/>
            <a:ext cx="2286001" cy="914400"/>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0"/>
              </a:spcBef>
              <a:spcAft>
                <a:spcPts val="0"/>
              </a:spcAft>
              <a:buClr>
                <a:srgbClr val="232F3E"/>
              </a:buClr>
              <a:buSzPts val="2000"/>
              <a:buNone/>
              <a:defRPr sz="2000">
                <a:solidFill>
                  <a:srgbClr val="232F3E"/>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93" name="Google Shape;1293;p159"/>
          <p:cNvSpPr txBox="1"/>
          <p:nvPr>
            <p:ph idx="3" type="body"/>
          </p:nvPr>
        </p:nvSpPr>
        <p:spPr>
          <a:xfrm>
            <a:off x="3118104" y="1097280"/>
            <a:ext cx="8714232" cy="1655064"/>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Clr>
                <a:srgbClr val="232F3E"/>
              </a:buClr>
              <a:buSzPts val="2400"/>
              <a:buNone/>
              <a:defRPr sz="2400">
                <a:solidFill>
                  <a:srgbClr val="232F3E"/>
                </a:solidFill>
                <a:latin typeface="Play"/>
                <a:ea typeface="Play"/>
                <a:cs typeface="Play"/>
                <a:sym typeface="Play"/>
              </a:defRPr>
            </a:lvl1pPr>
            <a:lvl2pPr indent="-228600" lvl="1" marL="914400" algn="l">
              <a:lnSpc>
                <a:spcPct val="90000"/>
              </a:lnSpc>
              <a:spcBef>
                <a:spcPts val="300"/>
              </a:spcBef>
              <a:spcAft>
                <a:spcPts val="0"/>
              </a:spcAft>
              <a:buClr>
                <a:srgbClr val="232F3E"/>
              </a:buClr>
              <a:buSzPts val="2400"/>
              <a:buNone/>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94" name="Google Shape;1294;p159"/>
          <p:cNvSpPr/>
          <p:nvPr>
            <p:ph idx="4" type="pic"/>
          </p:nvPr>
        </p:nvSpPr>
        <p:spPr>
          <a:xfrm>
            <a:off x="3483864" y="2798064"/>
            <a:ext cx="2011680" cy="2011680"/>
          </a:xfrm>
          <a:prstGeom prst="rect">
            <a:avLst/>
          </a:prstGeom>
          <a:noFill/>
          <a:ln>
            <a:noFill/>
          </a:ln>
        </p:spPr>
      </p:sp>
      <p:sp>
        <p:nvSpPr>
          <p:cNvPr id="1295" name="Google Shape;1295;p159"/>
          <p:cNvSpPr txBox="1"/>
          <p:nvPr>
            <p:ph idx="5" type="body"/>
          </p:nvPr>
        </p:nvSpPr>
        <p:spPr>
          <a:xfrm>
            <a:off x="3118104" y="4846320"/>
            <a:ext cx="2743200" cy="1600200"/>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0"/>
              </a:spcBef>
              <a:spcAft>
                <a:spcPts val="0"/>
              </a:spcAft>
              <a:buClr>
                <a:srgbClr val="232F3E"/>
              </a:buClr>
              <a:buSzPts val="2000"/>
              <a:buNone/>
              <a:defRPr b="0" sz="2000">
                <a:solidFill>
                  <a:srgbClr val="232F3E"/>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96" name="Google Shape;1296;p159"/>
          <p:cNvSpPr/>
          <p:nvPr>
            <p:ph idx="6" type="pic"/>
          </p:nvPr>
        </p:nvSpPr>
        <p:spPr>
          <a:xfrm>
            <a:off x="6473952" y="2798064"/>
            <a:ext cx="2011680" cy="2011680"/>
          </a:xfrm>
          <a:prstGeom prst="rect">
            <a:avLst/>
          </a:prstGeom>
          <a:noFill/>
          <a:ln>
            <a:noFill/>
          </a:ln>
        </p:spPr>
      </p:sp>
      <p:sp>
        <p:nvSpPr>
          <p:cNvPr id="1297" name="Google Shape;1297;p159"/>
          <p:cNvSpPr txBox="1"/>
          <p:nvPr>
            <p:ph idx="7" type="body"/>
          </p:nvPr>
        </p:nvSpPr>
        <p:spPr>
          <a:xfrm>
            <a:off x="6108192" y="4846320"/>
            <a:ext cx="2743200" cy="1600200"/>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0"/>
              </a:spcBef>
              <a:spcAft>
                <a:spcPts val="0"/>
              </a:spcAft>
              <a:buClr>
                <a:srgbClr val="232F3E"/>
              </a:buClr>
              <a:buSzPts val="2000"/>
              <a:buNone/>
              <a:defRPr b="0" sz="2000">
                <a:solidFill>
                  <a:srgbClr val="232F3E"/>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98" name="Google Shape;1298;p159"/>
          <p:cNvSpPr/>
          <p:nvPr>
            <p:ph idx="8" type="pic"/>
          </p:nvPr>
        </p:nvSpPr>
        <p:spPr>
          <a:xfrm>
            <a:off x="9454896" y="2798064"/>
            <a:ext cx="2011680" cy="2011680"/>
          </a:xfrm>
          <a:prstGeom prst="rect">
            <a:avLst/>
          </a:prstGeom>
          <a:noFill/>
          <a:ln>
            <a:noFill/>
          </a:ln>
        </p:spPr>
      </p:sp>
      <p:sp>
        <p:nvSpPr>
          <p:cNvPr id="1299" name="Google Shape;1299;p159"/>
          <p:cNvSpPr txBox="1"/>
          <p:nvPr>
            <p:ph idx="9" type="body"/>
          </p:nvPr>
        </p:nvSpPr>
        <p:spPr>
          <a:xfrm>
            <a:off x="9089136" y="4846320"/>
            <a:ext cx="2743200" cy="1600200"/>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0"/>
              </a:spcBef>
              <a:spcAft>
                <a:spcPts val="0"/>
              </a:spcAft>
              <a:buClr>
                <a:srgbClr val="232F3E"/>
              </a:buClr>
              <a:buSzPts val="2000"/>
              <a:buNone/>
              <a:defRPr b="0" sz="2000">
                <a:solidFill>
                  <a:srgbClr val="232F3E"/>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2 Content Columns">
  <p:cSld name="Title and 2 Content Columns">
    <p:bg>
      <p:bgPr>
        <a:solidFill>
          <a:schemeClr val="lt1"/>
        </a:solidFill>
      </p:bgPr>
    </p:bg>
    <p:spTree>
      <p:nvGrpSpPr>
        <p:cNvPr id="1300" name="Shape 1300"/>
        <p:cNvGrpSpPr/>
        <p:nvPr/>
      </p:nvGrpSpPr>
      <p:grpSpPr>
        <a:xfrm>
          <a:off x="0" y="0"/>
          <a:ext cx="0" cy="0"/>
          <a:chOff x="0" y="0"/>
          <a:chExt cx="0" cy="0"/>
        </a:xfrm>
      </p:grpSpPr>
      <p:sp>
        <p:nvSpPr>
          <p:cNvPr id="1301" name="Google Shape;1301;p160"/>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302" name="Google Shape;1302;p160"/>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303" name="Google Shape;1303;p160"/>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1304" name="Google Shape;1304;p160"/>
          <p:cNvSpPr txBox="1"/>
          <p:nvPr>
            <p:ph idx="1" type="body"/>
          </p:nvPr>
        </p:nvSpPr>
        <p:spPr>
          <a:xfrm>
            <a:off x="365760" y="1097280"/>
            <a:ext cx="5669280" cy="5330952"/>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defRPr>
            </a:lvl1pPr>
            <a:lvl2pPr indent="-381000" lvl="1" marL="914400" algn="l">
              <a:lnSpc>
                <a:spcPct val="100000"/>
              </a:lnSpc>
              <a:spcBef>
                <a:spcPts val="1200"/>
              </a:spcBef>
              <a:spcAft>
                <a:spcPts val="0"/>
              </a:spcAft>
              <a:buClr>
                <a:srgbClr val="232F3E"/>
              </a:buClr>
              <a:buSzPts val="2400"/>
              <a:buChar char="•"/>
              <a:defRPr sz="2400">
                <a:solidFill>
                  <a:srgbClr val="232F3E"/>
                </a:solidFill>
              </a:defRPr>
            </a:lvl2pPr>
            <a:lvl3pPr indent="-355600" lvl="2" marL="1371600" algn="l">
              <a:lnSpc>
                <a:spcPct val="100000"/>
              </a:lnSpc>
              <a:spcBef>
                <a:spcPts val="1200"/>
              </a:spcBef>
              <a:spcAft>
                <a:spcPts val="0"/>
              </a:spcAft>
              <a:buClr>
                <a:srgbClr val="232F3E"/>
              </a:buClr>
              <a:buSzPts val="2000"/>
              <a:buChar char="•"/>
              <a:defRPr sz="2000">
                <a:solidFill>
                  <a:srgbClr val="232F3E"/>
                </a:solidFill>
              </a:defRPr>
            </a:lvl3pPr>
            <a:lvl4pPr indent="-342900" lvl="3" marL="1828800" algn="l">
              <a:lnSpc>
                <a:spcPct val="100000"/>
              </a:lnSpc>
              <a:spcBef>
                <a:spcPts val="1200"/>
              </a:spcBef>
              <a:spcAft>
                <a:spcPts val="0"/>
              </a:spcAft>
              <a:buClr>
                <a:srgbClr val="232F3E"/>
              </a:buClr>
              <a:buSzPts val="1800"/>
              <a:buChar char="•"/>
              <a:defRPr sz="1800">
                <a:solidFill>
                  <a:srgbClr val="232F3E"/>
                </a:solidFill>
              </a:defRPr>
            </a:lvl4pPr>
            <a:lvl5pPr indent="-342900" lvl="4" marL="2286000" algn="l">
              <a:lnSpc>
                <a:spcPct val="100000"/>
              </a:lnSpc>
              <a:spcBef>
                <a:spcPts val="1200"/>
              </a:spcBef>
              <a:spcAft>
                <a:spcPts val="0"/>
              </a:spcAft>
              <a:buClr>
                <a:srgbClr val="232F3E"/>
              </a:buClr>
              <a:buSzPts val="1800"/>
              <a:buChar char="•"/>
              <a:defRPr sz="1800">
                <a:solidFill>
                  <a:srgbClr val="232F3E"/>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05" name="Google Shape;1305;p160"/>
          <p:cNvSpPr txBox="1"/>
          <p:nvPr>
            <p:ph idx="2" type="body"/>
          </p:nvPr>
        </p:nvSpPr>
        <p:spPr>
          <a:xfrm>
            <a:off x="6163056" y="1097280"/>
            <a:ext cx="5669280" cy="5330952"/>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defRPr>
            </a:lvl1pPr>
            <a:lvl2pPr indent="-381000" lvl="1" marL="914400" algn="l">
              <a:lnSpc>
                <a:spcPct val="100000"/>
              </a:lnSpc>
              <a:spcBef>
                <a:spcPts val="1200"/>
              </a:spcBef>
              <a:spcAft>
                <a:spcPts val="0"/>
              </a:spcAft>
              <a:buClr>
                <a:srgbClr val="232F3E"/>
              </a:buClr>
              <a:buSzPts val="2400"/>
              <a:buChar char="•"/>
              <a:defRPr sz="2400">
                <a:solidFill>
                  <a:srgbClr val="232F3E"/>
                </a:solidFill>
              </a:defRPr>
            </a:lvl2pPr>
            <a:lvl3pPr indent="-355600" lvl="2" marL="1371600" algn="l">
              <a:lnSpc>
                <a:spcPct val="100000"/>
              </a:lnSpc>
              <a:spcBef>
                <a:spcPts val="1200"/>
              </a:spcBef>
              <a:spcAft>
                <a:spcPts val="0"/>
              </a:spcAft>
              <a:buClr>
                <a:srgbClr val="232F3E"/>
              </a:buClr>
              <a:buSzPts val="2000"/>
              <a:buChar char="•"/>
              <a:defRPr sz="2000">
                <a:solidFill>
                  <a:srgbClr val="232F3E"/>
                </a:solidFill>
              </a:defRPr>
            </a:lvl3pPr>
            <a:lvl4pPr indent="-342900" lvl="3" marL="1828800" algn="l">
              <a:lnSpc>
                <a:spcPct val="100000"/>
              </a:lnSpc>
              <a:spcBef>
                <a:spcPts val="1200"/>
              </a:spcBef>
              <a:spcAft>
                <a:spcPts val="0"/>
              </a:spcAft>
              <a:buClr>
                <a:srgbClr val="232F3E"/>
              </a:buClr>
              <a:buSzPts val="1800"/>
              <a:buChar char="•"/>
              <a:defRPr sz="1800">
                <a:solidFill>
                  <a:srgbClr val="232F3E"/>
                </a:solidFill>
              </a:defRPr>
            </a:lvl4pPr>
            <a:lvl5pPr indent="-342900" lvl="4" marL="2286000" algn="l">
              <a:lnSpc>
                <a:spcPct val="100000"/>
              </a:lnSpc>
              <a:spcBef>
                <a:spcPts val="1200"/>
              </a:spcBef>
              <a:spcAft>
                <a:spcPts val="0"/>
              </a:spcAft>
              <a:buClr>
                <a:srgbClr val="232F3E"/>
              </a:buClr>
              <a:buSzPts val="1800"/>
              <a:buChar char="•"/>
              <a:defRPr sz="1800">
                <a:solidFill>
                  <a:srgbClr val="232F3E"/>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Narrow, and Wide Columns">
  <p:cSld name="Title, Narrow, and Wide Columns">
    <p:bg>
      <p:bgPr>
        <a:solidFill>
          <a:schemeClr val="lt1"/>
        </a:solidFill>
      </p:bgPr>
    </p:bg>
    <p:spTree>
      <p:nvGrpSpPr>
        <p:cNvPr id="1306" name="Shape 1306"/>
        <p:cNvGrpSpPr/>
        <p:nvPr/>
      </p:nvGrpSpPr>
      <p:grpSpPr>
        <a:xfrm>
          <a:off x="0" y="0"/>
          <a:ext cx="0" cy="0"/>
          <a:chOff x="0" y="0"/>
          <a:chExt cx="0" cy="0"/>
        </a:xfrm>
      </p:grpSpPr>
      <p:sp>
        <p:nvSpPr>
          <p:cNvPr id="1307" name="Google Shape;1307;p161"/>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308" name="Google Shape;1308;p161"/>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309" name="Google Shape;1309;p161"/>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1310" name="Google Shape;1310;p161"/>
          <p:cNvSpPr txBox="1"/>
          <p:nvPr>
            <p:ph idx="1" type="body"/>
          </p:nvPr>
        </p:nvSpPr>
        <p:spPr>
          <a:xfrm>
            <a:off x="365760" y="1097280"/>
            <a:ext cx="3657600" cy="5330952"/>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1200"/>
              </a:spcBef>
              <a:spcAft>
                <a:spcPts val="0"/>
              </a:spcAft>
              <a:buClr>
                <a:srgbClr val="232F3E"/>
              </a:buClr>
              <a:buSzPts val="2000"/>
              <a:buChar char="•"/>
              <a:defRPr sz="2000">
                <a:solidFill>
                  <a:srgbClr val="232F3E"/>
                </a:solidFill>
              </a:defRPr>
            </a:lvl2pPr>
            <a:lvl3pPr indent="-342900" lvl="2" marL="1371600" algn="l">
              <a:lnSpc>
                <a:spcPct val="100000"/>
              </a:lnSpc>
              <a:spcBef>
                <a:spcPts val="1200"/>
              </a:spcBef>
              <a:spcAft>
                <a:spcPts val="0"/>
              </a:spcAft>
              <a:buClr>
                <a:srgbClr val="232F3E"/>
              </a:buClr>
              <a:buSzPts val="1800"/>
              <a:buChar char="•"/>
              <a:defRPr sz="1800">
                <a:solidFill>
                  <a:srgbClr val="232F3E"/>
                </a:solidFill>
              </a:defRPr>
            </a:lvl3pPr>
            <a:lvl4pPr indent="-330200" lvl="3" marL="1828800" algn="l">
              <a:lnSpc>
                <a:spcPct val="100000"/>
              </a:lnSpc>
              <a:spcBef>
                <a:spcPts val="1200"/>
              </a:spcBef>
              <a:spcAft>
                <a:spcPts val="0"/>
              </a:spcAft>
              <a:buClr>
                <a:srgbClr val="232F3E"/>
              </a:buClr>
              <a:buSzPts val="1600"/>
              <a:buChar char="•"/>
              <a:defRPr sz="1600">
                <a:solidFill>
                  <a:srgbClr val="232F3E"/>
                </a:solidFill>
              </a:defRPr>
            </a:lvl4pPr>
            <a:lvl5pPr indent="-330200" lvl="4" marL="2286000" algn="l">
              <a:lnSpc>
                <a:spcPct val="100000"/>
              </a:lnSpc>
              <a:spcBef>
                <a:spcPts val="1200"/>
              </a:spcBef>
              <a:spcAft>
                <a:spcPts val="0"/>
              </a:spcAft>
              <a:buClr>
                <a:srgbClr val="232F3E"/>
              </a:buClr>
              <a:buSzPts val="1600"/>
              <a:buChar char="•"/>
              <a:defRPr sz="1600">
                <a:solidFill>
                  <a:srgbClr val="232F3E"/>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11" name="Google Shape;1311;p161"/>
          <p:cNvSpPr txBox="1"/>
          <p:nvPr>
            <p:ph idx="2" type="body"/>
          </p:nvPr>
        </p:nvSpPr>
        <p:spPr>
          <a:xfrm>
            <a:off x="4187952" y="1097280"/>
            <a:ext cx="7644384" cy="5330952"/>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1200"/>
              </a:spcBef>
              <a:spcAft>
                <a:spcPts val="0"/>
              </a:spcAft>
              <a:buClr>
                <a:srgbClr val="232F3E"/>
              </a:buClr>
              <a:buSzPts val="2000"/>
              <a:buChar char="•"/>
              <a:defRPr sz="2000">
                <a:solidFill>
                  <a:srgbClr val="232F3E"/>
                </a:solidFill>
              </a:defRPr>
            </a:lvl2pPr>
            <a:lvl3pPr indent="-342900" lvl="2" marL="1371600" algn="l">
              <a:lnSpc>
                <a:spcPct val="100000"/>
              </a:lnSpc>
              <a:spcBef>
                <a:spcPts val="1200"/>
              </a:spcBef>
              <a:spcAft>
                <a:spcPts val="0"/>
              </a:spcAft>
              <a:buClr>
                <a:srgbClr val="232F3E"/>
              </a:buClr>
              <a:buSzPts val="1800"/>
              <a:buChar char="•"/>
              <a:defRPr sz="1800">
                <a:solidFill>
                  <a:srgbClr val="232F3E"/>
                </a:solidFill>
              </a:defRPr>
            </a:lvl3pPr>
            <a:lvl4pPr indent="-330200" lvl="3" marL="1828800" algn="l">
              <a:lnSpc>
                <a:spcPct val="100000"/>
              </a:lnSpc>
              <a:spcBef>
                <a:spcPts val="1200"/>
              </a:spcBef>
              <a:spcAft>
                <a:spcPts val="0"/>
              </a:spcAft>
              <a:buClr>
                <a:srgbClr val="232F3E"/>
              </a:buClr>
              <a:buSzPts val="1600"/>
              <a:buChar char="•"/>
              <a:defRPr sz="1600">
                <a:solidFill>
                  <a:srgbClr val="232F3E"/>
                </a:solidFill>
              </a:defRPr>
            </a:lvl4pPr>
            <a:lvl5pPr indent="-330200" lvl="4" marL="2286000" algn="l">
              <a:lnSpc>
                <a:spcPct val="100000"/>
              </a:lnSpc>
              <a:spcBef>
                <a:spcPts val="1200"/>
              </a:spcBef>
              <a:spcAft>
                <a:spcPts val="0"/>
              </a:spcAft>
              <a:buClr>
                <a:srgbClr val="232F3E"/>
              </a:buClr>
              <a:buSzPts val="1600"/>
              <a:buChar char="•"/>
              <a:defRPr sz="1600">
                <a:solidFill>
                  <a:srgbClr val="232F3E"/>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2 Code Columns">
  <p:cSld name="Title and 2 Code Columns">
    <p:bg>
      <p:bgPr>
        <a:solidFill>
          <a:schemeClr val="lt1"/>
        </a:solidFill>
      </p:bgPr>
    </p:bg>
    <p:spTree>
      <p:nvGrpSpPr>
        <p:cNvPr id="1312" name="Shape 1312"/>
        <p:cNvGrpSpPr/>
        <p:nvPr/>
      </p:nvGrpSpPr>
      <p:grpSpPr>
        <a:xfrm>
          <a:off x="0" y="0"/>
          <a:ext cx="0" cy="0"/>
          <a:chOff x="0" y="0"/>
          <a:chExt cx="0" cy="0"/>
        </a:xfrm>
      </p:grpSpPr>
      <p:sp>
        <p:nvSpPr>
          <p:cNvPr id="1313" name="Google Shape;1313;p162"/>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314" name="Google Shape;1314;p162"/>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315" name="Google Shape;1315;p162"/>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1316" name="Google Shape;1316;p162"/>
          <p:cNvSpPr txBox="1"/>
          <p:nvPr>
            <p:ph idx="1" type="body"/>
          </p:nvPr>
        </p:nvSpPr>
        <p:spPr>
          <a:xfrm>
            <a:off x="365760" y="1097280"/>
            <a:ext cx="5669280" cy="5330952"/>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0"/>
              </a:spcBef>
              <a:spcAft>
                <a:spcPts val="0"/>
              </a:spcAft>
              <a:buClr>
                <a:srgbClr val="232F3E"/>
              </a:buClr>
              <a:buSzPts val="1600"/>
              <a:buNone/>
              <a:defRPr sz="1600">
                <a:solidFill>
                  <a:srgbClr val="232F3E"/>
                </a:solidFill>
                <a:latin typeface="Droid Sans Mono"/>
                <a:ea typeface="Droid Sans Mono"/>
                <a:cs typeface="Droid Sans Mono"/>
                <a:sym typeface="Droid Sans Mono"/>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17" name="Google Shape;1317;p162"/>
          <p:cNvSpPr txBox="1"/>
          <p:nvPr>
            <p:ph idx="2" type="body"/>
          </p:nvPr>
        </p:nvSpPr>
        <p:spPr>
          <a:xfrm>
            <a:off x="6163056" y="1097280"/>
            <a:ext cx="5669280" cy="5330952"/>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0"/>
              </a:spcBef>
              <a:spcAft>
                <a:spcPts val="0"/>
              </a:spcAft>
              <a:buClr>
                <a:srgbClr val="232F3E"/>
              </a:buClr>
              <a:buSzPts val="1600"/>
              <a:buNone/>
              <a:defRPr sz="1600">
                <a:solidFill>
                  <a:srgbClr val="232F3E"/>
                </a:solidFill>
                <a:latin typeface="Droid Sans Mono"/>
                <a:ea typeface="Droid Sans Mono"/>
                <a:cs typeface="Droid Sans Mono"/>
                <a:sym typeface="Droid Sans Mono"/>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Header, and 2 Text Columns">
  <p:cSld name="Title, Header, and 2 Text Columns">
    <p:bg>
      <p:bgPr>
        <a:solidFill>
          <a:schemeClr val="lt1"/>
        </a:solidFill>
      </p:bgPr>
    </p:bg>
    <p:spTree>
      <p:nvGrpSpPr>
        <p:cNvPr id="1318" name="Shape 1318"/>
        <p:cNvGrpSpPr/>
        <p:nvPr/>
      </p:nvGrpSpPr>
      <p:grpSpPr>
        <a:xfrm>
          <a:off x="0" y="0"/>
          <a:ext cx="0" cy="0"/>
          <a:chOff x="0" y="0"/>
          <a:chExt cx="0" cy="0"/>
        </a:xfrm>
      </p:grpSpPr>
      <p:sp>
        <p:nvSpPr>
          <p:cNvPr id="1319" name="Google Shape;1319;p163"/>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320" name="Google Shape;1320;p163"/>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321" name="Google Shape;1321;p163"/>
          <p:cNvPicPr preferRelativeResize="0"/>
          <p:nvPr/>
        </p:nvPicPr>
        <p:blipFill rotWithShape="1">
          <a:blip r:embed="rId2">
            <a:alphaModFix/>
          </a:blip>
          <a:srcRect b="0" l="0" r="0" t="0"/>
          <a:stretch/>
        </p:blipFill>
        <p:spPr>
          <a:xfrm>
            <a:off x="365760" y="1053311"/>
            <a:ext cx="11460480" cy="440329"/>
          </a:xfrm>
          <a:prstGeom prst="rect">
            <a:avLst/>
          </a:prstGeom>
          <a:noFill/>
          <a:ln>
            <a:noFill/>
          </a:ln>
        </p:spPr>
      </p:pic>
      <p:sp>
        <p:nvSpPr>
          <p:cNvPr id="1322" name="Google Shape;1322;p163"/>
          <p:cNvSpPr txBox="1"/>
          <p:nvPr>
            <p:ph idx="1" type="body"/>
          </p:nvPr>
        </p:nvSpPr>
        <p:spPr>
          <a:xfrm>
            <a:off x="365760" y="1053311"/>
            <a:ext cx="11460480" cy="440329"/>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23" name="Google Shape;1323;p163"/>
          <p:cNvSpPr txBox="1"/>
          <p:nvPr>
            <p:ph idx="2" type="body"/>
          </p:nvPr>
        </p:nvSpPr>
        <p:spPr>
          <a:xfrm>
            <a:off x="365760" y="1563624"/>
            <a:ext cx="5669280" cy="4873752"/>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defRPr>
            </a:lvl1pPr>
            <a:lvl2pPr indent="-381000" lvl="1" marL="914400" algn="l">
              <a:lnSpc>
                <a:spcPct val="100000"/>
              </a:lnSpc>
              <a:spcBef>
                <a:spcPts val="1200"/>
              </a:spcBef>
              <a:spcAft>
                <a:spcPts val="0"/>
              </a:spcAft>
              <a:buClr>
                <a:srgbClr val="232F3E"/>
              </a:buClr>
              <a:buSzPts val="2400"/>
              <a:buChar char="•"/>
              <a:defRPr sz="2400">
                <a:solidFill>
                  <a:srgbClr val="232F3E"/>
                </a:solidFill>
              </a:defRPr>
            </a:lvl2pPr>
            <a:lvl3pPr indent="-355600" lvl="2" marL="1371600" algn="l">
              <a:lnSpc>
                <a:spcPct val="100000"/>
              </a:lnSpc>
              <a:spcBef>
                <a:spcPts val="1200"/>
              </a:spcBef>
              <a:spcAft>
                <a:spcPts val="0"/>
              </a:spcAft>
              <a:buClr>
                <a:srgbClr val="232F3E"/>
              </a:buClr>
              <a:buSzPts val="2000"/>
              <a:buChar char="•"/>
              <a:defRPr sz="2000">
                <a:solidFill>
                  <a:srgbClr val="232F3E"/>
                </a:solidFill>
              </a:defRPr>
            </a:lvl3pPr>
            <a:lvl4pPr indent="-342900" lvl="3" marL="1828800" algn="l">
              <a:lnSpc>
                <a:spcPct val="100000"/>
              </a:lnSpc>
              <a:spcBef>
                <a:spcPts val="1200"/>
              </a:spcBef>
              <a:spcAft>
                <a:spcPts val="0"/>
              </a:spcAft>
              <a:buClr>
                <a:srgbClr val="232F3E"/>
              </a:buClr>
              <a:buSzPts val="1800"/>
              <a:buChar char="•"/>
              <a:defRPr sz="1800">
                <a:solidFill>
                  <a:srgbClr val="232F3E"/>
                </a:solidFill>
              </a:defRPr>
            </a:lvl4pPr>
            <a:lvl5pPr indent="-342900" lvl="4" marL="2286000" algn="l">
              <a:lnSpc>
                <a:spcPct val="100000"/>
              </a:lnSpc>
              <a:spcBef>
                <a:spcPts val="1200"/>
              </a:spcBef>
              <a:spcAft>
                <a:spcPts val="0"/>
              </a:spcAft>
              <a:buClr>
                <a:srgbClr val="232F3E"/>
              </a:buClr>
              <a:buSzPts val="1800"/>
              <a:buChar char="•"/>
              <a:defRPr sz="1800">
                <a:solidFill>
                  <a:srgbClr val="232F3E"/>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24" name="Google Shape;1324;p163"/>
          <p:cNvSpPr txBox="1"/>
          <p:nvPr>
            <p:ph idx="3" type="body"/>
          </p:nvPr>
        </p:nvSpPr>
        <p:spPr>
          <a:xfrm>
            <a:off x="6163056" y="1563624"/>
            <a:ext cx="5669280" cy="4873752"/>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defRPr>
            </a:lvl1pPr>
            <a:lvl2pPr indent="-381000" lvl="1" marL="914400" algn="l">
              <a:lnSpc>
                <a:spcPct val="100000"/>
              </a:lnSpc>
              <a:spcBef>
                <a:spcPts val="1200"/>
              </a:spcBef>
              <a:spcAft>
                <a:spcPts val="0"/>
              </a:spcAft>
              <a:buClr>
                <a:srgbClr val="232F3E"/>
              </a:buClr>
              <a:buSzPts val="2400"/>
              <a:buChar char="•"/>
              <a:defRPr sz="2400">
                <a:solidFill>
                  <a:srgbClr val="232F3E"/>
                </a:solidFill>
              </a:defRPr>
            </a:lvl2pPr>
            <a:lvl3pPr indent="-355600" lvl="2" marL="1371600" algn="l">
              <a:lnSpc>
                <a:spcPct val="100000"/>
              </a:lnSpc>
              <a:spcBef>
                <a:spcPts val="1200"/>
              </a:spcBef>
              <a:spcAft>
                <a:spcPts val="0"/>
              </a:spcAft>
              <a:buClr>
                <a:srgbClr val="232F3E"/>
              </a:buClr>
              <a:buSzPts val="2000"/>
              <a:buChar char="•"/>
              <a:defRPr sz="2000">
                <a:solidFill>
                  <a:srgbClr val="232F3E"/>
                </a:solidFill>
              </a:defRPr>
            </a:lvl3pPr>
            <a:lvl4pPr indent="-342900" lvl="3" marL="1828800" algn="l">
              <a:lnSpc>
                <a:spcPct val="100000"/>
              </a:lnSpc>
              <a:spcBef>
                <a:spcPts val="1200"/>
              </a:spcBef>
              <a:spcAft>
                <a:spcPts val="0"/>
              </a:spcAft>
              <a:buClr>
                <a:srgbClr val="232F3E"/>
              </a:buClr>
              <a:buSzPts val="1800"/>
              <a:buChar char="•"/>
              <a:defRPr sz="1800">
                <a:solidFill>
                  <a:srgbClr val="232F3E"/>
                </a:solidFill>
              </a:defRPr>
            </a:lvl4pPr>
            <a:lvl5pPr indent="-342900" lvl="4" marL="2286000" algn="l">
              <a:lnSpc>
                <a:spcPct val="100000"/>
              </a:lnSpc>
              <a:spcBef>
                <a:spcPts val="1200"/>
              </a:spcBef>
              <a:spcAft>
                <a:spcPts val="0"/>
              </a:spcAft>
              <a:buClr>
                <a:srgbClr val="232F3E"/>
              </a:buClr>
              <a:buSzPts val="1800"/>
              <a:buChar char="•"/>
              <a:defRPr sz="1800">
                <a:solidFill>
                  <a:srgbClr val="232F3E"/>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Headers, and 2 Text Columns">
  <p:cSld name="Title, 2 Headers, and 2 Text Columns">
    <p:bg>
      <p:bgPr>
        <a:solidFill>
          <a:schemeClr val="lt1"/>
        </a:solidFill>
      </p:bgPr>
    </p:bg>
    <p:spTree>
      <p:nvGrpSpPr>
        <p:cNvPr id="1325" name="Shape 1325"/>
        <p:cNvGrpSpPr/>
        <p:nvPr/>
      </p:nvGrpSpPr>
      <p:grpSpPr>
        <a:xfrm>
          <a:off x="0" y="0"/>
          <a:ext cx="0" cy="0"/>
          <a:chOff x="0" y="0"/>
          <a:chExt cx="0" cy="0"/>
        </a:xfrm>
      </p:grpSpPr>
      <p:sp>
        <p:nvSpPr>
          <p:cNvPr id="1326" name="Google Shape;1326;p164"/>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327" name="Google Shape;1327;p164"/>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28" name="Google Shape;1328;p164"/>
          <p:cNvSpPr txBox="1"/>
          <p:nvPr>
            <p:ph idx="1" type="body"/>
          </p:nvPr>
        </p:nvSpPr>
        <p:spPr>
          <a:xfrm>
            <a:off x="365760" y="1053311"/>
            <a:ext cx="5669280" cy="440329"/>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29" name="Google Shape;1329;p164"/>
          <p:cNvSpPr txBox="1"/>
          <p:nvPr>
            <p:ph idx="2" type="body"/>
          </p:nvPr>
        </p:nvSpPr>
        <p:spPr>
          <a:xfrm>
            <a:off x="365760" y="1563624"/>
            <a:ext cx="5669280" cy="4873752"/>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latin typeface="Play"/>
                <a:ea typeface="Play"/>
                <a:cs typeface="Play"/>
                <a:sym typeface="Play"/>
              </a:defRPr>
            </a:lvl1pPr>
            <a:lvl2pPr indent="-381000" lvl="1" marL="914400" algn="l">
              <a:lnSpc>
                <a:spcPct val="100000"/>
              </a:lnSpc>
              <a:spcBef>
                <a:spcPts val="1200"/>
              </a:spcBef>
              <a:spcAft>
                <a:spcPts val="0"/>
              </a:spcAft>
              <a:buClr>
                <a:srgbClr val="232F3E"/>
              </a:buClr>
              <a:buSzPts val="2400"/>
              <a:buChar char="•"/>
              <a:defRPr sz="2400">
                <a:solidFill>
                  <a:srgbClr val="232F3E"/>
                </a:solidFill>
                <a:latin typeface="Play"/>
                <a:ea typeface="Play"/>
                <a:cs typeface="Play"/>
                <a:sym typeface="Play"/>
              </a:defRPr>
            </a:lvl2pPr>
            <a:lvl3pPr indent="-355600" lvl="2" marL="1371600" algn="l">
              <a:lnSpc>
                <a:spcPct val="100000"/>
              </a:lnSpc>
              <a:spcBef>
                <a:spcPts val="1200"/>
              </a:spcBef>
              <a:spcAft>
                <a:spcPts val="0"/>
              </a:spcAft>
              <a:buClr>
                <a:srgbClr val="232F3E"/>
              </a:buClr>
              <a:buSzPts val="2000"/>
              <a:buChar char="•"/>
              <a:defRPr sz="2000">
                <a:solidFill>
                  <a:srgbClr val="232F3E"/>
                </a:solidFill>
                <a:latin typeface="Play"/>
                <a:ea typeface="Play"/>
                <a:cs typeface="Play"/>
                <a:sym typeface="Play"/>
              </a:defRPr>
            </a:lvl3pPr>
            <a:lvl4pPr indent="-342900" lvl="3" marL="1828800" algn="l">
              <a:lnSpc>
                <a:spcPct val="100000"/>
              </a:lnSpc>
              <a:spcBef>
                <a:spcPts val="1200"/>
              </a:spcBef>
              <a:spcAft>
                <a:spcPts val="0"/>
              </a:spcAft>
              <a:buClr>
                <a:srgbClr val="232F3E"/>
              </a:buClr>
              <a:buSzPts val="1800"/>
              <a:buChar char="•"/>
              <a:defRPr sz="1800">
                <a:solidFill>
                  <a:srgbClr val="232F3E"/>
                </a:solidFill>
                <a:latin typeface="Play"/>
                <a:ea typeface="Play"/>
                <a:cs typeface="Play"/>
                <a:sym typeface="Play"/>
              </a:defRPr>
            </a:lvl4pPr>
            <a:lvl5pPr indent="-342900" lvl="4" marL="2286000" algn="l">
              <a:lnSpc>
                <a:spcPct val="100000"/>
              </a:lnSpc>
              <a:spcBef>
                <a:spcPts val="1200"/>
              </a:spcBef>
              <a:spcAft>
                <a:spcPts val="0"/>
              </a:spcAft>
              <a:buClr>
                <a:srgbClr val="232F3E"/>
              </a:buClr>
              <a:buSzPts val="1800"/>
              <a:buChar char="•"/>
              <a:defRPr sz="1800">
                <a:solidFill>
                  <a:srgbClr val="232F3E"/>
                </a:solidFill>
                <a:latin typeface="Play"/>
                <a:ea typeface="Play"/>
                <a:cs typeface="Play"/>
                <a:sym typeface="Play"/>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30" name="Google Shape;1330;p164"/>
          <p:cNvSpPr txBox="1"/>
          <p:nvPr>
            <p:ph idx="3" type="body"/>
          </p:nvPr>
        </p:nvSpPr>
        <p:spPr>
          <a:xfrm>
            <a:off x="6163056" y="1053311"/>
            <a:ext cx="5669280" cy="440329"/>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31" name="Google Shape;1331;p164"/>
          <p:cNvSpPr txBox="1"/>
          <p:nvPr>
            <p:ph idx="4" type="body"/>
          </p:nvPr>
        </p:nvSpPr>
        <p:spPr>
          <a:xfrm>
            <a:off x="6163056" y="1563624"/>
            <a:ext cx="5669280" cy="4873752"/>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latin typeface="Play"/>
                <a:ea typeface="Play"/>
                <a:cs typeface="Play"/>
                <a:sym typeface="Play"/>
              </a:defRPr>
            </a:lvl1pPr>
            <a:lvl2pPr indent="-381000" lvl="1" marL="914400" algn="l">
              <a:lnSpc>
                <a:spcPct val="100000"/>
              </a:lnSpc>
              <a:spcBef>
                <a:spcPts val="1200"/>
              </a:spcBef>
              <a:spcAft>
                <a:spcPts val="0"/>
              </a:spcAft>
              <a:buClr>
                <a:srgbClr val="232F3E"/>
              </a:buClr>
              <a:buSzPts val="2400"/>
              <a:buChar char="•"/>
              <a:defRPr sz="2400">
                <a:solidFill>
                  <a:srgbClr val="232F3E"/>
                </a:solidFill>
                <a:latin typeface="Play"/>
                <a:ea typeface="Play"/>
                <a:cs typeface="Play"/>
                <a:sym typeface="Play"/>
              </a:defRPr>
            </a:lvl2pPr>
            <a:lvl3pPr indent="-355600" lvl="2" marL="1371600" algn="l">
              <a:lnSpc>
                <a:spcPct val="100000"/>
              </a:lnSpc>
              <a:spcBef>
                <a:spcPts val="1200"/>
              </a:spcBef>
              <a:spcAft>
                <a:spcPts val="0"/>
              </a:spcAft>
              <a:buClr>
                <a:srgbClr val="232F3E"/>
              </a:buClr>
              <a:buSzPts val="2000"/>
              <a:buChar char="•"/>
              <a:defRPr sz="2000">
                <a:solidFill>
                  <a:srgbClr val="232F3E"/>
                </a:solidFill>
                <a:latin typeface="Play"/>
                <a:ea typeface="Play"/>
                <a:cs typeface="Play"/>
                <a:sym typeface="Play"/>
              </a:defRPr>
            </a:lvl3pPr>
            <a:lvl4pPr indent="-342900" lvl="3" marL="1828800" algn="l">
              <a:lnSpc>
                <a:spcPct val="100000"/>
              </a:lnSpc>
              <a:spcBef>
                <a:spcPts val="1200"/>
              </a:spcBef>
              <a:spcAft>
                <a:spcPts val="0"/>
              </a:spcAft>
              <a:buClr>
                <a:srgbClr val="232F3E"/>
              </a:buClr>
              <a:buSzPts val="1800"/>
              <a:buChar char="•"/>
              <a:defRPr sz="1800">
                <a:solidFill>
                  <a:srgbClr val="232F3E"/>
                </a:solidFill>
                <a:latin typeface="Play"/>
                <a:ea typeface="Play"/>
                <a:cs typeface="Play"/>
                <a:sym typeface="Play"/>
              </a:defRPr>
            </a:lvl4pPr>
            <a:lvl5pPr indent="-342900" lvl="4" marL="2286000" algn="l">
              <a:lnSpc>
                <a:spcPct val="100000"/>
              </a:lnSpc>
              <a:spcBef>
                <a:spcPts val="1200"/>
              </a:spcBef>
              <a:spcAft>
                <a:spcPts val="0"/>
              </a:spcAft>
              <a:buClr>
                <a:srgbClr val="232F3E"/>
              </a:buClr>
              <a:buSzPts val="1800"/>
              <a:buChar char="•"/>
              <a:defRPr sz="1800">
                <a:solidFill>
                  <a:srgbClr val="232F3E"/>
                </a:solidFill>
                <a:latin typeface="Play"/>
                <a:ea typeface="Play"/>
                <a:cs typeface="Play"/>
                <a:sym typeface="Play"/>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Header, Content, Full Height Picture">
  <p:cSld name="Title, Header, Content, Full Height Picture">
    <p:bg>
      <p:bgPr>
        <a:solidFill>
          <a:schemeClr val="lt1"/>
        </a:solidFill>
      </p:bgPr>
    </p:bg>
    <p:spTree>
      <p:nvGrpSpPr>
        <p:cNvPr id="1332" name="Shape 1332"/>
        <p:cNvGrpSpPr/>
        <p:nvPr/>
      </p:nvGrpSpPr>
      <p:grpSpPr>
        <a:xfrm>
          <a:off x="0" y="0"/>
          <a:ext cx="0" cy="0"/>
          <a:chOff x="0" y="0"/>
          <a:chExt cx="0" cy="0"/>
        </a:xfrm>
      </p:grpSpPr>
      <p:pic>
        <p:nvPicPr>
          <p:cNvPr id="1333" name="Google Shape;1333;p165"/>
          <p:cNvPicPr preferRelativeResize="0"/>
          <p:nvPr/>
        </p:nvPicPr>
        <p:blipFill rotWithShape="1">
          <a:blip r:embed="rId2">
            <a:alphaModFix/>
          </a:blip>
          <a:srcRect b="0" l="0" r="0" t="0"/>
          <a:stretch/>
        </p:blipFill>
        <p:spPr>
          <a:xfrm>
            <a:off x="365761" y="1059966"/>
            <a:ext cx="5663184" cy="459972"/>
          </a:xfrm>
          <a:prstGeom prst="rect">
            <a:avLst/>
          </a:prstGeom>
          <a:noFill/>
          <a:ln>
            <a:noFill/>
          </a:ln>
        </p:spPr>
      </p:pic>
      <p:sp>
        <p:nvSpPr>
          <p:cNvPr id="1334" name="Google Shape;1334;p165"/>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335" name="Google Shape;1335;p165"/>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36" name="Google Shape;1336;p165"/>
          <p:cNvSpPr txBox="1"/>
          <p:nvPr>
            <p:ph idx="1" type="body"/>
          </p:nvPr>
        </p:nvSpPr>
        <p:spPr>
          <a:xfrm>
            <a:off x="365761" y="1051560"/>
            <a:ext cx="5669279" cy="440329"/>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37" name="Google Shape;1337;p165"/>
          <p:cNvSpPr txBox="1"/>
          <p:nvPr>
            <p:ph idx="2" type="body"/>
          </p:nvPr>
        </p:nvSpPr>
        <p:spPr>
          <a:xfrm>
            <a:off x="365760" y="1554480"/>
            <a:ext cx="5669280" cy="488174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defRPr>
            </a:lvl1pPr>
            <a:lvl2pPr indent="-381000" lvl="1" marL="914400" algn="l">
              <a:lnSpc>
                <a:spcPct val="100000"/>
              </a:lnSpc>
              <a:spcBef>
                <a:spcPts val="1200"/>
              </a:spcBef>
              <a:spcAft>
                <a:spcPts val="0"/>
              </a:spcAft>
              <a:buClr>
                <a:srgbClr val="232F3E"/>
              </a:buClr>
              <a:buSzPts val="2400"/>
              <a:buChar char="•"/>
              <a:defRPr sz="2400">
                <a:solidFill>
                  <a:srgbClr val="232F3E"/>
                </a:solidFill>
              </a:defRPr>
            </a:lvl2pPr>
            <a:lvl3pPr indent="-355600" lvl="2" marL="1371600" algn="l">
              <a:lnSpc>
                <a:spcPct val="100000"/>
              </a:lnSpc>
              <a:spcBef>
                <a:spcPts val="1200"/>
              </a:spcBef>
              <a:spcAft>
                <a:spcPts val="0"/>
              </a:spcAft>
              <a:buClr>
                <a:srgbClr val="232F3E"/>
              </a:buClr>
              <a:buSzPts val="2000"/>
              <a:buChar char="•"/>
              <a:defRPr sz="2000">
                <a:solidFill>
                  <a:srgbClr val="232F3E"/>
                </a:solidFill>
              </a:defRPr>
            </a:lvl3pPr>
            <a:lvl4pPr indent="-342900" lvl="3" marL="1828800" algn="l">
              <a:lnSpc>
                <a:spcPct val="100000"/>
              </a:lnSpc>
              <a:spcBef>
                <a:spcPts val="1200"/>
              </a:spcBef>
              <a:spcAft>
                <a:spcPts val="0"/>
              </a:spcAft>
              <a:buClr>
                <a:srgbClr val="232F3E"/>
              </a:buClr>
              <a:buSzPts val="1800"/>
              <a:buChar char="•"/>
              <a:defRPr sz="1800">
                <a:solidFill>
                  <a:srgbClr val="232F3E"/>
                </a:solidFill>
              </a:defRPr>
            </a:lvl4pPr>
            <a:lvl5pPr indent="-342900" lvl="4" marL="2286000" algn="l">
              <a:lnSpc>
                <a:spcPct val="100000"/>
              </a:lnSpc>
              <a:spcBef>
                <a:spcPts val="1200"/>
              </a:spcBef>
              <a:spcAft>
                <a:spcPts val="0"/>
              </a:spcAft>
              <a:buClr>
                <a:srgbClr val="232F3E"/>
              </a:buClr>
              <a:buSzPts val="1800"/>
              <a:buChar char="•"/>
              <a:defRPr sz="1800">
                <a:solidFill>
                  <a:srgbClr val="232F3E"/>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38" name="Google Shape;1338;p165"/>
          <p:cNvSpPr/>
          <p:nvPr>
            <p:ph idx="3" type="pic"/>
          </p:nvPr>
        </p:nvSpPr>
        <p:spPr>
          <a:xfrm>
            <a:off x="6163056" y="1046819"/>
            <a:ext cx="5669280" cy="5398103"/>
          </a:xfrm>
          <a:prstGeom prst="rect">
            <a:avLst/>
          </a:prstGeom>
          <a:noFill/>
          <a:ln>
            <a:noFill/>
          </a:ln>
        </p:spPr>
      </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Pictures, 2 Headers, and 2 Text Columns">
  <p:cSld name="Title, 2 Pictures, 2 Headers, and 2 Text Columns">
    <p:bg>
      <p:bgPr>
        <a:solidFill>
          <a:schemeClr val="lt1"/>
        </a:solidFill>
      </p:bgPr>
    </p:bg>
    <p:spTree>
      <p:nvGrpSpPr>
        <p:cNvPr id="1339" name="Shape 1339"/>
        <p:cNvGrpSpPr/>
        <p:nvPr/>
      </p:nvGrpSpPr>
      <p:grpSpPr>
        <a:xfrm>
          <a:off x="0" y="0"/>
          <a:ext cx="0" cy="0"/>
          <a:chOff x="0" y="0"/>
          <a:chExt cx="0" cy="0"/>
        </a:xfrm>
      </p:grpSpPr>
      <p:pic>
        <p:nvPicPr>
          <p:cNvPr id="1340" name="Google Shape;1340;p166"/>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1341" name="Google Shape;1341;p166"/>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342" name="Google Shape;1342;p166"/>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43" name="Google Shape;1343;p166"/>
          <p:cNvSpPr/>
          <p:nvPr>
            <p:ph idx="2" type="pic"/>
          </p:nvPr>
        </p:nvSpPr>
        <p:spPr>
          <a:xfrm>
            <a:off x="2057400" y="1097280"/>
            <a:ext cx="2286000" cy="2286000"/>
          </a:xfrm>
          <a:prstGeom prst="rect">
            <a:avLst/>
          </a:prstGeom>
          <a:noFill/>
          <a:ln>
            <a:noFill/>
          </a:ln>
        </p:spPr>
      </p:sp>
      <p:sp>
        <p:nvSpPr>
          <p:cNvPr id="1344" name="Google Shape;1344;p166"/>
          <p:cNvSpPr txBox="1"/>
          <p:nvPr>
            <p:ph idx="1" type="body"/>
          </p:nvPr>
        </p:nvSpPr>
        <p:spPr>
          <a:xfrm>
            <a:off x="365760" y="3438144"/>
            <a:ext cx="5669280" cy="440329"/>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45" name="Google Shape;1345;p166"/>
          <p:cNvSpPr txBox="1"/>
          <p:nvPr>
            <p:ph idx="3" type="body"/>
          </p:nvPr>
        </p:nvSpPr>
        <p:spPr>
          <a:xfrm>
            <a:off x="365760" y="3895344"/>
            <a:ext cx="5669280" cy="2551176"/>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latin typeface="Play"/>
                <a:ea typeface="Play"/>
                <a:cs typeface="Play"/>
                <a:sym typeface="Play"/>
              </a:defRPr>
            </a:lvl1pPr>
            <a:lvl2pPr indent="-381000" lvl="1" marL="914400" algn="l">
              <a:lnSpc>
                <a:spcPct val="100000"/>
              </a:lnSpc>
              <a:spcBef>
                <a:spcPts val="600"/>
              </a:spcBef>
              <a:spcAft>
                <a:spcPts val="0"/>
              </a:spcAft>
              <a:buClr>
                <a:srgbClr val="232F3E"/>
              </a:buClr>
              <a:buSzPts val="2400"/>
              <a:buChar char="•"/>
              <a:defRPr sz="2400">
                <a:solidFill>
                  <a:srgbClr val="232F3E"/>
                </a:solidFill>
                <a:latin typeface="Play"/>
                <a:ea typeface="Play"/>
                <a:cs typeface="Play"/>
                <a:sym typeface="Play"/>
              </a:defRPr>
            </a:lvl2pPr>
            <a:lvl3pPr indent="-355600" lvl="2" marL="1371600" algn="l">
              <a:lnSpc>
                <a:spcPct val="100000"/>
              </a:lnSpc>
              <a:spcBef>
                <a:spcPts val="600"/>
              </a:spcBef>
              <a:spcAft>
                <a:spcPts val="0"/>
              </a:spcAft>
              <a:buClr>
                <a:srgbClr val="232F3E"/>
              </a:buClr>
              <a:buSzPts val="2000"/>
              <a:buChar char="•"/>
              <a:defRPr sz="2000">
                <a:solidFill>
                  <a:srgbClr val="232F3E"/>
                </a:solidFill>
                <a:latin typeface="Play"/>
                <a:ea typeface="Play"/>
                <a:cs typeface="Play"/>
                <a:sym typeface="Play"/>
              </a:defRPr>
            </a:lvl3pPr>
            <a:lvl4pPr indent="-342900" lvl="3" marL="1828800" algn="l">
              <a:lnSpc>
                <a:spcPct val="100000"/>
              </a:lnSpc>
              <a:spcBef>
                <a:spcPts val="600"/>
              </a:spcBef>
              <a:spcAft>
                <a:spcPts val="0"/>
              </a:spcAft>
              <a:buClr>
                <a:srgbClr val="232F3E"/>
              </a:buClr>
              <a:buSzPts val="1800"/>
              <a:buChar char="•"/>
              <a:defRPr sz="1800">
                <a:solidFill>
                  <a:srgbClr val="232F3E"/>
                </a:solidFill>
                <a:latin typeface="Play"/>
                <a:ea typeface="Play"/>
                <a:cs typeface="Play"/>
                <a:sym typeface="Play"/>
              </a:defRPr>
            </a:lvl4pPr>
            <a:lvl5pPr indent="-342900" lvl="4" marL="2286000" algn="l">
              <a:lnSpc>
                <a:spcPct val="100000"/>
              </a:lnSpc>
              <a:spcBef>
                <a:spcPts val="600"/>
              </a:spcBef>
              <a:spcAft>
                <a:spcPts val="0"/>
              </a:spcAft>
              <a:buClr>
                <a:srgbClr val="232F3E"/>
              </a:buClr>
              <a:buSzPts val="1800"/>
              <a:buChar char="•"/>
              <a:defRPr sz="1800">
                <a:solidFill>
                  <a:srgbClr val="232F3E"/>
                </a:solidFill>
                <a:latin typeface="Play"/>
                <a:ea typeface="Play"/>
                <a:cs typeface="Play"/>
                <a:sym typeface="Play"/>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46" name="Google Shape;1346;p166"/>
          <p:cNvSpPr/>
          <p:nvPr>
            <p:ph idx="4" type="pic"/>
          </p:nvPr>
        </p:nvSpPr>
        <p:spPr>
          <a:xfrm>
            <a:off x="7891272" y="1097280"/>
            <a:ext cx="2286000" cy="2286000"/>
          </a:xfrm>
          <a:prstGeom prst="rect">
            <a:avLst/>
          </a:prstGeom>
          <a:noFill/>
          <a:ln>
            <a:noFill/>
          </a:ln>
        </p:spPr>
      </p:sp>
      <p:sp>
        <p:nvSpPr>
          <p:cNvPr id="1347" name="Google Shape;1347;p166"/>
          <p:cNvSpPr txBox="1"/>
          <p:nvPr>
            <p:ph idx="5" type="body"/>
          </p:nvPr>
        </p:nvSpPr>
        <p:spPr>
          <a:xfrm>
            <a:off x="6163056" y="3438144"/>
            <a:ext cx="5669280" cy="440329"/>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48" name="Google Shape;1348;p166"/>
          <p:cNvSpPr txBox="1"/>
          <p:nvPr>
            <p:ph idx="6" type="body"/>
          </p:nvPr>
        </p:nvSpPr>
        <p:spPr>
          <a:xfrm>
            <a:off x="6163056" y="3895344"/>
            <a:ext cx="5669280" cy="2551176"/>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latin typeface="Play"/>
                <a:ea typeface="Play"/>
                <a:cs typeface="Play"/>
                <a:sym typeface="Play"/>
              </a:defRPr>
            </a:lvl1pPr>
            <a:lvl2pPr indent="-381000" lvl="1" marL="914400" algn="l">
              <a:lnSpc>
                <a:spcPct val="100000"/>
              </a:lnSpc>
              <a:spcBef>
                <a:spcPts val="600"/>
              </a:spcBef>
              <a:spcAft>
                <a:spcPts val="0"/>
              </a:spcAft>
              <a:buClr>
                <a:srgbClr val="232F3E"/>
              </a:buClr>
              <a:buSzPts val="2400"/>
              <a:buChar char="•"/>
              <a:defRPr sz="2400">
                <a:solidFill>
                  <a:srgbClr val="232F3E"/>
                </a:solidFill>
                <a:latin typeface="Play"/>
                <a:ea typeface="Play"/>
                <a:cs typeface="Play"/>
                <a:sym typeface="Play"/>
              </a:defRPr>
            </a:lvl2pPr>
            <a:lvl3pPr indent="-355600" lvl="2" marL="1371600" algn="l">
              <a:lnSpc>
                <a:spcPct val="100000"/>
              </a:lnSpc>
              <a:spcBef>
                <a:spcPts val="600"/>
              </a:spcBef>
              <a:spcAft>
                <a:spcPts val="0"/>
              </a:spcAft>
              <a:buClr>
                <a:srgbClr val="232F3E"/>
              </a:buClr>
              <a:buSzPts val="2000"/>
              <a:buChar char="•"/>
              <a:defRPr sz="2000">
                <a:solidFill>
                  <a:srgbClr val="232F3E"/>
                </a:solidFill>
                <a:latin typeface="Play"/>
                <a:ea typeface="Play"/>
                <a:cs typeface="Play"/>
                <a:sym typeface="Play"/>
              </a:defRPr>
            </a:lvl3pPr>
            <a:lvl4pPr indent="-342900" lvl="3" marL="1828800" algn="l">
              <a:lnSpc>
                <a:spcPct val="100000"/>
              </a:lnSpc>
              <a:spcBef>
                <a:spcPts val="600"/>
              </a:spcBef>
              <a:spcAft>
                <a:spcPts val="0"/>
              </a:spcAft>
              <a:buClr>
                <a:srgbClr val="232F3E"/>
              </a:buClr>
              <a:buSzPts val="1800"/>
              <a:buChar char="•"/>
              <a:defRPr sz="1800">
                <a:solidFill>
                  <a:srgbClr val="232F3E"/>
                </a:solidFill>
                <a:latin typeface="Play"/>
                <a:ea typeface="Play"/>
                <a:cs typeface="Play"/>
                <a:sym typeface="Play"/>
              </a:defRPr>
            </a:lvl4pPr>
            <a:lvl5pPr indent="-342900" lvl="4" marL="2286000" algn="l">
              <a:lnSpc>
                <a:spcPct val="100000"/>
              </a:lnSpc>
              <a:spcBef>
                <a:spcPts val="600"/>
              </a:spcBef>
              <a:spcAft>
                <a:spcPts val="0"/>
              </a:spcAft>
              <a:buClr>
                <a:srgbClr val="232F3E"/>
              </a:buClr>
              <a:buSzPts val="1800"/>
              <a:buChar char="•"/>
              <a:defRPr sz="1800">
                <a:solidFill>
                  <a:srgbClr val="232F3E"/>
                </a:solidFill>
                <a:latin typeface="Play"/>
                <a:ea typeface="Play"/>
                <a:cs typeface="Play"/>
                <a:sym typeface="Play"/>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Columns">
  <p:cSld name="Title and 3 Columns">
    <p:bg>
      <p:bgPr>
        <a:solidFill>
          <a:schemeClr val="lt1"/>
        </a:solidFill>
      </p:bgPr>
    </p:bg>
    <p:spTree>
      <p:nvGrpSpPr>
        <p:cNvPr id="1349" name="Shape 1349"/>
        <p:cNvGrpSpPr/>
        <p:nvPr/>
      </p:nvGrpSpPr>
      <p:grpSpPr>
        <a:xfrm>
          <a:off x="0" y="0"/>
          <a:ext cx="0" cy="0"/>
          <a:chOff x="0" y="0"/>
          <a:chExt cx="0" cy="0"/>
        </a:xfrm>
      </p:grpSpPr>
      <p:sp>
        <p:nvSpPr>
          <p:cNvPr id="1350" name="Google Shape;1350;p167"/>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351" name="Google Shape;1351;p167"/>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352" name="Google Shape;1352;p167"/>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1353" name="Google Shape;1353;p167"/>
          <p:cNvSpPr txBox="1"/>
          <p:nvPr>
            <p:ph idx="1" type="body"/>
          </p:nvPr>
        </p:nvSpPr>
        <p:spPr>
          <a:xfrm>
            <a:off x="365760" y="1097280"/>
            <a:ext cx="3749040" cy="5330952"/>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defRPr>
            </a:lvl1pPr>
            <a:lvl2pPr indent="-381000" lvl="1" marL="914400" algn="l">
              <a:lnSpc>
                <a:spcPct val="100000"/>
              </a:lnSpc>
              <a:spcBef>
                <a:spcPts val="600"/>
              </a:spcBef>
              <a:spcAft>
                <a:spcPts val="0"/>
              </a:spcAft>
              <a:buClr>
                <a:srgbClr val="232F3E"/>
              </a:buClr>
              <a:buSzPts val="2400"/>
              <a:buChar char="•"/>
              <a:defRPr sz="2400">
                <a:solidFill>
                  <a:srgbClr val="232F3E"/>
                </a:solidFill>
              </a:defRPr>
            </a:lvl2pPr>
            <a:lvl3pPr indent="-355600" lvl="2" marL="1371600" algn="l">
              <a:lnSpc>
                <a:spcPct val="100000"/>
              </a:lnSpc>
              <a:spcBef>
                <a:spcPts val="600"/>
              </a:spcBef>
              <a:spcAft>
                <a:spcPts val="0"/>
              </a:spcAft>
              <a:buClr>
                <a:srgbClr val="232F3E"/>
              </a:buClr>
              <a:buSzPts val="2000"/>
              <a:buChar char="•"/>
              <a:defRPr sz="2000">
                <a:solidFill>
                  <a:srgbClr val="232F3E"/>
                </a:solidFill>
              </a:defRPr>
            </a:lvl3pPr>
            <a:lvl4pPr indent="-342900" lvl="3" marL="1828800" algn="l">
              <a:lnSpc>
                <a:spcPct val="100000"/>
              </a:lnSpc>
              <a:spcBef>
                <a:spcPts val="600"/>
              </a:spcBef>
              <a:spcAft>
                <a:spcPts val="0"/>
              </a:spcAft>
              <a:buClr>
                <a:srgbClr val="232F3E"/>
              </a:buClr>
              <a:buSzPts val="1800"/>
              <a:buChar char="•"/>
              <a:defRPr sz="1800">
                <a:solidFill>
                  <a:srgbClr val="232F3E"/>
                </a:solidFill>
              </a:defRPr>
            </a:lvl4pPr>
            <a:lvl5pPr indent="-342900" lvl="4" marL="2286000" algn="l">
              <a:lnSpc>
                <a:spcPct val="100000"/>
              </a:lnSpc>
              <a:spcBef>
                <a:spcPts val="600"/>
              </a:spcBef>
              <a:spcAft>
                <a:spcPts val="0"/>
              </a:spcAft>
              <a:buClr>
                <a:srgbClr val="232F3E"/>
              </a:buClr>
              <a:buSzPts val="1800"/>
              <a:buChar char="•"/>
              <a:defRPr sz="18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4" name="Google Shape;1354;p167"/>
          <p:cNvSpPr txBox="1"/>
          <p:nvPr>
            <p:ph idx="2" type="body"/>
          </p:nvPr>
        </p:nvSpPr>
        <p:spPr>
          <a:xfrm>
            <a:off x="4224528" y="1097280"/>
            <a:ext cx="3749040" cy="5330952"/>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defRPr>
            </a:lvl1pPr>
            <a:lvl2pPr indent="-381000" lvl="1" marL="914400" algn="l">
              <a:lnSpc>
                <a:spcPct val="100000"/>
              </a:lnSpc>
              <a:spcBef>
                <a:spcPts val="600"/>
              </a:spcBef>
              <a:spcAft>
                <a:spcPts val="0"/>
              </a:spcAft>
              <a:buClr>
                <a:srgbClr val="232F3E"/>
              </a:buClr>
              <a:buSzPts val="2400"/>
              <a:buChar char="•"/>
              <a:defRPr sz="2400">
                <a:solidFill>
                  <a:srgbClr val="232F3E"/>
                </a:solidFill>
              </a:defRPr>
            </a:lvl2pPr>
            <a:lvl3pPr indent="-355600" lvl="2" marL="1371600" algn="l">
              <a:lnSpc>
                <a:spcPct val="100000"/>
              </a:lnSpc>
              <a:spcBef>
                <a:spcPts val="600"/>
              </a:spcBef>
              <a:spcAft>
                <a:spcPts val="0"/>
              </a:spcAft>
              <a:buClr>
                <a:srgbClr val="232F3E"/>
              </a:buClr>
              <a:buSzPts val="2000"/>
              <a:buChar char="•"/>
              <a:defRPr sz="2000">
                <a:solidFill>
                  <a:srgbClr val="232F3E"/>
                </a:solidFill>
              </a:defRPr>
            </a:lvl3pPr>
            <a:lvl4pPr indent="-342900" lvl="3" marL="1828800" algn="l">
              <a:lnSpc>
                <a:spcPct val="100000"/>
              </a:lnSpc>
              <a:spcBef>
                <a:spcPts val="600"/>
              </a:spcBef>
              <a:spcAft>
                <a:spcPts val="0"/>
              </a:spcAft>
              <a:buClr>
                <a:srgbClr val="232F3E"/>
              </a:buClr>
              <a:buSzPts val="1800"/>
              <a:buChar char="•"/>
              <a:defRPr sz="1800">
                <a:solidFill>
                  <a:srgbClr val="232F3E"/>
                </a:solidFill>
              </a:defRPr>
            </a:lvl4pPr>
            <a:lvl5pPr indent="-342900" lvl="4" marL="2286000" algn="l">
              <a:lnSpc>
                <a:spcPct val="100000"/>
              </a:lnSpc>
              <a:spcBef>
                <a:spcPts val="600"/>
              </a:spcBef>
              <a:spcAft>
                <a:spcPts val="0"/>
              </a:spcAft>
              <a:buClr>
                <a:srgbClr val="232F3E"/>
              </a:buClr>
              <a:buSzPts val="1800"/>
              <a:buChar char="•"/>
              <a:defRPr sz="18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5" name="Google Shape;1355;p167"/>
          <p:cNvSpPr txBox="1"/>
          <p:nvPr>
            <p:ph idx="3" type="body"/>
          </p:nvPr>
        </p:nvSpPr>
        <p:spPr>
          <a:xfrm>
            <a:off x="8083296" y="1097280"/>
            <a:ext cx="3749040" cy="5330952"/>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defRPr>
            </a:lvl1pPr>
            <a:lvl2pPr indent="-381000" lvl="1" marL="914400" algn="l">
              <a:lnSpc>
                <a:spcPct val="100000"/>
              </a:lnSpc>
              <a:spcBef>
                <a:spcPts val="600"/>
              </a:spcBef>
              <a:spcAft>
                <a:spcPts val="0"/>
              </a:spcAft>
              <a:buClr>
                <a:srgbClr val="232F3E"/>
              </a:buClr>
              <a:buSzPts val="2400"/>
              <a:buChar char="•"/>
              <a:defRPr sz="2400">
                <a:solidFill>
                  <a:srgbClr val="232F3E"/>
                </a:solidFill>
              </a:defRPr>
            </a:lvl2pPr>
            <a:lvl3pPr indent="-355600" lvl="2" marL="1371600" algn="l">
              <a:lnSpc>
                <a:spcPct val="100000"/>
              </a:lnSpc>
              <a:spcBef>
                <a:spcPts val="600"/>
              </a:spcBef>
              <a:spcAft>
                <a:spcPts val="0"/>
              </a:spcAft>
              <a:buClr>
                <a:srgbClr val="232F3E"/>
              </a:buClr>
              <a:buSzPts val="2000"/>
              <a:buChar char="•"/>
              <a:defRPr sz="2000">
                <a:solidFill>
                  <a:srgbClr val="232F3E"/>
                </a:solidFill>
              </a:defRPr>
            </a:lvl3pPr>
            <a:lvl4pPr indent="-342900" lvl="3" marL="1828800" algn="l">
              <a:lnSpc>
                <a:spcPct val="100000"/>
              </a:lnSpc>
              <a:spcBef>
                <a:spcPts val="600"/>
              </a:spcBef>
              <a:spcAft>
                <a:spcPts val="0"/>
              </a:spcAft>
              <a:buClr>
                <a:srgbClr val="232F3E"/>
              </a:buClr>
              <a:buSzPts val="1800"/>
              <a:buChar char="•"/>
              <a:defRPr sz="1800">
                <a:solidFill>
                  <a:srgbClr val="232F3E"/>
                </a:solidFill>
              </a:defRPr>
            </a:lvl4pPr>
            <a:lvl5pPr indent="-342900" lvl="4" marL="2286000" algn="l">
              <a:lnSpc>
                <a:spcPct val="100000"/>
              </a:lnSpc>
              <a:spcBef>
                <a:spcPts val="600"/>
              </a:spcBef>
              <a:spcAft>
                <a:spcPts val="0"/>
              </a:spcAft>
              <a:buClr>
                <a:srgbClr val="232F3E"/>
              </a:buClr>
              <a:buSzPts val="1800"/>
              <a:buChar char="•"/>
              <a:defRPr sz="18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3 Lg Pics, and 3 Headers">
  <p:cSld name="Title, 3 Lg Pics, and 3 Headers">
    <p:bg>
      <p:bgPr>
        <a:solidFill>
          <a:schemeClr val="lt1"/>
        </a:solidFill>
      </p:bgPr>
    </p:bg>
    <p:spTree>
      <p:nvGrpSpPr>
        <p:cNvPr id="1356" name="Shape 1356"/>
        <p:cNvGrpSpPr/>
        <p:nvPr/>
      </p:nvGrpSpPr>
      <p:grpSpPr>
        <a:xfrm>
          <a:off x="0" y="0"/>
          <a:ext cx="0" cy="0"/>
          <a:chOff x="0" y="0"/>
          <a:chExt cx="0" cy="0"/>
        </a:xfrm>
      </p:grpSpPr>
      <p:pic>
        <p:nvPicPr>
          <p:cNvPr id="1357" name="Google Shape;1357;p168"/>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1358" name="Google Shape;1358;p168"/>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359" name="Google Shape;1359;p168"/>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60" name="Google Shape;1360;p168"/>
          <p:cNvSpPr txBox="1"/>
          <p:nvPr>
            <p:ph idx="1" type="body"/>
          </p:nvPr>
        </p:nvSpPr>
        <p:spPr>
          <a:xfrm>
            <a:off x="1097280" y="2286000"/>
            <a:ext cx="2286000" cy="2286000"/>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0"/>
              </a:spcBef>
              <a:spcAft>
                <a:spcPts val="0"/>
              </a:spcAft>
              <a:buClr>
                <a:schemeClr val="dk2"/>
              </a:buClr>
              <a:buSzPts val="2000"/>
              <a:buNone/>
              <a:defRPr sz="2000">
                <a:solidFill>
                  <a:schemeClr val="dk2"/>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61" name="Google Shape;1361;p168"/>
          <p:cNvSpPr txBox="1"/>
          <p:nvPr>
            <p:ph idx="2" type="body"/>
          </p:nvPr>
        </p:nvSpPr>
        <p:spPr>
          <a:xfrm>
            <a:off x="365760" y="4663440"/>
            <a:ext cx="3749040" cy="440329"/>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chemeClr val="lt1"/>
              </a:buClr>
              <a:buSzPts val="2000"/>
              <a:buNone/>
              <a:defRPr b="0"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362" name="Google Shape;1362;p168"/>
          <p:cNvSpPr txBox="1"/>
          <p:nvPr>
            <p:ph idx="3" type="body"/>
          </p:nvPr>
        </p:nvSpPr>
        <p:spPr>
          <a:xfrm>
            <a:off x="4956048" y="2286000"/>
            <a:ext cx="2286000" cy="2286000"/>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0"/>
              </a:spcBef>
              <a:spcAft>
                <a:spcPts val="0"/>
              </a:spcAft>
              <a:buClr>
                <a:schemeClr val="dk2"/>
              </a:buClr>
              <a:buSzPts val="2000"/>
              <a:buNone/>
              <a:defRPr sz="2000">
                <a:solidFill>
                  <a:schemeClr val="dk2"/>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63" name="Google Shape;1363;p168"/>
          <p:cNvSpPr txBox="1"/>
          <p:nvPr>
            <p:ph idx="4" type="body"/>
          </p:nvPr>
        </p:nvSpPr>
        <p:spPr>
          <a:xfrm>
            <a:off x="4224528" y="4663440"/>
            <a:ext cx="3749040" cy="440329"/>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chemeClr val="lt1"/>
              </a:buClr>
              <a:buSzPts val="2000"/>
              <a:buNone/>
              <a:defRPr b="0"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364" name="Google Shape;1364;p168"/>
          <p:cNvSpPr txBox="1"/>
          <p:nvPr>
            <p:ph idx="5" type="body"/>
          </p:nvPr>
        </p:nvSpPr>
        <p:spPr>
          <a:xfrm>
            <a:off x="8814816" y="2286000"/>
            <a:ext cx="2286000" cy="2286000"/>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0"/>
              </a:spcBef>
              <a:spcAft>
                <a:spcPts val="0"/>
              </a:spcAft>
              <a:buClr>
                <a:schemeClr val="dk2"/>
              </a:buClr>
              <a:buSzPts val="2000"/>
              <a:buNone/>
              <a:defRPr sz="2000">
                <a:solidFill>
                  <a:schemeClr val="dk2"/>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65" name="Google Shape;1365;p168"/>
          <p:cNvSpPr txBox="1"/>
          <p:nvPr>
            <p:ph idx="6" type="body"/>
          </p:nvPr>
        </p:nvSpPr>
        <p:spPr>
          <a:xfrm>
            <a:off x="8083296" y="4663440"/>
            <a:ext cx="3749040" cy="440329"/>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chemeClr val="lt1"/>
              </a:buClr>
              <a:buSzPts val="2000"/>
              <a:buNone/>
              <a:defRPr b="0"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3 Pictures, and 3 Text Columns">
  <p:cSld name="Title, 3 Pictures, and 3 Text Columns">
    <p:bg>
      <p:bgPr>
        <a:solidFill>
          <a:schemeClr val="lt1"/>
        </a:solidFill>
      </p:bgPr>
    </p:bg>
    <p:spTree>
      <p:nvGrpSpPr>
        <p:cNvPr id="1366" name="Shape 1366"/>
        <p:cNvGrpSpPr/>
        <p:nvPr/>
      </p:nvGrpSpPr>
      <p:grpSpPr>
        <a:xfrm>
          <a:off x="0" y="0"/>
          <a:ext cx="0" cy="0"/>
          <a:chOff x="0" y="0"/>
          <a:chExt cx="0" cy="0"/>
        </a:xfrm>
      </p:grpSpPr>
      <p:sp>
        <p:nvSpPr>
          <p:cNvPr id="1367" name="Google Shape;1367;p169"/>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368" name="Google Shape;1368;p169"/>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369" name="Google Shape;1369;p169"/>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1370" name="Google Shape;1370;p169"/>
          <p:cNvSpPr/>
          <p:nvPr>
            <p:ph idx="2" type="pic"/>
          </p:nvPr>
        </p:nvSpPr>
        <p:spPr>
          <a:xfrm>
            <a:off x="1097280" y="2286000"/>
            <a:ext cx="2286000" cy="2286000"/>
          </a:xfrm>
          <a:prstGeom prst="rect">
            <a:avLst/>
          </a:prstGeom>
          <a:noFill/>
          <a:ln>
            <a:noFill/>
          </a:ln>
        </p:spPr>
      </p:sp>
      <p:sp>
        <p:nvSpPr>
          <p:cNvPr id="1371" name="Google Shape;1371;p169"/>
          <p:cNvSpPr txBox="1"/>
          <p:nvPr>
            <p:ph idx="1" type="body"/>
          </p:nvPr>
        </p:nvSpPr>
        <p:spPr>
          <a:xfrm>
            <a:off x="365760" y="4663440"/>
            <a:ext cx="3749040" cy="1783080"/>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2400"/>
              <a:buNone/>
              <a:defRPr b="0" sz="2400">
                <a:solidFill>
                  <a:srgbClr val="232F3E"/>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372" name="Google Shape;1372;p169"/>
          <p:cNvSpPr/>
          <p:nvPr>
            <p:ph idx="3" type="pic"/>
          </p:nvPr>
        </p:nvSpPr>
        <p:spPr>
          <a:xfrm>
            <a:off x="4956048" y="2286000"/>
            <a:ext cx="2286000" cy="2286000"/>
          </a:xfrm>
          <a:prstGeom prst="rect">
            <a:avLst/>
          </a:prstGeom>
          <a:noFill/>
          <a:ln>
            <a:noFill/>
          </a:ln>
        </p:spPr>
      </p:sp>
      <p:sp>
        <p:nvSpPr>
          <p:cNvPr id="1373" name="Google Shape;1373;p169"/>
          <p:cNvSpPr txBox="1"/>
          <p:nvPr>
            <p:ph idx="4" type="body"/>
          </p:nvPr>
        </p:nvSpPr>
        <p:spPr>
          <a:xfrm>
            <a:off x="4224528" y="4663440"/>
            <a:ext cx="3749040" cy="1783080"/>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2400"/>
              <a:buNone/>
              <a:defRPr b="0" sz="2400">
                <a:solidFill>
                  <a:srgbClr val="232F3E"/>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374" name="Google Shape;1374;p169"/>
          <p:cNvSpPr/>
          <p:nvPr>
            <p:ph idx="5" type="pic"/>
          </p:nvPr>
        </p:nvSpPr>
        <p:spPr>
          <a:xfrm>
            <a:off x="8814816" y="2286000"/>
            <a:ext cx="2286000" cy="2286000"/>
          </a:xfrm>
          <a:prstGeom prst="rect">
            <a:avLst/>
          </a:prstGeom>
          <a:noFill/>
          <a:ln>
            <a:noFill/>
          </a:ln>
        </p:spPr>
      </p:sp>
      <p:sp>
        <p:nvSpPr>
          <p:cNvPr id="1375" name="Google Shape;1375;p169"/>
          <p:cNvSpPr txBox="1"/>
          <p:nvPr>
            <p:ph idx="6" type="body"/>
          </p:nvPr>
        </p:nvSpPr>
        <p:spPr>
          <a:xfrm>
            <a:off x="8083296" y="4663440"/>
            <a:ext cx="3749040" cy="1783080"/>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2400"/>
              <a:buNone/>
              <a:defRPr b="0" sz="2400">
                <a:solidFill>
                  <a:srgbClr val="232F3E"/>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Header, 3 Pictures, and 3 Text Labels">
  <p:cSld name="Title, Header, 3 Pictures, and 3 Text Labels">
    <p:bg>
      <p:bgPr>
        <a:solidFill>
          <a:schemeClr val="lt1"/>
        </a:solidFill>
      </p:bgPr>
    </p:bg>
    <p:spTree>
      <p:nvGrpSpPr>
        <p:cNvPr id="1376" name="Shape 1376"/>
        <p:cNvGrpSpPr/>
        <p:nvPr/>
      </p:nvGrpSpPr>
      <p:grpSpPr>
        <a:xfrm>
          <a:off x="0" y="0"/>
          <a:ext cx="0" cy="0"/>
          <a:chOff x="0" y="0"/>
          <a:chExt cx="0" cy="0"/>
        </a:xfrm>
      </p:grpSpPr>
      <p:sp>
        <p:nvSpPr>
          <p:cNvPr id="1377" name="Google Shape;1377;p170"/>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378" name="Google Shape;1378;p170"/>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379" name="Google Shape;1379;p170"/>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1380" name="Google Shape;1380;p170"/>
          <p:cNvSpPr txBox="1"/>
          <p:nvPr>
            <p:ph idx="1" type="body"/>
          </p:nvPr>
        </p:nvSpPr>
        <p:spPr>
          <a:xfrm>
            <a:off x="365125" y="1084263"/>
            <a:ext cx="11466576" cy="115801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Clr>
                <a:srgbClr val="232F3E"/>
              </a:buClr>
              <a:buSzPts val="2800"/>
              <a:buNone/>
              <a:defRPr>
                <a:solidFill>
                  <a:srgbClr val="232F3E"/>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400"/>
              <a:buNone/>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81" name="Google Shape;1381;p170"/>
          <p:cNvSpPr/>
          <p:nvPr>
            <p:ph idx="2" type="pic"/>
          </p:nvPr>
        </p:nvSpPr>
        <p:spPr>
          <a:xfrm>
            <a:off x="1097280" y="2286000"/>
            <a:ext cx="2286000" cy="2286000"/>
          </a:xfrm>
          <a:prstGeom prst="rect">
            <a:avLst/>
          </a:prstGeom>
          <a:noFill/>
          <a:ln>
            <a:noFill/>
          </a:ln>
        </p:spPr>
      </p:sp>
      <p:sp>
        <p:nvSpPr>
          <p:cNvPr id="1382" name="Google Shape;1382;p170"/>
          <p:cNvSpPr txBox="1"/>
          <p:nvPr>
            <p:ph idx="3" type="body"/>
          </p:nvPr>
        </p:nvSpPr>
        <p:spPr>
          <a:xfrm>
            <a:off x="365760" y="4663440"/>
            <a:ext cx="3749040" cy="1783080"/>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2400"/>
              <a:buNone/>
              <a:defRPr b="0" sz="2400">
                <a:solidFill>
                  <a:srgbClr val="232F3E"/>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383" name="Google Shape;1383;p170"/>
          <p:cNvSpPr/>
          <p:nvPr>
            <p:ph idx="4" type="pic"/>
          </p:nvPr>
        </p:nvSpPr>
        <p:spPr>
          <a:xfrm>
            <a:off x="4956048" y="2286000"/>
            <a:ext cx="2286000" cy="2286000"/>
          </a:xfrm>
          <a:prstGeom prst="rect">
            <a:avLst/>
          </a:prstGeom>
          <a:noFill/>
          <a:ln>
            <a:noFill/>
          </a:ln>
        </p:spPr>
      </p:sp>
      <p:sp>
        <p:nvSpPr>
          <p:cNvPr id="1384" name="Google Shape;1384;p170"/>
          <p:cNvSpPr txBox="1"/>
          <p:nvPr>
            <p:ph idx="5" type="body"/>
          </p:nvPr>
        </p:nvSpPr>
        <p:spPr>
          <a:xfrm>
            <a:off x="4224528" y="4663440"/>
            <a:ext cx="3749040" cy="1783080"/>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2400"/>
              <a:buNone/>
              <a:defRPr b="0" sz="2400">
                <a:solidFill>
                  <a:srgbClr val="232F3E"/>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385" name="Google Shape;1385;p170"/>
          <p:cNvSpPr/>
          <p:nvPr>
            <p:ph idx="6" type="pic"/>
          </p:nvPr>
        </p:nvSpPr>
        <p:spPr>
          <a:xfrm>
            <a:off x="8814816" y="2286000"/>
            <a:ext cx="2286000" cy="2286000"/>
          </a:xfrm>
          <a:prstGeom prst="rect">
            <a:avLst/>
          </a:prstGeom>
          <a:noFill/>
          <a:ln>
            <a:noFill/>
          </a:ln>
        </p:spPr>
      </p:sp>
      <p:sp>
        <p:nvSpPr>
          <p:cNvPr id="1386" name="Google Shape;1386;p170"/>
          <p:cNvSpPr txBox="1"/>
          <p:nvPr>
            <p:ph idx="7" type="body"/>
          </p:nvPr>
        </p:nvSpPr>
        <p:spPr>
          <a:xfrm>
            <a:off x="8083296" y="4663440"/>
            <a:ext cx="3749040" cy="1783080"/>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2400"/>
              <a:buNone/>
              <a:defRPr b="0" sz="2400">
                <a:solidFill>
                  <a:srgbClr val="232F3E"/>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3 Pics, and 3 Text Columns">
  <p:cSld name="Title, 3 Pics, and 3 Text Columns">
    <p:bg>
      <p:bgPr>
        <a:solidFill>
          <a:schemeClr val="lt1"/>
        </a:solidFill>
      </p:bgPr>
    </p:bg>
    <p:spTree>
      <p:nvGrpSpPr>
        <p:cNvPr id="1387" name="Shape 1387"/>
        <p:cNvGrpSpPr/>
        <p:nvPr/>
      </p:nvGrpSpPr>
      <p:grpSpPr>
        <a:xfrm>
          <a:off x="0" y="0"/>
          <a:ext cx="0" cy="0"/>
          <a:chOff x="0" y="0"/>
          <a:chExt cx="0" cy="0"/>
        </a:xfrm>
      </p:grpSpPr>
      <p:sp>
        <p:nvSpPr>
          <p:cNvPr id="1388" name="Google Shape;1388;p171"/>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389" name="Google Shape;1389;p171"/>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390" name="Google Shape;1390;p171"/>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1391" name="Google Shape;1391;p171"/>
          <p:cNvSpPr/>
          <p:nvPr>
            <p:ph idx="2" type="pic"/>
          </p:nvPr>
        </p:nvSpPr>
        <p:spPr>
          <a:xfrm>
            <a:off x="1097280" y="1097280"/>
            <a:ext cx="2286000" cy="2286000"/>
          </a:xfrm>
          <a:prstGeom prst="rect">
            <a:avLst/>
          </a:prstGeom>
          <a:noFill/>
          <a:ln>
            <a:noFill/>
          </a:ln>
        </p:spPr>
      </p:sp>
      <p:sp>
        <p:nvSpPr>
          <p:cNvPr id="1392" name="Google Shape;1392;p171"/>
          <p:cNvSpPr txBox="1"/>
          <p:nvPr>
            <p:ph idx="1" type="body"/>
          </p:nvPr>
        </p:nvSpPr>
        <p:spPr>
          <a:xfrm>
            <a:off x="365760" y="3429000"/>
            <a:ext cx="3749040" cy="2999232"/>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600"/>
              </a:spcBef>
              <a:spcAft>
                <a:spcPts val="0"/>
              </a:spcAft>
              <a:buClr>
                <a:srgbClr val="232F3E"/>
              </a:buClr>
              <a:buSzPts val="2000"/>
              <a:buChar char="•"/>
              <a:defRPr sz="2000">
                <a:solidFill>
                  <a:srgbClr val="232F3E"/>
                </a:solidFill>
              </a:defRPr>
            </a:lvl2pPr>
            <a:lvl3pPr indent="-342900" lvl="2" marL="1371600" algn="l">
              <a:lnSpc>
                <a:spcPct val="100000"/>
              </a:lnSpc>
              <a:spcBef>
                <a:spcPts val="600"/>
              </a:spcBef>
              <a:spcAft>
                <a:spcPts val="0"/>
              </a:spcAft>
              <a:buClr>
                <a:srgbClr val="232F3E"/>
              </a:buClr>
              <a:buSzPts val="1800"/>
              <a:buChar char="•"/>
              <a:defRPr sz="1800">
                <a:solidFill>
                  <a:srgbClr val="232F3E"/>
                </a:solidFill>
              </a:defRPr>
            </a:lvl3pPr>
            <a:lvl4pPr indent="-330200" lvl="3" marL="1828800" algn="l">
              <a:lnSpc>
                <a:spcPct val="100000"/>
              </a:lnSpc>
              <a:spcBef>
                <a:spcPts val="600"/>
              </a:spcBef>
              <a:spcAft>
                <a:spcPts val="0"/>
              </a:spcAft>
              <a:buClr>
                <a:srgbClr val="232F3E"/>
              </a:buClr>
              <a:buSzPts val="1600"/>
              <a:buChar char="•"/>
              <a:defRPr sz="1600">
                <a:solidFill>
                  <a:srgbClr val="232F3E"/>
                </a:solidFill>
              </a:defRPr>
            </a:lvl4pPr>
            <a:lvl5pPr indent="-330200" lvl="4" marL="2286000" algn="l">
              <a:lnSpc>
                <a:spcPct val="100000"/>
              </a:lnSpc>
              <a:spcBef>
                <a:spcPts val="600"/>
              </a:spcBef>
              <a:spcAft>
                <a:spcPts val="0"/>
              </a:spcAft>
              <a:buClr>
                <a:srgbClr val="232F3E"/>
              </a:buClr>
              <a:buSzPts val="1600"/>
              <a:buChar char="•"/>
              <a:defRPr sz="16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3" name="Google Shape;1393;p171"/>
          <p:cNvSpPr/>
          <p:nvPr>
            <p:ph idx="3" type="pic"/>
          </p:nvPr>
        </p:nvSpPr>
        <p:spPr>
          <a:xfrm>
            <a:off x="4956048" y="1097280"/>
            <a:ext cx="2286000" cy="2286000"/>
          </a:xfrm>
          <a:prstGeom prst="rect">
            <a:avLst/>
          </a:prstGeom>
          <a:noFill/>
          <a:ln>
            <a:noFill/>
          </a:ln>
        </p:spPr>
      </p:sp>
      <p:sp>
        <p:nvSpPr>
          <p:cNvPr id="1394" name="Google Shape;1394;p171"/>
          <p:cNvSpPr txBox="1"/>
          <p:nvPr>
            <p:ph idx="4" type="body"/>
          </p:nvPr>
        </p:nvSpPr>
        <p:spPr>
          <a:xfrm>
            <a:off x="4224528" y="3429000"/>
            <a:ext cx="3749040" cy="2999232"/>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600"/>
              </a:spcBef>
              <a:spcAft>
                <a:spcPts val="0"/>
              </a:spcAft>
              <a:buClr>
                <a:srgbClr val="232F3E"/>
              </a:buClr>
              <a:buSzPts val="2000"/>
              <a:buChar char="•"/>
              <a:defRPr sz="2000">
                <a:solidFill>
                  <a:srgbClr val="232F3E"/>
                </a:solidFill>
              </a:defRPr>
            </a:lvl2pPr>
            <a:lvl3pPr indent="-342900" lvl="2" marL="1371600" algn="l">
              <a:lnSpc>
                <a:spcPct val="100000"/>
              </a:lnSpc>
              <a:spcBef>
                <a:spcPts val="600"/>
              </a:spcBef>
              <a:spcAft>
                <a:spcPts val="0"/>
              </a:spcAft>
              <a:buClr>
                <a:srgbClr val="232F3E"/>
              </a:buClr>
              <a:buSzPts val="1800"/>
              <a:buChar char="•"/>
              <a:defRPr sz="1800">
                <a:solidFill>
                  <a:srgbClr val="232F3E"/>
                </a:solidFill>
              </a:defRPr>
            </a:lvl3pPr>
            <a:lvl4pPr indent="-330200" lvl="3" marL="1828800" algn="l">
              <a:lnSpc>
                <a:spcPct val="100000"/>
              </a:lnSpc>
              <a:spcBef>
                <a:spcPts val="600"/>
              </a:spcBef>
              <a:spcAft>
                <a:spcPts val="0"/>
              </a:spcAft>
              <a:buClr>
                <a:srgbClr val="232F3E"/>
              </a:buClr>
              <a:buSzPts val="1600"/>
              <a:buChar char="•"/>
              <a:defRPr sz="1600">
                <a:solidFill>
                  <a:srgbClr val="232F3E"/>
                </a:solidFill>
              </a:defRPr>
            </a:lvl4pPr>
            <a:lvl5pPr indent="-330200" lvl="4" marL="2286000" algn="l">
              <a:lnSpc>
                <a:spcPct val="100000"/>
              </a:lnSpc>
              <a:spcBef>
                <a:spcPts val="600"/>
              </a:spcBef>
              <a:spcAft>
                <a:spcPts val="0"/>
              </a:spcAft>
              <a:buClr>
                <a:srgbClr val="232F3E"/>
              </a:buClr>
              <a:buSzPts val="1600"/>
              <a:buChar char="•"/>
              <a:defRPr sz="16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5" name="Google Shape;1395;p171"/>
          <p:cNvSpPr/>
          <p:nvPr>
            <p:ph idx="5" type="pic"/>
          </p:nvPr>
        </p:nvSpPr>
        <p:spPr>
          <a:xfrm>
            <a:off x="8814816" y="1097280"/>
            <a:ext cx="2286000" cy="2286000"/>
          </a:xfrm>
          <a:prstGeom prst="rect">
            <a:avLst/>
          </a:prstGeom>
          <a:noFill/>
          <a:ln>
            <a:noFill/>
          </a:ln>
        </p:spPr>
      </p:sp>
      <p:sp>
        <p:nvSpPr>
          <p:cNvPr id="1396" name="Google Shape;1396;p171"/>
          <p:cNvSpPr txBox="1"/>
          <p:nvPr>
            <p:ph idx="6" type="body"/>
          </p:nvPr>
        </p:nvSpPr>
        <p:spPr>
          <a:xfrm>
            <a:off x="8083296" y="3429000"/>
            <a:ext cx="3749040" cy="2999232"/>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600"/>
              </a:spcBef>
              <a:spcAft>
                <a:spcPts val="0"/>
              </a:spcAft>
              <a:buClr>
                <a:srgbClr val="232F3E"/>
              </a:buClr>
              <a:buSzPts val="2000"/>
              <a:buChar char="•"/>
              <a:defRPr sz="2000">
                <a:solidFill>
                  <a:srgbClr val="232F3E"/>
                </a:solidFill>
              </a:defRPr>
            </a:lvl2pPr>
            <a:lvl3pPr indent="-342900" lvl="2" marL="1371600" algn="l">
              <a:lnSpc>
                <a:spcPct val="100000"/>
              </a:lnSpc>
              <a:spcBef>
                <a:spcPts val="600"/>
              </a:spcBef>
              <a:spcAft>
                <a:spcPts val="0"/>
              </a:spcAft>
              <a:buClr>
                <a:srgbClr val="232F3E"/>
              </a:buClr>
              <a:buSzPts val="1800"/>
              <a:buChar char="•"/>
              <a:defRPr sz="1800">
                <a:solidFill>
                  <a:srgbClr val="232F3E"/>
                </a:solidFill>
              </a:defRPr>
            </a:lvl3pPr>
            <a:lvl4pPr indent="-330200" lvl="3" marL="1828800" algn="l">
              <a:lnSpc>
                <a:spcPct val="100000"/>
              </a:lnSpc>
              <a:spcBef>
                <a:spcPts val="600"/>
              </a:spcBef>
              <a:spcAft>
                <a:spcPts val="0"/>
              </a:spcAft>
              <a:buClr>
                <a:srgbClr val="232F3E"/>
              </a:buClr>
              <a:buSzPts val="1600"/>
              <a:buChar char="•"/>
              <a:defRPr sz="1600">
                <a:solidFill>
                  <a:srgbClr val="232F3E"/>
                </a:solidFill>
              </a:defRPr>
            </a:lvl4pPr>
            <a:lvl5pPr indent="-330200" lvl="4" marL="2286000" algn="l">
              <a:lnSpc>
                <a:spcPct val="100000"/>
              </a:lnSpc>
              <a:spcBef>
                <a:spcPts val="600"/>
              </a:spcBef>
              <a:spcAft>
                <a:spcPts val="0"/>
              </a:spcAft>
              <a:buClr>
                <a:srgbClr val="232F3E"/>
              </a:buClr>
              <a:buSzPts val="1600"/>
              <a:buChar char="•"/>
              <a:defRPr sz="16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3 Pics, 3 Headers, and 3 Text Columns">
  <p:cSld name="Title, 3 Pics, 3 Headers, and 3 Text Columns">
    <p:bg>
      <p:bgPr>
        <a:solidFill>
          <a:schemeClr val="lt1"/>
        </a:solidFill>
      </p:bgPr>
    </p:bg>
    <p:spTree>
      <p:nvGrpSpPr>
        <p:cNvPr id="1397" name="Shape 1397"/>
        <p:cNvGrpSpPr/>
        <p:nvPr/>
      </p:nvGrpSpPr>
      <p:grpSpPr>
        <a:xfrm>
          <a:off x="0" y="0"/>
          <a:ext cx="0" cy="0"/>
          <a:chOff x="0" y="0"/>
          <a:chExt cx="0" cy="0"/>
        </a:xfrm>
      </p:grpSpPr>
      <p:pic>
        <p:nvPicPr>
          <p:cNvPr id="1398" name="Google Shape;1398;p172"/>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1399" name="Google Shape;1399;p172"/>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400" name="Google Shape;1400;p172"/>
          <p:cNvSpPr txBox="1"/>
          <p:nvPr>
            <p:ph type="title"/>
          </p:nvPr>
        </p:nvSpPr>
        <p:spPr>
          <a:xfrm>
            <a:off x="365761"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01" name="Google Shape;1401;p172"/>
          <p:cNvSpPr/>
          <p:nvPr>
            <p:ph idx="2" type="pic"/>
          </p:nvPr>
        </p:nvSpPr>
        <p:spPr>
          <a:xfrm>
            <a:off x="1097280" y="1097280"/>
            <a:ext cx="2286000" cy="2286000"/>
          </a:xfrm>
          <a:prstGeom prst="rect">
            <a:avLst/>
          </a:prstGeom>
          <a:noFill/>
          <a:ln>
            <a:noFill/>
          </a:ln>
        </p:spPr>
      </p:sp>
      <p:sp>
        <p:nvSpPr>
          <p:cNvPr id="1402" name="Google Shape;1402;p172"/>
          <p:cNvSpPr txBox="1"/>
          <p:nvPr>
            <p:ph idx="1" type="body"/>
          </p:nvPr>
        </p:nvSpPr>
        <p:spPr>
          <a:xfrm>
            <a:off x="365760" y="3429000"/>
            <a:ext cx="3749040" cy="440329"/>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403" name="Google Shape;1403;p172"/>
          <p:cNvSpPr txBox="1"/>
          <p:nvPr>
            <p:ph idx="3" type="body"/>
          </p:nvPr>
        </p:nvSpPr>
        <p:spPr>
          <a:xfrm>
            <a:off x="365760" y="3895344"/>
            <a:ext cx="3749040" cy="2539399"/>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600"/>
              </a:spcBef>
              <a:spcAft>
                <a:spcPts val="0"/>
              </a:spcAft>
              <a:buClr>
                <a:srgbClr val="232F3E"/>
              </a:buClr>
              <a:buSzPts val="2000"/>
              <a:buChar char="•"/>
              <a:defRPr sz="2000">
                <a:solidFill>
                  <a:srgbClr val="232F3E"/>
                </a:solidFill>
              </a:defRPr>
            </a:lvl2pPr>
            <a:lvl3pPr indent="-342900" lvl="2" marL="1371600" algn="l">
              <a:lnSpc>
                <a:spcPct val="100000"/>
              </a:lnSpc>
              <a:spcBef>
                <a:spcPts val="600"/>
              </a:spcBef>
              <a:spcAft>
                <a:spcPts val="0"/>
              </a:spcAft>
              <a:buClr>
                <a:srgbClr val="232F3E"/>
              </a:buClr>
              <a:buSzPts val="1800"/>
              <a:buChar char="•"/>
              <a:defRPr sz="1800">
                <a:solidFill>
                  <a:srgbClr val="232F3E"/>
                </a:solidFill>
              </a:defRPr>
            </a:lvl3pPr>
            <a:lvl4pPr indent="-330200" lvl="3" marL="1828800" algn="l">
              <a:lnSpc>
                <a:spcPct val="100000"/>
              </a:lnSpc>
              <a:spcBef>
                <a:spcPts val="600"/>
              </a:spcBef>
              <a:spcAft>
                <a:spcPts val="0"/>
              </a:spcAft>
              <a:buClr>
                <a:srgbClr val="232F3E"/>
              </a:buClr>
              <a:buSzPts val="1600"/>
              <a:buChar char="•"/>
              <a:defRPr sz="1600">
                <a:solidFill>
                  <a:srgbClr val="232F3E"/>
                </a:solidFill>
              </a:defRPr>
            </a:lvl4pPr>
            <a:lvl5pPr indent="-330200" lvl="4" marL="2286000" algn="l">
              <a:lnSpc>
                <a:spcPct val="100000"/>
              </a:lnSpc>
              <a:spcBef>
                <a:spcPts val="600"/>
              </a:spcBef>
              <a:spcAft>
                <a:spcPts val="0"/>
              </a:spcAft>
              <a:buClr>
                <a:srgbClr val="232F3E"/>
              </a:buClr>
              <a:buSzPts val="1600"/>
              <a:buChar char="•"/>
              <a:defRPr sz="16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04" name="Google Shape;1404;p172"/>
          <p:cNvSpPr/>
          <p:nvPr>
            <p:ph idx="4" type="pic"/>
          </p:nvPr>
        </p:nvSpPr>
        <p:spPr>
          <a:xfrm>
            <a:off x="4956048" y="1097280"/>
            <a:ext cx="2286000" cy="2286000"/>
          </a:xfrm>
          <a:prstGeom prst="rect">
            <a:avLst/>
          </a:prstGeom>
          <a:noFill/>
          <a:ln>
            <a:noFill/>
          </a:ln>
        </p:spPr>
      </p:sp>
      <p:sp>
        <p:nvSpPr>
          <p:cNvPr id="1405" name="Google Shape;1405;p172"/>
          <p:cNvSpPr txBox="1"/>
          <p:nvPr>
            <p:ph idx="5" type="body"/>
          </p:nvPr>
        </p:nvSpPr>
        <p:spPr>
          <a:xfrm>
            <a:off x="4224528" y="3429000"/>
            <a:ext cx="3749040" cy="440329"/>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406" name="Google Shape;1406;p172"/>
          <p:cNvSpPr txBox="1"/>
          <p:nvPr>
            <p:ph idx="6" type="body"/>
          </p:nvPr>
        </p:nvSpPr>
        <p:spPr>
          <a:xfrm>
            <a:off x="4224528" y="3895344"/>
            <a:ext cx="3749040" cy="2539399"/>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600"/>
              </a:spcBef>
              <a:spcAft>
                <a:spcPts val="0"/>
              </a:spcAft>
              <a:buClr>
                <a:srgbClr val="232F3E"/>
              </a:buClr>
              <a:buSzPts val="2000"/>
              <a:buChar char="•"/>
              <a:defRPr sz="2000">
                <a:solidFill>
                  <a:srgbClr val="232F3E"/>
                </a:solidFill>
              </a:defRPr>
            </a:lvl2pPr>
            <a:lvl3pPr indent="-342900" lvl="2" marL="1371600" algn="l">
              <a:lnSpc>
                <a:spcPct val="100000"/>
              </a:lnSpc>
              <a:spcBef>
                <a:spcPts val="600"/>
              </a:spcBef>
              <a:spcAft>
                <a:spcPts val="0"/>
              </a:spcAft>
              <a:buClr>
                <a:srgbClr val="232F3E"/>
              </a:buClr>
              <a:buSzPts val="1800"/>
              <a:buChar char="•"/>
              <a:defRPr sz="1800">
                <a:solidFill>
                  <a:srgbClr val="232F3E"/>
                </a:solidFill>
              </a:defRPr>
            </a:lvl3pPr>
            <a:lvl4pPr indent="-330200" lvl="3" marL="1828800" algn="l">
              <a:lnSpc>
                <a:spcPct val="100000"/>
              </a:lnSpc>
              <a:spcBef>
                <a:spcPts val="600"/>
              </a:spcBef>
              <a:spcAft>
                <a:spcPts val="0"/>
              </a:spcAft>
              <a:buClr>
                <a:srgbClr val="232F3E"/>
              </a:buClr>
              <a:buSzPts val="1600"/>
              <a:buChar char="•"/>
              <a:defRPr sz="1600">
                <a:solidFill>
                  <a:srgbClr val="232F3E"/>
                </a:solidFill>
              </a:defRPr>
            </a:lvl4pPr>
            <a:lvl5pPr indent="-330200" lvl="4" marL="2286000" algn="l">
              <a:lnSpc>
                <a:spcPct val="100000"/>
              </a:lnSpc>
              <a:spcBef>
                <a:spcPts val="600"/>
              </a:spcBef>
              <a:spcAft>
                <a:spcPts val="0"/>
              </a:spcAft>
              <a:buClr>
                <a:srgbClr val="232F3E"/>
              </a:buClr>
              <a:buSzPts val="1600"/>
              <a:buChar char="•"/>
              <a:defRPr sz="16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07" name="Google Shape;1407;p172"/>
          <p:cNvSpPr/>
          <p:nvPr>
            <p:ph idx="7" type="pic"/>
          </p:nvPr>
        </p:nvSpPr>
        <p:spPr>
          <a:xfrm>
            <a:off x="8814816" y="1097280"/>
            <a:ext cx="2286000" cy="2286000"/>
          </a:xfrm>
          <a:prstGeom prst="rect">
            <a:avLst/>
          </a:prstGeom>
          <a:noFill/>
          <a:ln>
            <a:noFill/>
          </a:ln>
        </p:spPr>
      </p:sp>
      <p:sp>
        <p:nvSpPr>
          <p:cNvPr id="1408" name="Google Shape;1408;p172"/>
          <p:cNvSpPr txBox="1"/>
          <p:nvPr>
            <p:ph idx="8" type="body"/>
          </p:nvPr>
        </p:nvSpPr>
        <p:spPr>
          <a:xfrm>
            <a:off x="8101583" y="3429000"/>
            <a:ext cx="3749040" cy="440329"/>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400"/>
              <a:buNone/>
              <a:defRPr b="0" sz="24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409" name="Google Shape;1409;p172"/>
          <p:cNvSpPr txBox="1"/>
          <p:nvPr>
            <p:ph idx="9" type="body"/>
          </p:nvPr>
        </p:nvSpPr>
        <p:spPr>
          <a:xfrm>
            <a:off x="8083296" y="3895344"/>
            <a:ext cx="3749040" cy="2539399"/>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600"/>
              </a:spcBef>
              <a:spcAft>
                <a:spcPts val="0"/>
              </a:spcAft>
              <a:buClr>
                <a:srgbClr val="232F3E"/>
              </a:buClr>
              <a:buSzPts val="2000"/>
              <a:buChar char="•"/>
              <a:defRPr sz="2000">
                <a:solidFill>
                  <a:srgbClr val="232F3E"/>
                </a:solidFill>
              </a:defRPr>
            </a:lvl2pPr>
            <a:lvl3pPr indent="-342900" lvl="2" marL="1371600" algn="l">
              <a:lnSpc>
                <a:spcPct val="100000"/>
              </a:lnSpc>
              <a:spcBef>
                <a:spcPts val="600"/>
              </a:spcBef>
              <a:spcAft>
                <a:spcPts val="0"/>
              </a:spcAft>
              <a:buClr>
                <a:srgbClr val="232F3E"/>
              </a:buClr>
              <a:buSzPts val="1800"/>
              <a:buChar char="•"/>
              <a:defRPr sz="1800">
                <a:solidFill>
                  <a:srgbClr val="232F3E"/>
                </a:solidFill>
              </a:defRPr>
            </a:lvl3pPr>
            <a:lvl4pPr indent="-330200" lvl="3" marL="1828800" algn="l">
              <a:lnSpc>
                <a:spcPct val="100000"/>
              </a:lnSpc>
              <a:spcBef>
                <a:spcPts val="600"/>
              </a:spcBef>
              <a:spcAft>
                <a:spcPts val="0"/>
              </a:spcAft>
              <a:buClr>
                <a:srgbClr val="232F3E"/>
              </a:buClr>
              <a:buSzPts val="1600"/>
              <a:buChar char="•"/>
              <a:defRPr sz="1600">
                <a:solidFill>
                  <a:srgbClr val="232F3E"/>
                </a:solidFill>
              </a:defRPr>
            </a:lvl4pPr>
            <a:lvl5pPr indent="-330200" lvl="4" marL="2286000" algn="l">
              <a:lnSpc>
                <a:spcPct val="100000"/>
              </a:lnSpc>
              <a:spcBef>
                <a:spcPts val="600"/>
              </a:spcBef>
              <a:spcAft>
                <a:spcPts val="0"/>
              </a:spcAft>
              <a:buClr>
                <a:srgbClr val="232F3E"/>
              </a:buClr>
              <a:buSzPts val="1600"/>
              <a:buChar char="•"/>
              <a:defRPr sz="16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3 images, and 3 text">
  <p:cSld name="Title, 3 images, and 3 text">
    <p:bg>
      <p:bgPr>
        <a:solidFill>
          <a:schemeClr val="lt1"/>
        </a:solidFill>
      </p:bgPr>
    </p:bg>
    <p:spTree>
      <p:nvGrpSpPr>
        <p:cNvPr id="1410" name="Shape 1410"/>
        <p:cNvGrpSpPr/>
        <p:nvPr/>
      </p:nvGrpSpPr>
      <p:grpSpPr>
        <a:xfrm>
          <a:off x="0" y="0"/>
          <a:ext cx="0" cy="0"/>
          <a:chOff x="0" y="0"/>
          <a:chExt cx="0" cy="0"/>
        </a:xfrm>
      </p:grpSpPr>
      <p:sp>
        <p:nvSpPr>
          <p:cNvPr id="1411" name="Google Shape;1411;p173"/>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412" name="Google Shape;1412;p173"/>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413" name="Google Shape;1413;p173"/>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1414" name="Google Shape;1414;p173"/>
          <p:cNvSpPr/>
          <p:nvPr>
            <p:ph idx="2" type="pic"/>
          </p:nvPr>
        </p:nvSpPr>
        <p:spPr>
          <a:xfrm>
            <a:off x="365760" y="1238846"/>
            <a:ext cx="1554480" cy="1554480"/>
          </a:xfrm>
          <a:prstGeom prst="rect">
            <a:avLst/>
          </a:prstGeom>
          <a:noFill/>
          <a:ln>
            <a:noFill/>
          </a:ln>
        </p:spPr>
      </p:sp>
      <p:sp>
        <p:nvSpPr>
          <p:cNvPr id="1415" name="Google Shape;1415;p173"/>
          <p:cNvSpPr txBox="1"/>
          <p:nvPr>
            <p:ph idx="1" type="body"/>
          </p:nvPr>
        </p:nvSpPr>
        <p:spPr>
          <a:xfrm>
            <a:off x="2045043" y="1147406"/>
            <a:ext cx="9781197" cy="173736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rgbClr val="232F3E"/>
              </a:buClr>
              <a:buSzPts val="2400"/>
              <a:buNone/>
              <a:defRPr sz="2400">
                <a:solidFill>
                  <a:srgbClr val="232F3E"/>
                </a:solidFill>
              </a:defRPr>
            </a:lvl1pPr>
            <a:lvl2pPr indent="-228600" lvl="1" marL="914400" algn="l">
              <a:lnSpc>
                <a:spcPct val="100000"/>
              </a:lnSpc>
              <a:spcBef>
                <a:spcPts val="300"/>
              </a:spcBef>
              <a:spcAft>
                <a:spcPts val="0"/>
              </a:spcAft>
              <a:buClr>
                <a:srgbClr val="232F3E"/>
              </a:buClr>
              <a:buSzPts val="2000"/>
              <a:buNone/>
              <a:defRPr sz="2000">
                <a:solidFill>
                  <a:srgbClr val="232F3E"/>
                </a:solidFill>
              </a:defRPr>
            </a:lvl2pPr>
            <a:lvl3pPr indent="-228600" lvl="2" marL="1371600" algn="l">
              <a:lnSpc>
                <a:spcPct val="100000"/>
              </a:lnSpc>
              <a:spcBef>
                <a:spcPts val="600"/>
              </a:spcBef>
              <a:spcAft>
                <a:spcPts val="0"/>
              </a:spcAft>
              <a:buClr>
                <a:schemeClr val="dk2"/>
              </a:buClr>
              <a:buSzPts val="2000"/>
              <a:buNone/>
              <a:defRPr sz="2000">
                <a:solidFill>
                  <a:schemeClr val="dk2"/>
                </a:solidFill>
              </a:defRPr>
            </a:lvl3pPr>
            <a:lvl4pPr indent="-342900" lvl="3" marL="1828800" algn="l">
              <a:lnSpc>
                <a:spcPct val="100000"/>
              </a:lnSpc>
              <a:spcBef>
                <a:spcPts val="600"/>
              </a:spcBef>
              <a:spcAft>
                <a:spcPts val="0"/>
              </a:spcAft>
              <a:buClr>
                <a:schemeClr val="dk2"/>
              </a:buClr>
              <a:buSzPts val="1800"/>
              <a:buChar char="•"/>
              <a:defRPr sz="1800">
                <a:solidFill>
                  <a:schemeClr val="dk2"/>
                </a:solidFill>
              </a:defRPr>
            </a:lvl4pPr>
            <a:lvl5pPr indent="-342900" lvl="4" marL="2286000" algn="l">
              <a:lnSpc>
                <a:spcPct val="100000"/>
              </a:lnSpc>
              <a:spcBef>
                <a:spcPts val="600"/>
              </a:spcBef>
              <a:spcAft>
                <a:spcPts val="0"/>
              </a:spcAft>
              <a:buClr>
                <a:schemeClr val="dk2"/>
              </a:buClr>
              <a:buSzPts val="1800"/>
              <a:buChar char="•"/>
              <a:defRPr sz="1800">
                <a:solidFill>
                  <a:schemeClr val="dk2"/>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16" name="Google Shape;1416;p173"/>
          <p:cNvSpPr/>
          <p:nvPr>
            <p:ph idx="3" type="pic"/>
          </p:nvPr>
        </p:nvSpPr>
        <p:spPr>
          <a:xfrm>
            <a:off x="365760" y="3008944"/>
            <a:ext cx="1554480" cy="1554480"/>
          </a:xfrm>
          <a:prstGeom prst="rect">
            <a:avLst/>
          </a:prstGeom>
          <a:noFill/>
          <a:ln>
            <a:noFill/>
          </a:ln>
        </p:spPr>
      </p:sp>
      <p:sp>
        <p:nvSpPr>
          <p:cNvPr id="1417" name="Google Shape;1417;p173"/>
          <p:cNvSpPr txBox="1"/>
          <p:nvPr>
            <p:ph idx="4" type="body"/>
          </p:nvPr>
        </p:nvSpPr>
        <p:spPr>
          <a:xfrm>
            <a:off x="2045043" y="2917504"/>
            <a:ext cx="9781197" cy="173736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rgbClr val="232F3E"/>
              </a:buClr>
              <a:buSzPts val="2400"/>
              <a:buNone/>
              <a:defRPr sz="2400">
                <a:solidFill>
                  <a:srgbClr val="232F3E"/>
                </a:solidFill>
              </a:defRPr>
            </a:lvl1pPr>
            <a:lvl2pPr indent="-228600" lvl="1" marL="914400" algn="l">
              <a:lnSpc>
                <a:spcPct val="100000"/>
              </a:lnSpc>
              <a:spcBef>
                <a:spcPts val="300"/>
              </a:spcBef>
              <a:spcAft>
                <a:spcPts val="0"/>
              </a:spcAft>
              <a:buClr>
                <a:srgbClr val="232F3E"/>
              </a:buClr>
              <a:buSzPts val="2000"/>
              <a:buNone/>
              <a:defRPr sz="2000">
                <a:solidFill>
                  <a:srgbClr val="232F3E"/>
                </a:solidFill>
              </a:defRPr>
            </a:lvl2pPr>
            <a:lvl3pPr indent="-228600" lvl="2" marL="1371600" algn="l">
              <a:lnSpc>
                <a:spcPct val="100000"/>
              </a:lnSpc>
              <a:spcBef>
                <a:spcPts val="600"/>
              </a:spcBef>
              <a:spcAft>
                <a:spcPts val="0"/>
              </a:spcAft>
              <a:buClr>
                <a:schemeClr val="dk2"/>
              </a:buClr>
              <a:buSzPts val="2000"/>
              <a:buNone/>
              <a:defRPr sz="2000">
                <a:solidFill>
                  <a:schemeClr val="dk2"/>
                </a:solidFill>
              </a:defRPr>
            </a:lvl3pPr>
            <a:lvl4pPr indent="-342900" lvl="3" marL="1828800" algn="l">
              <a:lnSpc>
                <a:spcPct val="100000"/>
              </a:lnSpc>
              <a:spcBef>
                <a:spcPts val="600"/>
              </a:spcBef>
              <a:spcAft>
                <a:spcPts val="0"/>
              </a:spcAft>
              <a:buClr>
                <a:schemeClr val="dk2"/>
              </a:buClr>
              <a:buSzPts val="1800"/>
              <a:buChar char="•"/>
              <a:defRPr sz="1800">
                <a:solidFill>
                  <a:schemeClr val="dk2"/>
                </a:solidFill>
              </a:defRPr>
            </a:lvl4pPr>
            <a:lvl5pPr indent="-342900" lvl="4" marL="2286000" algn="l">
              <a:lnSpc>
                <a:spcPct val="100000"/>
              </a:lnSpc>
              <a:spcBef>
                <a:spcPts val="600"/>
              </a:spcBef>
              <a:spcAft>
                <a:spcPts val="0"/>
              </a:spcAft>
              <a:buClr>
                <a:schemeClr val="dk2"/>
              </a:buClr>
              <a:buSzPts val="1800"/>
              <a:buChar char="•"/>
              <a:defRPr sz="1800">
                <a:solidFill>
                  <a:schemeClr val="dk2"/>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18" name="Google Shape;1418;p173"/>
          <p:cNvSpPr/>
          <p:nvPr>
            <p:ph idx="5" type="pic"/>
          </p:nvPr>
        </p:nvSpPr>
        <p:spPr>
          <a:xfrm>
            <a:off x="365760" y="4776114"/>
            <a:ext cx="1554480" cy="1554480"/>
          </a:xfrm>
          <a:prstGeom prst="rect">
            <a:avLst/>
          </a:prstGeom>
          <a:noFill/>
          <a:ln>
            <a:noFill/>
          </a:ln>
        </p:spPr>
      </p:sp>
      <p:sp>
        <p:nvSpPr>
          <p:cNvPr id="1419" name="Google Shape;1419;p173"/>
          <p:cNvSpPr txBox="1"/>
          <p:nvPr>
            <p:ph idx="6" type="body"/>
          </p:nvPr>
        </p:nvSpPr>
        <p:spPr>
          <a:xfrm>
            <a:off x="2045043" y="4684674"/>
            <a:ext cx="9781197" cy="173736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rgbClr val="232F3E"/>
              </a:buClr>
              <a:buSzPts val="2400"/>
              <a:buNone/>
              <a:defRPr sz="2400">
                <a:solidFill>
                  <a:srgbClr val="232F3E"/>
                </a:solidFill>
              </a:defRPr>
            </a:lvl1pPr>
            <a:lvl2pPr indent="-228600" lvl="1" marL="914400" algn="l">
              <a:lnSpc>
                <a:spcPct val="100000"/>
              </a:lnSpc>
              <a:spcBef>
                <a:spcPts val="300"/>
              </a:spcBef>
              <a:spcAft>
                <a:spcPts val="0"/>
              </a:spcAft>
              <a:buClr>
                <a:srgbClr val="232F3E"/>
              </a:buClr>
              <a:buSzPts val="2000"/>
              <a:buNone/>
              <a:defRPr sz="2000">
                <a:solidFill>
                  <a:srgbClr val="232F3E"/>
                </a:solidFill>
              </a:defRPr>
            </a:lvl2pPr>
            <a:lvl3pPr indent="-228600" lvl="2" marL="1371600" algn="l">
              <a:lnSpc>
                <a:spcPct val="100000"/>
              </a:lnSpc>
              <a:spcBef>
                <a:spcPts val="600"/>
              </a:spcBef>
              <a:spcAft>
                <a:spcPts val="0"/>
              </a:spcAft>
              <a:buClr>
                <a:schemeClr val="dk2"/>
              </a:buClr>
              <a:buSzPts val="2000"/>
              <a:buNone/>
              <a:defRPr sz="2000">
                <a:solidFill>
                  <a:schemeClr val="dk2"/>
                </a:solidFill>
              </a:defRPr>
            </a:lvl3pPr>
            <a:lvl4pPr indent="-342900" lvl="3" marL="1828800" algn="l">
              <a:lnSpc>
                <a:spcPct val="100000"/>
              </a:lnSpc>
              <a:spcBef>
                <a:spcPts val="600"/>
              </a:spcBef>
              <a:spcAft>
                <a:spcPts val="0"/>
              </a:spcAft>
              <a:buClr>
                <a:schemeClr val="dk2"/>
              </a:buClr>
              <a:buSzPts val="1800"/>
              <a:buChar char="•"/>
              <a:defRPr sz="1800">
                <a:solidFill>
                  <a:schemeClr val="dk2"/>
                </a:solidFill>
              </a:defRPr>
            </a:lvl4pPr>
            <a:lvl5pPr indent="-342900" lvl="4" marL="2286000" algn="l">
              <a:lnSpc>
                <a:spcPct val="100000"/>
              </a:lnSpc>
              <a:spcBef>
                <a:spcPts val="600"/>
              </a:spcBef>
              <a:spcAft>
                <a:spcPts val="0"/>
              </a:spcAft>
              <a:buClr>
                <a:schemeClr val="dk2"/>
              </a:buClr>
              <a:buSzPts val="1800"/>
              <a:buChar char="•"/>
              <a:defRPr sz="1800">
                <a:solidFill>
                  <a:schemeClr val="dk2"/>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ronyms">
  <p:cSld name="Acronyms">
    <p:bg>
      <p:bgPr>
        <a:solidFill>
          <a:schemeClr val="lt1"/>
        </a:solidFill>
      </p:bgPr>
    </p:bg>
    <p:spTree>
      <p:nvGrpSpPr>
        <p:cNvPr id="1420" name="Shape 1420"/>
        <p:cNvGrpSpPr/>
        <p:nvPr/>
      </p:nvGrpSpPr>
      <p:grpSpPr>
        <a:xfrm>
          <a:off x="0" y="0"/>
          <a:ext cx="0" cy="0"/>
          <a:chOff x="0" y="0"/>
          <a:chExt cx="0" cy="0"/>
        </a:xfrm>
      </p:grpSpPr>
      <p:sp>
        <p:nvSpPr>
          <p:cNvPr id="1421" name="Google Shape;1421;p174"/>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422" name="Google Shape;1422;p174"/>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423" name="Google Shape;1423;p174"/>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1424" name="Google Shape;1424;p174"/>
          <p:cNvSpPr txBox="1"/>
          <p:nvPr>
            <p:ph idx="1" type="body"/>
          </p:nvPr>
        </p:nvSpPr>
        <p:spPr>
          <a:xfrm>
            <a:off x="353060" y="1188403"/>
            <a:ext cx="1828800" cy="15544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accent2"/>
              </a:buClr>
              <a:buSzPts val="5400"/>
              <a:buNone/>
              <a:defRPr b="1" sz="5400" cap="none">
                <a:solidFill>
                  <a:schemeClr val="accent2"/>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25" name="Google Shape;1425;p174"/>
          <p:cNvSpPr txBox="1"/>
          <p:nvPr>
            <p:ph idx="2" type="body"/>
          </p:nvPr>
        </p:nvSpPr>
        <p:spPr>
          <a:xfrm>
            <a:off x="2194163" y="1096963"/>
            <a:ext cx="3840480" cy="173736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rgbClr val="232F3E"/>
              </a:buClr>
              <a:buSzPts val="2000"/>
              <a:buNone/>
              <a:defRPr sz="2000">
                <a:solidFill>
                  <a:srgbClr val="232F3E"/>
                </a:solidFill>
                <a:latin typeface="Play"/>
                <a:ea typeface="Play"/>
                <a:cs typeface="Play"/>
                <a:sym typeface="Play"/>
              </a:defRPr>
            </a:lvl1pPr>
            <a:lvl2pPr indent="-228600" lvl="1" marL="914400" algn="l">
              <a:lnSpc>
                <a:spcPct val="100000"/>
              </a:lnSpc>
              <a:spcBef>
                <a:spcPts val="300"/>
              </a:spcBef>
              <a:spcAft>
                <a:spcPts val="0"/>
              </a:spcAft>
              <a:buClr>
                <a:srgbClr val="232F3E"/>
              </a:buClr>
              <a:buSzPts val="2000"/>
              <a:buNone/>
              <a:defRPr sz="2000">
                <a:solidFill>
                  <a:srgbClr val="232F3E"/>
                </a:solidFill>
                <a:latin typeface="Play"/>
                <a:ea typeface="Play"/>
                <a:cs typeface="Play"/>
                <a:sym typeface="Play"/>
              </a:defRPr>
            </a:lvl2pPr>
            <a:lvl3pPr indent="-228600" lvl="2" marL="1371600" algn="l">
              <a:lnSpc>
                <a:spcPct val="100000"/>
              </a:lnSpc>
              <a:spcBef>
                <a:spcPts val="600"/>
              </a:spcBef>
              <a:spcAft>
                <a:spcPts val="0"/>
              </a:spcAft>
              <a:buClr>
                <a:schemeClr val="dk2"/>
              </a:buClr>
              <a:buSzPts val="2000"/>
              <a:buNone/>
              <a:defRPr sz="2000">
                <a:solidFill>
                  <a:schemeClr val="dk2"/>
                </a:solidFill>
                <a:latin typeface="Play"/>
                <a:ea typeface="Play"/>
                <a:cs typeface="Play"/>
                <a:sym typeface="Play"/>
              </a:defRPr>
            </a:lvl3pPr>
            <a:lvl4pPr indent="-342900" lvl="3" marL="1828800" algn="l">
              <a:lnSpc>
                <a:spcPct val="100000"/>
              </a:lnSpc>
              <a:spcBef>
                <a:spcPts val="600"/>
              </a:spcBef>
              <a:spcAft>
                <a:spcPts val="0"/>
              </a:spcAft>
              <a:buClr>
                <a:schemeClr val="dk2"/>
              </a:buClr>
              <a:buSzPts val="1800"/>
              <a:buChar char="•"/>
              <a:defRPr sz="1800">
                <a:solidFill>
                  <a:schemeClr val="dk2"/>
                </a:solidFill>
                <a:latin typeface="Play"/>
                <a:ea typeface="Play"/>
                <a:cs typeface="Play"/>
                <a:sym typeface="Play"/>
              </a:defRPr>
            </a:lvl4pPr>
            <a:lvl5pPr indent="-342900" lvl="4" marL="2286000" algn="l">
              <a:lnSpc>
                <a:spcPct val="100000"/>
              </a:lnSpc>
              <a:spcBef>
                <a:spcPts val="600"/>
              </a:spcBef>
              <a:spcAft>
                <a:spcPts val="0"/>
              </a:spcAft>
              <a:buClr>
                <a:schemeClr val="dk2"/>
              </a:buClr>
              <a:buSzPts val="1800"/>
              <a:buChar char="•"/>
              <a:defRPr sz="1800">
                <a:solidFill>
                  <a:schemeClr val="dk2"/>
                </a:solidFill>
                <a:latin typeface="Play"/>
                <a:ea typeface="Play"/>
                <a:cs typeface="Play"/>
                <a:sym typeface="Play"/>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26" name="Google Shape;1426;p174"/>
          <p:cNvSpPr txBox="1"/>
          <p:nvPr>
            <p:ph idx="3" type="body"/>
          </p:nvPr>
        </p:nvSpPr>
        <p:spPr>
          <a:xfrm>
            <a:off x="353060" y="2980786"/>
            <a:ext cx="1828800" cy="15544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accent2"/>
              </a:buClr>
              <a:buSzPts val="5400"/>
              <a:buNone/>
              <a:defRPr b="1" sz="5400" cap="none">
                <a:solidFill>
                  <a:schemeClr val="accent2"/>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27" name="Google Shape;1427;p174"/>
          <p:cNvSpPr txBox="1"/>
          <p:nvPr>
            <p:ph idx="4" type="body"/>
          </p:nvPr>
        </p:nvSpPr>
        <p:spPr>
          <a:xfrm>
            <a:off x="2194163" y="2889346"/>
            <a:ext cx="3840480" cy="173736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rgbClr val="232F3E"/>
              </a:buClr>
              <a:buSzPts val="2000"/>
              <a:buNone/>
              <a:defRPr sz="2000">
                <a:solidFill>
                  <a:srgbClr val="232F3E"/>
                </a:solidFill>
                <a:latin typeface="Play"/>
                <a:ea typeface="Play"/>
                <a:cs typeface="Play"/>
                <a:sym typeface="Play"/>
              </a:defRPr>
            </a:lvl1pPr>
            <a:lvl2pPr indent="-355600" lvl="1" marL="914400" algn="l">
              <a:lnSpc>
                <a:spcPct val="100000"/>
              </a:lnSpc>
              <a:spcBef>
                <a:spcPts val="300"/>
              </a:spcBef>
              <a:spcAft>
                <a:spcPts val="0"/>
              </a:spcAft>
              <a:buClr>
                <a:srgbClr val="232F3E"/>
              </a:buClr>
              <a:buSzPts val="2000"/>
              <a:buChar char="•"/>
              <a:defRPr sz="2000">
                <a:solidFill>
                  <a:srgbClr val="232F3E"/>
                </a:solidFill>
                <a:latin typeface="Play"/>
                <a:ea typeface="Play"/>
                <a:cs typeface="Play"/>
                <a:sym typeface="Play"/>
              </a:defRPr>
            </a:lvl2pPr>
            <a:lvl3pPr indent="-228600" lvl="2" marL="1371600" algn="l">
              <a:lnSpc>
                <a:spcPct val="100000"/>
              </a:lnSpc>
              <a:spcBef>
                <a:spcPts val="600"/>
              </a:spcBef>
              <a:spcAft>
                <a:spcPts val="0"/>
              </a:spcAft>
              <a:buClr>
                <a:schemeClr val="dk2"/>
              </a:buClr>
              <a:buSzPts val="2000"/>
              <a:buNone/>
              <a:defRPr sz="2000">
                <a:solidFill>
                  <a:schemeClr val="dk2"/>
                </a:solidFill>
                <a:latin typeface="Play"/>
                <a:ea typeface="Play"/>
                <a:cs typeface="Play"/>
                <a:sym typeface="Play"/>
              </a:defRPr>
            </a:lvl3pPr>
            <a:lvl4pPr indent="-342900" lvl="3" marL="1828800" algn="l">
              <a:lnSpc>
                <a:spcPct val="100000"/>
              </a:lnSpc>
              <a:spcBef>
                <a:spcPts val="600"/>
              </a:spcBef>
              <a:spcAft>
                <a:spcPts val="0"/>
              </a:spcAft>
              <a:buClr>
                <a:schemeClr val="dk2"/>
              </a:buClr>
              <a:buSzPts val="1800"/>
              <a:buChar char="•"/>
              <a:defRPr sz="1800">
                <a:solidFill>
                  <a:schemeClr val="dk2"/>
                </a:solidFill>
                <a:latin typeface="Play"/>
                <a:ea typeface="Play"/>
                <a:cs typeface="Play"/>
                <a:sym typeface="Play"/>
              </a:defRPr>
            </a:lvl4pPr>
            <a:lvl5pPr indent="-342900" lvl="4" marL="2286000" algn="l">
              <a:lnSpc>
                <a:spcPct val="100000"/>
              </a:lnSpc>
              <a:spcBef>
                <a:spcPts val="600"/>
              </a:spcBef>
              <a:spcAft>
                <a:spcPts val="0"/>
              </a:spcAft>
              <a:buClr>
                <a:schemeClr val="dk2"/>
              </a:buClr>
              <a:buSzPts val="1800"/>
              <a:buChar char="•"/>
              <a:defRPr sz="1800">
                <a:solidFill>
                  <a:schemeClr val="dk2"/>
                </a:solidFill>
                <a:latin typeface="Play"/>
                <a:ea typeface="Play"/>
                <a:cs typeface="Play"/>
                <a:sym typeface="Play"/>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28" name="Google Shape;1428;p174"/>
          <p:cNvSpPr txBox="1"/>
          <p:nvPr>
            <p:ph idx="5" type="body"/>
          </p:nvPr>
        </p:nvSpPr>
        <p:spPr>
          <a:xfrm>
            <a:off x="353060" y="4773168"/>
            <a:ext cx="1828800" cy="15544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accent2"/>
              </a:buClr>
              <a:buSzPts val="5400"/>
              <a:buNone/>
              <a:defRPr b="1" sz="5400" cap="none">
                <a:solidFill>
                  <a:schemeClr val="accent2"/>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29" name="Google Shape;1429;p174"/>
          <p:cNvSpPr txBox="1"/>
          <p:nvPr>
            <p:ph idx="6" type="body"/>
          </p:nvPr>
        </p:nvSpPr>
        <p:spPr>
          <a:xfrm>
            <a:off x="2194163" y="4681728"/>
            <a:ext cx="3840480" cy="173736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rgbClr val="232F3E"/>
              </a:buClr>
              <a:buSzPts val="2000"/>
              <a:buNone/>
              <a:defRPr sz="2000">
                <a:solidFill>
                  <a:srgbClr val="232F3E"/>
                </a:solidFill>
                <a:latin typeface="Play"/>
                <a:ea typeface="Play"/>
                <a:cs typeface="Play"/>
                <a:sym typeface="Play"/>
              </a:defRPr>
            </a:lvl1pPr>
            <a:lvl2pPr indent="-355600" lvl="1" marL="914400" algn="l">
              <a:lnSpc>
                <a:spcPct val="100000"/>
              </a:lnSpc>
              <a:spcBef>
                <a:spcPts val="300"/>
              </a:spcBef>
              <a:spcAft>
                <a:spcPts val="0"/>
              </a:spcAft>
              <a:buClr>
                <a:srgbClr val="232F3E"/>
              </a:buClr>
              <a:buSzPts val="2000"/>
              <a:buChar char="•"/>
              <a:defRPr sz="2000">
                <a:solidFill>
                  <a:srgbClr val="232F3E"/>
                </a:solidFill>
                <a:latin typeface="Play"/>
                <a:ea typeface="Play"/>
                <a:cs typeface="Play"/>
                <a:sym typeface="Play"/>
              </a:defRPr>
            </a:lvl2pPr>
            <a:lvl3pPr indent="-228600" lvl="2" marL="1371600" algn="l">
              <a:lnSpc>
                <a:spcPct val="100000"/>
              </a:lnSpc>
              <a:spcBef>
                <a:spcPts val="600"/>
              </a:spcBef>
              <a:spcAft>
                <a:spcPts val="0"/>
              </a:spcAft>
              <a:buClr>
                <a:schemeClr val="dk2"/>
              </a:buClr>
              <a:buSzPts val="2000"/>
              <a:buNone/>
              <a:defRPr sz="2000">
                <a:solidFill>
                  <a:schemeClr val="dk2"/>
                </a:solidFill>
                <a:latin typeface="Play"/>
                <a:ea typeface="Play"/>
                <a:cs typeface="Play"/>
                <a:sym typeface="Play"/>
              </a:defRPr>
            </a:lvl3pPr>
            <a:lvl4pPr indent="-342900" lvl="3" marL="1828800" algn="l">
              <a:lnSpc>
                <a:spcPct val="100000"/>
              </a:lnSpc>
              <a:spcBef>
                <a:spcPts val="600"/>
              </a:spcBef>
              <a:spcAft>
                <a:spcPts val="0"/>
              </a:spcAft>
              <a:buClr>
                <a:schemeClr val="dk2"/>
              </a:buClr>
              <a:buSzPts val="1800"/>
              <a:buChar char="•"/>
              <a:defRPr sz="1800">
                <a:solidFill>
                  <a:schemeClr val="dk2"/>
                </a:solidFill>
                <a:latin typeface="Play"/>
                <a:ea typeface="Play"/>
                <a:cs typeface="Play"/>
                <a:sym typeface="Play"/>
              </a:defRPr>
            </a:lvl4pPr>
            <a:lvl5pPr indent="-342900" lvl="4" marL="2286000" algn="l">
              <a:lnSpc>
                <a:spcPct val="100000"/>
              </a:lnSpc>
              <a:spcBef>
                <a:spcPts val="600"/>
              </a:spcBef>
              <a:spcAft>
                <a:spcPts val="0"/>
              </a:spcAft>
              <a:buClr>
                <a:schemeClr val="dk2"/>
              </a:buClr>
              <a:buSzPts val="1800"/>
              <a:buChar char="•"/>
              <a:defRPr sz="1800">
                <a:solidFill>
                  <a:schemeClr val="dk2"/>
                </a:solidFill>
                <a:latin typeface="Play"/>
                <a:ea typeface="Play"/>
                <a:cs typeface="Play"/>
                <a:sym typeface="Play"/>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30" name="Google Shape;1430;p174"/>
          <p:cNvSpPr txBox="1"/>
          <p:nvPr>
            <p:ph idx="7" type="body"/>
          </p:nvPr>
        </p:nvSpPr>
        <p:spPr>
          <a:xfrm>
            <a:off x="6162412" y="1188403"/>
            <a:ext cx="1828800" cy="15544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accent2"/>
              </a:buClr>
              <a:buSzPts val="5400"/>
              <a:buNone/>
              <a:defRPr b="1" sz="5400" cap="none">
                <a:solidFill>
                  <a:schemeClr val="accent2"/>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31" name="Google Shape;1431;p174"/>
          <p:cNvSpPr txBox="1"/>
          <p:nvPr>
            <p:ph idx="8" type="body"/>
          </p:nvPr>
        </p:nvSpPr>
        <p:spPr>
          <a:xfrm>
            <a:off x="7991878" y="1096963"/>
            <a:ext cx="3840480" cy="173736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rgbClr val="232F3E"/>
              </a:buClr>
              <a:buSzPts val="2000"/>
              <a:buFont typeface="Play"/>
              <a:buNone/>
              <a:defRPr sz="2000">
                <a:solidFill>
                  <a:srgbClr val="232F3E"/>
                </a:solidFill>
                <a:latin typeface="Play"/>
                <a:ea typeface="Play"/>
                <a:cs typeface="Play"/>
                <a:sym typeface="Play"/>
              </a:defRPr>
            </a:lvl1pPr>
            <a:lvl2pPr indent="-355600" lvl="1" marL="914400" algn="l">
              <a:lnSpc>
                <a:spcPct val="100000"/>
              </a:lnSpc>
              <a:spcBef>
                <a:spcPts val="300"/>
              </a:spcBef>
              <a:spcAft>
                <a:spcPts val="0"/>
              </a:spcAft>
              <a:buClr>
                <a:srgbClr val="232F3E"/>
              </a:buClr>
              <a:buSzPts val="2000"/>
              <a:buChar char="•"/>
              <a:defRPr sz="2000">
                <a:solidFill>
                  <a:srgbClr val="232F3E"/>
                </a:solidFill>
                <a:latin typeface="Play"/>
                <a:ea typeface="Play"/>
                <a:cs typeface="Play"/>
                <a:sym typeface="Play"/>
              </a:defRPr>
            </a:lvl2pPr>
            <a:lvl3pPr indent="-228600" lvl="2" marL="1371600" algn="l">
              <a:lnSpc>
                <a:spcPct val="100000"/>
              </a:lnSpc>
              <a:spcBef>
                <a:spcPts val="600"/>
              </a:spcBef>
              <a:spcAft>
                <a:spcPts val="0"/>
              </a:spcAft>
              <a:buClr>
                <a:schemeClr val="dk2"/>
              </a:buClr>
              <a:buSzPts val="2000"/>
              <a:buNone/>
              <a:defRPr sz="2000">
                <a:solidFill>
                  <a:schemeClr val="dk2"/>
                </a:solidFill>
                <a:latin typeface="Play"/>
                <a:ea typeface="Play"/>
                <a:cs typeface="Play"/>
                <a:sym typeface="Play"/>
              </a:defRPr>
            </a:lvl3pPr>
            <a:lvl4pPr indent="-342900" lvl="3" marL="1828800" algn="l">
              <a:lnSpc>
                <a:spcPct val="100000"/>
              </a:lnSpc>
              <a:spcBef>
                <a:spcPts val="600"/>
              </a:spcBef>
              <a:spcAft>
                <a:spcPts val="0"/>
              </a:spcAft>
              <a:buClr>
                <a:schemeClr val="dk2"/>
              </a:buClr>
              <a:buSzPts val="1800"/>
              <a:buChar char="•"/>
              <a:defRPr sz="1800">
                <a:solidFill>
                  <a:schemeClr val="dk2"/>
                </a:solidFill>
                <a:latin typeface="Play"/>
                <a:ea typeface="Play"/>
                <a:cs typeface="Play"/>
                <a:sym typeface="Play"/>
              </a:defRPr>
            </a:lvl4pPr>
            <a:lvl5pPr indent="-342900" lvl="4" marL="2286000" algn="l">
              <a:lnSpc>
                <a:spcPct val="100000"/>
              </a:lnSpc>
              <a:spcBef>
                <a:spcPts val="600"/>
              </a:spcBef>
              <a:spcAft>
                <a:spcPts val="0"/>
              </a:spcAft>
              <a:buClr>
                <a:schemeClr val="dk2"/>
              </a:buClr>
              <a:buSzPts val="1800"/>
              <a:buChar char="•"/>
              <a:defRPr sz="1800">
                <a:solidFill>
                  <a:schemeClr val="dk2"/>
                </a:solidFill>
                <a:latin typeface="Play"/>
                <a:ea typeface="Play"/>
                <a:cs typeface="Play"/>
                <a:sym typeface="Play"/>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32" name="Google Shape;1432;p174"/>
          <p:cNvSpPr txBox="1"/>
          <p:nvPr>
            <p:ph idx="9" type="body"/>
          </p:nvPr>
        </p:nvSpPr>
        <p:spPr>
          <a:xfrm>
            <a:off x="6162412" y="2980786"/>
            <a:ext cx="1828800" cy="15544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accent2"/>
              </a:buClr>
              <a:buSzPts val="5400"/>
              <a:buNone/>
              <a:defRPr b="1" sz="5400" cap="none">
                <a:solidFill>
                  <a:schemeClr val="accent2"/>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33" name="Google Shape;1433;p174"/>
          <p:cNvSpPr txBox="1"/>
          <p:nvPr>
            <p:ph idx="13" type="body"/>
          </p:nvPr>
        </p:nvSpPr>
        <p:spPr>
          <a:xfrm>
            <a:off x="7991878" y="2889346"/>
            <a:ext cx="3840480" cy="173736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rgbClr val="232F3E"/>
              </a:buClr>
              <a:buSzPts val="2000"/>
              <a:buNone/>
              <a:defRPr sz="2000">
                <a:solidFill>
                  <a:srgbClr val="232F3E"/>
                </a:solidFill>
                <a:latin typeface="Play"/>
                <a:ea typeface="Play"/>
                <a:cs typeface="Play"/>
                <a:sym typeface="Play"/>
              </a:defRPr>
            </a:lvl1pPr>
            <a:lvl2pPr indent="-355600" lvl="1" marL="914400" algn="l">
              <a:lnSpc>
                <a:spcPct val="100000"/>
              </a:lnSpc>
              <a:spcBef>
                <a:spcPts val="300"/>
              </a:spcBef>
              <a:spcAft>
                <a:spcPts val="0"/>
              </a:spcAft>
              <a:buClr>
                <a:srgbClr val="232F3E"/>
              </a:buClr>
              <a:buSzPts val="2000"/>
              <a:buChar char="•"/>
              <a:defRPr sz="2000">
                <a:solidFill>
                  <a:srgbClr val="232F3E"/>
                </a:solidFill>
                <a:latin typeface="Play"/>
                <a:ea typeface="Play"/>
                <a:cs typeface="Play"/>
                <a:sym typeface="Play"/>
              </a:defRPr>
            </a:lvl2pPr>
            <a:lvl3pPr indent="-228600" lvl="2" marL="1371600" algn="l">
              <a:lnSpc>
                <a:spcPct val="100000"/>
              </a:lnSpc>
              <a:spcBef>
                <a:spcPts val="600"/>
              </a:spcBef>
              <a:spcAft>
                <a:spcPts val="0"/>
              </a:spcAft>
              <a:buClr>
                <a:schemeClr val="dk2"/>
              </a:buClr>
              <a:buSzPts val="2000"/>
              <a:buNone/>
              <a:defRPr sz="2000">
                <a:solidFill>
                  <a:schemeClr val="dk2"/>
                </a:solidFill>
                <a:latin typeface="Play"/>
                <a:ea typeface="Play"/>
                <a:cs typeface="Play"/>
                <a:sym typeface="Play"/>
              </a:defRPr>
            </a:lvl3pPr>
            <a:lvl4pPr indent="-342900" lvl="3" marL="1828800" algn="l">
              <a:lnSpc>
                <a:spcPct val="100000"/>
              </a:lnSpc>
              <a:spcBef>
                <a:spcPts val="600"/>
              </a:spcBef>
              <a:spcAft>
                <a:spcPts val="0"/>
              </a:spcAft>
              <a:buClr>
                <a:schemeClr val="dk2"/>
              </a:buClr>
              <a:buSzPts val="1800"/>
              <a:buChar char="•"/>
              <a:defRPr sz="1800">
                <a:solidFill>
                  <a:schemeClr val="dk2"/>
                </a:solidFill>
                <a:latin typeface="Play"/>
                <a:ea typeface="Play"/>
                <a:cs typeface="Play"/>
                <a:sym typeface="Play"/>
              </a:defRPr>
            </a:lvl4pPr>
            <a:lvl5pPr indent="-342900" lvl="4" marL="2286000" algn="l">
              <a:lnSpc>
                <a:spcPct val="100000"/>
              </a:lnSpc>
              <a:spcBef>
                <a:spcPts val="600"/>
              </a:spcBef>
              <a:spcAft>
                <a:spcPts val="0"/>
              </a:spcAft>
              <a:buClr>
                <a:schemeClr val="dk2"/>
              </a:buClr>
              <a:buSzPts val="1800"/>
              <a:buChar char="•"/>
              <a:defRPr sz="1800">
                <a:solidFill>
                  <a:schemeClr val="dk2"/>
                </a:solidFill>
                <a:latin typeface="Play"/>
                <a:ea typeface="Play"/>
                <a:cs typeface="Play"/>
                <a:sym typeface="Play"/>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34" name="Google Shape;1434;p174"/>
          <p:cNvSpPr txBox="1"/>
          <p:nvPr>
            <p:ph idx="14" type="body"/>
          </p:nvPr>
        </p:nvSpPr>
        <p:spPr>
          <a:xfrm>
            <a:off x="6162412" y="4773168"/>
            <a:ext cx="1828800" cy="15544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accent2"/>
              </a:buClr>
              <a:buSzPts val="5400"/>
              <a:buNone/>
              <a:defRPr b="1" sz="5400" cap="none">
                <a:solidFill>
                  <a:schemeClr val="accent2"/>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35" name="Google Shape;1435;p174"/>
          <p:cNvSpPr txBox="1"/>
          <p:nvPr>
            <p:ph idx="15" type="body"/>
          </p:nvPr>
        </p:nvSpPr>
        <p:spPr>
          <a:xfrm>
            <a:off x="7991878" y="4681728"/>
            <a:ext cx="3840480" cy="173736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rgbClr val="232F3E"/>
              </a:buClr>
              <a:buSzPts val="2000"/>
              <a:buNone/>
              <a:defRPr sz="2000">
                <a:solidFill>
                  <a:srgbClr val="232F3E"/>
                </a:solidFill>
                <a:latin typeface="Play"/>
                <a:ea typeface="Play"/>
                <a:cs typeface="Play"/>
                <a:sym typeface="Play"/>
              </a:defRPr>
            </a:lvl1pPr>
            <a:lvl2pPr indent="-355600" lvl="1" marL="914400" algn="l">
              <a:lnSpc>
                <a:spcPct val="100000"/>
              </a:lnSpc>
              <a:spcBef>
                <a:spcPts val="300"/>
              </a:spcBef>
              <a:spcAft>
                <a:spcPts val="0"/>
              </a:spcAft>
              <a:buClr>
                <a:srgbClr val="232F3E"/>
              </a:buClr>
              <a:buSzPts val="2000"/>
              <a:buChar char="•"/>
              <a:defRPr sz="2000">
                <a:solidFill>
                  <a:srgbClr val="232F3E"/>
                </a:solidFill>
                <a:latin typeface="Play"/>
                <a:ea typeface="Play"/>
                <a:cs typeface="Play"/>
                <a:sym typeface="Play"/>
              </a:defRPr>
            </a:lvl2pPr>
            <a:lvl3pPr indent="-228600" lvl="2" marL="1371600" algn="l">
              <a:lnSpc>
                <a:spcPct val="100000"/>
              </a:lnSpc>
              <a:spcBef>
                <a:spcPts val="600"/>
              </a:spcBef>
              <a:spcAft>
                <a:spcPts val="0"/>
              </a:spcAft>
              <a:buClr>
                <a:schemeClr val="dk2"/>
              </a:buClr>
              <a:buSzPts val="2000"/>
              <a:buNone/>
              <a:defRPr sz="2000">
                <a:solidFill>
                  <a:schemeClr val="dk2"/>
                </a:solidFill>
                <a:latin typeface="Play"/>
                <a:ea typeface="Play"/>
                <a:cs typeface="Play"/>
                <a:sym typeface="Play"/>
              </a:defRPr>
            </a:lvl3pPr>
            <a:lvl4pPr indent="-342900" lvl="3" marL="1828800" algn="l">
              <a:lnSpc>
                <a:spcPct val="100000"/>
              </a:lnSpc>
              <a:spcBef>
                <a:spcPts val="600"/>
              </a:spcBef>
              <a:spcAft>
                <a:spcPts val="0"/>
              </a:spcAft>
              <a:buClr>
                <a:schemeClr val="dk2"/>
              </a:buClr>
              <a:buSzPts val="1800"/>
              <a:buChar char="•"/>
              <a:defRPr sz="1800">
                <a:solidFill>
                  <a:schemeClr val="dk2"/>
                </a:solidFill>
                <a:latin typeface="Play"/>
                <a:ea typeface="Play"/>
                <a:cs typeface="Play"/>
                <a:sym typeface="Play"/>
              </a:defRPr>
            </a:lvl4pPr>
            <a:lvl5pPr indent="-342900" lvl="4" marL="2286000" algn="l">
              <a:lnSpc>
                <a:spcPct val="100000"/>
              </a:lnSpc>
              <a:spcBef>
                <a:spcPts val="600"/>
              </a:spcBef>
              <a:spcAft>
                <a:spcPts val="0"/>
              </a:spcAft>
              <a:buClr>
                <a:schemeClr val="dk2"/>
              </a:buClr>
              <a:buSzPts val="1800"/>
              <a:buChar char="•"/>
              <a:defRPr sz="1800">
                <a:solidFill>
                  <a:schemeClr val="dk2"/>
                </a:solidFill>
                <a:latin typeface="Play"/>
                <a:ea typeface="Play"/>
                <a:cs typeface="Play"/>
                <a:sym typeface="Play"/>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images, and 6 text">
  <p:cSld name="Title, 6 images, and 6 text">
    <p:bg>
      <p:bgPr>
        <a:solidFill>
          <a:schemeClr val="lt1"/>
        </a:solidFill>
      </p:bgPr>
    </p:bg>
    <p:spTree>
      <p:nvGrpSpPr>
        <p:cNvPr id="1436" name="Shape 1436"/>
        <p:cNvGrpSpPr/>
        <p:nvPr/>
      </p:nvGrpSpPr>
      <p:grpSpPr>
        <a:xfrm>
          <a:off x="0" y="0"/>
          <a:ext cx="0" cy="0"/>
          <a:chOff x="0" y="0"/>
          <a:chExt cx="0" cy="0"/>
        </a:xfrm>
      </p:grpSpPr>
      <p:sp>
        <p:nvSpPr>
          <p:cNvPr id="1437" name="Google Shape;1437;p175"/>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438" name="Google Shape;1438;p175"/>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439" name="Google Shape;1439;p175"/>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1440" name="Google Shape;1440;p175"/>
          <p:cNvSpPr/>
          <p:nvPr>
            <p:ph idx="2" type="pic"/>
          </p:nvPr>
        </p:nvSpPr>
        <p:spPr>
          <a:xfrm>
            <a:off x="365760" y="1238846"/>
            <a:ext cx="1554480" cy="1554480"/>
          </a:xfrm>
          <a:prstGeom prst="rect">
            <a:avLst/>
          </a:prstGeom>
          <a:noFill/>
          <a:ln>
            <a:noFill/>
          </a:ln>
        </p:spPr>
      </p:sp>
      <p:sp>
        <p:nvSpPr>
          <p:cNvPr id="1441" name="Google Shape;1441;p175"/>
          <p:cNvSpPr txBox="1"/>
          <p:nvPr>
            <p:ph idx="1" type="body"/>
          </p:nvPr>
        </p:nvSpPr>
        <p:spPr>
          <a:xfrm>
            <a:off x="2045044" y="1147406"/>
            <a:ext cx="3941806" cy="173736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rgbClr val="232F3E"/>
              </a:buClr>
              <a:buSzPts val="2400"/>
              <a:buNone/>
              <a:defRPr sz="2400">
                <a:solidFill>
                  <a:srgbClr val="232F3E"/>
                </a:solidFill>
              </a:defRPr>
            </a:lvl1pPr>
            <a:lvl2pPr indent="-228600" lvl="1" marL="914400" algn="l">
              <a:lnSpc>
                <a:spcPct val="100000"/>
              </a:lnSpc>
              <a:spcBef>
                <a:spcPts val="300"/>
              </a:spcBef>
              <a:spcAft>
                <a:spcPts val="0"/>
              </a:spcAft>
              <a:buClr>
                <a:srgbClr val="232F3E"/>
              </a:buClr>
              <a:buSzPts val="2000"/>
              <a:buNone/>
              <a:defRPr sz="2000">
                <a:solidFill>
                  <a:srgbClr val="232F3E"/>
                </a:solidFill>
              </a:defRPr>
            </a:lvl2pPr>
            <a:lvl3pPr indent="-228600" lvl="2" marL="1371600" algn="l">
              <a:lnSpc>
                <a:spcPct val="100000"/>
              </a:lnSpc>
              <a:spcBef>
                <a:spcPts val="600"/>
              </a:spcBef>
              <a:spcAft>
                <a:spcPts val="0"/>
              </a:spcAft>
              <a:buClr>
                <a:schemeClr val="dk2"/>
              </a:buClr>
              <a:buSzPts val="2000"/>
              <a:buNone/>
              <a:defRPr sz="2000">
                <a:solidFill>
                  <a:schemeClr val="dk2"/>
                </a:solidFill>
              </a:defRPr>
            </a:lvl3pPr>
            <a:lvl4pPr indent="-342900" lvl="3" marL="1828800" algn="l">
              <a:lnSpc>
                <a:spcPct val="100000"/>
              </a:lnSpc>
              <a:spcBef>
                <a:spcPts val="600"/>
              </a:spcBef>
              <a:spcAft>
                <a:spcPts val="0"/>
              </a:spcAft>
              <a:buClr>
                <a:schemeClr val="dk2"/>
              </a:buClr>
              <a:buSzPts val="1800"/>
              <a:buChar char="•"/>
              <a:defRPr sz="1800">
                <a:solidFill>
                  <a:schemeClr val="dk2"/>
                </a:solidFill>
              </a:defRPr>
            </a:lvl4pPr>
            <a:lvl5pPr indent="-342900" lvl="4" marL="2286000" algn="l">
              <a:lnSpc>
                <a:spcPct val="100000"/>
              </a:lnSpc>
              <a:spcBef>
                <a:spcPts val="600"/>
              </a:spcBef>
              <a:spcAft>
                <a:spcPts val="0"/>
              </a:spcAft>
              <a:buClr>
                <a:schemeClr val="dk2"/>
              </a:buClr>
              <a:buSzPts val="1800"/>
              <a:buChar char="•"/>
              <a:defRPr sz="1800">
                <a:solidFill>
                  <a:schemeClr val="dk2"/>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2" name="Google Shape;1442;p175"/>
          <p:cNvSpPr/>
          <p:nvPr>
            <p:ph idx="3" type="pic"/>
          </p:nvPr>
        </p:nvSpPr>
        <p:spPr>
          <a:xfrm>
            <a:off x="365760" y="3008944"/>
            <a:ext cx="1554480" cy="1554480"/>
          </a:xfrm>
          <a:prstGeom prst="rect">
            <a:avLst/>
          </a:prstGeom>
          <a:noFill/>
          <a:ln>
            <a:noFill/>
          </a:ln>
        </p:spPr>
      </p:sp>
      <p:sp>
        <p:nvSpPr>
          <p:cNvPr id="1443" name="Google Shape;1443;p175"/>
          <p:cNvSpPr txBox="1"/>
          <p:nvPr>
            <p:ph idx="4" type="body"/>
          </p:nvPr>
        </p:nvSpPr>
        <p:spPr>
          <a:xfrm>
            <a:off x="2045044" y="2917504"/>
            <a:ext cx="3941806" cy="173736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rgbClr val="232F3E"/>
              </a:buClr>
              <a:buSzPts val="2400"/>
              <a:buNone/>
              <a:defRPr sz="2400">
                <a:solidFill>
                  <a:srgbClr val="232F3E"/>
                </a:solidFill>
              </a:defRPr>
            </a:lvl1pPr>
            <a:lvl2pPr indent="-228600" lvl="1" marL="914400" algn="l">
              <a:lnSpc>
                <a:spcPct val="100000"/>
              </a:lnSpc>
              <a:spcBef>
                <a:spcPts val="300"/>
              </a:spcBef>
              <a:spcAft>
                <a:spcPts val="0"/>
              </a:spcAft>
              <a:buClr>
                <a:srgbClr val="232F3E"/>
              </a:buClr>
              <a:buSzPts val="2000"/>
              <a:buNone/>
              <a:defRPr sz="2000">
                <a:solidFill>
                  <a:srgbClr val="232F3E"/>
                </a:solidFill>
              </a:defRPr>
            </a:lvl2pPr>
            <a:lvl3pPr indent="-228600" lvl="2" marL="1371600" algn="l">
              <a:lnSpc>
                <a:spcPct val="100000"/>
              </a:lnSpc>
              <a:spcBef>
                <a:spcPts val="600"/>
              </a:spcBef>
              <a:spcAft>
                <a:spcPts val="0"/>
              </a:spcAft>
              <a:buClr>
                <a:schemeClr val="dk2"/>
              </a:buClr>
              <a:buSzPts val="2000"/>
              <a:buNone/>
              <a:defRPr sz="2000">
                <a:solidFill>
                  <a:schemeClr val="dk2"/>
                </a:solidFill>
              </a:defRPr>
            </a:lvl3pPr>
            <a:lvl4pPr indent="-342900" lvl="3" marL="1828800" algn="l">
              <a:lnSpc>
                <a:spcPct val="100000"/>
              </a:lnSpc>
              <a:spcBef>
                <a:spcPts val="600"/>
              </a:spcBef>
              <a:spcAft>
                <a:spcPts val="0"/>
              </a:spcAft>
              <a:buClr>
                <a:schemeClr val="dk2"/>
              </a:buClr>
              <a:buSzPts val="1800"/>
              <a:buChar char="•"/>
              <a:defRPr sz="1800">
                <a:solidFill>
                  <a:schemeClr val="dk2"/>
                </a:solidFill>
              </a:defRPr>
            </a:lvl4pPr>
            <a:lvl5pPr indent="-342900" lvl="4" marL="2286000" algn="l">
              <a:lnSpc>
                <a:spcPct val="100000"/>
              </a:lnSpc>
              <a:spcBef>
                <a:spcPts val="600"/>
              </a:spcBef>
              <a:spcAft>
                <a:spcPts val="0"/>
              </a:spcAft>
              <a:buClr>
                <a:schemeClr val="dk2"/>
              </a:buClr>
              <a:buSzPts val="1800"/>
              <a:buChar char="•"/>
              <a:defRPr sz="1800">
                <a:solidFill>
                  <a:schemeClr val="dk2"/>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4" name="Google Shape;1444;p175"/>
          <p:cNvSpPr/>
          <p:nvPr>
            <p:ph idx="5" type="pic"/>
          </p:nvPr>
        </p:nvSpPr>
        <p:spPr>
          <a:xfrm>
            <a:off x="365760" y="4776114"/>
            <a:ext cx="1554480" cy="1554480"/>
          </a:xfrm>
          <a:prstGeom prst="rect">
            <a:avLst/>
          </a:prstGeom>
          <a:noFill/>
          <a:ln>
            <a:noFill/>
          </a:ln>
        </p:spPr>
      </p:sp>
      <p:sp>
        <p:nvSpPr>
          <p:cNvPr id="1445" name="Google Shape;1445;p175"/>
          <p:cNvSpPr txBox="1"/>
          <p:nvPr>
            <p:ph idx="6" type="body"/>
          </p:nvPr>
        </p:nvSpPr>
        <p:spPr>
          <a:xfrm>
            <a:off x="2045044" y="4684674"/>
            <a:ext cx="3941806" cy="173736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rgbClr val="232F3E"/>
              </a:buClr>
              <a:buSzPts val="2400"/>
              <a:buNone/>
              <a:defRPr sz="2400">
                <a:solidFill>
                  <a:srgbClr val="232F3E"/>
                </a:solidFill>
              </a:defRPr>
            </a:lvl1pPr>
            <a:lvl2pPr indent="-228600" lvl="1" marL="914400" algn="l">
              <a:lnSpc>
                <a:spcPct val="100000"/>
              </a:lnSpc>
              <a:spcBef>
                <a:spcPts val="300"/>
              </a:spcBef>
              <a:spcAft>
                <a:spcPts val="0"/>
              </a:spcAft>
              <a:buClr>
                <a:srgbClr val="232F3E"/>
              </a:buClr>
              <a:buSzPts val="2000"/>
              <a:buNone/>
              <a:defRPr sz="2000">
                <a:solidFill>
                  <a:srgbClr val="232F3E"/>
                </a:solidFill>
              </a:defRPr>
            </a:lvl2pPr>
            <a:lvl3pPr indent="-228600" lvl="2" marL="1371600" algn="l">
              <a:lnSpc>
                <a:spcPct val="100000"/>
              </a:lnSpc>
              <a:spcBef>
                <a:spcPts val="600"/>
              </a:spcBef>
              <a:spcAft>
                <a:spcPts val="0"/>
              </a:spcAft>
              <a:buClr>
                <a:schemeClr val="dk2"/>
              </a:buClr>
              <a:buSzPts val="2000"/>
              <a:buNone/>
              <a:defRPr sz="2000">
                <a:solidFill>
                  <a:schemeClr val="dk2"/>
                </a:solidFill>
              </a:defRPr>
            </a:lvl3pPr>
            <a:lvl4pPr indent="-342900" lvl="3" marL="1828800" algn="l">
              <a:lnSpc>
                <a:spcPct val="100000"/>
              </a:lnSpc>
              <a:spcBef>
                <a:spcPts val="600"/>
              </a:spcBef>
              <a:spcAft>
                <a:spcPts val="0"/>
              </a:spcAft>
              <a:buClr>
                <a:schemeClr val="dk2"/>
              </a:buClr>
              <a:buSzPts val="1800"/>
              <a:buChar char="•"/>
              <a:defRPr sz="1800">
                <a:solidFill>
                  <a:schemeClr val="dk2"/>
                </a:solidFill>
              </a:defRPr>
            </a:lvl4pPr>
            <a:lvl5pPr indent="-342900" lvl="4" marL="2286000" algn="l">
              <a:lnSpc>
                <a:spcPct val="100000"/>
              </a:lnSpc>
              <a:spcBef>
                <a:spcPts val="600"/>
              </a:spcBef>
              <a:spcAft>
                <a:spcPts val="0"/>
              </a:spcAft>
              <a:buClr>
                <a:schemeClr val="dk2"/>
              </a:buClr>
              <a:buSzPts val="1800"/>
              <a:buChar char="•"/>
              <a:defRPr sz="1800">
                <a:solidFill>
                  <a:schemeClr val="dk2"/>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6" name="Google Shape;1446;p175"/>
          <p:cNvSpPr/>
          <p:nvPr>
            <p:ph idx="7" type="pic"/>
          </p:nvPr>
        </p:nvSpPr>
        <p:spPr>
          <a:xfrm>
            <a:off x="6205152" y="1238846"/>
            <a:ext cx="1554480" cy="1554480"/>
          </a:xfrm>
          <a:prstGeom prst="rect">
            <a:avLst/>
          </a:prstGeom>
          <a:noFill/>
          <a:ln>
            <a:noFill/>
          </a:ln>
        </p:spPr>
      </p:sp>
      <p:sp>
        <p:nvSpPr>
          <p:cNvPr id="1447" name="Google Shape;1447;p175"/>
          <p:cNvSpPr txBox="1"/>
          <p:nvPr>
            <p:ph idx="8" type="body"/>
          </p:nvPr>
        </p:nvSpPr>
        <p:spPr>
          <a:xfrm>
            <a:off x="7884436" y="1147406"/>
            <a:ext cx="3941806" cy="173736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rgbClr val="232F3E"/>
              </a:buClr>
              <a:buSzPts val="2400"/>
              <a:buNone/>
              <a:defRPr sz="2400">
                <a:solidFill>
                  <a:srgbClr val="232F3E"/>
                </a:solidFill>
              </a:defRPr>
            </a:lvl1pPr>
            <a:lvl2pPr indent="-228600" lvl="1" marL="914400" algn="l">
              <a:lnSpc>
                <a:spcPct val="100000"/>
              </a:lnSpc>
              <a:spcBef>
                <a:spcPts val="300"/>
              </a:spcBef>
              <a:spcAft>
                <a:spcPts val="0"/>
              </a:spcAft>
              <a:buClr>
                <a:srgbClr val="232F3E"/>
              </a:buClr>
              <a:buSzPts val="2000"/>
              <a:buNone/>
              <a:defRPr sz="2000">
                <a:solidFill>
                  <a:srgbClr val="232F3E"/>
                </a:solidFill>
              </a:defRPr>
            </a:lvl2pPr>
            <a:lvl3pPr indent="-228600" lvl="2" marL="1371600" algn="l">
              <a:lnSpc>
                <a:spcPct val="100000"/>
              </a:lnSpc>
              <a:spcBef>
                <a:spcPts val="600"/>
              </a:spcBef>
              <a:spcAft>
                <a:spcPts val="0"/>
              </a:spcAft>
              <a:buClr>
                <a:schemeClr val="dk2"/>
              </a:buClr>
              <a:buSzPts val="2000"/>
              <a:buNone/>
              <a:defRPr sz="2000">
                <a:solidFill>
                  <a:schemeClr val="dk2"/>
                </a:solidFill>
              </a:defRPr>
            </a:lvl3pPr>
            <a:lvl4pPr indent="-342900" lvl="3" marL="1828800" algn="l">
              <a:lnSpc>
                <a:spcPct val="100000"/>
              </a:lnSpc>
              <a:spcBef>
                <a:spcPts val="600"/>
              </a:spcBef>
              <a:spcAft>
                <a:spcPts val="0"/>
              </a:spcAft>
              <a:buClr>
                <a:schemeClr val="dk2"/>
              </a:buClr>
              <a:buSzPts val="1800"/>
              <a:buChar char="•"/>
              <a:defRPr sz="1800">
                <a:solidFill>
                  <a:schemeClr val="dk2"/>
                </a:solidFill>
              </a:defRPr>
            </a:lvl4pPr>
            <a:lvl5pPr indent="-342900" lvl="4" marL="2286000" algn="l">
              <a:lnSpc>
                <a:spcPct val="100000"/>
              </a:lnSpc>
              <a:spcBef>
                <a:spcPts val="600"/>
              </a:spcBef>
              <a:spcAft>
                <a:spcPts val="0"/>
              </a:spcAft>
              <a:buClr>
                <a:schemeClr val="dk2"/>
              </a:buClr>
              <a:buSzPts val="1800"/>
              <a:buChar char="•"/>
              <a:defRPr sz="1800">
                <a:solidFill>
                  <a:schemeClr val="dk2"/>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8" name="Google Shape;1448;p175"/>
          <p:cNvSpPr/>
          <p:nvPr>
            <p:ph idx="9" type="pic"/>
          </p:nvPr>
        </p:nvSpPr>
        <p:spPr>
          <a:xfrm>
            <a:off x="6205152" y="3008944"/>
            <a:ext cx="1554480" cy="1554480"/>
          </a:xfrm>
          <a:prstGeom prst="rect">
            <a:avLst/>
          </a:prstGeom>
          <a:noFill/>
          <a:ln>
            <a:noFill/>
          </a:ln>
        </p:spPr>
      </p:sp>
      <p:sp>
        <p:nvSpPr>
          <p:cNvPr id="1449" name="Google Shape;1449;p175"/>
          <p:cNvSpPr txBox="1"/>
          <p:nvPr>
            <p:ph idx="13" type="body"/>
          </p:nvPr>
        </p:nvSpPr>
        <p:spPr>
          <a:xfrm>
            <a:off x="7884436" y="2917504"/>
            <a:ext cx="3941806" cy="173736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rgbClr val="232F3E"/>
              </a:buClr>
              <a:buSzPts val="2400"/>
              <a:buNone/>
              <a:defRPr sz="2400">
                <a:solidFill>
                  <a:srgbClr val="232F3E"/>
                </a:solidFill>
              </a:defRPr>
            </a:lvl1pPr>
            <a:lvl2pPr indent="-228600" lvl="1" marL="914400" algn="l">
              <a:lnSpc>
                <a:spcPct val="100000"/>
              </a:lnSpc>
              <a:spcBef>
                <a:spcPts val="300"/>
              </a:spcBef>
              <a:spcAft>
                <a:spcPts val="0"/>
              </a:spcAft>
              <a:buClr>
                <a:srgbClr val="232F3E"/>
              </a:buClr>
              <a:buSzPts val="2000"/>
              <a:buNone/>
              <a:defRPr sz="2000">
                <a:solidFill>
                  <a:srgbClr val="232F3E"/>
                </a:solidFill>
              </a:defRPr>
            </a:lvl2pPr>
            <a:lvl3pPr indent="-228600" lvl="2" marL="1371600" algn="l">
              <a:lnSpc>
                <a:spcPct val="100000"/>
              </a:lnSpc>
              <a:spcBef>
                <a:spcPts val="600"/>
              </a:spcBef>
              <a:spcAft>
                <a:spcPts val="0"/>
              </a:spcAft>
              <a:buClr>
                <a:schemeClr val="dk2"/>
              </a:buClr>
              <a:buSzPts val="2000"/>
              <a:buNone/>
              <a:defRPr sz="2000">
                <a:solidFill>
                  <a:schemeClr val="dk2"/>
                </a:solidFill>
              </a:defRPr>
            </a:lvl3pPr>
            <a:lvl4pPr indent="-342900" lvl="3" marL="1828800" algn="l">
              <a:lnSpc>
                <a:spcPct val="100000"/>
              </a:lnSpc>
              <a:spcBef>
                <a:spcPts val="600"/>
              </a:spcBef>
              <a:spcAft>
                <a:spcPts val="0"/>
              </a:spcAft>
              <a:buClr>
                <a:schemeClr val="dk2"/>
              </a:buClr>
              <a:buSzPts val="1800"/>
              <a:buChar char="•"/>
              <a:defRPr sz="1800">
                <a:solidFill>
                  <a:schemeClr val="dk2"/>
                </a:solidFill>
              </a:defRPr>
            </a:lvl4pPr>
            <a:lvl5pPr indent="-342900" lvl="4" marL="2286000" algn="l">
              <a:lnSpc>
                <a:spcPct val="100000"/>
              </a:lnSpc>
              <a:spcBef>
                <a:spcPts val="600"/>
              </a:spcBef>
              <a:spcAft>
                <a:spcPts val="0"/>
              </a:spcAft>
              <a:buClr>
                <a:schemeClr val="dk2"/>
              </a:buClr>
              <a:buSzPts val="1800"/>
              <a:buChar char="•"/>
              <a:defRPr sz="1800">
                <a:solidFill>
                  <a:schemeClr val="dk2"/>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50" name="Google Shape;1450;p175"/>
          <p:cNvSpPr/>
          <p:nvPr>
            <p:ph idx="14" type="pic"/>
          </p:nvPr>
        </p:nvSpPr>
        <p:spPr>
          <a:xfrm>
            <a:off x="6205152" y="4776114"/>
            <a:ext cx="1554480" cy="1554480"/>
          </a:xfrm>
          <a:prstGeom prst="rect">
            <a:avLst/>
          </a:prstGeom>
          <a:noFill/>
          <a:ln>
            <a:noFill/>
          </a:ln>
        </p:spPr>
      </p:sp>
      <p:sp>
        <p:nvSpPr>
          <p:cNvPr id="1451" name="Google Shape;1451;p175"/>
          <p:cNvSpPr txBox="1"/>
          <p:nvPr>
            <p:ph idx="15" type="body"/>
          </p:nvPr>
        </p:nvSpPr>
        <p:spPr>
          <a:xfrm>
            <a:off x="7884436" y="4684674"/>
            <a:ext cx="3941806" cy="173736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rgbClr val="232F3E"/>
              </a:buClr>
              <a:buSzPts val="2400"/>
              <a:buNone/>
              <a:defRPr sz="2400">
                <a:solidFill>
                  <a:srgbClr val="232F3E"/>
                </a:solidFill>
              </a:defRPr>
            </a:lvl1pPr>
            <a:lvl2pPr indent="-228600" lvl="1" marL="914400" algn="l">
              <a:lnSpc>
                <a:spcPct val="100000"/>
              </a:lnSpc>
              <a:spcBef>
                <a:spcPts val="300"/>
              </a:spcBef>
              <a:spcAft>
                <a:spcPts val="0"/>
              </a:spcAft>
              <a:buClr>
                <a:srgbClr val="232F3E"/>
              </a:buClr>
              <a:buSzPts val="2000"/>
              <a:buNone/>
              <a:defRPr sz="2000">
                <a:solidFill>
                  <a:srgbClr val="232F3E"/>
                </a:solidFill>
              </a:defRPr>
            </a:lvl2pPr>
            <a:lvl3pPr indent="-228600" lvl="2" marL="1371600" algn="l">
              <a:lnSpc>
                <a:spcPct val="100000"/>
              </a:lnSpc>
              <a:spcBef>
                <a:spcPts val="600"/>
              </a:spcBef>
              <a:spcAft>
                <a:spcPts val="0"/>
              </a:spcAft>
              <a:buClr>
                <a:schemeClr val="dk2"/>
              </a:buClr>
              <a:buSzPts val="2000"/>
              <a:buNone/>
              <a:defRPr sz="2000">
                <a:solidFill>
                  <a:schemeClr val="dk2"/>
                </a:solidFill>
              </a:defRPr>
            </a:lvl3pPr>
            <a:lvl4pPr indent="-342900" lvl="3" marL="1828800" algn="l">
              <a:lnSpc>
                <a:spcPct val="100000"/>
              </a:lnSpc>
              <a:spcBef>
                <a:spcPts val="600"/>
              </a:spcBef>
              <a:spcAft>
                <a:spcPts val="0"/>
              </a:spcAft>
              <a:buClr>
                <a:schemeClr val="dk2"/>
              </a:buClr>
              <a:buSzPts val="1800"/>
              <a:buChar char="•"/>
              <a:defRPr sz="1800">
                <a:solidFill>
                  <a:schemeClr val="dk2"/>
                </a:solidFill>
              </a:defRPr>
            </a:lvl4pPr>
            <a:lvl5pPr indent="-342900" lvl="4" marL="2286000" algn="l">
              <a:lnSpc>
                <a:spcPct val="100000"/>
              </a:lnSpc>
              <a:spcBef>
                <a:spcPts val="600"/>
              </a:spcBef>
              <a:spcAft>
                <a:spcPts val="0"/>
              </a:spcAft>
              <a:buClr>
                <a:schemeClr val="dk2"/>
              </a:buClr>
              <a:buSzPts val="1800"/>
              <a:buChar char="•"/>
              <a:defRPr sz="1800">
                <a:solidFill>
                  <a:schemeClr val="dk2"/>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4 Content Columns">
  <p:cSld name="Title and 4 Content Columns">
    <p:bg>
      <p:bgPr>
        <a:solidFill>
          <a:schemeClr val="lt1"/>
        </a:solidFill>
      </p:bgPr>
    </p:bg>
    <p:spTree>
      <p:nvGrpSpPr>
        <p:cNvPr id="1452" name="Shape 1452"/>
        <p:cNvGrpSpPr/>
        <p:nvPr/>
      </p:nvGrpSpPr>
      <p:grpSpPr>
        <a:xfrm>
          <a:off x="0" y="0"/>
          <a:ext cx="0" cy="0"/>
          <a:chOff x="0" y="0"/>
          <a:chExt cx="0" cy="0"/>
        </a:xfrm>
      </p:grpSpPr>
      <p:sp>
        <p:nvSpPr>
          <p:cNvPr id="1453" name="Google Shape;1453;p176"/>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454" name="Google Shape;1454;p176"/>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455" name="Google Shape;1455;p176"/>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1456" name="Google Shape;1456;p176"/>
          <p:cNvSpPr txBox="1"/>
          <p:nvPr>
            <p:ph idx="1" type="body"/>
          </p:nvPr>
        </p:nvSpPr>
        <p:spPr>
          <a:xfrm>
            <a:off x="365760" y="1097280"/>
            <a:ext cx="2788920" cy="5330952"/>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600"/>
              </a:spcBef>
              <a:spcAft>
                <a:spcPts val="0"/>
              </a:spcAft>
              <a:buClr>
                <a:srgbClr val="232F3E"/>
              </a:buClr>
              <a:buSzPts val="2000"/>
              <a:buChar char="•"/>
              <a:defRPr sz="2000">
                <a:solidFill>
                  <a:srgbClr val="232F3E"/>
                </a:solidFill>
              </a:defRPr>
            </a:lvl2pPr>
            <a:lvl3pPr indent="-342900" lvl="2" marL="1371600" algn="l">
              <a:lnSpc>
                <a:spcPct val="100000"/>
              </a:lnSpc>
              <a:spcBef>
                <a:spcPts val="600"/>
              </a:spcBef>
              <a:spcAft>
                <a:spcPts val="0"/>
              </a:spcAft>
              <a:buClr>
                <a:srgbClr val="232F3E"/>
              </a:buClr>
              <a:buSzPts val="1800"/>
              <a:buChar char="•"/>
              <a:defRPr sz="1800">
                <a:solidFill>
                  <a:srgbClr val="232F3E"/>
                </a:solidFill>
              </a:defRPr>
            </a:lvl3pPr>
            <a:lvl4pPr indent="-330200" lvl="3" marL="1828800" algn="l">
              <a:lnSpc>
                <a:spcPct val="100000"/>
              </a:lnSpc>
              <a:spcBef>
                <a:spcPts val="600"/>
              </a:spcBef>
              <a:spcAft>
                <a:spcPts val="0"/>
              </a:spcAft>
              <a:buClr>
                <a:srgbClr val="232F3E"/>
              </a:buClr>
              <a:buSzPts val="1600"/>
              <a:buChar char="•"/>
              <a:defRPr sz="1600">
                <a:solidFill>
                  <a:srgbClr val="232F3E"/>
                </a:solidFill>
              </a:defRPr>
            </a:lvl4pPr>
            <a:lvl5pPr indent="-330200" lvl="4" marL="2286000" algn="l">
              <a:lnSpc>
                <a:spcPct val="100000"/>
              </a:lnSpc>
              <a:spcBef>
                <a:spcPts val="600"/>
              </a:spcBef>
              <a:spcAft>
                <a:spcPts val="0"/>
              </a:spcAft>
              <a:buClr>
                <a:srgbClr val="232F3E"/>
              </a:buClr>
              <a:buSzPts val="1600"/>
              <a:buChar char="•"/>
              <a:defRPr sz="16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57" name="Google Shape;1457;p176"/>
          <p:cNvSpPr txBox="1"/>
          <p:nvPr>
            <p:ph idx="2" type="body"/>
          </p:nvPr>
        </p:nvSpPr>
        <p:spPr>
          <a:xfrm>
            <a:off x="3258312" y="1097280"/>
            <a:ext cx="2788920" cy="5330952"/>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600"/>
              </a:spcBef>
              <a:spcAft>
                <a:spcPts val="0"/>
              </a:spcAft>
              <a:buClr>
                <a:srgbClr val="232F3E"/>
              </a:buClr>
              <a:buSzPts val="2000"/>
              <a:buChar char="•"/>
              <a:defRPr sz="2000">
                <a:solidFill>
                  <a:srgbClr val="232F3E"/>
                </a:solidFill>
              </a:defRPr>
            </a:lvl2pPr>
            <a:lvl3pPr indent="-342900" lvl="2" marL="1371600" algn="l">
              <a:lnSpc>
                <a:spcPct val="100000"/>
              </a:lnSpc>
              <a:spcBef>
                <a:spcPts val="600"/>
              </a:spcBef>
              <a:spcAft>
                <a:spcPts val="0"/>
              </a:spcAft>
              <a:buClr>
                <a:srgbClr val="232F3E"/>
              </a:buClr>
              <a:buSzPts val="1800"/>
              <a:buChar char="•"/>
              <a:defRPr sz="1800">
                <a:solidFill>
                  <a:srgbClr val="232F3E"/>
                </a:solidFill>
              </a:defRPr>
            </a:lvl3pPr>
            <a:lvl4pPr indent="-330200" lvl="3" marL="1828800" algn="l">
              <a:lnSpc>
                <a:spcPct val="100000"/>
              </a:lnSpc>
              <a:spcBef>
                <a:spcPts val="600"/>
              </a:spcBef>
              <a:spcAft>
                <a:spcPts val="0"/>
              </a:spcAft>
              <a:buClr>
                <a:srgbClr val="232F3E"/>
              </a:buClr>
              <a:buSzPts val="1600"/>
              <a:buChar char="•"/>
              <a:defRPr sz="1600">
                <a:solidFill>
                  <a:srgbClr val="232F3E"/>
                </a:solidFill>
              </a:defRPr>
            </a:lvl4pPr>
            <a:lvl5pPr indent="-330200" lvl="4" marL="2286000" algn="l">
              <a:lnSpc>
                <a:spcPct val="100000"/>
              </a:lnSpc>
              <a:spcBef>
                <a:spcPts val="600"/>
              </a:spcBef>
              <a:spcAft>
                <a:spcPts val="0"/>
              </a:spcAft>
              <a:buClr>
                <a:srgbClr val="232F3E"/>
              </a:buClr>
              <a:buSzPts val="1600"/>
              <a:buChar char="•"/>
              <a:defRPr sz="16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58" name="Google Shape;1458;p176"/>
          <p:cNvSpPr txBox="1"/>
          <p:nvPr>
            <p:ph idx="3" type="body"/>
          </p:nvPr>
        </p:nvSpPr>
        <p:spPr>
          <a:xfrm>
            <a:off x="6150864" y="1097280"/>
            <a:ext cx="2788920" cy="5330952"/>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600"/>
              </a:spcBef>
              <a:spcAft>
                <a:spcPts val="0"/>
              </a:spcAft>
              <a:buClr>
                <a:srgbClr val="232F3E"/>
              </a:buClr>
              <a:buSzPts val="2000"/>
              <a:buChar char="•"/>
              <a:defRPr sz="2000">
                <a:solidFill>
                  <a:srgbClr val="232F3E"/>
                </a:solidFill>
              </a:defRPr>
            </a:lvl2pPr>
            <a:lvl3pPr indent="-342900" lvl="2" marL="1371600" algn="l">
              <a:lnSpc>
                <a:spcPct val="100000"/>
              </a:lnSpc>
              <a:spcBef>
                <a:spcPts val="600"/>
              </a:spcBef>
              <a:spcAft>
                <a:spcPts val="0"/>
              </a:spcAft>
              <a:buClr>
                <a:srgbClr val="232F3E"/>
              </a:buClr>
              <a:buSzPts val="1800"/>
              <a:buChar char="•"/>
              <a:defRPr sz="1800">
                <a:solidFill>
                  <a:srgbClr val="232F3E"/>
                </a:solidFill>
              </a:defRPr>
            </a:lvl3pPr>
            <a:lvl4pPr indent="-330200" lvl="3" marL="1828800" algn="l">
              <a:lnSpc>
                <a:spcPct val="100000"/>
              </a:lnSpc>
              <a:spcBef>
                <a:spcPts val="600"/>
              </a:spcBef>
              <a:spcAft>
                <a:spcPts val="0"/>
              </a:spcAft>
              <a:buClr>
                <a:srgbClr val="232F3E"/>
              </a:buClr>
              <a:buSzPts val="1600"/>
              <a:buChar char="•"/>
              <a:defRPr sz="1600">
                <a:solidFill>
                  <a:srgbClr val="232F3E"/>
                </a:solidFill>
              </a:defRPr>
            </a:lvl4pPr>
            <a:lvl5pPr indent="-330200" lvl="4" marL="2286000" algn="l">
              <a:lnSpc>
                <a:spcPct val="100000"/>
              </a:lnSpc>
              <a:spcBef>
                <a:spcPts val="600"/>
              </a:spcBef>
              <a:spcAft>
                <a:spcPts val="0"/>
              </a:spcAft>
              <a:buClr>
                <a:srgbClr val="232F3E"/>
              </a:buClr>
              <a:buSzPts val="1600"/>
              <a:buChar char="•"/>
              <a:defRPr sz="16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59" name="Google Shape;1459;p176"/>
          <p:cNvSpPr txBox="1"/>
          <p:nvPr>
            <p:ph idx="4" type="body"/>
          </p:nvPr>
        </p:nvSpPr>
        <p:spPr>
          <a:xfrm>
            <a:off x="9043416" y="1097280"/>
            <a:ext cx="2788920" cy="5330952"/>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600"/>
              </a:spcBef>
              <a:spcAft>
                <a:spcPts val="0"/>
              </a:spcAft>
              <a:buClr>
                <a:srgbClr val="232F3E"/>
              </a:buClr>
              <a:buSzPts val="2000"/>
              <a:buChar char="•"/>
              <a:defRPr sz="2000">
                <a:solidFill>
                  <a:srgbClr val="232F3E"/>
                </a:solidFill>
              </a:defRPr>
            </a:lvl2pPr>
            <a:lvl3pPr indent="-342900" lvl="2" marL="1371600" algn="l">
              <a:lnSpc>
                <a:spcPct val="100000"/>
              </a:lnSpc>
              <a:spcBef>
                <a:spcPts val="600"/>
              </a:spcBef>
              <a:spcAft>
                <a:spcPts val="0"/>
              </a:spcAft>
              <a:buClr>
                <a:srgbClr val="232F3E"/>
              </a:buClr>
              <a:buSzPts val="1800"/>
              <a:buChar char="•"/>
              <a:defRPr sz="1800">
                <a:solidFill>
                  <a:srgbClr val="232F3E"/>
                </a:solidFill>
              </a:defRPr>
            </a:lvl3pPr>
            <a:lvl4pPr indent="-330200" lvl="3" marL="1828800" algn="l">
              <a:lnSpc>
                <a:spcPct val="100000"/>
              </a:lnSpc>
              <a:spcBef>
                <a:spcPts val="600"/>
              </a:spcBef>
              <a:spcAft>
                <a:spcPts val="0"/>
              </a:spcAft>
              <a:buClr>
                <a:srgbClr val="232F3E"/>
              </a:buClr>
              <a:buSzPts val="1600"/>
              <a:buChar char="•"/>
              <a:defRPr sz="1600">
                <a:solidFill>
                  <a:srgbClr val="232F3E"/>
                </a:solidFill>
              </a:defRPr>
            </a:lvl4pPr>
            <a:lvl5pPr indent="-330200" lvl="4" marL="2286000" algn="l">
              <a:lnSpc>
                <a:spcPct val="100000"/>
              </a:lnSpc>
              <a:spcBef>
                <a:spcPts val="600"/>
              </a:spcBef>
              <a:spcAft>
                <a:spcPts val="0"/>
              </a:spcAft>
              <a:buClr>
                <a:srgbClr val="232F3E"/>
              </a:buClr>
              <a:buSzPts val="1600"/>
              <a:buChar char="•"/>
              <a:defRPr sz="1600">
                <a:solidFill>
                  <a:srgbClr val="232F3E"/>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Header, 4 Lg Pics, and 4 Text Columns">
  <p:cSld name="Title, Header, 4 Lg Pics, and 4 Text Columns">
    <p:bg>
      <p:bgPr>
        <a:solidFill>
          <a:schemeClr val="lt1"/>
        </a:solidFill>
      </p:bgPr>
    </p:bg>
    <p:spTree>
      <p:nvGrpSpPr>
        <p:cNvPr id="1460" name="Shape 1460"/>
        <p:cNvGrpSpPr/>
        <p:nvPr/>
      </p:nvGrpSpPr>
      <p:grpSpPr>
        <a:xfrm>
          <a:off x="0" y="0"/>
          <a:ext cx="0" cy="0"/>
          <a:chOff x="0" y="0"/>
          <a:chExt cx="0" cy="0"/>
        </a:xfrm>
      </p:grpSpPr>
      <p:sp>
        <p:nvSpPr>
          <p:cNvPr id="1461" name="Google Shape;1461;p177"/>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462" name="Google Shape;1462;p177"/>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463" name="Google Shape;1463;p177"/>
          <p:cNvPicPr preferRelativeResize="0"/>
          <p:nvPr/>
        </p:nvPicPr>
        <p:blipFill rotWithShape="1">
          <a:blip r:embed="rId2">
            <a:alphaModFix/>
          </a:blip>
          <a:srcRect b="0" l="0" r="0" t="0"/>
          <a:stretch/>
        </p:blipFill>
        <p:spPr>
          <a:xfrm>
            <a:off x="365760" y="1037751"/>
            <a:ext cx="11466576" cy="45719"/>
          </a:xfrm>
          <a:prstGeom prst="rect">
            <a:avLst/>
          </a:prstGeom>
          <a:noFill/>
          <a:ln>
            <a:noFill/>
          </a:ln>
        </p:spPr>
      </p:pic>
      <p:sp>
        <p:nvSpPr>
          <p:cNvPr id="1464" name="Google Shape;1464;p177"/>
          <p:cNvSpPr txBox="1"/>
          <p:nvPr>
            <p:ph idx="1" type="body"/>
          </p:nvPr>
        </p:nvSpPr>
        <p:spPr>
          <a:xfrm>
            <a:off x="365760" y="1046879"/>
            <a:ext cx="11466576" cy="1099688"/>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Clr>
                <a:srgbClr val="232F3E"/>
              </a:buClr>
              <a:buSzPts val="2800"/>
              <a:buNone/>
              <a:defRPr b="0" sz="2800">
                <a:solidFill>
                  <a:srgbClr val="232F3E"/>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465" name="Google Shape;1465;p177"/>
          <p:cNvSpPr/>
          <p:nvPr>
            <p:ph idx="2" type="pic"/>
          </p:nvPr>
        </p:nvSpPr>
        <p:spPr>
          <a:xfrm>
            <a:off x="638603" y="2269331"/>
            <a:ext cx="2286000" cy="2286000"/>
          </a:xfrm>
          <a:prstGeom prst="rect">
            <a:avLst/>
          </a:prstGeom>
          <a:noFill/>
          <a:ln>
            <a:noFill/>
          </a:ln>
        </p:spPr>
      </p:sp>
      <p:sp>
        <p:nvSpPr>
          <p:cNvPr id="1466" name="Google Shape;1466;p177"/>
          <p:cNvSpPr txBox="1"/>
          <p:nvPr>
            <p:ph idx="3" type="body"/>
          </p:nvPr>
        </p:nvSpPr>
        <p:spPr>
          <a:xfrm>
            <a:off x="365760" y="4638120"/>
            <a:ext cx="2788920" cy="1808400"/>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2000"/>
              <a:buNone/>
              <a:defRPr sz="2000">
                <a:solidFill>
                  <a:srgbClr val="232F3E"/>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7" name="Google Shape;1467;p177"/>
          <p:cNvSpPr/>
          <p:nvPr>
            <p:ph idx="4" type="pic"/>
          </p:nvPr>
        </p:nvSpPr>
        <p:spPr>
          <a:xfrm>
            <a:off x="3537251" y="2269331"/>
            <a:ext cx="2286000" cy="2286000"/>
          </a:xfrm>
          <a:prstGeom prst="rect">
            <a:avLst/>
          </a:prstGeom>
          <a:noFill/>
          <a:ln>
            <a:noFill/>
          </a:ln>
        </p:spPr>
      </p:sp>
      <p:sp>
        <p:nvSpPr>
          <p:cNvPr id="1468" name="Google Shape;1468;p177"/>
          <p:cNvSpPr txBox="1"/>
          <p:nvPr>
            <p:ph idx="5" type="body"/>
          </p:nvPr>
        </p:nvSpPr>
        <p:spPr>
          <a:xfrm>
            <a:off x="3264408" y="4638120"/>
            <a:ext cx="2788920" cy="1808400"/>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2000"/>
              <a:buNone/>
              <a:defRPr sz="2000">
                <a:solidFill>
                  <a:srgbClr val="232F3E"/>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9" name="Google Shape;1469;p177"/>
          <p:cNvSpPr/>
          <p:nvPr>
            <p:ph idx="6" type="pic"/>
          </p:nvPr>
        </p:nvSpPr>
        <p:spPr>
          <a:xfrm>
            <a:off x="6435899" y="2269331"/>
            <a:ext cx="2286000" cy="2286000"/>
          </a:xfrm>
          <a:prstGeom prst="rect">
            <a:avLst/>
          </a:prstGeom>
          <a:noFill/>
          <a:ln>
            <a:noFill/>
          </a:ln>
        </p:spPr>
      </p:sp>
      <p:sp>
        <p:nvSpPr>
          <p:cNvPr id="1470" name="Google Shape;1470;p177"/>
          <p:cNvSpPr txBox="1"/>
          <p:nvPr>
            <p:ph idx="7" type="body"/>
          </p:nvPr>
        </p:nvSpPr>
        <p:spPr>
          <a:xfrm>
            <a:off x="6163056" y="4638120"/>
            <a:ext cx="2788920" cy="1808400"/>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2000"/>
              <a:buNone/>
              <a:defRPr sz="2000">
                <a:solidFill>
                  <a:srgbClr val="232F3E"/>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71" name="Google Shape;1471;p177"/>
          <p:cNvSpPr/>
          <p:nvPr>
            <p:ph idx="8" type="pic"/>
          </p:nvPr>
        </p:nvSpPr>
        <p:spPr>
          <a:xfrm>
            <a:off x="9334547" y="2269331"/>
            <a:ext cx="2286000" cy="2286000"/>
          </a:xfrm>
          <a:prstGeom prst="rect">
            <a:avLst/>
          </a:prstGeom>
          <a:noFill/>
          <a:ln>
            <a:noFill/>
          </a:ln>
        </p:spPr>
      </p:sp>
      <p:sp>
        <p:nvSpPr>
          <p:cNvPr id="1472" name="Google Shape;1472;p177"/>
          <p:cNvSpPr txBox="1"/>
          <p:nvPr>
            <p:ph idx="9" type="body"/>
          </p:nvPr>
        </p:nvSpPr>
        <p:spPr>
          <a:xfrm>
            <a:off x="9043416" y="4638120"/>
            <a:ext cx="2788920" cy="1808400"/>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2000"/>
              <a:buNone/>
              <a:defRPr sz="2000">
                <a:solidFill>
                  <a:srgbClr val="232F3E"/>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Sm Pics, 4 Headers, and 4 Text Columns">
  <p:cSld name="Title, 4 Sm Pics, 4 Headers, and 4 Text Columns">
    <p:bg>
      <p:bgPr>
        <a:solidFill>
          <a:schemeClr val="lt1"/>
        </a:solidFill>
      </p:bgPr>
    </p:bg>
    <p:spTree>
      <p:nvGrpSpPr>
        <p:cNvPr id="1473" name="Shape 1473"/>
        <p:cNvGrpSpPr/>
        <p:nvPr/>
      </p:nvGrpSpPr>
      <p:grpSpPr>
        <a:xfrm>
          <a:off x="0" y="0"/>
          <a:ext cx="0" cy="0"/>
          <a:chOff x="0" y="0"/>
          <a:chExt cx="0" cy="0"/>
        </a:xfrm>
      </p:grpSpPr>
      <p:pic>
        <p:nvPicPr>
          <p:cNvPr id="1474" name="Google Shape;1474;p178"/>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1475" name="Google Shape;1475;p178"/>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476" name="Google Shape;1476;p178"/>
          <p:cNvSpPr txBox="1"/>
          <p:nvPr>
            <p:ph type="title"/>
          </p:nvPr>
        </p:nvSpPr>
        <p:spPr>
          <a:xfrm>
            <a:off x="365760" y="301752"/>
            <a:ext cx="11466576" cy="73152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77" name="Google Shape;1477;p178"/>
          <p:cNvSpPr/>
          <p:nvPr>
            <p:ph idx="2" type="pic"/>
          </p:nvPr>
        </p:nvSpPr>
        <p:spPr>
          <a:xfrm>
            <a:off x="845820" y="1051560"/>
            <a:ext cx="1828800" cy="1828800"/>
          </a:xfrm>
          <a:prstGeom prst="rect">
            <a:avLst/>
          </a:prstGeom>
          <a:noFill/>
          <a:ln>
            <a:noFill/>
          </a:ln>
        </p:spPr>
      </p:sp>
      <p:sp>
        <p:nvSpPr>
          <p:cNvPr id="1478" name="Google Shape;1478;p178"/>
          <p:cNvSpPr txBox="1"/>
          <p:nvPr>
            <p:ph idx="1" type="body"/>
          </p:nvPr>
        </p:nvSpPr>
        <p:spPr>
          <a:xfrm>
            <a:off x="365760" y="2926080"/>
            <a:ext cx="2788920" cy="450294"/>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000"/>
              <a:buNone/>
              <a:defRPr b="0" sz="2000">
                <a:solidFill>
                  <a:schemeClr val="lt1"/>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79" name="Google Shape;1479;p178"/>
          <p:cNvSpPr txBox="1"/>
          <p:nvPr>
            <p:ph idx="3" type="body"/>
          </p:nvPr>
        </p:nvSpPr>
        <p:spPr>
          <a:xfrm>
            <a:off x="365760" y="3429000"/>
            <a:ext cx="2788920" cy="300574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rgbClr val="232F3E"/>
              </a:buClr>
              <a:buSzPts val="2000"/>
              <a:buNone/>
              <a:defRPr sz="2000">
                <a:solidFill>
                  <a:srgbClr val="232F3E"/>
                </a:solidFill>
              </a:defRPr>
            </a:lvl1pPr>
            <a:lvl2pPr indent="-342900" lvl="1" marL="914400" algn="l">
              <a:lnSpc>
                <a:spcPct val="90000"/>
              </a:lnSpc>
              <a:spcBef>
                <a:spcPts val="6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80" name="Google Shape;1480;p178"/>
          <p:cNvSpPr/>
          <p:nvPr>
            <p:ph idx="4" type="pic"/>
          </p:nvPr>
        </p:nvSpPr>
        <p:spPr>
          <a:xfrm>
            <a:off x="3738372" y="1051560"/>
            <a:ext cx="1828800" cy="1828800"/>
          </a:xfrm>
          <a:prstGeom prst="rect">
            <a:avLst/>
          </a:prstGeom>
          <a:noFill/>
          <a:ln>
            <a:noFill/>
          </a:ln>
        </p:spPr>
      </p:sp>
      <p:sp>
        <p:nvSpPr>
          <p:cNvPr id="1481" name="Google Shape;1481;p178"/>
          <p:cNvSpPr txBox="1"/>
          <p:nvPr>
            <p:ph idx="5" type="body"/>
          </p:nvPr>
        </p:nvSpPr>
        <p:spPr>
          <a:xfrm>
            <a:off x="3258312" y="2926080"/>
            <a:ext cx="2788920" cy="450294"/>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000"/>
              <a:buNone/>
              <a:defRPr b="0" sz="2000">
                <a:solidFill>
                  <a:schemeClr val="lt1"/>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82" name="Google Shape;1482;p178"/>
          <p:cNvSpPr txBox="1"/>
          <p:nvPr>
            <p:ph idx="6" type="body"/>
          </p:nvPr>
        </p:nvSpPr>
        <p:spPr>
          <a:xfrm>
            <a:off x="3258312" y="3429000"/>
            <a:ext cx="2788920" cy="300574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rgbClr val="232F3E"/>
              </a:buClr>
              <a:buSzPts val="2000"/>
              <a:buNone/>
              <a:defRPr sz="2000">
                <a:solidFill>
                  <a:srgbClr val="232F3E"/>
                </a:solidFill>
              </a:defRPr>
            </a:lvl1pPr>
            <a:lvl2pPr indent="-342900" lvl="1" marL="914400" algn="l">
              <a:lnSpc>
                <a:spcPct val="90000"/>
              </a:lnSpc>
              <a:spcBef>
                <a:spcPts val="6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83" name="Google Shape;1483;p178"/>
          <p:cNvSpPr/>
          <p:nvPr>
            <p:ph idx="7" type="pic"/>
          </p:nvPr>
        </p:nvSpPr>
        <p:spPr>
          <a:xfrm>
            <a:off x="6630924" y="1051560"/>
            <a:ext cx="1828800" cy="1828800"/>
          </a:xfrm>
          <a:prstGeom prst="rect">
            <a:avLst/>
          </a:prstGeom>
          <a:noFill/>
          <a:ln>
            <a:noFill/>
          </a:ln>
        </p:spPr>
      </p:sp>
      <p:sp>
        <p:nvSpPr>
          <p:cNvPr id="1484" name="Google Shape;1484;p178"/>
          <p:cNvSpPr txBox="1"/>
          <p:nvPr>
            <p:ph idx="8" type="body"/>
          </p:nvPr>
        </p:nvSpPr>
        <p:spPr>
          <a:xfrm>
            <a:off x="6150864" y="2926080"/>
            <a:ext cx="2788920" cy="450294"/>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000"/>
              <a:buNone/>
              <a:defRPr b="0" sz="2000">
                <a:solidFill>
                  <a:schemeClr val="lt1"/>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85" name="Google Shape;1485;p178"/>
          <p:cNvSpPr txBox="1"/>
          <p:nvPr>
            <p:ph idx="9" type="body"/>
          </p:nvPr>
        </p:nvSpPr>
        <p:spPr>
          <a:xfrm>
            <a:off x="6150864" y="3429000"/>
            <a:ext cx="2788920" cy="300574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rgbClr val="232F3E"/>
              </a:buClr>
              <a:buSzPts val="2000"/>
              <a:buNone/>
              <a:defRPr sz="2000">
                <a:solidFill>
                  <a:srgbClr val="232F3E"/>
                </a:solidFill>
              </a:defRPr>
            </a:lvl1pPr>
            <a:lvl2pPr indent="-342900" lvl="1" marL="914400" algn="l">
              <a:lnSpc>
                <a:spcPct val="90000"/>
              </a:lnSpc>
              <a:spcBef>
                <a:spcPts val="6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86" name="Google Shape;1486;p178"/>
          <p:cNvSpPr/>
          <p:nvPr>
            <p:ph idx="13" type="pic"/>
          </p:nvPr>
        </p:nvSpPr>
        <p:spPr>
          <a:xfrm>
            <a:off x="9523476" y="1051560"/>
            <a:ext cx="1828800" cy="1828800"/>
          </a:xfrm>
          <a:prstGeom prst="rect">
            <a:avLst/>
          </a:prstGeom>
          <a:noFill/>
          <a:ln>
            <a:noFill/>
          </a:ln>
        </p:spPr>
      </p:sp>
      <p:sp>
        <p:nvSpPr>
          <p:cNvPr id="1487" name="Google Shape;1487;p178"/>
          <p:cNvSpPr txBox="1"/>
          <p:nvPr>
            <p:ph idx="14" type="body"/>
          </p:nvPr>
        </p:nvSpPr>
        <p:spPr>
          <a:xfrm>
            <a:off x="9043416" y="2926080"/>
            <a:ext cx="2788920" cy="450294"/>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Clr>
                <a:schemeClr val="lt1"/>
              </a:buClr>
              <a:buSzPts val="2000"/>
              <a:buNone/>
              <a:defRPr b="0" sz="2000">
                <a:solidFill>
                  <a:schemeClr val="lt1"/>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88" name="Google Shape;1488;p178"/>
          <p:cNvSpPr txBox="1"/>
          <p:nvPr>
            <p:ph idx="15" type="body"/>
          </p:nvPr>
        </p:nvSpPr>
        <p:spPr>
          <a:xfrm>
            <a:off x="9043416" y="3429000"/>
            <a:ext cx="2788920" cy="300574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rgbClr val="232F3E"/>
              </a:buClr>
              <a:buSzPts val="2000"/>
              <a:buNone/>
              <a:defRPr sz="2000">
                <a:solidFill>
                  <a:srgbClr val="232F3E"/>
                </a:solidFill>
              </a:defRPr>
            </a:lvl1pPr>
            <a:lvl2pPr indent="-342900" lvl="1" marL="914400" algn="l">
              <a:lnSpc>
                <a:spcPct val="90000"/>
              </a:lnSpc>
              <a:spcBef>
                <a:spcPts val="6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1080">
          <p15:clr>
            <a:srgbClr val="FBAE40"/>
          </p15:clr>
        </p15:guide>
      </p15:sldGuideLst>
    </p:ext>
  </p:extLst>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Lg Pics,and 4 Headers">
  <p:cSld name="Title, 4 Lg Pics,and 4 Headers">
    <p:bg>
      <p:bgPr>
        <a:solidFill>
          <a:schemeClr val="lt1"/>
        </a:solidFill>
      </p:bgPr>
    </p:bg>
    <p:spTree>
      <p:nvGrpSpPr>
        <p:cNvPr id="1489" name="Shape 1489"/>
        <p:cNvGrpSpPr/>
        <p:nvPr/>
      </p:nvGrpSpPr>
      <p:grpSpPr>
        <a:xfrm>
          <a:off x="0" y="0"/>
          <a:ext cx="0" cy="0"/>
          <a:chOff x="0" y="0"/>
          <a:chExt cx="0" cy="0"/>
        </a:xfrm>
      </p:grpSpPr>
      <p:pic>
        <p:nvPicPr>
          <p:cNvPr id="1490" name="Google Shape;1490;p179"/>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1491" name="Google Shape;1491;p179"/>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492" name="Google Shape;1492;p179"/>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93" name="Google Shape;1493;p179"/>
          <p:cNvSpPr/>
          <p:nvPr>
            <p:ph idx="2" type="pic"/>
          </p:nvPr>
        </p:nvSpPr>
        <p:spPr>
          <a:xfrm>
            <a:off x="365760" y="1835333"/>
            <a:ext cx="2788920" cy="2834640"/>
          </a:xfrm>
          <a:prstGeom prst="rect">
            <a:avLst/>
          </a:prstGeom>
          <a:noFill/>
          <a:ln>
            <a:noFill/>
          </a:ln>
        </p:spPr>
      </p:sp>
      <p:sp>
        <p:nvSpPr>
          <p:cNvPr id="1494" name="Google Shape;1494;p179"/>
          <p:cNvSpPr txBox="1"/>
          <p:nvPr>
            <p:ph idx="1" type="body"/>
          </p:nvPr>
        </p:nvSpPr>
        <p:spPr>
          <a:xfrm>
            <a:off x="365760" y="4764024"/>
            <a:ext cx="2788920" cy="438171"/>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chemeClr val="lt1"/>
              </a:buClr>
              <a:buSzPts val="2000"/>
              <a:buNone/>
              <a:defRPr b="0"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495" name="Google Shape;1495;p179"/>
          <p:cNvSpPr/>
          <p:nvPr>
            <p:ph idx="3" type="pic"/>
          </p:nvPr>
        </p:nvSpPr>
        <p:spPr>
          <a:xfrm>
            <a:off x="3258312" y="1835333"/>
            <a:ext cx="2788920" cy="2834640"/>
          </a:xfrm>
          <a:prstGeom prst="rect">
            <a:avLst/>
          </a:prstGeom>
          <a:noFill/>
          <a:ln>
            <a:noFill/>
          </a:ln>
        </p:spPr>
      </p:sp>
      <p:sp>
        <p:nvSpPr>
          <p:cNvPr id="1496" name="Google Shape;1496;p179"/>
          <p:cNvSpPr txBox="1"/>
          <p:nvPr>
            <p:ph idx="4" type="body"/>
          </p:nvPr>
        </p:nvSpPr>
        <p:spPr>
          <a:xfrm>
            <a:off x="3258312" y="4764024"/>
            <a:ext cx="2788920" cy="438171"/>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chemeClr val="lt1"/>
              </a:buClr>
              <a:buSzPts val="2000"/>
              <a:buNone/>
              <a:defRPr b="0"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497" name="Google Shape;1497;p179"/>
          <p:cNvSpPr/>
          <p:nvPr>
            <p:ph idx="5" type="pic"/>
          </p:nvPr>
        </p:nvSpPr>
        <p:spPr>
          <a:xfrm>
            <a:off x="6150864" y="1835333"/>
            <a:ext cx="2788920" cy="2834640"/>
          </a:xfrm>
          <a:prstGeom prst="rect">
            <a:avLst/>
          </a:prstGeom>
          <a:noFill/>
          <a:ln>
            <a:noFill/>
          </a:ln>
        </p:spPr>
      </p:sp>
      <p:sp>
        <p:nvSpPr>
          <p:cNvPr id="1498" name="Google Shape;1498;p179"/>
          <p:cNvSpPr txBox="1"/>
          <p:nvPr>
            <p:ph idx="6" type="body"/>
          </p:nvPr>
        </p:nvSpPr>
        <p:spPr>
          <a:xfrm>
            <a:off x="6150864" y="4764024"/>
            <a:ext cx="2788920" cy="438171"/>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chemeClr val="lt1"/>
              </a:buClr>
              <a:buSzPts val="2000"/>
              <a:buNone/>
              <a:defRPr b="0"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499" name="Google Shape;1499;p179"/>
          <p:cNvSpPr/>
          <p:nvPr>
            <p:ph idx="7" type="pic"/>
          </p:nvPr>
        </p:nvSpPr>
        <p:spPr>
          <a:xfrm>
            <a:off x="9043416" y="1835333"/>
            <a:ext cx="2788920" cy="2834640"/>
          </a:xfrm>
          <a:prstGeom prst="rect">
            <a:avLst/>
          </a:prstGeom>
          <a:noFill/>
          <a:ln>
            <a:noFill/>
          </a:ln>
        </p:spPr>
      </p:sp>
      <p:sp>
        <p:nvSpPr>
          <p:cNvPr id="1500" name="Google Shape;1500;p179"/>
          <p:cNvSpPr txBox="1"/>
          <p:nvPr>
            <p:ph idx="8" type="body"/>
          </p:nvPr>
        </p:nvSpPr>
        <p:spPr>
          <a:xfrm>
            <a:off x="9043416" y="4764024"/>
            <a:ext cx="2788920" cy="438171"/>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chemeClr val="lt1"/>
              </a:buClr>
              <a:buSzPts val="2000"/>
              <a:buNone/>
              <a:defRPr b="0"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000"/>
              <a:buNone/>
              <a:defRPr b="1" sz="2000"/>
            </a:lvl2pPr>
            <a:lvl3pPr indent="-228600" lvl="2" marL="1371600" algn="l">
              <a:lnSpc>
                <a:spcPct val="90000"/>
              </a:lnSpc>
              <a:spcBef>
                <a:spcPts val="1200"/>
              </a:spcBef>
              <a:spcAft>
                <a:spcPts val="0"/>
              </a:spcAft>
              <a:buClr>
                <a:srgbClr val="232F3E"/>
              </a:buClr>
              <a:buSzPts val="1800"/>
              <a:buNone/>
              <a:defRPr b="1" sz="1800"/>
            </a:lvl3pPr>
            <a:lvl4pPr indent="-228600" lvl="3" marL="1828800" algn="l">
              <a:lnSpc>
                <a:spcPct val="90000"/>
              </a:lnSpc>
              <a:spcBef>
                <a:spcPts val="1200"/>
              </a:spcBef>
              <a:spcAft>
                <a:spcPts val="0"/>
              </a:spcAft>
              <a:buClr>
                <a:srgbClr val="232F3E"/>
              </a:buClr>
              <a:buSzPts val="1600"/>
              <a:buNone/>
              <a:defRPr b="1" sz="1600"/>
            </a:lvl4pPr>
            <a:lvl5pPr indent="-228600" lvl="4" marL="2286000" algn="l">
              <a:lnSpc>
                <a:spcPct val="90000"/>
              </a:lnSpc>
              <a:spcBef>
                <a:spcPts val="1200"/>
              </a:spcBef>
              <a:spcAft>
                <a:spcPts val="0"/>
              </a:spcAft>
              <a:buClr>
                <a:srgbClr val="232F3E"/>
              </a:buClr>
              <a:buSzPts val="1600"/>
              <a:buNone/>
              <a:defRPr b="1" sz="1600"/>
            </a:lvl5pPr>
            <a:lvl6pPr indent="-228600" lvl="5" marL="2743200" algn="l">
              <a:lnSpc>
                <a:spcPct val="90000"/>
              </a:lnSpc>
              <a:spcBef>
                <a:spcPts val="12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Pics, and 6 Text Boxes">
  <p:cSld name="Title, 6 Pics, and 6 Text Boxes">
    <p:bg>
      <p:bgPr>
        <a:solidFill>
          <a:schemeClr val="lt1"/>
        </a:solidFill>
      </p:bgPr>
    </p:bg>
    <p:spTree>
      <p:nvGrpSpPr>
        <p:cNvPr id="1501" name="Shape 1501"/>
        <p:cNvGrpSpPr/>
        <p:nvPr/>
      </p:nvGrpSpPr>
      <p:grpSpPr>
        <a:xfrm>
          <a:off x="0" y="0"/>
          <a:ext cx="0" cy="0"/>
          <a:chOff x="0" y="0"/>
          <a:chExt cx="0" cy="0"/>
        </a:xfrm>
      </p:grpSpPr>
      <p:pic>
        <p:nvPicPr>
          <p:cNvPr id="1502" name="Google Shape;1502;p180"/>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1503" name="Google Shape;1503;p180"/>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504" name="Google Shape;1504;p180"/>
          <p:cNvSpPr txBox="1"/>
          <p:nvPr>
            <p:ph type="title"/>
          </p:nvPr>
        </p:nvSpPr>
        <p:spPr>
          <a:xfrm>
            <a:off x="365760" y="301752"/>
            <a:ext cx="11466576" cy="73152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5" name="Google Shape;1505;p180"/>
          <p:cNvSpPr/>
          <p:nvPr>
            <p:ph idx="2" type="pic"/>
          </p:nvPr>
        </p:nvSpPr>
        <p:spPr>
          <a:xfrm>
            <a:off x="1516380" y="1211176"/>
            <a:ext cx="1828800" cy="1828800"/>
          </a:xfrm>
          <a:prstGeom prst="rect">
            <a:avLst/>
          </a:prstGeom>
          <a:noFill/>
          <a:ln>
            <a:noFill/>
          </a:ln>
        </p:spPr>
      </p:sp>
      <p:sp>
        <p:nvSpPr>
          <p:cNvPr id="1506" name="Google Shape;1506;p180"/>
          <p:cNvSpPr txBox="1"/>
          <p:nvPr>
            <p:ph idx="1" type="body"/>
          </p:nvPr>
        </p:nvSpPr>
        <p:spPr>
          <a:xfrm>
            <a:off x="830580" y="3056649"/>
            <a:ext cx="3200400" cy="570859"/>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2000"/>
              <a:buNone/>
              <a:defRPr sz="2000">
                <a:solidFill>
                  <a:srgbClr val="232F3E"/>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07" name="Google Shape;1507;p180"/>
          <p:cNvSpPr/>
          <p:nvPr>
            <p:ph idx="3" type="pic"/>
          </p:nvPr>
        </p:nvSpPr>
        <p:spPr>
          <a:xfrm>
            <a:off x="5181600" y="1211176"/>
            <a:ext cx="1828800" cy="1828800"/>
          </a:xfrm>
          <a:prstGeom prst="rect">
            <a:avLst/>
          </a:prstGeom>
          <a:noFill/>
          <a:ln>
            <a:noFill/>
          </a:ln>
        </p:spPr>
      </p:sp>
      <p:sp>
        <p:nvSpPr>
          <p:cNvPr id="1508" name="Google Shape;1508;p180"/>
          <p:cNvSpPr txBox="1"/>
          <p:nvPr>
            <p:ph idx="4" type="body"/>
          </p:nvPr>
        </p:nvSpPr>
        <p:spPr>
          <a:xfrm>
            <a:off x="4495800" y="3056649"/>
            <a:ext cx="3200400" cy="570859"/>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2000"/>
              <a:buNone/>
              <a:defRPr sz="2000">
                <a:solidFill>
                  <a:srgbClr val="232F3E"/>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09" name="Google Shape;1509;p180"/>
          <p:cNvSpPr/>
          <p:nvPr>
            <p:ph idx="5" type="pic"/>
          </p:nvPr>
        </p:nvSpPr>
        <p:spPr>
          <a:xfrm>
            <a:off x="8852916" y="1211176"/>
            <a:ext cx="1828800" cy="1828800"/>
          </a:xfrm>
          <a:prstGeom prst="rect">
            <a:avLst/>
          </a:prstGeom>
          <a:noFill/>
          <a:ln>
            <a:noFill/>
          </a:ln>
        </p:spPr>
      </p:sp>
      <p:sp>
        <p:nvSpPr>
          <p:cNvPr id="1510" name="Google Shape;1510;p180"/>
          <p:cNvSpPr txBox="1"/>
          <p:nvPr>
            <p:ph idx="6" type="body"/>
          </p:nvPr>
        </p:nvSpPr>
        <p:spPr>
          <a:xfrm>
            <a:off x="8167116" y="3056649"/>
            <a:ext cx="3200400" cy="570859"/>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2000"/>
              <a:buNone/>
              <a:defRPr sz="2000">
                <a:solidFill>
                  <a:srgbClr val="232F3E"/>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11" name="Google Shape;1511;p180"/>
          <p:cNvSpPr/>
          <p:nvPr>
            <p:ph idx="7" type="pic"/>
          </p:nvPr>
        </p:nvSpPr>
        <p:spPr>
          <a:xfrm>
            <a:off x="1516380" y="3866132"/>
            <a:ext cx="1828800" cy="1828800"/>
          </a:xfrm>
          <a:prstGeom prst="rect">
            <a:avLst/>
          </a:prstGeom>
          <a:noFill/>
          <a:ln>
            <a:noFill/>
          </a:ln>
        </p:spPr>
      </p:sp>
      <p:sp>
        <p:nvSpPr>
          <p:cNvPr id="1512" name="Google Shape;1512;p180"/>
          <p:cNvSpPr txBox="1"/>
          <p:nvPr>
            <p:ph idx="8" type="body"/>
          </p:nvPr>
        </p:nvSpPr>
        <p:spPr>
          <a:xfrm>
            <a:off x="830580" y="5704771"/>
            <a:ext cx="3200400" cy="570859"/>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2000"/>
              <a:buNone/>
              <a:defRPr sz="2000">
                <a:solidFill>
                  <a:srgbClr val="232F3E"/>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13" name="Google Shape;1513;p180"/>
          <p:cNvSpPr/>
          <p:nvPr>
            <p:ph idx="9" type="pic"/>
          </p:nvPr>
        </p:nvSpPr>
        <p:spPr>
          <a:xfrm>
            <a:off x="5181600" y="3866132"/>
            <a:ext cx="1828800" cy="1828800"/>
          </a:xfrm>
          <a:prstGeom prst="rect">
            <a:avLst/>
          </a:prstGeom>
          <a:noFill/>
          <a:ln>
            <a:noFill/>
          </a:ln>
        </p:spPr>
      </p:sp>
      <p:sp>
        <p:nvSpPr>
          <p:cNvPr id="1514" name="Google Shape;1514;p180"/>
          <p:cNvSpPr txBox="1"/>
          <p:nvPr>
            <p:ph idx="13" type="body"/>
          </p:nvPr>
        </p:nvSpPr>
        <p:spPr>
          <a:xfrm>
            <a:off x="4495800" y="5704771"/>
            <a:ext cx="3200400" cy="570859"/>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2000"/>
              <a:buNone/>
              <a:defRPr sz="2000">
                <a:solidFill>
                  <a:srgbClr val="232F3E"/>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15" name="Google Shape;1515;p180"/>
          <p:cNvSpPr/>
          <p:nvPr>
            <p:ph idx="14" type="pic"/>
          </p:nvPr>
        </p:nvSpPr>
        <p:spPr>
          <a:xfrm>
            <a:off x="8852916" y="3866132"/>
            <a:ext cx="1828800" cy="1828800"/>
          </a:xfrm>
          <a:prstGeom prst="rect">
            <a:avLst/>
          </a:prstGeom>
          <a:noFill/>
          <a:ln>
            <a:noFill/>
          </a:ln>
        </p:spPr>
      </p:sp>
      <p:sp>
        <p:nvSpPr>
          <p:cNvPr id="1516" name="Google Shape;1516;p180"/>
          <p:cNvSpPr txBox="1"/>
          <p:nvPr>
            <p:ph idx="15" type="body"/>
          </p:nvPr>
        </p:nvSpPr>
        <p:spPr>
          <a:xfrm>
            <a:off x="8167116" y="5704771"/>
            <a:ext cx="3200400" cy="570859"/>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2000"/>
              <a:buNone/>
              <a:defRPr sz="2000">
                <a:solidFill>
                  <a:srgbClr val="232F3E"/>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1080">
          <p15:clr>
            <a:srgbClr val="FBAE40"/>
          </p15:clr>
        </p15:guide>
      </p15:sldGuideLst>
    </p:ext>
  </p:extLst>
</p:sldLayout>
</file>

<file path=ppt/slideLayouts/slideLayout1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8 pictures">
  <p:cSld name="Title and 8 pictures">
    <p:bg>
      <p:bgPr>
        <a:solidFill>
          <a:schemeClr val="lt1"/>
        </a:solidFill>
      </p:bgPr>
    </p:bg>
    <p:spTree>
      <p:nvGrpSpPr>
        <p:cNvPr id="1517" name="Shape 1517"/>
        <p:cNvGrpSpPr/>
        <p:nvPr/>
      </p:nvGrpSpPr>
      <p:grpSpPr>
        <a:xfrm>
          <a:off x="0" y="0"/>
          <a:ext cx="0" cy="0"/>
          <a:chOff x="0" y="0"/>
          <a:chExt cx="0" cy="0"/>
        </a:xfrm>
      </p:grpSpPr>
      <p:pic>
        <p:nvPicPr>
          <p:cNvPr id="1518" name="Google Shape;1518;p181"/>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1519" name="Google Shape;1519;p181"/>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520" name="Google Shape;1520;p181"/>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21" name="Google Shape;1521;p181"/>
          <p:cNvSpPr/>
          <p:nvPr>
            <p:ph idx="2" type="pic"/>
          </p:nvPr>
        </p:nvSpPr>
        <p:spPr>
          <a:xfrm>
            <a:off x="640080" y="1162264"/>
            <a:ext cx="2286000" cy="2286000"/>
          </a:xfrm>
          <a:prstGeom prst="rect">
            <a:avLst/>
          </a:prstGeom>
          <a:noFill/>
          <a:ln>
            <a:noFill/>
          </a:ln>
        </p:spPr>
      </p:sp>
      <p:sp>
        <p:nvSpPr>
          <p:cNvPr id="1522" name="Google Shape;1522;p181"/>
          <p:cNvSpPr/>
          <p:nvPr>
            <p:ph idx="3" type="pic"/>
          </p:nvPr>
        </p:nvSpPr>
        <p:spPr>
          <a:xfrm>
            <a:off x="3517392" y="1162264"/>
            <a:ext cx="2286000" cy="2286000"/>
          </a:xfrm>
          <a:prstGeom prst="rect">
            <a:avLst/>
          </a:prstGeom>
          <a:noFill/>
          <a:ln>
            <a:noFill/>
          </a:ln>
        </p:spPr>
      </p:sp>
      <p:sp>
        <p:nvSpPr>
          <p:cNvPr id="1523" name="Google Shape;1523;p181"/>
          <p:cNvSpPr/>
          <p:nvPr>
            <p:ph idx="4" type="pic"/>
          </p:nvPr>
        </p:nvSpPr>
        <p:spPr>
          <a:xfrm>
            <a:off x="6394704" y="1162264"/>
            <a:ext cx="2286000" cy="2286000"/>
          </a:xfrm>
          <a:prstGeom prst="rect">
            <a:avLst/>
          </a:prstGeom>
          <a:noFill/>
          <a:ln>
            <a:noFill/>
          </a:ln>
        </p:spPr>
      </p:sp>
      <p:sp>
        <p:nvSpPr>
          <p:cNvPr id="1524" name="Google Shape;1524;p181"/>
          <p:cNvSpPr/>
          <p:nvPr>
            <p:ph idx="5" type="pic"/>
          </p:nvPr>
        </p:nvSpPr>
        <p:spPr>
          <a:xfrm>
            <a:off x="9272016" y="1162264"/>
            <a:ext cx="2286000" cy="2286000"/>
          </a:xfrm>
          <a:prstGeom prst="rect">
            <a:avLst/>
          </a:prstGeom>
          <a:noFill/>
          <a:ln>
            <a:noFill/>
          </a:ln>
        </p:spPr>
      </p:sp>
      <p:sp>
        <p:nvSpPr>
          <p:cNvPr id="1525" name="Google Shape;1525;p181"/>
          <p:cNvSpPr/>
          <p:nvPr>
            <p:ph idx="6" type="pic"/>
          </p:nvPr>
        </p:nvSpPr>
        <p:spPr>
          <a:xfrm>
            <a:off x="640080" y="3873273"/>
            <a:ext cx="2286000" cy="2286000"/>
          </a:xfrm>
          <a:prstGeom prst="rect">
            <a:avLst/>
          </a:prstGeom>
          <a:noFill/>
          <a:ln>
            <a:noFill/>
          </a:ln>
        </p:spPr>
      </p:sp>
      <p:sp>
        <p:nvSpPr>
          <p:cNvPr id="1526" name="Google Shape;1526;p181"/>
          <p:cNvSpPr/>
          <p:nvPr>
            <p:ph idx="7" type="pic"/>
          </p:nvPr>
        </p:nvSpPr>
        <p:spPr>
          <a:xfrm>
            <a:off x="3517392" y="3873273"/>
            <a:ext cx="2286000" cy="2286000"/>
          </a:xfrm>
          <a:prstGeom prst="rect">
            <a:avLst/>
          </a:prstGeom>
          <a:noFill/>
          <a:ln>
            <a:noFill/>
          </a:ln>
        </p:spPr>
      </p:sp>
      <p:sp>
        <p:nvSpPr>
          <p:cNvPr id="1527" name="Google Shape;1527;p181"/>
          <p:cNvSpPr/>
          <p:nvPr>
            <p:ph idx="8" type="pic"/>
          </p:nvPr>
        </p:nvSpPr>
        <p:spPr>
          <a:xfrm>
            <a:off x="6394704" y="3873273"/>
            <a:ext cx="2286000" cy="2286000"/>
          </a:xfrm>
          <a:prstGeom prst="rect">
            <a:avLst/>
          </a:prstGeom>
          <a:noFill/>
          <a:ln>
            <a:noFill/>
          </a:ln>
        </p:spPr>
      </p:sp>
      <p:sp>
        <p:nvSpPr>
          <p:cNvPr id="1528" name="Google Shape;1528;p181"/>
          <p:cNvSpPr/>
          <p:nvPr>
            <p:ph idx="9" type="pic"/>
          </p:nvPr>
        </p:nvSpPr>
        <p:spPr>
          <a:xfrm>
            <a:off x="9272016" y="3873273"/>
            <a:ext cx="2286000" cy="2286000"/>
          </a:xfrm>
          <a:prstGeom prst="rect">
            <a:avLst/>
          </a:prstGeom>
          <a:noFill/>
          <a:ln>
            <a:noFill/>
          </a:ln>
        </p:spPr>
      </p:sp>
    </p:spTree>
  </p:cSld>
  <p:clrMapOvr>
    <a:masterClrMapping/>
  </p:clrMapOvr>
</p:sldLayout>
</file>

<file path=ppt/slideLayouts/slideLayout1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8 Sm Pics, and 8 Text Columns">
  <p:cSld name="Title, 8 Sm Pics, and 8 Text Columns">
    <p:bg>
      <p:bgPr>
        <a:solidFill>
          <a:schemeClr val="lt1"/>
        </a:solidFill>
      </p:bgPr>
    </p:bg>
    <p:spTree>
      <p:nvGrpSpPr>
        <p:cNvPr id="1529" name="Shape 1529"/>
        <p:cNvGrpSpPr/>
        <p:nvPr/>
      </p:nvGrpSpPr>
      <p:grpSpPr>
        <a:xfrm>
          <a:off x="0" y="0"/>
          <a:ext cx="0" cy="0"/>
          <a:chOff x="0" y="0"/>
          <a:chExt cx="0" cy="0"/>
        </a:xfrm>
      </p:grpSpPr>
      <p:pic>
        <p:nvPicPr>
          <p:cNvPr id="1530" name="Google Shape;1530;p182"/>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1531" name="Google Shape;1531;p182"/>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532" name="Google Shape;1532;p182"/>
          <p:cNvSpPr txBox="1"/>
          <p:nvPr>
            <p:ph type="title"/>
          </p:nvPr>
        </p:nvSpPr>
        <p:spPr>
          <a:xfrm>
            <a:off x="365760" y="301752"/>
            <a:ext cx="11466576" cy="73152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33" name="Google Shape;1533;p182"/>
          <p:cNvSpPr/>
          <p:nvPr>
            <p:ph idx="2" type="pic"/>
          </p:nvPr>
        </p:nvSpPr>
        <p:spPr>
          <a:xfrm>
            <a:off x="960120" y="1272940"/>
            <a:ext cx="1645920" cy="1648911"/>
          </a:xfrm>
          <a:prstGeom prst="rect">
            <a:avLst/>
          </a:prstGeom>
          <a:noFill/>
          <a:ln>
            <a:noFill/>
          </a:ln>
        </p:spPr>
      </p:sp>
      <p:sp>
        <p:nvSpPr>
          <p:cNvPr id="1534" name="Google Shape;1534;p182"/>
          <p:cNvSpPr txBox="1"/>
          <p:nvPr>
            <p:ph idx="1" type="body"/>
          </p:nvPr>
        </p:nvSpPr>
        <p:spPr>
          <a:xfrm>
            <a:off x="388620" y="2976540"/>
            <a:ext cx="2788920" cy="54864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1600"/>
              <a:buNone/>
              <a:defRPr b="0" sz="1600">
                <a:solidFill>
                  <a:srgbClr val="232F3E"/>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35" name="Google Shape;1535;p182"/>
          <p:cNvSpPr/>
          <p:nvPr>
            <p:ph idx="3" type="pic"/>
          </p:nvPr>
        </p:nvSpPr>
        <p:spPr>
          <a:xfrm>
            <a:off x="3837432" y="1272940"/>
            <a:ext cx="1645920" cy="1648911"/>
          </a:xfrm>
          <a:prstGeom prst="rect">
            <a:avLst/>
          </a:prstGeom>
          <a:noFill/>
          <a:ln>
            <a:noFill/>
          </a:ln>
        </p:spPr>
      </p:sp>
      <p:sp>
        <p:nvSpPr>
          <p:cNvPr id="1536" name="Google Shape;1536;p182"/>
          <p:cNvSpPr txBox="1"/>
          <p:nvPr>
            <p:ph idx="4" type="body"/>
          </p:nvPr>
        </p:nvSpPr>
        <p:spPr>
          <a:xfrm>
            <a:off x="3265932" y="2976540"/>
            <a:ext cx="2788920" cy="54864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1600"/>
              <a:buNone/>
              <a:defRPr b="0" sz="1600">
                <a:solidFill>
                  <a:srgbClr val="232F3E"/>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37" name="Google Shape;1537;p182"/>
          <p:cNvSpPr/>
          <p:nvPr>
            <p:ph idx="5" type="pic"/>
          </p:nvPr>
        </p:nvSpPr>
        <p:spPr>
          <a:xfrm>
            <a:off x="6714744" y="1272940"/>
            <a:ext cx="1645920" cy="1648911"/>
          </a:xfrm>
          <a:prstGeom prst="rect">
            <a:avLst/>
          </a:prstGeom>
          <a:noFill/>
          <a:ln>
            <a:noFill/>
          </a:ln>
        </p:spPr>
      </p:sp>
      <p:sp>
        <p:nvSpPr>
          <p:cNvPr id="1538" name="Google Shape;1538;p182"/>
          <p:cNvSpPr txBox="1"/>
          <p:nvPr>
            <p:ph idx="6" type="body"/>
          </p:nvPr>
        </p:nvSpPr>
        <p:spPr>
          <a:xfrm>
            <a:off x="6143244" y="2976540"/>
            <a:ext cx="2788920" cy="54864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1600"/>
              <a:buNone/>
              <a:defRPr b="0" sz="1600">
                <a:solidFill>
                  <a:srgbClr val="232F3E"/>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39" name="Google Shape;1539;p182"/>
          <p:cNvSpPr/>
          <p:nvPr>
            <p:ph idx="7" type="pic"/>
          </p:nvPr>
        </p:nvSpPr>
        <p:spPr>
          <a:xfrm>
            <a:off x="9592056" y="1272940"/>
            <a:ext cx="1645920" cy="1648911"/>
          </a:xfrm>
          <a:prstGeom prst="rect">
            <a:avLst/>
          </a:prstGeom>
          <a:noFill/>
          <a:ln>
            <a:noFill/>
          </a:ln>
        </p:spPr>
      </p:sp>
      <p:sp>
        <p:nvSpPr>
          <p:cNvPr id="1540" name="Google Shape;1540;p182"/>
          <p:cNvSpPr txBox="1"/>
          <p:nvPr>
            <p:ph idx="8" type="body"/>
          </p:nvPr>
        </p:nvSpPr>
        <p:spPr>
          <a:xfrm>
            <a:off x="9020556" y="2976540"/>
            <a:ext cx="2788920" cy="54864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1600"/>
              <a:buNone/>
              <a:defRPr b="0" sz="1600">
                <a:solidFill>
                  <a:srgbClr val="232F3E"/>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41" name="Google Shape;1541;p182"/>
          <p:cNvSpPr/>
          <p:nvPr>
            <p:ph idx="9" type="pic"/>
          </p:nvPr>
        </p:nvSpPr>
        <p:spPr>
          <a:xfrm>
            <a:off x="960120" y="3814574"/>
            <a:ext cx="1645920" cy="1648911"/>
          </a:xfrm>
          <a:prstGeom prst="rect">
            <a:avLst/>
          </a:prstGeom>
          <a:noFill/>
          <a:ln>
            <a:noFill/>
          </a:ln>
        </p:spPr>
      </p:sp>
      <p:sp>
        <p:nvSpPr>
          <p:cNvPr id="1542" name="Google Shape;1542;p182"/>
          <p:cNvSpPr txBox="1"/>
          <p:nvPr>
            <p:ph idx="13" type="body"/>
          </p:nvPr>
        </p:nvSpPr>
        <p:spPr>
          <a:xfrm>
            <a:off x="388620" y="5518174"/>
            <a:ext cx="2788920" cy="54864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1600"/>
              <a:buNone/>
              <a:defRPr b="0" sz="1600">
                <a:solidFill>
                  <a:srgbClr val="232F3E"/>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43" name="Google Shape;1543;p182"/>
          <p:cNvSpPr/>
          <p:nvPr>
            <p:ph idx="14" type="pic"/>
          </p:nvPr>
        </p:nvSpPr>
        <p:spPr>
          <a:xfrm>
            <a:off x="3837432" y="3814574"/>
            <a:ext cx="1645920" cy="1648911"/>
          </a:xfrm>
          <a:prstGeom prst="rect">
            <a:avLst/>
          </a:prstGeom>
          <a:noFill/>
          <a:ln>
            <a:noFill/>
          </a:ln>
        </p:spPr>
      </p:sp>
      <p:sp>
        <p:nvSpPr>
          <p:cNvPr id="1544" name="Google Shape;1544;p182"/>
          <p:cNvSpPr txBox="1"/>
          <p:nvPr>
            <p:ph idx="15" type="body"/>
          </p:nvPr>
        </p:nvSpPr>
        <p:spPr>
          <a:xfrm>
            <a:off x="3265932" y="5518174"/>
            <a:ext cx="2788920" cy="54864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1600"/>
              <a:buNone/>
              <a:defRPr b="0" sz="1600">
                <a:solidFill>
                  <a:srgbClr val="232F3E"/>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45" name="Google Shape;1545;p182"/>
          <p:cNvSpPr/>
          <p:nvPr>
            <p:ph idx="16" type="pic"/>
          </p:nvPr>
        </p:nvSpPr>
        <p:spPr>
          <a:xfrm>
            <a:off x="6714744" y="3814574"/>
            <a:ext cx="1645920" cy="1648911"/>
          </a:xfrm>
          <a:prstGeom prst="rect">
            <a:avLst/>
          </a:prstGeom>
          <a:noFill/>
          <a:ln>
            <a:noFill/>
          </a:ln>
        </p:spPr>
      </p:sp>
      <p:sp>
        <p:nvSpPr>
          <p:cNvPr id="1546" name="Google Shape;1546;p182"/>
          <p:cNvSpPr txBox="1"/>
          <p:nvPr>
            <p:ph idx="17" type="body"/>
          </p:nvPr>
        </p:nvSpPr>
        <p:spPr>
          <a:xfrm>
            <a:off x="6143244" y="5518174"/>
            <a:ext cx="2788920" cy="54864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1600"/>
              <a:buNone/>
              <a:defRPr b="0" sz="1600">
                <a:solidFill>
                  <a:srgbClr val="232F3E"/>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47" name="Google Shape;1547;p182"/>
          <p:cNvSpPr/>
          <p:nvPr>
            <p:ph idx="18" type="pic"/>
          </p:nvPr>
        </p:nvSpPr>
        <p:spPr>
          <a:xfrm>
            <a:off x="9592056" y="3814574"/>
            <a:ext cx="1645920" cy="1648911"/>
          </a:xfrm>
          <a:prstGeom prst="rect">
            <a:avLst/>
          </a:prstGeom>
          <a:noFill/>
          <a:ln>
            <a:noFill/>
          </a:ln>
        </p:spPr>
      </p:sp>
      <p:sp>
        <p:nvSpPr>
          <p:cNvPr id="1548" name="Google Shape;1548;p182"/>
          <p:cNvSpPr txBox="1"/>
          <p:nvPr>
            <p:ph idx="19" type="body"/>
          </p:nvPr>
        </p:nvSpPr>
        <p:spPr>
          <a:xfrm>
            <a:off x="9020556" y="5518174"/>
            <a:ext cx="2788920" cy="548640"/>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1600"/>
              <a:buNone/>
              <a:defRPr b="0" sz="1600">
                <a:solidFill>
                  <a:srgbClr val="232F3E"/>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1080">
          <p15:clr>
            <a:srgbClr val="FBAE40"/>
          </p15:clr>
        </p15:guide>
      </p15:sldGuideLst>
    </p:ext>
  </p:extLst>
</p:sldLayout>
</file>

<file path=ppt/slideLayouts/slideLayout1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8 Sm Pics, 8 Headers, and 8 Text Columns">
  <p:cSld name="Title, 8 Sm Pics, 8 Headers, and 8 Text Columns">
    <p:bg>
      <p:bgPr>
        <a:solidFill>
          <a:schemeClr val="lt1"/>
        </a:solidFill>
      </p:bgPr>
    </p:bg>
    <p:spTree>
      <p:nvGrpSpPr>
        <p:cNvPr id="1549" name="Shape 1549"/>
        <p:cNvGrpSpPr/>
        <p:nvPr/>
      </p:nvGrpSpPr>
      <p:grpSpPr>
        <a:xfrm>
          <a:off x="0" y="0"/>
          <a:ext cx="0" cy="0"/>
          <a:chOff x="0" y="0"/>
          <a:chExt cx="0" cy="0"/>
        </a:xfrm>
      </p:grpSpPr>
      <p:pic>
        <p:nvPicPr>
          <p:cNvPr id="1550" name="Google Shape;1550;p183"/>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1551" name="Google Shape;1551;p183"/>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552" name="Google Shape;1552;p183"/>
          <p:cNvSpPr txBox="1"/>
          <p:nvPr>
            <p:ph type="title"/>
          </p:nvPr>
        </p:nvSpPr>
        <p:spPr>
          <a:xfrm>
            <a:off x="365760" y="301752"/>
            <a:ext cx="11466576" cy="73152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53" name="Google Shape;1553;p183"/>
          <p:cNvSpPr/>
          <p:nvPr>
            <p:ph idx="2" type="pic"/>
          </p:nvPr>
        </p:nvSpPr>
        <p:spPr>
          <a:xfrm>
            <a:off x="960120" y="1112520"/>
            <a:ext cx="1645920" cy="1648911"/>
          </a:xfrm>
          <a:prstGeom prst="rect">
            <a:avLst/>
          </a:prstGeom>
          <a:noFill/>
          <a:ln>
            <a:noFill/>
          </a:ln>
        </p:spPr>
      </p:sp>
      <p:sp>
        <p:nvSpPr>
          <p:cNvPr id="1554" name="Google Shape;1554;p183"/>
          <p:cNvSpPr txBox="1"/>
          <p:nvPr>
            <p:ph idx="1" type="body"/>
          </p:nvPr>
        </p:nvSpPr>
        <p:spPr>
          <a:xfrm>
            <a:off x="388620" y="2816120"/>
            <a:ext cx="2788920" cy="301752"/>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chemeClr val="lt1"/>
              </a:buClr>
              <a:buSzPts val="1600"/>
              <a:buNone/>
              <a:defRPr b="0" sz="1600">
                <a:solidFill>
                  <a:schemeClr val="lt1"/>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55" name="Google Shape;1555;p183"/>
          <p:cNvSpPr txBox="1"/>
          <p:nvPr>
            <p:ph idx="3" type="body"/>
          </p:nvPr>
        </p:nvSpPr>
        <p:spPr>
          <a:xfrm>
            <a:off x="388620" y="3181880"/>
            <a:ext cx="2788920" cy="570859"/>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1600"/>
              <a:buNone/>
              <a:defRPr sz="1600">
                <a:solidFill>
                  <a:srgbClr val="232F3E"/>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56" name="Google Shape;1556;p183"/>
          <p:cNvSpPr/>
          <p:nvPr>
            <p:ph idx="4" type="pic"/>
          </p:nvPr>
        </p:nvSpPr>
        <p:spPr>
          <a:xfrm>
            <a:off x="3837432" y="1112520"/>
            <a:ext cx="1645920" cy="1648911"/>
          </a:xfrm>
          <a:prstGeom prst="rect">
            <a:avLst/>
          </a:prstGeom>
          <a:noFill/>
          <a:ln>
            <a:noFill/>
          </a:ln>
        </p:spPr>
      </p:sp>
      <p:sp>
        <p:nvSpPr>
          <p:cNvPr id="1557" name="Google Shape;1557;p183"/>
          <p:cNvSpPr txBox="1"/>
          <p:nvPr>
            <p:ph idx="5" type="body"/>
          </p:nvPr>
        </p:nvSpPr>
        <p:spPr>
          <a:xfrm>
            <a:off x="3265932" y="2816120"/>
            <a:ext cx="2788920" cy="301752"/>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chemeClr val="lt1"/>
              </a:buClr>
              <a:buSzPts val="1600"/>
              <a:buNone/>
              <a:defRPr b="0" sz="1600">
                <a:solidFill>
                  <a:schemeClr val="lt1"/>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58" name="Google Shape;1558;p183"/>
          <p:cNvSpPr txBox="1"/>
          <p:nvPr>
            <p:ph idx="6" type="body"/>
          </p:nvPr>
        </p:nvSpPr>
        <p:spPr>
          <a:xfrm>
            <a:off x="3265932" y="3181880"/>
            <a:ext cx="2788920" cy="570859"/>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1600"/>
              <a:buNone/>
              <a:defRPr sz="1600">
                <a:solidFill>
                  <a:srgbClr val="232F3E"/>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59" name="Google Shape;1559;p183"/>
          <p:cNvSpPr/>
          <p:nvPr>
            <p:ph idx="7" type="pic"/>
          </p:nvPr>
        </p:nvSpPr>
        <p:spPr>
          <a:xfrm>
            <a:off x="6714744" y="1112520"/>
            <a:ext cx="1645920" cy="1648911"/>
          </a:xfrm>
          <a:prstGeom prst="rect">
            <a:avLst/>
          </a:prstGeom>
          <a:noFill/>
          <a:ln>
            <a:noFill/>
          </a:ln>
        </p:spPr>
      </p:sp>
      <p:sp>
        <p:nvSpPr>
          <p:cNvPr id="1560" name="Google Shape;1560;p183"/>
          <p:cNvSpPr txBox="1"/>
          <p:nvPr>
            <p:ph idx="8" type="body"/>
          </p:nvPr>
        </p:nvSpPr>
        <p:spPr>
          <a:xfrm>
            <a:off x="6143244" y="2816120"/>
            <a:ext cx="2788920" cy="301752"/>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chemeClr val="lt1"/>
              </a:buClr>
              <a:buSzPts val="1600"/>
              <a:buNone/>
              <a:defRPr b="0" sz="1600">
                <a:solidFill>
                  <a:schemeClr val="lt1"/>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1" name="Google Shape;1561;p183"/>
          <p:cNvSpPr txBox="1"/>
          <p:nvPr>
            <p:ph idx="9" type="body"/>
          </p:nvPr>
        </p:nvSpPr>
        <p:spPr>
          <a:xfrm>
            <a:off x="6143244" y="3181880"/>
            <a:ext cx="2788920" cy="570859"/>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1600"/>
              <a:buNone/>
              <a:defRPr sz="1600">
                <a:solidFill>
                  <a:srgbClr val="232F3E"/>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2" name="Google Shape;1562;p183"/>
          <p:cNvSpPr/>
          <p:nvPr>
            <p:ph idx="13" type="pic"/>
          </p:nvPr>
        </p:nvSpPr>
        <p:spPr>
          <a:xfrm>
            <a:off x="9592056" y="1112520"/>
            <a:ext cx="1645920" cy="1648911"/>
          </a:xfrm>
          <a:prstGeom prst="rect">
            <a:avLst/>
          </a:prstGeom>
          <a:noFill/>
          <a:ln>
            <a:noFill/>
          </a:ln>
        </p:spPr>
      </p:sp>
      <p:sp>
        <p:nvSpPr>
          <p:cNvPr id="1563" name="Google Shape;1563;p183"/>
          <p:cNvSpPr txBox="1"/>
          <p:nvPr>
            <p:ph idx="14" type="body"/>
          </p:nvPr>
        </p:nvSpPr>
        <p:spPr>
          <a:xfrm>
            <a:off x="9020556" y="2816120"/>
            <a:ext cx="2788920" cy="301752"/>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chemeClr val="lt1"/>
              </a:buClr>
              <a:buSzPts val="1600"/>
              <a:buNone/>
              <a:defRPr b="0" sz="1600">
                <a:solidFill>
                  <a:schemeClr val="lt1"/>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4" name="Google Shape;1564;p183"/>
          <p:cNvSpPr txBox="1"/>
          <p:nvPr>
            <p:ph idx="15" type="body"/>
          </p:nvPr>
        </p:nvSpPr>
        <p:spPr>
          <a:xfrm>
            <a:off x="9020556" y="3181880"/>
            <a:ext cx="2788920" cy="570859"/>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1600"/>
              <a:buNone/>
              <a:defRPr sz="1600">
                <a:solidFill>
                  <a:srgbClr val="232F3E"/>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5" name="Google Shape;1565;p183"/>
          <p:cNvSpPr/>
          <p:nvPr>
            <p:ph idx="16" type="pic"/>
          </p:nvPr>
        </p:nvSpPr>
        <p:spPr>
          <a:xfrm>
            <a:off x="960120" y="3814574"/>
            <a:ext cx="1645920" cy="1648911"/>
          </a:xfrm>
          <a:prstGeom prst="rect">
            <a:avLst/>
          </a:prstGeom>
          <a:noFill/>
          <a:ln>
            <a:noFill/>
          </a:ln>
        </p:spPr>
      </p:sp>
      <p:sp>
        <p:nvSpPr>
          <p:cNvPr id="1566" name="Google Shape;1566;p183"/>
          <p:cNvSpPr txBox="1"/>
          <p:nvPr>
            <p:ph idx="17" type="body"/>
          </p:nvPr>
        </p:nvSpPr>
        <p:spPr>
          <a:xfrm>
            <a:off x="388620" y="5518174"/>
            <a:ext cx="2788920" cy="301752"/>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chemeClr val="lt1"/>
              </a:buClr>
              <a:buSzPts val="1600"/>
              <a:buNone/>
              <a:defRPr b="0" sz="1600">
                <a:solidFill>
                  <a:schemeClr val="lt1"/>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7" name="Google Shape;1567;p183"/>
          <p:cNvSpPr txBox="1"/>
          <p:nvPr>
            <p:ph idx="18" type="body"/>
          </p:nvPr>
        </p:nvSpPr>
        <p:spPr>
          <a:xfrm>
            <a:off x="388620" y="5864908"/>
            <a:ext cx="2788920" cy="570859"/>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1600"/>
              <a:buNone/>
              <a:defRPr sz="1600">
                <a:solidFill>
                  <a:srgbClr val="232F3E"/>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8" name="Google Shape;1568;p183"/>
          <p:cNvSpPr/>
          <p:nvPr>
            <p:ph idx="19" type="pic"/>
          </p:nvPr>
        </p:nvSpPr>
        <p:spPr>
          <a:xfrm>
            <a:off x="3837432" y="3814574"/>
            <a:ext cx="1645920" cy="1648911"/>
          </a:xfrm>
          <a:prstGeom prst="rect">
            <a:avLst/>
          </a:prstGeom>
          <a:noFill/>
          <a:ln>
            <a:noFill/>
          </a:ln>
        </p:spPr>
      </p:sp>
      <p:sp>
        <p:nvSpPr>
          <p:cNvPr id="1569" name="Google Shape;1569;p183"/>
          <p:cNvSpPr txBox="1"/>
          <p:nvPr>
            <p:ph idx="20" type="body"/>
          </p:nvPr>
        </p:nvSpPr>
        <p:spPr>
          <a:xfrm>
            <a:off x="3265932" y="5518174"/>
            <a:ext cx="2788920" cy="301752"/>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chemeClr val="lt1"/>
              </a:buClr>
              <a:buSzPts val="1600"/>
              <a:buNone/>
              <a:defRPr b="0" sz="1600">
                <a:solidFill>
                  <a:schemeClr val="lt1"/>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70" name="Google Shape;1570;p183"/>
          <p:cNvSpPr txBox="1"/>
          <p:nvPr>
            <p:ph idx="21" type="body"/>
          </p:nvPr>
        </p:nvSpPr>
        <p:spPr>
          <a:xfrm>
            <a:off x="3265932" y="5864908"/>
            <a:ext cx="2788920" cy="570859"/>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1600"/>
              <a:buNone/>
              <a:defRPr sz="1600">
                <a:solidFill>
                  <a:srgbClr val="232F3E"/>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71" name="Google Shape;1571;p183"/>
          <p:cNvSpPr/>
          <p:nvPr>
            <p:ph idx="22" type="pic"/>
          </p:nvPr>
        </p:nvSpPr>
        <p:spPr>
          <a:xfrm>
            <a:off x="6714744" y="3814574"/>
            <a:ext cx="1645920" cy="1648911"/>
          </a:xfrm>
          <a:prstGeom prst="rect">
            <a:avLst/>
          </a:prstGeom>
          <a:noFill/>
          <a:ln>
            <a:noFill/>
          </a:ln>
        </p:spPr>
      </p:sp>
      <p:sp>
        <p:nvSpPr>
          <p:cNvPr id="1572" name="Google Shape;1572;p183"/>
          <p:cNvSpPr txBox="1"/>
          <p:nvPr>
            <p:ph idx="23" type="body"/>
          </p:nvPr>
        </p:nvSpPr>
        <p:spPr>
          <a:xfrm>
            <a:off x="6143244" y="5518174"/>
            <a:ext cx="2788920" cy="301752"/>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chemeClr val="lt1"/>
              </a:buClr>
              <a:buSzPts val="1600"/>
              <a:buNone/>
              <a:defRPr b="0" sz="1600">
                <a:solidFill>
                  <a:schemeClr val="lt1"/>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73" name="Google Shape;1573;p183"/>
          <p:cNvSpPr txBox="1"/>
          <p:nvPr>
            <p:ph idx="24" type="body"/>
          </p:nvPr>
        </p:nvSpPr>
        <p:spPr>
          <a:xfrm>
            <a:off x="6143244" y="5864908"/>
            <a:ext cx="2788920" cy="570859"/>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1600"/>
              <a:buNone/>
              <a:defRPr sz="1600">
                <a:solidFill>
                  <a:srgbClr val="232F3E"/>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74" name="Google Shape;1574;p183"/>
          <p:cNvSpPr/>
          <p:nvPr>
            <p:ph idx="25" type="pic"/>
          </p:nvPr>
        </p:nvSpPr>
        <p:spPr>
          <a:xfrm>
            <a:off x="9592056" y="3814574"/>
            <a:ext cx="1645920" cy="1648911"/>
          </a:xfrm>
          <a:prstGeom prst="rect">
            <a:avLst/>
          </a:prstGeom>
          <a:noFill/>
          <a:ln>
            <a:noFill/>
          </a:ln>
        </p:spPr>
      </p:sp>
      <p:sp>
        <p:nvSpPr>
          <p:cNvPr id="1575" name="Google Shape;1575;p183"/>
          <p:cNvSpPr txBox="1"/>
          <p:nvPr>
            <p:ph idx="26" type="body"/>
          </p:nvPr>
        </p:nvSpPr>
        <p:spPr>
          <a:xfrm>
            <a:off x="9020556" y="5518174"/>
            <a:ext cx="2788920" cy="301752"/>
          </a:xfrm>
          <a:prstGeom prst="rect">
            <a:avLst/>
          </a:prstGeom>
          <a:solidFill>
            <a:schemeClr val="accent1"/>
          </a:solidFill>
          <a:ln>
            <a:noFill/>
          </a:ln>
        </p:spPr>
        <p:txBody>
          <a:bodyPr anchorCtr="0" anchor="ctr" bIns="45700" lIns="91425" spcFirstLastPara="1" rIns="91425" wrap="square" tIns="45700">
            <a:noAutofit/>
          </a:bodyPr>
          <a:lstStyle>
            <a:lvl1pPr indent="-228600" lvl="0" marL="457200" algn="ctr">
              <a:lnSpc>
                <a:spcPct val="100000"/>
              </a:lnSpc>
              <a:spcBef>
                <a:spcPts val="0"/>
              </a:spcBef>
              <a:spcAft>
                <a:spcPts val="0"/>
              </a:spcAft>
              <a:buClr>
                <a:schemeClr val="lt1"/>
              </a:buClr>
              <a:buSzPts val="1600"/>
              <a:buNone/>
              <a:defRPr b="0" sz="1600">
                <a:solidFill>
                  <a:schemeClr val="lt1"/>
                </a:solidFill>
                <a:latin typeface="Play"/>
                <a:ea typeface="Play"/>
                <a:cs typeface="Play"/>
                <a:sym typeface="Play"/>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76" name="Google Shape;1576;p183"/>
          <p:cNvSpPr txBox="1"/>
          <p:nvPr>
            <p:ph idx="27" type="body"/>
          </p:nvPr>
        </p:nvSpPr>
        <p:spPr>
          <a:xfrm>
            <a:off x="9020556" y="5864908"/>
            <a:ext cx="2788920" cy="570859"/>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0"/>
              </a:spcBef>
              <a:spcAft>
                <a:spcPts val="0"/>
              </a:spcAft>
              <a:buClr>
                <a:srgbClr val="232F3E"/>
              </a:buClr>
              <a:buSzPts val="1600"/>
              <a:buNone/>
              <a:defRPr sz="1600">
                <a:solidFill>
                  <a:srgbClr val="232F3E"/>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1080">
          <p15:clr>
            <a:srgbClr val="FBAE40"/>
          </p15:clr>
        </p15:guide>
      </p15:sldGuideLst>
    </p:ext>
  </p:extLst>
</p:sldLayout>
</file>

<file path=ppt/slideLayouts/slideLayout1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bg>
      <p:bgPr>
        <a:solidFill>
          <a:schemeClr val="lt1"/>
        </a:solidFill>
      </p:bgPr>
    </p:bg>
    <p:spTree>
      <p:nvGrpSpPr>
        <p:cNvPr id="1577" name="Shape 1577"/>
        <p:cNvGrpSpPr/>
        <p:nvPr/>
      </p:nvGrpSpPr>
      <p:grpSpPr>
        <a:xfrm>
          <a:off x="0" y="0"/>
          <a:ext cx="0" cy="0"/>
          <a:chOff x="0" y="0"/>
          <a:chExt cx="0" cy="0"/>
        </a:xfrm>
      </p:grpSpPr>
      <p:sp>
        <p:nvSpPr>
          <p:cNvPr id="1578" name="Google Shape;1578;p184"/>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pic>
        <p:nvPicPr>
          <p:cNvPr id="1579" name="Google Shape;1579;p184"/>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1580" name="Google Shape;1580;p184"/>
          <p:cNvSpPr txBox="1"/>
          <p:nvPr>
            <p:ph type="title"/>
          </p:nvPr>
        </p:nvSpPr>
        <p:spPr>
          <a:xfrm>
            <a:off x="365760" y="301752"/>
            <a:ext cx="11466576" cy="73152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Blank">
  <p:cSld name="Title Only Blank">
    <p:bg>
      <p:bgPr>
        <a:solidFill>
          <a:schemeClr val="lt1"/>
        </a:solidFill>
      </p:bgPr>
    </p:bg>
    <p:spTree>
      <p:nvGrpSpPr>
        <p:cNvPr id="1581" name="Shape 1581"/>
        <p:cNvGrpSpPr/>
        <p:nvPr/>
      </p:nvGrpSpPr>
      <p:grpSpPr>
        <a:xfrm>
          <a:off x="0" y="0"/>
          <a:ext cx="0" cy="0"/>
          <a:chOff x="0" y="0"/>
          <a:chExt cx="0" cy="0"/>
        </a:xfrm>
      </p:grpSpPr>
      <p:sp>
        <p:nvSpPr>
          <p:cNvPr id="1582" name="Google Shape;1582;p185"/>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583" name="Google Shape;1583;p185"/>
          <p:cNvSpPr txBox="1"/>
          <p:nvPr>
            <p:ph type="title"/>
          </p:nvPr>
        </p:nvSpPr>
        <p:spPr>
          <a:xfrm>
            <a:off x="365760" y="301752"/>
            <a:ext cx="11466576" cy="73152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mall Title and Architecture">
  <p:cSld name="Small Title and Architecture">
    <p:bg>
      <p:bgPr>
        <a:solidFill>
          <a:schemeClr val="lt1"/>
        </a:solidFill>
      </p:bgPr>
    </p:bg>
    <p:spTree>
      <p:nvGrpSpPr>
        <p:cNvPr id="1584" name="Shape 1584"/>
        <p:cNvGrpSpPr/>
        <p:nvPr/>
      </p:nvGrpSpPr>
      <p:grpSpPr>
        <a:xfrm>
          <a:off x="0" y="0"/>
          <a:ext cx="0" cy="0"/>
          <a:chOff x="0" y="0"/>
          <a:chExt cx="0" cy="0"/>
        </a:xfrm>
      </p:grpSpPr>
      <p:sp>
        <p:nvSpPr>
          <p:cNvPr id="1585" name="Google Shape;1585;p186"/>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pic>
        <p:nvPicPr>
          <p:cNvPr id="1586" name="Google Shape;1586;p186"/>
          <p:cNvPicPr preferRelativeResize="0"/>
          <p:nvPr/>
        </p:nvPicPr>
        <p:blipFill rotWithShape="1">
          <a:blip r:embed="rId2">
            <a:alphaModFix/>
          </a:blip>
          <a:srcRect b="0" l="0" r="0" t="0"/>
          <a:stretch/>
        </p:blipFill>
        <p:spPr>
          <a:xfrm>
            <a:off x="365759" y="578317"/>
            <a:ext cx="11484864" cy="45720"/>
          </a:xfrm>
          <a:prstGeom prst="rect">
            <a:avLst/>
          </a:prstGeom>
          <a:noFill/>
          <a:ln>
            <a:noFill/>
          </a:ln>
        </p:spPr>
      </p:pic>
      <p:sp>
        <p:nvSpPr>
          <p:cNvPr id="1587" name="Google Shape;1587;p186"/>
          <p:cNvSpPr txBox="1"/>
          <p:nvPr>
            <p:ph type="title"/>
          </p:nvPr>
        </p:nvSpPr>
        <p:spPr>
          <a:xfrm>
            <a:off x="365760" y="299526"/>
            <a:ext cx="11466576" cy="289591"/>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232F3E"/>
              </a:buClr>
              <a:buSzPts val="1600"/>
              <a:buFont typeface="Play"/>
              <a:buNone/>
              <a:defRPr sz="1600">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ull Bleed Image">
  <p:cSld name="Title and Full Bleed Image">
    <p:bg>
      <p:bgPr>
        <a:solidFill>
          <a:schemeClr val="lt1"/>
        </a:solidFill>
      </p:bgPr>
    </p:bg>
    <p:spTree>
      <p:nvGrpSpPr>
        <p:cNvPr id="1588" name="Shape 1588"/>
        <p:cNvGrpSpPr/>
        <p:nvPr/>
      </p:nvGrpSpPr>
      <p:grpSpPr>
        <a:xfrm>
          <a:off x="0" y="0"/>
          <a:ext cx="0" cy="0"/>
          <a:chOff x="0" y="0"/>
          <a:chExt cx="0" cy="0"/>
        </a:xfrm>
      </p:grpSpPr>
      <p:sp>
        <p:nvSpPr>
          <p:cNvPr id="1589" name="Google Shape;1589;p187"/>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590" name="Google Shape;1590;p187"/>
          <p:cNvSpPr txBox="1"/>
          <p:nvPr>
            <p:ph type="title"/>
          </p:nvPr>
        </p:nvSpPr>
        <p:spPr>
          <a:xfrm>
            <a:off x="0" y="154244"/>
            <a:ext cx="12192000" cy="28959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1600"/>
              <a:buFont typeface="Play"/>
              <a:buNone/>
              <a:defRPr sz="1600">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1" name="Google Shape;1591;p187"/>
          <p:cNvSpPr/>
          <p:nvPr>
            <p:ph idx="2" type="pic"/>
          </p:nvPr>
        </p:nvSpPr>
        <p:spPr>
          <a:xfrm>
            <a:off x="0" y="444499"/>
            <a:ext cx="12192000" cy="5979265"/>
          </a:xfrm>
          <a:prstGeom prst="rect">
            <a:avLst/>
          </a:prstGeom>
          <a:noFill/>
          <a:ln>
            <a:noFill/>
          </a:ln>
        </p:spPr>
      </p:sp>
    </p:spTree>
  </p:cSld>
  <p:clrMapOvr>
    <a:masterClrMapping/>
  </p:clrMapOvr>
</p:sldLayout>
</file>

<file path=ppt/slideLayouts/slideLayout1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C-Vertical-Question" showMasterSp="0">
  <p:cSld name="KC-Vertical-Question">
    <p:bg>
      <p:bgPr>
        <a:blipFill>
          <a:blip r:embed="rId2">
            <a:alphaModFix/>
          </a:blip>
          <a:stretch>
            <a:fillRect/>
          </a:stretch>
        </a:blipFill>
      </p:bgPr>
    </p:bg>
    <p:spTree>
      <p:nvGrpSpPr>
        <p:cNvPr id="1592" name="Shape 1592"/>
        <p:cNvGrpSpPr/>
        <p:nvPr/>
      </p:nvGrpSpPr>
      <p:grpSpPr>
        <a:xfrm>
          <a:off x="0" y="0"/>
          <a:ext cx="0" cy="0"/>
          <a:chOff x="0" y="0"/>
          <a:chExt cx="0" cy="0"/>
        </a:xfrm>
      </p:grpSpPr>
      <p:sp>
        <p:nvSpPr>
          <p:cNvPr id="1593" name="Google Shape;1593;p188"/>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594" name="Google Shape;1594;p188"/>
          <p:cNvSpPr txBox="1"/>
          <p:nvPr>
            <p:ph type="title"/>
          </p:nvPr>
        </p:nvSpPr>
        <p:spPr>
          <a:xfrm>
            <a:off x="365760" y="299526"/>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600"/>
              <a:buFont typeface="Play"/>
              <a:buNone/>
              <a:defRPr>
                <a:solidFill>
                  <a:schemeClr val="lt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5" name="Google Shape;1595;p188"/>
          <p:cNvSpPr txBox="1"/>
          <p:nvPr>
            <p:ph idx="1" type="body"/>
          </p:nvPr>
        </p:nvSpPr>
        <p:spPr>
          <a:xfrm>
            <a:off x="365760" y="1039813"/>
            <a:ext cx="4162425" cy="5407025"/>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0"/>
              </a:spcBef>
              <a:spcAft>
                <a:spcPts val="0"/>
              </a:spcAft>
              <a:buClr>
                <a:schemeClr val="lt1"/>
              </a:buClr>
              <a:buSzPts val="2400"/>
              <a:buFont typeface="Arial"/>
              <a:buNone/>
              <a:defRPr sz="2400">
                <a:solidFill>
                  <a:schemeClr val="lt1"/>
                </a:solidFill>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96" name="Google Shape;1596;p188"/>
          <p:cNvSpPr txBox="1"/>
          <p:nvPr>
            <p:ph idx="2" type="body"/>
          </p:nvPr>
        </p:nvSpPr>
        <p:spPr>
          <a:xfrm>
            <a:off x="4519613" y="1033463"/>
            <a:ext cx="925512" cy="322262"/>
          </a:xfrm>
          <a:prstGeom prst="rect">
            <a:avLst/>
          </a:prstGeom>
          <a:noFill/>
          <a:ln>
            <a:noFill/>
          </a:ln>
        </p:spPr>
        <p:txBody>
          <a:bodyPr anchorCtr="0" anchor="t" bIns="45700" lIns="0" spcFirstLastPara="1" rIns="0" wrap="square" tIns="45700">
            <a:noAutofit/>
          </a:bodyPr>
          <a:lstStyle>
            <a:lvl1pPr indent="-228600" lvl="0" marL="457200" algn="ctr">
              <a:lnSpc>
                <a:spcPct val="100000"/>
              </a:lnSpc>
              <a:spcBef>
                <a:spcPts val="0"/>
              </a:spcBef>
              <a:spcAft>
                <a:spcPts val="0"/>
              </a:spcAft>
              <a:buClr>
                <a:schemeClr val="lt1"/>
              </a:buClr>
              <a:buSzPts val="1800"/>
              <a:buNone/>
              <a:defRPr b="1" sz="18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97" name="Google Shape;1597;p188"/>
          <p:cNvSpPr txBox="1"/>
          <p:nvPr>
            <p:ph idx="3" type="body"/>
          </p:nvPr>
        </p:nvSpPr>
        <p:spPr>
          <a:xfrm>
            <a:off x="5445125" y="1039813"/>
            <a:ext cx="3005138" cy="315912"/>
          </a:xfrm>
          <a:prstGeom prst="rect">
            <a:avLst/>
          </a:prstGeom>
          <a:noFill/>
          <a:ln>
            <a:noFill/>
          </a:ln>
        </p:spPr>
        <p:txBody>
          <a:bodyPr anchorCtr="0" anchor="t" bIns="45700" lIns="91425" spcFirstLastPara="1" rIns="0" wrap="square" tIns="45700">
            <a:noAutofit/>
          </a:bodyPr>
          <a:lstStyle>
            <a:lvl1pPr indent="-228600" lvl="0" marL="457200" algn="l">
              <a:lnSpc>
                <a:spcPct val="100000"/>
              </a:lnSpc>
              <a:spcBef>
                <a:spcPts val="0"/>
              </a:spcBef>
              <a:spcAft>
                <a:spcPts val="0"/>
              </a:spcAft>
              <a:buClr>
                <a:schemeClr val="lt1"/>
              </a:buClr>
              <a:buSzPts val="1800"/>
              <a:buNone/>
              <a:defRPr b="1" sz="18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98" name="Google Shape;1598;p188"/>
          <p:cNvSpPr txBox="1"/>
          <p:nvPr>
            <p:ph idx="4" type="body"/>
          </p:nvPr>
        </p:nvSpPr>
        <p:spPr>
          <a:xfrm>
            <a:off x="4530343" y="1344168"/>
            <a:ext cx="914781" cy="804672"/>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b="1" sz="20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99" name="Google Shape;1599;p188"/>
          <p:cNvSpPr txBox="1"/>
          <p:nvPr>
            <p:ph idx="5" type="body"/>
          </p:nvPr>
        </p:nvSpPr>
        <p:spPr>
          <a:xfrm>
            <a:off x="5431536" y="1344168"/>
            <a:ext cx="6720840" cy="804672"/>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00" name="Google Shape;1600;p188"/>
          <p:cNvSpPr txBox="1"/>
          <p:nvPr>
            <p:ph idx="6" type="body"/>
          </p:nvPr>
        </p:nvSpPr>
        <p:spPr>
          <a:xfrm>
            <a:off x="4526280" y="2194560"/>
            <a:ext cx="914400" cy="804672"/>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b="1" sz="20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01" name="Google Shape;1601;p188"/>
          <p:cNvSpPr txBox="1"/>
          <p:nvPr>
            <p:ph idx="7" type="body"/>
          </p:nvPr>
        </p:nvSpPr>
        <p:spPr>
          <a:xfrm>
            <a:off x="5431536" y="2194560"/>
            <a:ext cx="6720840" cy="804672"/>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02" name="Google Shape;1602;p188"/>
          <p:cNvSpPr txBox="1"/>
          <p:nvPr>
            <p:ph idx="8" type="body"/>
          </p:nvPr>
        </p:nvSpPr>
        <p:spPr>
          <a:xfrm>
            <a:off x="4526280" y="3035808"/>
            <a:ext cx="914400" cy="804672"/>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b="1" sz="20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03" name="Google Shape;1603;p188"/>
          <p:cNvSpPr txBox="1"/>
          <p:nvPr>
            <p:ph idx="9" type="body"/>
          </p:nvPr>
        </p:nvSpPr>
        <p:spPr>
          <a:xfrm>
            <a:off x="5431536" y="3035808"/>
            <a:ext cx="6720840" cy="804672"/>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04" name="Google Shape;1604;p188"/>
          <p:cNvSpPr txBox="1"/>
          <p:nvPr>
            <p:ph idx="13" type="body"/>
          </p:nvPr>
        </p:nvSpPr>
        <p:spPr>
          <a:xfrm>
            <a:off x="4526280" y="3877056"/>
            <a:ext cx="914400" cy="804672"/>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b="1" sz="20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05" name="Google Shape;1605;p188"/>
          <p:cNvSpPr txBox="1"/>
          <p:nvPr>
            <p:ph idx="14" type="body"/>
          </p:nvPr>
        </p:nvSpPr>
        <p:spPr>
          <a:xfrm>
            <a:off x="5431536" y="3877056"/>
            <a:ext cx="6720840" cy="804672"/>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06" name="Google Shape;1606;p188"/>
          <p:cNvSpPr txBox="1"/>
          <p:nvPr>
            <p:ph idx="15" type="body"/>
          </p:nvPr>
        </p:nvSpPr>
        <p:spPr>
          <a:xfrm>
            <a:off x="4526280" y="4727448"/>
            <a:ext cx="914400" cy="804672"/>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b="1" sz="20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07" name="Google Shape;1607;p188"/>
          <p:cNvSpPr txBox="1"/>
          <p:nvPr>
            <p:ph idx="16" type="body"/>
          </p:nvPr>
        </p:nvSpPr>
        <p:spPr>
          <a:xfrm>
            <a:off x="5431536" y="4727448"/>
            <a:ext cx="6720840" cy="804672"/>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08" name="Google Shape;1608;p188"/>
          <p:cNvSpPr txBox="1"/>
          <p:nvPr>
            <p:ph idx="17" type="body"/>
          </p:nvPr>
        </p:nvSpPr>
        <p:spPr>
          <a:xfrm>
            <a:off x="4526280" y="5568696"/>
            <a:ext cx="914400" cy="804672"/>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b="1" sz="20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09" name="Google Shape;1609;p188"/>
          <p:cNvSpPr txBox="1"/>
          <p:nvPr>
            <p:ph idx="18" type="body"/>
          </p:nvPr>
        </p:nvSpPr>
        <p:spPr>
          <a:xfrm>
            <a:off x="5431536" y="5568696"/>
            <a:ext cx="6720840" cy="804672"/>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610" name="Google Shape;1610;p188"/>
          <p:cNvPicPr preferRelativeResize="0"/>
          <p:nvPr/>
        </p:nvPicPr>
        <p:blipFill rotWithShape="1">
          <a:blip r:embed="rId3">
            <a:alphaModFix/>
          </a:blip>
          <a:srcRect b="0" l="0" r="0" t="0"/>
          <a:stretch/>
        </p:blipFill>
        <p:spPr>
          <a:xfrm>
            <a:off x="3799983" y="6446520"/>
            <a:ext cx="4610100" cy="311150"/>
          </a:xfrm>
          <a:prstGeom prst="rect">
            <a:avLst/>
          </a:prstGeom>
          <a:noFill/>
          <a:ln>
            <a:noFill/>
          </a:ln>
        </p:spPr>
      </p:pic>
    </p:spTree>
  </p:cSld>
  <p:clrMapOvr>
    <a:masterClrMapping/>
  </p:clrMapOvr>
</p:sldLayout>
</file>

<file path=ppt/slideLayouts/slideLayout1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C-Vert-Option2">
  <p:cSld name="KC-Vert-Option2">
    <p:bg>
      <p:bgPr>
        <a:blipFill>
          <a:blip r:embed="rId2">
            <a:alphaModFix/>
          </a:blip>
          <a:stretch>
            <a:fillRect/>
          </a:stretch>
        </a:blipFill>
      </p:bgPr>
    </p:bg>
    <p:spTree>
      <p:nvGrpSpPr>
        <p:cNvPr id="1611" name="Shape 1611"/>
        <p:cNvGrpSpPr/>
        <p:nvPr/>
      </p:nvGrpSpPr>
      <p:grpSpPr>
        <a:xfrm>
          <a:off x="0" y="0"/>
          <a:ext cx="0" cy="0"/>
          <a:chOff x="0" y="0"/>
          <a:chExt cx="0" cy="0"/>
        </a:xfrm>
      </p:grpSpPr>
      <p:sp>
        <p:nvSpPr>
          <p:cNvPr id="1612" name="Google Shape;1612;p189"/>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613" name="Google Shape;1613;p189"/>
          <p:cNvSpPr txBox="1"/>
          <p:nvPr>
            <p:ph type="title"/>
          </p:nvPr>
        </p:nvSpPr>
        <p:spPr>
          <a:xfrm>
            <a:off x="365760" y="299526"/>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14" name="Google Shape;1614;p189"/>
          <p:cNvSpPr txBox="1"/>
          <p:nvPr>
            <p:ph idx="1" type="body"/>
          </p:nvPr>
        </p:nvSpPr>
        <p:spPr>
          <a:xfrm>
            <a:off x="365760" y="1039813"/>
            <a:ext cx="4162425" cy="540702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Clr>
                <a:srgbClr val="232F3E"/>
              </a:buClr>
              <a:buSzPts val="2400"/>
              <a:buNone/>
              <a:defRPr sz="2400">
                <a:solidFill>
                  <a:srgbClr val="232F3E"/>
                </a:solidFill>
              </a:defRPr>
            </a:lvl1pPr>
            <a:lvl2pPr indent="-355600" lvl="1" marL="914400" algn="l">
              <a:lnSpc>
                <a:spcPct val="90000"/>
              </a:lnSpc>
              <a:spcBef>
                <a:spcPts val="1200"/>
              </a:spcBef>
              <a:spcAft>
                <a:spcPts val="0"/>
              </a:spcAft>
              <a:buClr>
                <a:srgbClr val="232F3E"/>
              </a:buClr>
              <a:buSzPts val="2000"/>
              <a:buChar char="•"/>
              <a:defRPr sz="2000"/>
            </a:lvl2pPr>
            <a:lvl3pPr indent="-342900" lvl="2" marL="1371600" algn="l">
              <a:lnSpc>
                <a:spcPct val="90000"/>
              </a:lnSpc>
              <a:spcBef>
                <a:spcPts val="1200"/>
              </a:spcBef>
              <a:spcAft>
                <a:spcPts val="0"/>
              </a:spcAft>
              <a:buClr>
                <a:srgbClr val="232F3E"/>
              </a:buClr>
              <a:buSzPts val="1800"/>
              <a:buChar char="•"/>
              <a:defRPr sz="1800"/>
            </a:lvl3pPr>
            <a:lvl4pPr indent="-330200" lvl="3" marL="1828800" algn="l">
              <a:lnSpc>
                <a:spcPct val="90000"/>
              </a:lnSpc>
              <a:spcBef>
                <a:spcPts val="1200"/>
              </a:spcBef>
              <a:spcAft>
                <a:spcPts val="0"/>
              </a:spcAft>
              <a:buClr>
                <a:srgbClr val="232F3E"/>
              </a:buClr>
              <a:buSzPts val="1600"/>
              <a:buChar char="•"/>
              <a:defRPr sz="1600"/>
            </a:lvl4pPr>
            <a:lvl5pPr indent="-330200" lvl="4" marL="2286000" algn="l">
              <a:lnSpc>
                <a:spcPct val="90000"/>
              </a:lnSpc>
              <a:spcBef>
                <a:spcPts val="1200"/>
              </a:spcBef>
              <a:spcAft>
                <a:spcPts val="0"/>
              </a:spcAft>
              <a:buClr>
                <a:srgbClr val="232F3E"/>
              </a:buClr>
              <a:buSzPts val="1600"/>
              <a:buChar char="•"/>
              <a:defRPr sz="16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15" name="Google Shape;1615;p189"/>
          <p:cNvSpPr txBox="1"/>
          <p:nvPr>
            <p:ph idx="2" type="body"/>
          </p:nvPr>
        </p:nvSpPr>
        <p:spPr>
          <a:xfrm>
            <a:off x="4519613" y="1033463"/>
            <a:ext cx="925512" cy="322262"/>
          </a:xfrm>
          <a:prstGeom prst="rect">
            <a:avLst/>
          </a:prstGeom>
          <a:noFill/>
          <a:ln>
            <a:noFill/>
          </a:ln>
        </p:spPr>
        <p:txBody>
          <a:bodyPr anchorCtr="0" anchor="t" bIns="45700" lIns="0" spcFirstLastPara="1" rIns="0" wrap="square" tIns="45700">
            <a:noAutofit/>
          </a:bodyPr>
          <a:lstStyle>
            <a:lvl1pPr indent="-228600" lvl="0" marL="457200" algn="ctr">
              <a:lnSpc>
                <a:spcPct val="100000"/>
              </a:lnSpc>
              <a:spcBef>
                <a:spcPts val="0"/>
              </a:spcBef>
              <a:spcAft>
                <a:spcPts val="0"/>
              </a:spcAft>
              <a:buClr>
                <a:schemeClr val="lt1"/>
              </a:buClr>
              <a:buSzPts val="1800"/>
              <a:buNone/>
              <a:defRPr b="1" sz="18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16" name="Google Shape;1616;p189"/>
          <p:cNvSpPr txBox="1"/>
          <p:nvPr>
            <p:ph idx="3" type="body"/>
          </p:nvPr>
        </p:nvSpPr>
        <p:spPr>
          <a:xfrm>
            <a:off x="5445125" y="1039813"/>
            <a:ext cx="3005138" cy="315912"/>
          </a:xfrm>
          <a:prstGeom prst="rect">
            <a:avLst/>
          </a:prstGeom>
          <a:noFill/>
          <a:ln>
            <a:noFill/>
          </a:ln>
        </p:spPr>
        <p:txBody>
          <a:bodyPr anchorCtr="0" anchor="t" bIns="45700" lIns="91425" spcFirstLastPara="1" rIns="0" wrap="square" tIns="45700">
            <a:noAutofit/>
          </a:bodyPr>
          <a:lstStyle>
            <a:lvl1pPr indent="-228600" lvl="0" marL="457200" algn="l">
              <a:lnSpc>
                <a:spcPct val="100000"/>
              </a:lnSpc>
              <a:spcBef>
                <a:spcPts val="0"/>
              </a:spcBef>
              <a:spcAft>
                <a:spcPts val="0"/>
              </a:spcAft>
              <a:buClr>
                <a:schemeClr val="lt1"/>
              </a:buClr>
              <a:buSzPts val="1800"/>
              <a:buNone/>
              <a:defRPr b="1" sz="18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17" name="Google Shape;1617;p189"/>
          <p:cNvSpPr txBox="1"/>
          <p:nvPr>
            <p:ph idx="4" type="body"/>
          </p:nvPr>
        </p:nvSpPr>
        <p:spPr>
          <a:xfrm>
            <a:off x="4530343" y="1344168"/>
            <a:ext cx="914781" cy="804672"/>
          </a:xfrm>
          <a:prstGeom prst="rect">
            <a:avLst/>
          </a:prstGeom>
          <a:noFill/>
          <a:ln>
            <a:noFill/>
          </a:ln>
        </p:spPr>
        <p:txBody>
          <a:bodyPr anchorCtr="0" anchor="ctr" bIns="0" lIns="0" spcFirstLastPara="1" rIns="0" wrap="square" tIns="0">
            <a:normAutofit/>
          </a:bodyPr>
          <a:lstStyle>
            <a:lvl1pPr indent="-228600" lvl="0" marL="457200" algn="ctr">
              <a:lnSpc>
                <a:spcPct val="100000"/>
              </a:lnSpc>
              <a:spcBef>
                <a:spcPts val="0"/>
              </a:spcBef>
              <a:spcAft>
                <a:spcPts val="0"/>
              </a:spcAft>
              <a:buClr>
                <a:schemeClr val="lt1"/>
              </a:buClr>
              <a:buSzPts val="2000"/>
              <a:buNone/>
              <a:defRPr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18" name="Google Shape;1618;p189"/>
          <p:cNvSpPr txBox="1"/>
          <p:nvPr>
            <p:ph idx="5" type="body"/>
          </p:nvPr>
        </p:nvSpPr>
        <p:spPr>
          <a:xfrm>
            <a:off x="5431536" y="1344168"/>
            <a:ext cx="6720840" cy="804672"/>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19" name="Google Shape;1619;p189"/>
          <p:cNvSpPr txBox="1"/>
          <p:nvPr>
            <p:ph idx="6" type="body"/>
          </p:nvPr>
        </p:nvSpPr>
        <p:spPr>
          <a:xfrm>
            <a:off x="4526280" y="2194560"/>
            <a:ext cx="914400" cy="804672"/>
          </a:xfrm>
          <a:prstGeom prst="rect">
            <a:avLst/>
          </a:prstGeom>
          <a:noFill/>
          <a:ln>
            <a:noFill/>
          </a:ln>
        </p:spPr>
        <p:txBody>
          <a:bodyPr anchorCtr="0" anchor="ctr" bIns="0" lIns="0" spcFirstLastPara="1" rIns="0" wrap="square" tIns="0">
            <a:normAutofit/>
          </a:bodyPr>
          <a:lstStyle>
            <a:lvl1pPr indent="-228600" lvl="0" marL="457200" algn="ctr">
              <a:lnSpc>
                <a:spcPct val="100000"/>
              </a:lnSpc>
              <a:spcBef>
                <a:spcPts val="0"/>
              </a:spcBef>
              <a:spcAft>
                <a:spcPts val="0"/>
              </a:spcAft>
              <a:buClr>
                <a:schemeClr val="lt1"/>
              </a:buClr>
              <a:buSzPts val="2000"/>
              <a:buNone/>
              <a:defRPr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20" name="Google Shape;1620;p189"/>
          <p:cNvSpPr txBox="1"/>
          <p:nvPr>
            <p:ph idx="7" type="body"/>
          </p:nvPr>
        </p:nvSpPr>
        <p:spPr>
          <a:xfrm>
            <a:off x="5431536" y="2194560"/>
            <a:ext cx="6720840" cy="804672"/>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21" name="Google Shape;1621;p189"/>
          <p:cNvSpPr txBox="1"/>
          <p:nvPr>
            <p:ph idx="8" type="body"/>
          </p:nvPr>
        </p:nvSpPr>
        <p:spPr>
          <a:xfrm>
            <a:off x="4526280" y="3035808"/>
            <a:ext cx="914400" cy="804672"/>
          </a:xfrm>
          <a:prstGeom prst="rect">
            <a:avLst/>
          </a:prstGeom>
          <a:noFill/>
          <a:ln>
            <a:noFill/>
          </a:ln>
        </p:spPr>
        <p:txBody>
          <a:bodyPr anchorCtr="0" anchor="ctr" bIns="0" lIns="0" spcFirstLastPara="1" rIns="0" wrap="square" tIns="0">
            <a:normAutofit/>
          </a:bodyPr>
          <a:lstStyle>
            <a:lvl1pPr indent="-228600" lvl="0" marL="457200" algn="ctr">
              <a:lnSpc>
                <a:spcPct val="100000"/>
              </a:lnSpc>
              <a:spcBef>
                <a:spcPts val="0"/>
              </a:spcBef>
              <a:spcAft>
                <a:spcPts val="0"/>
              </a:spcAft>
              <a:buClr>
                <a:schemeClr val="lt1"/>
              </a:buClr>
              <a:buSzPts val="2000"/>
              <a:buNone/>
              <a:defRPr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22" name="Google Shape;1622;p189"/>
          <p:cNvSpPr txBox="1"/>
          <p:nvPr>
            <p:ph idx="9" type="body"/>
          </p:nvPr>
        </p:nvSpPr>
        <p:spPr>
          <a:xfrm>
            <a:off x="5431536" y="3035808"/>
            <a:ext cx="6720840" cy="804672"/>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23" name="Google Shape;1623;p189"/>
          <p:cNvSpPr txBox="1"/>
          <p:nvPr>
            <p:ph idx="13" type="body"/>
          </p:nvPr>
        </p:nvSpPr>
        <p:spPr>
          <a:xfrm>
            <a:off x="4526280" y="3877056"/>
            <a:ext cx="914400" cy="804672"/>
          </a:xfrm>
          <a:prstGeom prst="rect">
            <a:avLst/>
          </a:prstGeom>
          <a:noFill/>
          <a:ln>
            <a:noFill/>
          </a:ln>
        </p:spPr>
        <p:txBody>
          <a:bodyPr anchorCtr="0" anchor="ctr" bIns="0" lIns="0" spcFirstLastPara="1" rIns="0" wrap="square" tIns="0">
            <a:normAutofit/>
          </a:bodyPr>
          <a:lstStyle>
            <a:lvl1pPr indent="-228600" lvl="0" marL="457200" algn="ctr">
              <a:lnSpc>
                <a:spcPct val="100000"/>
              </a:lnSpc>
              <a:spcBef>
                <a:spcPts val="0"/>
              </a:spcBef>
              <a:spcAft>
                <a:spcPts val="0"/>
              </a:spcAft>
              <a:buClr>
                <a:schemeClr val="lt1"/>
              </a:buClr>
              <a:buSzPts val="2000"/>
              <a:buNone/>
              <a:defRPr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24" name="Google Shape;1624;p189"/>
          <p:cNvSpPr txBox="1"/>
          <p:nvPr>
            <p:ph idx="14" type="body"/>
          </p:nvPr>
        </p:nvSpPr>
        <p:spPr>
          <a:xfrm>
            <a:off x="5431536" y="3877056"/>
            <a:ext cx="6720840" cy="804672"/>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25" name="Google Shape;1625;p189"/>
          <p:cNvSpPr txBox="1"/>
          <p:nvPr>
            <p:ph idx="15" type="body"/>
          </p:nvPr>
        </p:nvSpPr>
        <p:spPr>
          <a:xfrm>
            <a:off x="4526280" y="4727448"/>
            <a:ext cx="914400" cy="804672"/>
          </a:xfrm>
          <a:prstGeom prst="rect">
            <a:avLst/>
          </a:prstGeom>
          <a:noFill/>
          <a:ln>
            <a:noFill/>
          </a:ln>
        </p:spPr>
        <p:txBody>
          <a:bodyPr anchorCtr="0" anchor="ctr" bIns="0" lIns="0" spcFirstLastPara="1" rIns="0" wrap="square" tIns="0">
            <a:normAutofit/>
          </a:bodyPr>
          <a:lstStyle>
            <a:lvl1pPr indent="-228600" lvl="0" marL="457200" algn="ctr">
              <a:lnSpc>
                <a:spcPct val="100000"/>
              </a:lnSpc>
              <a:spcBef>
                <a:spcPts val="0"/>
              </a:spcBef>
              <a:spcAft>
                <a:spcPts val="0"/>
              </a:spcAft>
              <a:buClr>
                <a:schemeClr val="lt1"/>
              </a:buClr>
              <a:buSzPts val="2000"/>
              <a:buNone/>
              <a:defRPr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26" name="Google Shape;1626;p189"/>
          <p:cNvSpPr txBox="1"/>
          <p:nvPr>
            <p:ph idx="16" type="body"/>
          </p:nvPr>
        </p:nvSpPr>
        <p:spPr>
          <a:xfrm>
            <a:off x="5431536" y="4727448"/>
            <a:ext cx="6720840" cy="804672"/>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27" name="Google Shape;1627;p189"/>
          <p:cNvSpPr txBox="1"/>
          <p:nvPr>
            <p:ph idx="17" type="body"/>
          </p:nvPr>
        </p:nvSpPr>
        <p:spPr>
          <a:xfrm>
            <a:off x="4526280" y="5568696"/>
            <a:ext cx="914400" cy="804672"/>
          </a:xfrm>
          <a:prstGeom prst="rect">
            <a:avLst/>
          </a:prstGeom>
          <a:noFill/>
          <a:ln>
            <a:noFill/>
          </a:ln>
        </p:spPr>
        <p:txBody>
          <a:bodyPr anchorCtr="0" anchor="ctr" bIns="0" lIns="0" spcFirstLastPara="1" rIns="0" wrap="square" tIns="0">
            <a:normAutofit/>
          </a:bodyPr>
          <a:lstStyle>
            <a:lvl1pPr indent="-228600" lvl="0" marL="457200" algn="ctr">
              <a:lnSpc>
                <a:spcPct val="100000"/>
              </a:lnSpc>
              <a:spcBef>
                <a:spcPts val="0"/>
              </a:spcBef>
              <a:spcAft>
                <a:spcPts val="0"/>
              </a:spcAft>
              <a:buClr>
                <a:schemeClr val="lt1"/>
              </a:buClr>
              <a:buSzPts val="2000"/>
              <a:buNone/>
              <a:defRPr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28" name="Google Shape;1628;p189"/>
          <p:cNvSpPr txBox="1"/>
          <p:nvPr>
            <p:ph idx="18" type="body"/>
          </p:nvPr>
        </p:nvSpPr>
        <p:spPr>
          <a:xfrm>
            <a:off x="5431536" y="5568696"/>
            <a:ext cx="6720840" cy="804672"/>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C-Vertical-Answer" showMasterSp="0">
  <p:cSld name="KC-Vertical-Answer">
    <p:bg>
      <p:bgPr>
        <a:blipFill>
          <a:blip r:embed="rId2">
            <a:alphaModFix/>
          </a:blip>
          <a:stretch>
            <a:fillRect/>
          </a:stretch>
        </a:blipFill>
      </p:bgPr>
    </p:bg>
    <p:spTree>
      <p:nvGrpSpPr>
        <p:cNvPr id="1629" name="Shape 1629"/>
        <p:cNvGrpSpPr/>
        <p:nvPr/>
      </p:nvGrpSpPr>
      <p:grpSpPr>
        <a:xfrm>
          <a:off x="0" y="0"/>
          <a:ext cx="0" cy="0"/>
          <a:chOff x="0" y="0"/>
          <a:chExt cx="0" cy="0"/>
        </a:xfrm>
      </p:grpSpPr>
      <p:sp>
        <p:nvSpPr>
          <p:cNvPr id="1630" name="Google Shape;1630;p190"/>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631" name="Google Shape;1631;p190"/>
          <p:cNvSpPr txBox="1"/>
          <p:nvPr>
            <p:ph type="title"/>
          </p:nvPr>
        </p:nvSpPr>
        <p:spPr>
          <a:xfrm>
            <a:off x="365760" y="301752"/>
            <a:ext cx="11466576" cy="73152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600"/>
              <a:buFont typeface="Play"/>
              <a:buNone/>
              <a:defRPr>
                <a:solidFill>
                  <a:schemeClr val="lt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32" name="Google Shape;1632;p190"/>
          <p:cNvSpPr txBox="1"/>
          <p:nvPr>
            <p:ph idx="1" type="body"/>
          </p:nvPr>
        </p:nvSpPr>
        <p:spPr>
          <a:xfrm>
            <a:off x="365760" y="1042416"/>
            <a:ext cx="4160520" cy="5404104"/>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0"/>
              </a:spcBef>
              <a:spcAft>
                <a:spcPts val="0"/>
              </a:spcAft>
              <a:buClr>
                <a:schemeClr val="lt1"/>
              </a:buClr>
              <a:buSzPts val="2400"/>
              <a:buFont typeface="Arial"/>
              <a:buNone/>
              <a:defRPr sz="2400">
                <a:solidFill>
                  <a:schemeClr val="lt1"/>
                </a:solidFill>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33" name="Google Shape;1633;p190"/>
          <p:cNvSpPr txBox="1"/>
          <p:nvPr>
            <p:ph idx="2" type="body"/>
          </p:nvPr>
        </p:nvSpPr>
        <p:spPr>
          <a:xfrm>
            <a:off x="4517136" y="1033272"/>
            <a:ext cx="7611111" cy="40005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lt1"/>
              </a:buClr>
              <a:buSzPts val="2000"/>
              <a:buNone/>
              <a:defRPr b="1" sz="2000">
                <a:solidFill>
                  <a:schemeClr val="lt1"/>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34" name="Google Shape;1634;p190"/>
          <p:cNvSpPr txBox="1"/>
          <p:nvPr>
            <p:ph idx="3" type="body"/>
          </p:nvPr>
        </p:nvSpPr>
        <p:spPr>
          <a:xfrm>
            <a:off x="5430794" y="1420597"/>
            <a:ext cx="6723145" cy="4955378"/>
          </a:xfrm>
          <a:prstGeom prst="rect">
            <a:avLst/>
          </a:prstGeom>
          <a:noFill/>
          <a:ln>
            <a:noFill/>
          </a:ln>
        </p:spPr>
        <p:txBody>
          <a:bodyPr anchorCtr="0" anchor="t" bIns="0" lIns="91425" spcFirstLastPara="1" rIns="182875" wrap="square" tIns="91425">
            <a:norm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60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635" name="Google Shape;1635;p190"/>
          <p:cNvPicPr preferRelativeResize="0"/>
          <p:nvPr/>
        </p:nvPicPr>
        <p:blipFill rotWithShape="1">
          <a:blip r:embed="rId3">
            <a:alphaModFix/>
          </a:blip>
          <a:srcRect b="0" l="0" r="0" t="0"/>
          <a:stretch/>
        </p:blipFill>
        <p:spPr>
          <a:xfrm>
            <a:off x="3799983" y="6446520"/>
            <a:ext cx="4610100" cy="311150"/>
          </a:xfrm>
          <a:prstGeom prst="rect">
            <a:avLst/>
          </a:prstGeom>
          <a:noFill/>
          <a:ln>
            <a:noFill/>
          </a:ln>
        </p:spPr>
      </p:pic>
    </p:spTree>
  </p:cSld>
  <p:clrMapOvr>
    <a:masterClrMapping/>
  </p:clrMapOvr>
</p:sldLayout>
</file>

<file path=ppt/slideLayouts/slideLayout1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C-Vert-Ans-Option2">
  <p:cSld name="KC-Vert-Ans-Option2">
    <p:bg>
      <p:bgPr>
        <a:blipFill>
          <a:blip r:embed="rId2">
            <a:alphaModFix/>
          </a:blip>
          <a:stretch>
            <a:fillRect/>
          </a:stretch>
        </a:blipFill>
      </p:bgPr>
    </p:bg>
    <p:spTree>
      <p:nvGrpSpPr>
        <p:cNvPr id="1636" name="Shape 1636"/>
        <p:cNvGrpSpPr/>
        <p:nvPr/>
      </p:nvGrpSpPr>
      <p:grpSpPr>
        <a:xfrm>
          <a:off x="0" y="0"/>
          <a:ext cx="0" cy="0"/>
          <a:chOff x="0" y="0"/>
          <a:chExt cx="0" cy="0"/>
        </a:xfrm>
      </p:grpSpPr>
      <p:sp>
        <p:nvSpPr>
          <p:cNvPr id="1637" name="Google Shape;1637;p191"/>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638" name="Google Shape;1638;p191"/>
          <p:cNvSpPr txBox="1"/>
          <p:nvPr>
            <p:ph type="title"/>
          </p:nvPr>
        </p:nvSpPr>
        <p:spPr>
          <a:xfrm>
            <a:off x="365760" y="301752"/>
            <a:ext cx="11466576" cy="73152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39" name="Google Shape;1639;p191"/>
          <p:cNvSpPr txBox="1"/>
          <p:nvPr>
            <p:ph idx="1" type="body"/>
          </p:nvPr>
        </p:nvSpPr>
        <p:spPr>
          <a:xfrm>
            <a:off x="365760" y="1042416"/>
            <a:ext cx="4160520" cy="5404104"/>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0"/>
              </a:spcBef>
              <a:spcAft>
                <a:spcPts val="0"/>
              </a:spcAft>
              <a:buClr>
                <a:srgbClr val="232F3E"/>
              </a:buClr>
              <a:buSzPts val="2400"/>
              <a:buFont typeface="Arial"/>
              <a:buNone/>
              <a:defRPr sz="2400">
                <a:solidFill>
                  <a:srgbClr val="232F3E"/>
                </a:solidFill>
              </a:defRPr>
            </a:lvl1pPr>
            <a:lvl2pPr indent="-342900" lvl="1" marL="914400" algn="l">
              <a:lnSpc>
                <a:spcPct val="90000"/>
              </a:lnSpc>
              <a:spcBef>
                <a:spcPts val="12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40" name="Google Shape;1640;p191"/>
          <p:cNvSpPr txBox="1"/>
          <p:nvPr>
            <p:ph idx="2" type="body"/>
          </p:nvPr>
        </p:nvSpPr>
        <p:spPr>
          <a:xfrm>
            <a:off x="4517136" y="1033272"/>
            <a:ext cx="7607808" cy="40005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lt1"/>
              </a:buClr>
              <a:buSzPts val="2000"/>
              <a:buNone/>
              <a:defRPr b="1" sz="2000">
                <a:solidFill>
                  <a:schemeClr val="lt1"/>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41" name="Google Shape;1641;p191"/>
          <p:cNvSpPr txBox="1"/>
          <p:nvPr>
            <p:ph idx="3" type="body"/>
          </p:nvPr>
        </p:nvSpPr>
        <p:spPr>
          <a:xfrm>
            <a:off x="5431536" y="1417320"/>
            <a:ext cx="6720840" cy="4955378"/>
          </a:xfrm>
          <a:prstGeom prst="rect">
            <a:avLst/>
          </a:prstGeom>
          <a:noFill/>
          <a:ln>
            <a:noFill/>
          </a:ln>
        </p:spPr>
        <p:txBody>
          <a:bodyPr anchorCtr="0" anchor="t" bIns="0" lIns="91425" spcFirstLastPara="1" rIns="182875" wrap="square" tIns="91425">
            <a:norm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60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Horizontal" showMasterSp="0">
  <p:cSld name="QA-Horizontal">
    <p:bg>
      <p:bgPr>
        <a:blipFill>
          <a:blip r:embed="rId2">
            <a:alphaModFix/>
          </a:blip>
          <a:stretch>
            <a:fillRect/>
          </a:stretch>
        </a:blipFill>
      </p:bgPr>
    </p:bg>
    <p:spTree>
      <p:nvGrpSpPr>
        <p:cNvPr id="1642" name="Shape 1642"/>
        <p:cNvGrpSpPr/>
        <p:nvPr/>
      </p:nvGrpSpPr>
      <p:grpSpPr>
        <a:xfrm>
          <a:off x="0" y="0"/>
          <a:ext cx="0" cy="0"/>
          <a:chOff x="0" y="0"/>
          <a:chExt cx="0" cy="0"/>
        </a:xfrm>
      </p:grpSpPr>
      <p:sp>
        <p:nvSpPr>
          <p:cNvPr id="1643" name="Google Shape;1643;p192"/>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644" name="Google Shape;1644;p192"/>
          <p:cNvSpPr txBox="1"/>
          <p:nvPr>
            <p:ph type="title"/>
          </p:nvPr>
        </p:nvSpPr>
        <p:spPr>
          <a:xfrm>
            <a:off x="182880" y="301752"/>
            <a:ext cx="11466576" cy="73152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600"/>
              <a:buFont typeface="Play"/>
              <a:buNone/>
              <a:defRPr>
                <a:solidFill>
                  <a:schemeClr val="lt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45" name="Google Shape;1645;p192"/>
          <p:cNvSpPr txBox="1"/>
          <p:nvPr>
            <p:ph idx="1" type="body"/>
          </p:nvPr>
        </p:nvSpPr>
        <p:spPr>
          <a:xfrm>
            <a:off x="179238" y="1185497"/>
            <a:ext cx="5472261" cy="1164004"/>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000"/>
              <a:buFont typeface="Arial"/>
              <a:buNone/>
              <a:defRPr sz="2000">
                <a:solidFill>
                  <a:schemeClr val="lt1"/>
                </a:solidFill>
              </a:defRPr>
            </a:lvl1pPr>
            <a:lvl2pPr indent="-342900" lvl="1" marL="914400" algn="l">
              <a:lnSpc>
                <a:spcPct val="90000"/>
              </a:lnSpc>
              <a:spcBef>
                <a:spcPts val="6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46" name="Google Shape;1646;p192"/>
          <p:cNvSpPr txBox="1"/>
          <p:nvPr>
            <p:ph idx="2" type="body"/>
          </p:nvPr>
        </p:nvSpPr>
        <p:spPr>
          <a:xfrm>
            <a:off x="5651500" y="1185497"/>
            <a:ext cx="6400840" cy="1164004"/>
          </a:xfrm>
          <a:prstGeom prst="rect">
            <a:avLst/>
          </a:prstGeom>
          <a:noFill/>
          <a:ln>
            <a:noFill/>
          </a:ln>
        </p:spPr>
        <p:txBody>
          <a:bodyPr anchorCtr="0" anchor="t" bIns="0" lIns="91425" spcFirstLastPara="1" rIns="182875" wrap="square" tIns="91425">
            <a:noAutofit/>
          </a:bodyPr>
          <a:lstStyle>
            <a:lvl1pPr indent="-228600" lvl="0" marL="457200" algn="l">
              <a:lnSpc>
                <a:spcPct val="10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60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47" name="Google Shape;1647;p192"/>
          <p:cNvSpPr txBox="1"/>
          <p:nvPr>
            <p:ph idx="3" type="body"/>
          </p:nvPr>
        </p:nvSpPr>
        <p:spPr>
          <a:xfrm>
            <a:off x="179237" y="2526456"/>
            <a:ext cx="5472261" cy="1164004"/>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000"/>
              <a:buFont typeface="Arial"/>
              <a:buNone/>
              <a:defRPr sz="2000">
                <a:solidFill>
                  <a:schemeClr val="lt1"/>
                </a:solidFill>
              </a:defRPr>
            </a:lvl1pPr>
            <a:lvl2pPr indent="-342900" lvl="1" marL="914400" algn="l">
              <a:lnSpc>
                <a:spcPct val="90000"/>
              </a:lnSpc>
              <a:spcBef>
                <a:spcPts val="6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48" name="Google Shape;1648;p192"/>
          <p:cNvSpPr txBox="1"/>
          <p:nvPr>
            <p:ph idx="4" type="body"/>
          </p:nvPr>
        </p:nvSpPr>
        <p:spPr>
          <a:xfrm>
            <a:off x="5651499" y="2526456"/>
            <a:ext cx="6400840" cy="1164004"/>
          </a:xfrm>
          <a:prstGeom prst="rect">
            <a:avLst/>
          </a:prstGeom>
          <a:noFill/>
          <a:ln>
            <a:noFill/>
          </a:ln>
        </p:spPr>
        <p:txBody>
          <a:bodyPr anchorCtr="0" anchor="t" bIns="0" lIns="91425" spcFirstLastPara="1" rIns="182875" wrap="square" tIns="91425">
            <a:noAutofit/>
          </a:bodyPr>
          <a:lstStyle>
            <a:lvl1pPr indent="-228600" lvl="0" marL="457200" algn="l">
              <a:lnSpc>
                <a:spcPct val="10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60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49" name="Google Shape;1649;p192"/>
          <p:cNvSpPr txBox="1"/>
          <p:nvPr>
            <p:ph idx="5" type="body"/>
          </p:nvPr>
        </p:nvSpPr>
        <p:spPr>
          <a:xfrm>
            <a:off x="179237" y="3883100"/>
            <a:ext cx="5472261" cy="1164004"/>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000"/>
              <a:buFont typeface="Arial"/>
              <a:buNone/>
              <a:defRPr sz="2000">
                <a:solidFill>
                  <a:schemeClr val="lt1"/>
                </a:solidFill>
              </a:defRPr>
            </a:lvl1pPr>
            <a:lvl2pPr indent="-342900" lvl="1" marL="914400" algn="l">
              <a:lnSpc>
                <a:spcPct val="90000"/>
              </a:lnSpc>
              <a:spcBef>
                <a:spcPts val="6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50" name="Google Shape;1650;p192"/>
          <p:cNvSpPr txBox="1"/>
          <p:nvPr>
            <p:ph idx="6" type="body"/>
          </p:nvPr>
        </p:nvSpPr>
        <p:spPr>
          <a:xfrm>
            <a:off x="5651499" y="3883100"/>
            <a:ext cx="6400840" cy="1164004"/>
          </a:xfrm>
          <a:prstGeom prst="rect">
            <a:avLst/>
          </a:prstGeom>
          <a:noFill/>
          <a:ln>
            <a:noFill/>
          </a:ln>
        </p:spPr>
        <p:txBody>
          <a:bodyPr anchorCtr="0" anchor="t" bIns="0" lIns="91425" spcFirstLastPara="1" rIns="182875" wrap="square" tIns="91425">
            <a:noAutofit/>
          </a:bodyPr>
          <a:lstStyle>
            <a:lvl1pPr indent="-228600" lvl="0" marL="457200" algn="l">
              <a:lnSpc>
                <a:spcPct val="10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60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51" name="Google Shape;1651;p192"/>
          <p:cNvSpPr txBox="1"/>
          <p:nvPr>
            <p:ph idx="7" type="body"/>
          </p:nvPr>
        </p:nvSpPr>
        <p:spPr>
          <a:xfrm>
            <a:off x="179236" y="5239557"/>
            <a:ext cx="5472261" cy="1164004"/>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chemeClr val="lt1"/>
              </a:buClr>
              <a:buSzPts val="2000"/>
              <a:buFont typeface="Arial"/>
              <a:buNone/>
              <a:defRPr sz="2000">
                <a:solidFill>
                  <a:schemeClr val="lt1"/>
                </a:solidFill>
              </a:defRPr>
            </a:lvl1pPr>
            <a:lvl2pPr indent="-342900" lvl="1" marL="914400" algn="l">
              <a:lnSpc>
                <a:spcPct val="90000"/>
              </a:lnSpc>
              <a:spcBef>
                <a:spcPts val="6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52" name="Google Shape;1652;p192"/>
          <p:cNvSpPr txBox="1"/>
          <p:nvPr>
            <p:ph idx="8" type="body"/>
          </p:nvPr>
        </p:nvSpPr>
        <p:spPr>
          <a:xfrm>
            <a:off x="5651498" y="5239557"/>
            <a:ext cx="6400840" cy="1164004"/>
          </a:xfrm>
          <a:prstGeom prst="rect">
            <a:avLst/>
          </a:prstGeom>
          <a:noFill/>
          <a:ln>
            <a:noFill/>
          </a:ln>
        </p:spPr>
        <p:txBody>
          <a:bodyPr anchorCtr="0" anchor="t" bIns="0" lIns="91425" spcFirstLastPara="1" rIns="182875" wrap="square" tIns="91425">
            <a:noAutofit/>
          </a:bodyPr>
          <a:lstStyle>
            <a:lvl1pPr indent="-228600" lvl="0" marL="457200" algn="l">
              <a:lnSpc>
                <a:spcPct val="10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60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653" name="Google Shape;1653;p192"/>
          <p:cNvPicPr preferRelativeResize="0"/>
          <p:nvPr/>
        </p:nvPicPr>
        <p:blipFill rotWithShape="1">
          <a:blip r:embed="rId3">
            <a:alphaModFix/>
          </a:blip>
          <a:srcRect b="0" l="0" r="0" t="0"/>
          <a:stretch/>
        </p:blipFill>
        <p:spPr>
          <a:xfrm>
            <a:off x="3799983" y="6446520"/>
            <a:ext cx="4610100" cy="311150"/>
          </a:xfrm>
          <a:prstGeom prst="rect">
            <a:avLst/>
          </a:prstGeom>
          <a:noFill/>
          <a:ln>
            <a:noFill/>
          </a:ln>
        </p:spPr>
      </p:pic>
    </p:spTree>
  </p:cSld>
  <p:clrMapOvr>
    <a:masterClrMapping/>
  </p:clrMapOvr>
</p:sldLayout>
</file>

<file path=ppt/slideLayouts/slideLayout1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Horz-Option2">
  <p:cSld name="QA-Horz-Option2">
    <p:bg>
      <p:bgPr>
        <a:blipFill>
          <a:blip r:embed="rId2">
            <a:alphaModFix/>
          </a:blip>
          <a:stretch>
            <a:fillRect/>
          </a:stretch>
        </a:blipFill>
      </p:bgPr>
    </p:bg>
    <p:spTree>
      <p:nvGrpSpPr>
        <p:cNvPr id="1654" name="Shape 1654"/>
        <p:cNvGrpSpPr/>
        <p:nvPr/>
      </p:nvGrpSpPr>
      <p:grpSpPr>
        <a:xfrm>
          <a:off x="0" y="0"/>
          <a:ext cx="0" cy="0"/>
          <a:chOff x="0" y="0"/>
          <a:chExt cx="0" cy="0"/>
        </a:xfrm>
      </p:grpSpPr>
      <p:sp>
        <p:nvSpPr>
          <p:cNvPr id="1655" name="Google Shape;1655;p193"/>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656" name="Google Shape;1656;p193"/>
          <p:cNvSpPr txBox="1"/>
          <p:nvPr>
            <p:ph type="title"/>
          </p:nvPr>
        </p:nvSpPr>
        <p:spPr>
          <a:xfrm>
            <a:off x="182880" y="301752"/>
            <a:ext cx="11466576" cy="73152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57" name="Google Shape;1657;p193"/>
          <p:cNvSpPr txBox="1"/>
          <p:nvPr>
            <p:ph idx="1" type="body"/>
          </p:nvPr>
        </p:nvSpPr>
        <p:spPr>
          <a:xfrm>
            <a:off x="179238" y="1185497"/>
            <a:ext cx="5472261" cy="1164004"/>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rgbClr val="232F3E"/>
              </a:buClr>
              <a:buSzPts val="2000"/>
              <a:buFont typeface="Arial"/>
              <a:buNone/>
              <a:defRPr sz="2000">
                <a:solidFill>
                  <a:srgbClr val="232F3E"/>
                </a:solidFill>
              </a:defRPr>
            </a:lvl1pPr>
            <a:lvl2pPr indent="-342900" lvl="1" marL="914400" algn="l">
              <a:lnSpc>
                <a:spcPct val="90000"/>
              </a:lnSpc>
              <a:spcBef>
                <a:spcPts val="6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58" name="Google Shape;1658;p193"/>
          <p:cNvSpPr txBox="1"/>
          <p:nvPr>
            <p:ph idx="2" type="body"/>
          </p:nvPr>
        </p:nvSpPr>
        <p:spPr>
          <a:xfrm>
            <a:off x="5651500" y="1185497"/>
            <a:ext cx="6400840" cy="1164004"/>
          </a:xfrm>
          <a:prstGeom prst="rect">
            <a:avLst/>
          </a:prstGeom>
          <a:noFill/>
          <a:ln>
            <a:noFill/>
          </a:ln>
        </p:spPr>
        <p:txBody>
          <a:bodyPr anchorCtr="0" anchor="t" bIns="0" lIns="91425" spcFirstLastPara="1" rIns="182875" wrap="square" tIns="91425">
            <a:noAutofit/>
          </a:bodyPr>
          <a:lstStyle>
            <a:lvl1pPr indent="-228600" lvl="0" marL="457200" algn="l">
              <a:lnSpc>
                <a:spcPct val="10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60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59" name="Google Shape;1659;p193"/>
          <p:cNvSpPr txBox="1"/>
          <p:nvPr>
            <p:ph idx="3" type="body"/>
          </p:nvPr>
        </p:nvSpPr>
        <p:spPr>
          <a:xfrm>
            <a:off x="179237" y="2526456"/>
            <a:ext cx="5472261" cy="1164004"/>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rgbClr val="232F3E"/>
              </a:buClr>
              <a:buSzPts val="2000"/>
              <a:buFont typeface="Arial"/>
              <a:buNone/>
              <a:defRPr sz="2000">
                <a:solidFill>
                  <a:srgbClr val="232F3E"/>
                </a:solidFill>
              </a:defRPr>
            </a:lvl1pPr>
            <a:lvl2pPr indent="-342900" lvl="1" marL="914400" algn="l">
              <a:lnSpc>
                <a:spcPct val="90000"/>
              </a:lnSpc>
              <a:spcBef>
                <a:spcPts val="6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60" name="Google Shape;1660;p193"/>
          <p:cNvSpPr txBox="1"/>
          <p:nvPr>
            <p:ph idx="4" type="body"/>
          </p:nvPr>
        </p:nvSpPr>
        <p:spPr>
          <a:xfrm>
            <a:off x="5651499" y="2526456"/>
            <a:ext cx="6400840" cy="1164004"/>
          </a:xfrm>
          <a:prstGeom prst="rect">
            <a:avLst/>
          </a:prstGeom>
          <a:noFill/>
          <a:ln>
            <a:noFill/>
          </a:ln>
        </p:spPr>
        <p:txBody>
          <a:bodyPr anchorCtr="0" anchor="t" bIns="0" lIns="91425" spcFirstLastPara="1" rIns="182875" wrap="square" tIns="91425">
            <a:noAutofit/>
          </a:bodyPr>
          <a:lstStyle>
            <a:lvl1pPr indent="-228600" lvl="0" marL="457200" algn="l">
              <a:lnSpc>
                <a:spcPct val="10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60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61" name="Google Shape;1661;p193"/>
          <p:cNvSpPr txBox="1"/>
          <p:nvPr>
            <p:ph idx="5" type="body"/>
          </p:nvPr>
        </p:nvSpPr>
        <p:spPr>
          <a:xfrm>
            <a:off x="179237" y="3883100"/>
            <a:ext cx="5472261" cy="1164004"/>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rgbClr val="232F3E"/>
              </a:buClr>
              <a:buSzPts val="2000"/>
              <a:buFont typeface="Arial"/>
              <a:buNone/>
              <a:defRPr sz="2000">
                <a:solidFill>
                  <a:srgbClr val="232F3E"/>
                </a:solidFill>
              </a:defRPr>
            </a:lvl1pPr>
            <a:lvl2pPr indent="-342900" lvl="1" marL="914400" algn="l">
              <a:lnSpc>
                <a:spcPct val="90000"/>
              </a:lnSpc>
              <a:spcBef>
                <a:spcPts val="6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62" name="Google Shape;1662;p193"/>
          <p:cNvSpPr txBox="1"/>
          <p:nvPr>
            <p:ph idx="6" type="body"/>
          </p:nvPr>
        </p:nvSpPr>
        <p:spPr>
          <a:xfrm>
            <a:off x="5651499" y="3883100"/>
            <a:ext cx="6400840" cy="1164004"/>
          </a:xfrm>
          <a:prstGeom prst="rect">
            <a:avLst/>
          </a:prstGeom>
          <a:noFill/>
          <a:ln>
            <a:noFill/>
          </a:ln>
        </p:spPr>
        <p:txBody>
          <a:bodyPr anchorCtr="0" anchor="t" bIns="0" lIns="91425" spcFirstLastPara="1" rIns="182875" wrap="square" tIns="91425">
            <a:noAutofit/>
          </a:bodyPr>
          <a:lstStyle>
            <a:lvl1pPr indent="-228600" lvl="0" marL="457200" algn="l">
              <a:lnSpc>
                <a:spcPct val="10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60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63" name="Google Shape;1663;p193"/>
          <p:cNvSpPr txBox="1"/>
          <p:nvPr>
            <p:ph idx="7" type="body"/>
          </p:nvPr>
        </p:nvSpPr>
        <p:spPr>
          <a:xfrm>
            <a:off x="179236" y="5239557"/>
            <a:ext cx="5472261" cy="1164004"/>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rgbClr val="232F3E"/>
              </a:buClr>
              <a:buSzPts val="2000"/>
              <a:buFont typeface="Arial"/>
              <a:buNone/>
              <a:defRPr sz="2000">
                <a:solidFill>
                  <a:srgbClr val="232F3E"/>
                </a:solidFill>
              </a:defRPr>
            </a:lvl1pPr>
            <a:lvl2pPr indent="-342900" lvl="1" marL="914400" algn="l">
              <a:lnSpc>
                <a:spcPct val="90000"/>
              </a:lnSpc>
              <a:spcBef>
                <a:spcPts val="6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64" name="Google Shape;1664;p193"/>
          <p:cNvSpPr txBox="1"/>
          <p:nvPr>
            <p:ph idx="8" type="body"/>
          </p:nvPr>
        </p:nvSpPr>
        <p:spPr>
          <a:xfrm>
            <a:off x="5651498" y="5239557"/>
            <a:ext cx="6400840" cy="1164004"/>
          </a:xfrm>
          <a:prstGeom prst="rect">
            <a:avLst/>
          </a:prstGeom>
          <a:noFill/>
          <a:ln>
            <a:noFill/>
          </a:ln>
        </p:spPr>
        <p:txBody>
          <a:bodyPr anchorCtr="0" anchor="t" bIns="0" lIns="91425" spcFirstLastPara="1" rIns="182875" wrap="square" tIns="91425">
            <a:noAutofit/>
          </a:bodyPr>
          <a:lstStyle>
            <a:lvl1pPr indent="-228600" lvl="0" marL="457200" algn="l">
              <a:lnSpc>
                <a:spcPct val="10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60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C-Horizontal-Question" showMasterSp="0">
  <p:cSld name="KC-Horizontal-Question">
    <p:bg>
      <p:bgPr>
        <a:blipFill>
          <a:blip r:embed="rId2">
            <a:alphaModFix/>
          </a:blip>
          <a:stretch>
            <a:fillRect/>
          </a:stretch>
        </a:blipFill>
      </p:bgPr>
    </p:bg>
    <p:spTree>
      <p:nvGrpSpPr>
        <p:cNvPr id="1665" name="Shape 1665"/>
        <p:cNvGrpSpPr/>
        <p:nvPr/>
      </p:nvGrpSpPr>
      <p:grpSpPr>
        <a:xfrm>
          <a:off x="0" y="0"/>
          <a:ext cx="0" cy="0"/>
          <a:chOff x="0" y="0"/>
          <a:chExt cx="0" cy="0"/>
        </a:xfrm>
      </p:grpSpPr>
      <p:sp>
        <p:nvSpPr>
          <p:cNvPr id="1666" name="Google Shape;1666;p194"/>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667" name="Google Shape;1667;p194"/>
          <p:cNvSpPr txBox="1"/>
          <p:nvPr>
            <p:ph type="title"/>
          </p:nvPr>
        </p:nvSpPr>
        <p:spPr>
          <a:xfrm>
            <a:off x="179238" y="179881"/>
            <a:ext cx="11855445" cy="49884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600"/>
              <a:buFont typeface="Play"/>
              <a:buNone/>
              <a:defRPr>
                <a:solidFill>
                  <a:schemeClr val="lt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68" name="Google Shape;1668;p194"/>
          <p:cNvSpPr txBox="1"/>
          <p:nvPr>
            <p:ph idx="1" type="body"/>
          </p:nvPr>
        </p:nvSpPr>
        <p:spPr>
          <a:xfrm>
            <a:off x="179237" y="697780"/>
            <a:ext cx="11855445" cy="1328883"/>
          </a:xfrm>
          <a:prstGeom prst="rect">
            <a:avLst/>
          </a:prstGeom>
          <a:noFill/>
          <a:ln>
            <a:noFill/>
          </a:ln>
        </p:spPr>
        <p:txBody>
          <a:bodyPr anchorCtr="0" anchor="t" bIns="0" lIns="91425" spcFirstLastPara="1" rIns="91425" wrap="square" tIns="0">
            <a:normAutofit/>
          </a:bodyPr>
          <a:lstStyle>
            <a:lvl1pPr indent="-228600" lvl="0" marL="457200" marR="0" algn="l">
              <a:lnSpc>
                <a:spcPct val="90000"/>
              </a:lnSpc>
              <a:spcBef>
                <a:spcPts val="0"/>
              </a:spcBef>
              <a:spcAft>
                <a:spcPts val="0"/>
              </a:spcAft>
              <a:buClr>
                <a:schemeClr val="lt1"/>
              </a:buClr>
              <a:buSzPts val="2000"/>
              <a:buFont typeface="Arial"/>
              <a:buNone/>
              <a:defRPr sz="2000">
                <a:solidFill>
                  <a:schemeClr val="lt1"/>
                </a:solidFill>
              </a:defRPr>
            </a:lvl1pPr>
            <a:lvl2pPr indent="-342900" lvl="1" marL="914400" algn="l">
              <a:lnSpc>
                <a:spcPct val="90000"/>
              </a:lnSpc>
              <a:spcBef>
                <a:spcPts val="6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69" name="Google Shape;1669;p194"/>
          <p:cNvSpPr txBox="1"/>
          <p:nvPr>
            <p:ph idx="2" type="body"/>
          </p:nvPr>
        </p:nvSpPr>
        <p:spPr>
          <a:xfrm>
            <a:off x="0" y="2026663"/>
            <a:ext cx="887413" cy="317500"/>
          </a:xfrm>
          <a:prstGeom prst="rect">
            <a:avLst/>
          </a:prstGeom>
          <a:noFill/>
          <a:ln>
            <a:noFill/>
          </a:ln>
        </p:spPr>
        <p:txBody>
          <a:bodyPr anchorCtr="0" anchor="t" bIns="45700" lIns="0" spcFirstLastPara="1" rIns="0" wrap="square" tIns="45700">
            <a:noAutofit/>
          </a:bodyPr>
          <a:lstStyle>
            <a:lvl1pPr indent="-228600" lvl="0" marL="457200" algn="ctr">
              <a:lnSpc>
                <a:spcPct val="100000"/>
              </a:lnSpc>
              <a:spcBef>
                <a:spcPts val="0"/>
              </a:spcBef>
              <a:spcAft>
                <a:spcPts val="0"/>
              </a:spcAft>
              <a:buClr>
                <a:schemeClr val="lt1"/>
              </a:buClr>
              <a:buSzPts val="1800"/>
              <a:buNone/>
              <a:defRPr sz="1800">
                <a:solidFill>
                  <a:schemeClr val="lt1"/>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70" name="Google Shape;1670;p194"/>
          <p:cNvSpPr txBox="1"/>
          <p:nvPr>
            <p:ph idx="3" type="body"/>
          </p:nvPr>
        </p:nvSpPr>
        <p:spPr>
          <a:xfrm>
            <a:off x="907950" y="2026663"/>
            <a:ext cx="10737865" cy="3175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lt1"/>
              </a:buClr>
              <a:buSzPts val="1800"/>
              <a:buNone/>
              <a:defRPr sz="1800">
                <a:solidFill>
                  <a:schemeClr val="lt1"/>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71" name="Google Shape;1671;p194"/>
          <p:cNvSpPr txBox="1"/>
          <p:nvPr>
            <p:ph idx="4" type="body"/>
          </p:nvPr>
        </p:nvSpPr>
        <p:spPr>
          <a:xfrm>
            <a:off x="1" y="2344127"/>
            <a:ext cx="888136" cy="6400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b="1" sz="20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72" name="Google Shape;1672;p194"/>
          <p:cNvSpPr txBox="1"/>
          <p:nvPr>
            <p:ph idx="5" type="body"/>
          </p:nvPr>
        </p:nvSpPr>
        <p:spPr>
          <a:xfrm>
            <a:off x="907950" y="2344127"/>
            <a:ext cx="11233250" cy="640080"/>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73" name="Google Shape;1673;p194"/>
          <p:cNvSpPr txBox="1"/>
          <p:nvPr>
            <p:ph idx="6" type="body"/>
          </p:nvPr>
        </p:nvSpPr>
        <p:spPr>
          <a:xfrm>
            <a:off x="1" y="3017609"/>
            <a:ext cx="888136" cy="6400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b="1" sz="20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74" name="Google Shape;1674;p194"/>
          <p:cNvSpPr txBox="1"/>
          <p:nvPr>
            <p:ph idx="7" type="body"/>
          </p:nvPr>
        </p:nvSpPr>
        <p:spPr>
          <a:xfrm>
            <a:off x="907950" y="3017609"/>
            <a:ext cx="11233250" cy="640080"/>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75" name="Google Shape;1675;p194"/>
          <p:cNvSpPr txBox="1"/>
          <p:nvPr>
            <p:ph idx="8" type="body"/>
          </p:nvPr>
        </p:nvSpPr>
        <p:spPr>
          <a:xfrm>
            <a:off x="1" y="3691091"/>
            <a:ext cx="888136" cy="6400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b="1" sz="20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76" name="Google Shape;1676;p194"/>
          <p:cNvSpPr txBox="1"/>
          <p:nvPr>
            <p:ph idx="9" type="body"/>
          </p:nvPr>
        </p:nvSpPr>
        <p:spPr>
          <a:xfrm>
            <a:off x="907950" y="3691091"/>
            <a:ext cx="11233250" cy="640080"/>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77" name="Google Shape;1677;p194"/>
          <p:cNvSpPr txBox="1"/>
          <p:nvPr>
            <p:ph idx="13" type="body"/>
          </p:nvPr>
        </p:nvSpPr>
        <p:spPr>
          <a:xfrm>
            <a:off x="1" y="4364573"/>
            <a:ext cx="888136" cy="6400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b="1" sz="20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78" name="Google Shape;1678;p194"/>
          <p:cNvSpPr txBox="1"/>
          <p:nvPr>
            <p:ph idx="14" type="body"/>
          </p:nvPr>
        </p:nvSpPr>
        <p:spPr>
          <a:xfrm>
            <a:off x="907950" y="4364573"/>
            <a:ext cx="11233250" cy="640080"/>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79" name="Google Shape;1679;p194"/>
          <p:cNvSpPr txBox="1"/>
          <p:nvPr>
            <p:ph idx="15" type="body"/>
          </p:nvPr>
        </p:nvSpPr>
        <p:spPr>
          <a:xfrm>
            <a:off x="1" y="5038055"/>
            <a:ext cx="888136" cy="6400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b="1" sz="20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80" name="Google Shape;1680;p194"/>
          <p:cNvSpPr txBox="1"/>
          <p:nvPr>
            <p:ph idx="16" type="body"/>
          </p:nvPr>
        </p:nvSpPr>
        <p:spPr>
          <a:xfrm>
            <a:off x="907950" y="5038055"/>
            <a:ext cx="11233250" cy="640080"/>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81" name="Google Shape;1681;p194"/>
          <p:cNvSpPr txBox="1"/>
          <p:nvPr>
            <p:ph idx="17" type="body"/>
          </p:nvPr>
        </p:nvSpPr>
        <p:spPr>
          <a:xfrm>
            <a:off x="1" y="5711539"/>
            <a:ext cx="888136" cy="6400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b="1" sz="2000">
                <a:solidFill>
                  <a:schemeClr val="lt1"/>
                </a:solidFill>
                <a:latin typeface="Play"/>
                <a:ea typeface="Play"/>
                <a:cs typeface="Play"/>
                <a:sym typeface="Play"/>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82" name="Google Shape;1682;p194"/>
          <p:cNvSpPr txBox="1"/>
          <p:nvPr>
            <p:ph idx="18" type="body"/>
          </p:nvPr>
        </p:nvSpPr>
        <p:spPr>
          <a:xfrm>
            <a:off x="907950" y="5711539"/>
            <a:ext cx="11233250" cy="640080"/>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683" name="Google Shape;1683;p194"/>
          <p:cNvPicPr preferRelativeResize="0"/>
          <p:nvPr/>
        </p:nvPicPr>
        <p:blipFill rotWithShape="1">
          <a:blip r:embed="rId3">
            <a:alphaModFix/>
          </a:blip>
          <a:srcRect b="0" l="0" r="0" t="0"/>
          <a:stretch/>
        </p:blipFill>
        <p:spPr>
          <a:xfrm>
            <a:off x="3799983" y="6446520"/>
            <a:ext cx="4610100" cy="311150"/>
          </a:xfrm>
          <a:prstGeom prst="rect">
            <a:avLst/>
          </a:prstGeom>
          <a:noFill/>
          <a:ln>
            <a:noFill/>
          </a:ln>
        </p:spPr>
      </p:pic>
    </p:spTree>
  </p:cSld>
  <p:clrMapOvr>
    <a:masterClrMapping/>
  </p:clrMapOvr>
</p:sldLayout>
</file>

<file path=ppt/slideLayouts/slideLayout1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C-Horz-Option 2">
  <p:cSld name="KC-Horz-Option 2">
    <p:bg>
      <p:bgPr>
        <a:blipFill>
          <a:blip r:embed="rId2">
            <a:alphaModFix/>
          </a:blip>
          <a:stretch>
            <a:fillRect/>
          </a:stretch>
        </a:blipFill>
      </p:bgPr>
    </p:bg>
    <p:spTree>
      <p:nvGrpSpPr>
        <p:cNvPr id="1684" name="Shape 1684"/>
        <p:cNvGrpSpPr/>
        <p:nvPr/>
      </p:nvGrpSpPr>
      <p:grpSpPr>
        <a:xfrm>
          <a:off x="0" y="0"/>
          <a:ext cx="0" cy="0"/>
          <a:chOff x="0" y="0"/>
          <a:chExt cx="0" cy="0"/>
        </a:xfrm>
      </p:grpSpPr>
      <p:sp>
        <p:nvSpPr>
          <p:cNvPr id="1685" name="Google Shape;1685;p195"/>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686" name="Google Shape;1686;p195"/>
          <p:cNvSpPr txBox="1"/>
          <p:nvPr>
            <p:ph type="title"/>
          </p:nvPr>
        </p:nvSpPr>
        <p:spPr>
          <a:xfrm>
            <a:off x="179238" y="179881"/>
            <a:ext cx="11825947" cy="49884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87" name="Google Shape;1687;p195"/>
          <p:cNvSpPr txBox="1"/>
          <p:nvPr>
            <p:ph idx="1" type="body"/>
          </p:nvPr>
        </p:nvSpPr>
        <p:spPr>
          <a:xfrm>
            <a:off x="179239" y="697780"/>
            <a:ext cx="11825948" cy="1328883"/>
          </a:xfrm>
          <a:prstGeom prst="rect">
            <a:avLst/>
          </a:prstGeom>
          <a:noFill/>
          <a:ln>
            <a:noFill/>
          </a:ln>
        </p:spPr>
        <p:txBody>
          <a:bodyPr anchorCtr="0" anchor="t" bIns="0" lIns="91425" spcFirstLastPara="1" rIns="91425" wrap="square" tIns="0">
            <a:normAutofit/>
          </a:bodyPr>
          <a:lstStyle>
            <a:lvl1pPr indent="-228600" lvl="0" marL="457200" marR="0" algn="l">
              <a:lnSpc>
                <a:spcPct val="100000"/>
              </a:lnSpc>
              <a:spcBef>
                <a:spcPts val="0"/>
              </a:spcBef>
              <a:spcAft>
                <a:spcPts val="0"/>
              </a:spcAft>
              <a:buClr>
                <a:srgbClr val="232F3E"/>
              </a:buClr>
              <a:buSzPts val="2000"/>
              <a:buFont typeface="Arial"/>
              <a:buNone/>
              <a:defRPr sz="2000">
                <a:solidFill>
                  <a:srgbClr val="232F3E"/>
                </a:solidFill>
              </a:defRPr>
            </a:lvl1pPr>
            <a:lvl2pPr indent="-342900" lvl="1" marL="914400" algn="l">
              <a:lnSpc>
                <a:spcPct val="90000"/>
              </a:lnSpc>
              <a:spcBef>
                <a:spcPts val="6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88" name="Google Shape;1688;p195"/>
          <p:cNvSpPr txBox="1"/>
          <p:nvPr>
            <p:ph idx="2" type="body"/>
          </p:nvPr>
        </p:nvSpPr>
        <p:spPr>
          <a:xfrm>
            <a:off x="0" y="2026663"/>
            <a:ext cx="887413" cy="317500"/>
          </a:xfrm>
          <a:prstGeom prst="rect">
            <a:avLst/>
          </a:prstGeom>
          <a:noFill/>
          <a:ln>
            <a:noFill/>
          </a:ln>
        </p:spPr>
        <p:txBody>
          <a:bodyPr anchorCtr="0" anchor="t" bIns="45700" lIns="0" spcFirstLastPara="1" rIns="0" wrap="square" tIns="45700">
            <a:noAutofit/>
          </a:bodyPr>
          <a:lstStyle>
            <a:lvl1pPr indent="-228600" lvl="0" marL="457200" algn="ctr">
              <a:lnSpc>
                <a:spcPct val="100000"/>
              </a:lnSpc>
              <a:spcBef>
                <a:spcPts val="0"/>
              </a:spcBef>
              <a:spcAft>
                <a:spcPts val="0"/>
              </a:spcAft>
              <a:buClr>
                <a:schemeClr val="lt1"/>
              </a:buClr>
              <a:buSzPts val="1800"/>
              <a:buNone/>
              <a:defRPr sz="1800">
                <a:solidFill>
                  <a:schemeClr val="lt1"/>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89" name="Google Shape;1689;p195"/>
          <p:cNvSpPr txBox="1"/>
          <p:nvPr>
            <p:ph idx="3" type="body"/>
          </p:nvPr>
        </p:nvSpPr>
        <p:spPr>
          <a:xfrm>
            <a:off x="907950" y="2026663"/>
            <a:ext cx="10757678" cy="317500"/>
          </a:xfrm>
          <a:prstGeom prst="rect">
            <a:avLst/>
          </a:prstGeom>
          <a:noFill/>
          <a:ln>
            <a:noFill/>
          </a:ln>
        </p:spPr>
        <p:txBody>
          <a:bodyPr anchorCtr="0" anchor="t" bIns="45700" lIns="91425" spcFirstLastPara="1" rIns="0" wrap="square" tIns="45700">
            <a:noAutofit/>
          </a:bodyPr>
          <a:lstStyle>
            <a:lvl1pPr indent="-228600" lvl="0" marL="457200" algn="l">
              <a:lnSpc>
                <a:spcPct val="100000"/>
              </a:lnSpc>
              <a:spcBef>
                <a:spcPts val="0"/>
              </a:spcBef>
              <a:spcAft>
                <a:spcPts val="0"/>
              </a:spcAft>
              <a:buClr>
                <a:schemeClr val="lt1"/>
              </a:buClr>
              <a:buSzPts val="1800"/>
              <a:buNone/>
              <a:defRPr sz="1800">
                <a:solidFill>
                  <a:schemeClr val="lt1"/>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90" name="Google Shape;1690;p195"/>
          <p:cNvSpPr txBox="1"/>
          <p:nvPr>
            <p:ph idx="4" type="body"/>
          </p:nvPr>
        </p:nvSpPr>
        <p:spPr>
          <a:xfrm>
            <a:off x="1" y="2344127"/>
            <a:ext cx="888136" cy="6400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91" name="Google Shape;1691;p195"/>
          <p:cNvSpPr txBox="1"/>
          <p:nvPr>
            <p:ph idx="5" type="body"/>
          </p:nvPr>
        </p:nvSpPr>
        <p:spPr>
          <a:xfrm>
            <a:off x="907950" y="2344127"/>
            <a:ext cx="11233250" cy="640080"/>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92" name="Google Shape;1692;p195"/>
          <p:cNvSpPr txBox="1"/>
          <p:nvPr>
            <p:ph idx="6" type="body"/>
          </p:nvPr>
        </p:nvSpPr>
        <p:spPr>
          <a:xfrm>
            <a:off x="1" y="3017609"/>
            <a:ext cx="888136" cy="6400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93" name="Google Shape;1693;p195"/>
          <p:cNvSpPr txBox="1"/>
          <p:nvPr>
            <p:ph idx="7" type="body"/>
          </p:nvPr>
        </p:nvSpPr>
        <p:spPr>
          <a:xfrm>
            <a:off x="907950" y="3017609"/>
            <a:ext cx="11233250" cy="640080"/>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94" name="Google Shape;1694;p195"/>
          <p:cNvSpPr txBox="1"/>
          <p:nvPr>
            <p:ph idx="8" type="body"/>
          </p:nvPr>
        </p:nvSpPr>
        <p:spPr>
          <a:xfrm>
            <a:off x="1" y="3691091"/>
            <a:ext cx="888136" cy="6400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95" name="Google Shape;1695;p195"/>
          <p:cNvSpPr txBox="1"/>
          <p:nvPr>
            <p:ph idx="9" type="body"/>
          </p:nvPr>
        </p:nvSpPr>
        <p:spPr>
          <a:xfrm>
            <a:off x="907950" y="3691091"/>
            <a:ext cx="11233250" cy="640080"/>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96" name="Google Shape;1696;p195"/>
          <p:cNvSpPr txBox="1"/>
          <p:nvPr>
            <p:ph idx="13" type="body"/>
          </p:nvPr>
        </p:nvSpPr>
        <p:spPr>
          <a:xfrm>
            <a:off x="1" y="4364573"/>
            <a:ext cx="888136" cy="6400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97" name="Google Shape;1697;p195"/>
          <p:cNvSpPr txBox="1"/>
          <p:nvPr>
            <p:ph idx="14" type="body"/>
          </p:nvPr>
        </p:nvSpPr>
        <p:spPr>
          <a:xfrm>
            <a:off x="907950" y="4364573"/>
            <a:ext cx="11233250" cy="640080"/>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98" name="Google Shape;1698;p195"/>
          <p:cNvSpPr txBox="1"/>
          <p:nvPr>
            <p:ph idx="15" type="body"/>
          </p:nvPr>
        </p:nvSpPr>
        <p:spPr>
          <a:xfrm>
            <a:off x="1" y="5038055"/>
            <a:ext cx="888136" cy="6400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99" name="Google Shape;1699;p195"/>
          <p:cNvSpPr txBox="1"/>
          <p:nvPr>
            <p:ph idx="16" type="body"/>
          </p:nvPr>
        </p:nvSpPr>
        <p:spPr>
          <a:xfrm>
            <a:off x="907950" y="5038055"/>
            <a:ext cx="11233250" cy="640080"/>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00" name="Google Shape;1700;p195"/>
          <p:cNvSpPr txBox="1"/>
          <p:nvPr>
            <p:ph idx="17" type="body"/>
          </p:nvPr>
        </p:nvSpPr>
        <p:spPr>
          <a:xfrm>
            <a:off x="1" y="5711539"/>
            <a:ext cx="888136" cy="64008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0"/>
              </a:spcBef>
              <a:spcAft>
                <a:spcPts val="0"/>
              </a:spcAft>
              <a:buClr>
                <a:schemeClr val="lt1"/>
              </a:buClr>
              <a:buSzPts val="2000"/>
              <a:buNone/>
              <a:defRPr sz="2000">
                <a:solidFill>
                  <a:schemeClr val="lt1"/>
                </a:solidFill>
                <a:latin typeface="Play"/>
                <a:ea typeface="Play"/>
                <a:cs typeface="Play"/>
                <a:sym typeface="Play"/>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01" name="Google Shape;1701;p195"/>
          <p:cNvSpPr txBox="1"/>
          <p:nvPr>
            <p:ph idx="18" type="body"/>
          </p:nvPr>
        </p:nvSpPr>
        <p:spPr>
          <a:xfrm>
            <a:off x="907950" y="5711539"/>
            <a:ext cx="11233250" cy="640080"/>
          </a:xfrm>
          <a:prstGeom prst="rect">
            <a:avLst/>
          </a:prstGeom>
          <a:noFill/>
          <a:ln>
            <a:noFill/>
          </a:ln>
        </p:spPr>
        <p:txBody>
          <a:bodyPr anchorCtr="0" anchor="ctr" bIns="0" lIns="91425" spcFirstLastPara="1" rIns="91425" wrap="square" tIns="0">
            <a:no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C-Horizontal-Answer" showMasterSp="0">
  <p:cSld name="KC-Horizontal-Answer">
    <p:bg>
      <p:bgPr>
        <a:blipFill>
          <a:blip r:embed="rId2">
            <a:alphaModFix/>
          </a:blip>
          <a:stretch>
            <a:fillRect/>
          </a:stretch>
        </a:blipFill>
      </p:bgPr>
    </p:bg>
    <p:spTree>
      <p:nvGrpSpPr>
        <p:cNvPr id="1702" name="Shape 1702"/>
        <p:cNvGrpSpPr/>
        <p:nvPr/>
      </p:nvGrpSpPr>
      <p:grpSpPr>
        <a:xfrm>
          <a:off x="0" y="0"/>
          <a:ext cx="0" cy="0"/>
          <a:chOff x="0" y="0"/>
          <a:chExt cx="0" cy="0"/>
        </a:xfrm>
      </p:grpSpPr>
      <p:sp>
        <p:nvSpPr>
          <p:cNvPr id="1703" name="Google Shape;1703;p196"/>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704" name="Google Shape;1704;p196"/>
          <p:cNvSpPr txBox="1"/>
          <p:nvPr>
            <p:ph type="title"/>
          </p:nvPr>
        </p:nvSpPr>
        <p:spPr>
          <a:xfrm>
            <a:off x="179239" y="179881"/>
            <a:ext cx="11771597" cy="49884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600"/>
              <a:buFont typeface="Play"/>
              <a:buNone/>
              <a:defRPr>
                <a:solidFill>
                  <a:schemeClr val="lt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05" name="Google Shape;1705;p196"/>
          <p:cNvSpPr txBox="1"/>
          <p:nvPr>
            <p:ph idx="1" type="body"/>
          </p:nvPr>
        </p:nvSpPr>
        <p:spPr>
          <a:xfrm>
            <a:off x="179239" y="697780"/>
            <a:ext cx="11771597" cy="1405081"/>
          </a:xfrm>
          <a:prstGeom prst="rect">
            <a:avLst/>
          </a:prstGeom>
          <a:noFill/>
          <a:ln>
            <a:noFill/>
          </a:ln>
        </p:spPr>
        <p:txBody>
          <a:bodyPr anchorCtr="0" anchor="t" bIns="0" lIns="91425" spcFirstLastPara="1" rIns="91425" wrap="square" tIns="0">
            <a:normAutofit/>
          </a:bodyPr>
          <a:lstStyle>
            <a:lvl1pPr indent="-228600" lvl="0" marL="457200" marR="0" algn="l">
              <a:lnSpc>
                <a:spcPct val="100000"/>
              </a:lnSpc>
              <a:spcBef>
                <a:spcPts val="0"/>
              </a:spcBef>
              <a:spcAft>
                <a:spcPts val="0"/>
              </a:spcAft>
              <a:buClr>
                <a:schemeClr val="lt1"/>
              </a:buClr>
              <a:buSzPts val="2000"/>
              <a:buFont typeface="Arial"/>
              <a:buNone/>
              <a:defRPr sz="2000">
                <a:solidFill>
                  <a:schemeClr val="lt1"/>
                </a:solidFill>
              </a:defRPr>
            </a:lvl1pPr>
            <a:lvl2pPr indent="-342900" lvl="1" marL="914400" algn="l">
              <a:lnSpc>
                <a:spcPct val="90000"/>
              </a:lnSpc>
              <a:spcBef>
                <a:spcPts val="6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06" name="Google Shape;1706;p196"/>
          <p:cNvSpPr txBox="1"/>
          <p:nvPr>
            <p:ph idx="2" type="body"/>
          </p:nvPr>
        </p:nvSpPr>
        <p:spPr>
          <a:xfrm>
            <a:off x="0" y="2043300"/>
            <a:ext cx="12192000" cy="31270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lt1"/>
              </a:buClr>
              <a:buSzPts val="2000"/>
              <a:buNone/>
              <a:defRPr sz="2000">
                <a:solidFill>
                  <a:schemeClr val="lt1"/>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07" name="Google Shape;1707;p196"/>
          <p:cNvSpPr txBox="1"/>
          <p:nvPr>
            <p:ph idx="3" type="body"/>
          </p:nvPr>
        </p:nvSpPr>
        <p:spPr>
          <a:xfrm>
            <a:off x="907950" y="2356002"/>
            <a:ext cx="11245989" cy="4007816"/>
          </a:xfrm>
          <a:prstGeom prst="rect">
            <a:avLst/>
          </a:prstGeom>
          <a:noFill/>
          <a:ln>
            <a:noFill/>
          </a:ln>
        </p:spPr>
        <p:txBody>
          <a:bodyPr anchorCtr="0" anchor="t" bIns="0" lIns="91425" spcFirstLastPara="1" rIns="182875" wrap="square" tIns="91425">
            <a:norm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708" name="Google Shape;1708;p196"/>
          <p:cNvPicPr preferRelativeResize="0"/>
          <p:nvPr/>
        </p:nvPicPr>
        <p:blipFill rotWithShape="1">
          <a:blip r:embed="rId3">
            <a:alphaModFix/>
          </a:blip>
          <a:srcRect b="0" l="0" r="0" t="0"/>
          <a:stretch/>
        </p:blipFill>
        <p:spPr>
          <a:xfrm>
            <a:off x="3799983" y="6446520"/>
            <a:ext cx="4610100" cy="311150"/>
          </a:xfrm>
          <a:prstGeom prst="rect">
            <a:avLst/>
          </a:prstGeom>
          <a:noFill/>
          <a:ln>
            <a:noFill/>
          </a:ln>
        </p:spPr>
      </p:pic>
    </p:spTree>
  </p:cSld>
  <p:clrMapOvr>
    <a:masterClrMapping/>
  </p:clrMapOvr>
</p:sldLayout>
</file>

<file path=ppt/slideLayouts/slideLayout1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C-Horz-Ans-Option2">
  <p:cSld name="KC-Horz-Ans-Option2">
    <p:bg>
      <p:bgPr>
        <a:blipFill>
          <a:blip r:embed="rId2">
            <a:alphaModFix/>
          </a:blip>
          <a:stretch>
            <a:fillRect/>
          </a:stretch>
        </a:blipFill>
      </p:bgPr>
    </p:bg>
    <p:spTree>
      <p:nvGrpSpPr>
        <p:cNvPr id="1709" name="Shape 1709"/>
        <p:cNvGrpSpPr/>
        <p:nvPr/>
      </p:nvGrpSpPr>
      <p:grpSpPr>
        <a:xfrm>
          <a:off x="0" y="0"/>
          <a:ext cx="0" cy="0"/>
          <a:chOff x="0" y="0"/>
          <a:chExt cx="0" cy="0"/>
        </a:xfrm>
      </p:grpSpPr>
      <p:sp>
        <p:nvSpPr>
          <p:cNvPr id="1710" name="Google Shape;1710;p197"/>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711" name="Google Shape;1711;p197"/>
          <p:cNvSpPr txBox="1"/>
          <p:nvPr>
            <p:ph type="title"/>
          </p:nvPr>
        </p:nvSpPr>
        <p:spPr>
          <a:xfrm>
            <a:off x="179239" y="179881"/>
            <a:ext cx="11771597" cy="49884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12" name="Google Shape;1712;p197"/>
          <p:cNvSpPr txBox="1"/>
          <p:nvPr>
            <p:ph idx="1" type="body"/>
          </p:nvPr>
        </p:nvSpPr>
        <p:spPr>
          <a:xfrm>
            <a:off x="179239" y="697781"/>
            <a:ext cx="11771597" cy="1345520"/>
          </a:xfrm>
          <a:prstGeom prst="rect">
            <a:avLst/>
          </a:prstGeom>
          <a:noFill/>
          <a:ln>
            <a:noFill/>
          </a:ln>
        </p:spPr>
        <p:txBody>
          <a:bodyPr anchorCtr="0" anchor="t" bIns="0" lIns="91425" spcFirstLastPara="1" rIns="91425" wrap="square" tIns="0">
            <a:normAutofit/>
          </a:bodyPr>
          <a:lstStyle>
            <a:lvl1pPr indent="-228600" lvl="0" marL="457200" marR="0" algn="l">
              <a:lnSpc>
                <a:spcPct val="100000"/>
              </a:lnSpc>
              <a:spcBef>
                <a:spcPts val="0"/>
              </a:spcBef>
              <a:spcAft>
                <a:spcPts val="0"/>
              </a:spcAft>
              <a:buClr>
                <a:srgbClr val="232F3E"/>
              </a:buClr>
              <a:buSzPts val="2000"/>
              <a:buFont typeface="Arial"/>
              <a:buNone/>
              <a:defRPr sz="2000">
                <a:solidFill>
                  <a:srgbClr val="232F3E"/>
                </a:solidFill>
              </a:defRPr>
            </a:lvl1pPr>
            <a:lvl2pPr indent="-342900" lvl="1" marL="914400" algn="l">
              <a:lnSpc>
                <a:spcPct val="90000"/>
              </a:lnSpc>
              <a:spcBef>
                <a:spcPts val="60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13" name="Google Shape;1713;p197"/>
          <p:cNvSpPr txBox="1"/>
          <p:nvPr>
            <p:ph idx="2" type="body"/>
          </p:nvPr>
        </p:nvSpPr>
        <p:spPr>
          <a:xfrm>
            <a:off x="0" y="2043300"/>
            <a:ext cx="12192000" cy="31270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lt1"/>
              </a:buClr>
              <a:buSzPts val="2000"/>
              <a:buNone/>
              <a:defRPr sz="2000">
                <a:solidFill>
                  <a:schemeClr val="lt1"/>
                </a:solidFill>
              </a:defRPr>
            </a:lvl1pPr>
            <a:lvl2pPr indent="-342900" lvl="1" marL="914400" algn="l">
              <a:lnSpc>
                <a:spcPct val="90000"/>
              </a:lnSpc>
              <a:spcBef>
                <a:spcPts val="0"/>
              </a:spcBef>
              <a:spcAft>
                <a:spcPts val="0"/>
              </a:spcAft>
              <a:buClr>
                <a:srgbClr val="232F3E"/>
              </a:buClr>
              <a:buSzPts val="1800"/>
              <a:buChar char="•"/>
              <a:defRPr/>
            </a:lvl2pPr>
            <a:lvl3pPr indent="-342900" lvl="2" marL="1371600" algn="l">
              <a:lnSpc>
                <a:spcPct val="90000"/>
              </a:lnSpc>
              <a:spcBef>
                <a:spcPts val="1200"/>
              </a:spcBef>
              <a:spcAft>
                <a:spcPts val="0"/>
              </a:spcAft>
              <a:buClr>
                <a:srgbClr val="232F3E"/>
              </a:buClr>
              <a:buSzPts val="1800"/>
              <a:buChar char="•"/>
              <a:defRPr/>
            </a:lvl3pPr>
            <a:lvl4pPr indent="-342900" lvl="3" marL="1828800" algn="l">
              <a:lnSpc>
                <a:spcPct val="90000"/>
              </a:lnSpc>
              <a:spcBef>
                <a:spcPts val="1200"/>
              </a:spcBef>
              <a:spcAft>
                <a:spcPts val="0"/>
              </a:spcAft>
              <a:buClr>
                <a:srgbClr val="232F3E"/>
              </a:buClr>
              <a:buSzPts val="1800"/>
              <a:buChar char="•"/>
              <a:defRPr/>
            </a:lvl4pPr>
            <a:lvl5pPr indent="-342900" lvl="4" marL="2286000" algn="l">
              <a:lnSpc>
                <a:spcPct val="90000"/>
              </a:lnSpc>
              <a:spcBef>
                <a:spcPts val="1200"/>
              </a:spcBef>
              <a:spcAft>
                <a:spcPts val="0"/>
              </a:spcAft>
              <a:buClr>
                <a:srgbClr val="232F3E"/>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14" name="Google Shape;1714;p197"/>
          <p:cNvSpPr txBox="1"/>
          <p:nvPr>
            <p:ph idx="3" type="body"/>
          </p:nvPr>
        </p:nvSpPr>
        <p:spPr>
          <a:xfrm>
            <a:off x="907950" y="2356002"/>
            <a:ext cx="11245989" cy="4007816"/>
          </a:xfrm>
          <a:prstGeom prst="rect">
            <a:avLst/>
          </a:prstGeom>
          <a:noFill/>
          <a:ln>
            <a:noFill/>
          </a:ln>
        </p:spPr>
        <p:txBody>
          <a:bodyPr anchorCtr="0" anchor="t" bIns="0" lIns="91425" spcFirstLastPara="1" rIns="182875" wrap="square" tIns="91425">
            <a:normAutofit/>
          </a:bodyPr>
          <a:lstStyle>
            <a:lvl1pPr indent="-228600" lvl="0" marL="457200" algn="l">
              <a:lnSpc>
                <a:spcPct val="90000"/>
              </a:lnSpc>
              <a:spcBef>
                <a:spcPts val="0"/>
              </a:spcBef>
              <a:spcAft>
                <a:spcPts val="0"/>
              </a:spcAft>
              <a:buClr>
                <a:srgbClr val="232F3E"/>
              </a:buClr>
              <a:buSzPts val="2000"/>
              <a:buNone/>
              <a:defRPr sz="2000">
                <a:solidFill>
                  <a:srgbClr val="232F3E"/>
                </a:solidFill>
              </a:defRPr>
            </a:lvl1pPr>
            <a:lvl2pPr indent="-228600" lvl="1" marL="914400" algn="l">
              <a:lnSpc>
                <a:spcPct val="90000"/>
              </a:lnSpc>
              <a:spcBef>
                <a:spcPts val="0"/>
              </a:spcBef>
              <a:spcAft>
                <a:spcPts val="0"/>
              </a:spcAft>
              <a:buClr>
                <a:srgbClr val="232F3E"/>
              </a:buClr>
              <a:buSzPts val="2400"/>
              <a:buNone/>
              <a:defRPr/>
            </a:lvl2pPr>
            <a:lvl3pPr indent="-228600" lvl="2" marL="1371600" algn="l">
              <a:lnSpc>
                <a:spcPct val="90000"/>
              </a:lnSpc>
              <a:spcBef>
                <a:spcPts val="1200"/>
              </a:spcBef>
              <a:spcAft>
                <a:spcPts val="0"/>
              </a:spcAft>
              <a:buClr>
                <a:srgbClr val="232F3E"/>
              </a:buClr>
              <a:buSzPts val="2000"/>
              <a:buNone/>
              <a:defRPr/>
            </a:lvl3pPr>
            <a:lvl4pPr indent="-228600" lvl="3" marL="1828800" algn="l">
              <a:lnSpc>
                <a:spcPct val="90000"/>
              </a:lnSpc>
              <a:spcBef>
                <a:spcPts val="1200"/>
              </a:spcBef>
              <a:spcAft>
                <a:spcPts val="0"/>
              </a:spcAft>
              <a:buClr>
                <a:srgbClr val="232F3E"/>
              </a:buClr>
              <a:buSzPts val="1800"/>
              <a:buNone/>
              <a:defRPr/>
            </a:lvl4pPr>
            <a:lvl5pPr indent="-228600" lvl="4" marL="2286000" algn="l">
              <a:lnSpc>
                <a:spcPct val="90000"/>
              </a:lnSpc>
              <a:spcBef>
                <a:spcPts val="1200"/>
              </a:spcBef>
              <a:spcAft>
                <a:spcPts val="0"/>
              </a:spcAft>
              <a:buClr>
                <a:srgbClr val="232F3E"/>
              </a:buClr>
              <a:buSzPts val="1800"/>
              <a:buNone/>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p:cSld name="Title and Vertical Text">
    <p:bg>
      <p:bgPr>
        <a:solidFill>
          <a:schemeClr val="lt1"/>
        </a:solidFill>
      </p:bgPr>
    </p:bg>
    <p:spTree>
      <p:nvGrpSpPr>
        <p:cNvPr id="1715" name="Shape 1715"/>
        <p:cNvGrpSpPr/>
        <p:nvPr/>
      </p:nvGrpSpPr>
      <p:grpSpPr>
        <a:xfrm>
          <a:off x="0" y="0"/>
          <a:ext cx="0" cy="0"/>
          <a:chOff x="0" y="0"/>
          <a:chExt cx="0" cy="0"/>
        </a:xfrm>
      </p:grpSpPr>
      <p:sp>
        <p:nvSpPr>
          <p:cNvPr id="1716" name="Google Shape;1716;p198"/>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717" name="Google Shape;1717;p198"/>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2F3E"/>
              </a:buClr>
              <a:buSzPts val="3600"/>
              <a:buFont typeface="Play"/>
              <a:buNone/>
              <a:defRPr>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718" name="Google Shape;1718;p198"/>
          <p:cNvPicPr preferRelativeResize="0"/>
          <p:nvPr/>
        </p:nvPicPr>
        <p:blipFill rotWithShape="1">
          <a:blip r:embed="rId2">
            <a:alphaModFix/>
          </a:blip>
          <a:srcRect b="0" l="0" r="0" t="0"/>
          <a:stretch/>
        </p:blipFill>
        <p:spPr>
          <a:xfrm>
            <a:off x="365759" y="1028377"/>
            <a:ext cx="11484864" cy="45720"/>
          </a:xfrm>
          <a:prstGeom prst="rect">
            <a:avLst/>
          </a:prstGeom>
          <a:noFill/>
          <a:ln>
            <a:noFill/>
          </a:ln>
        </p:spPr>
      </p:pic>
      <p:sp>
        <p:nvSpPr>
          <p:cNvPr id="1719" name="Google Shape;1719;p198"/>
          <p:cNvSpPr txBox="1"/>
          <p:nvPr>
            <p:ph idx="1" type="body"/>
          </p:nvPr>
        </p:nvSpPr>
        <p:spPr>
          <a:xfrm rot="5400000">
            <a:off x="3404426" y="-2005596"/>
            <a:ext cx="5389244" cy="11466576"/>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0"/>
              </a:spcBef>
              <a:spcAft>
                <a:spcPts val="0"/>
              </a:spcAft>
              <a:buClr>
                <a:srgbClr val="232F3E"/>
              </a:buClr>
              <a:buSzPts val="2000"/>
              <a:buChar char="•"/>
              <a:defRPr sz="2000">
                <a:solidFill>
                  <a:srgbClr val="232F3E"/>
                </a:solidFill>
              </a:defRPr>
            </a:lvl2pPr>
            <a:lvl3pPr indent="-342900" lvl="2" marL="1371600" algn="l">
              <a:lnSpc>
                <a:spcPct val="100000"/>
              </a:lnSpc>
              <a:spcBef>
                <a:spcPts val="0"/>
              </a:spcBef>
              <a:spcAft>
                <a:spcPts val="0"/>
              </a:spcAft>
              <a:buClr>
                <a:srgbClr val="232F3E"/>
              </a:buClr>
              <a:buSzPts val="1800"/>
              <a:buChar char="•"/>
              <a:defRPr sz="1800">
                <a:solidFill>
                  <a:srgbClr val="232F3E"/>
                </a:solidFill>
              </a:defRPr>
            </a:lvl3pPr>
            <a:lvl4pPr indent="-330200" lvl="3" marL="1828800" algn="l">
              <a:lnSpc>
                <a:spcPct val="100000"/>
              </a:lnSpc>
              <a:spcBef>
                <a:spcPts val="0"/>
              </a:spcBef>
              <a:spcAft>
                <a:spcPts val="0"/>
              </a:spcAft>
              <a:buClr>
                <a:srgbClr val="232F3E"/>
              </a:buClr>
              <a:buSzPts val="1600"/>
              <a:buChar char="•"/>
              <a:defRPr sz="1600">
                <a:solidFill>
                  <a:srgbClr val="232F3E"/>
                </a:solidFill>
              </a:defRPr>
            </a:lvl4pPr>
            <a:lvl5pPr indent="-330200" lvl="4" marL="2286000" algn="l">
              <a:lnSpc>
                <a:spcPct val="100000"/>
              </a:lnSpc>
              <a:spcBef>
                <a:spcPts val="0"/>
              </a:spcBef>
              <a:spcAft>
                <a:spcPts val="0"/>
              </a:spcAft>
              <a:buClr>
                <a:srgbClr val="232F3E"/>
              </a:buClr>
              <a:buSzPts val="1600"/>
              <a:buChar char="•"/>
              <a:defRPr sz="1600">
                <a:solidFill>
                  <a:srgbClr val="232F3E"/>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Content">
  <p:cSld name="Vertical Title and Content">
    <p:bg>
      <p:bgPr>
        <a:solidFill>
          <a:schemeClr val="lt1"/>
        </a:solidFill>
      </p:bgPr>
    </p:bg>
    <p:spTree>
      <p:nvGrpSpPr>
        <p:cNvPr id="1720" name="Shape 1720"/>
        <p:cNvGrpSpPr/>
        <p:nvPr/>
      </p:nvGrpSpPr>
      <p:grpSpPr>
        <a:xfrm>
          <a:off x="0" y="0"/>
          <a:ext cx="0" cy="0"/>
          <a:chOff x="0" y="0"/>
          <a:chExt cx="0" cy="0"/>
        </a:xfrm>
      </p:grpSpPr>
      <p:sp>
        <p:nvSpPr>
          <p:cNvPr id="1721" name="Google Shape;1721;p199"/>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722" name="Google Shape;1722;p199"/>
          <p:cNvSpPr txBox="1"/>
          <p:nvPr>
            <p:ph type="title"/>
          </p:nvPr>
        </p:nvSpPr>
        <p:spPr>
          <a:xfrm rot="5400000">
            <a:off x="8202716" y="2805126"/>
            <a:ext cx="6127095" cy="1132145"/>
          </a:xfrm>
          <a:prstGeom prst="rect">
            <a:avLst/>
          </a:prstGeom>
          <a:noFill/>
          <a:ln>
            <a:noFill/>
          </a:ln>
        </p:spPr>
        <p:txBody>
          <a:bodyPr anchorCtr="0" anchor="ctr" bIns="45700" lIns="91425" spcFirstLastPara="1" rIns="91425" wrap="square" tIns="45700">
            <a:normAutofit/>
          </a:bodyPr>
          <a:lstStyle>
            <a:lvl1pPr lvl="0" marR="0" algn="l">
              <a:lnSpc>
                <a:spcPct val="90000"/>
              </a:lnSpc>
              <a:spcBef>
                <a:spcPts val="0"/>
              </a:spcBef>
              <a:spcAft>
                <a:spcPts val="0"/>
              </a:spcAft>
              <a:buClr>
                <a:srgbClr val="232F3E"/>
              </a:buClr>
              <a:buSzPts val="3600"/>
              <a:buFont typeface="Play"/>
              <a:buNone/>
              <a:defRPr>
                <a:solidFill>
                  <a:srgbClr val="232F3E"/>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723" name="Google Shape;1723;p199"/>
          <p:cNvPicPr preferRelativeResize="0"/>
          <p:nvPr/>
        </p:nvPicPr>
        <p:blipFill rotWithShape="1">
          <a:blip r:embed="rId2">
            <a:alphaModFix/>
          </a:blip>
          <a:srcRect b="0" l="0" r="0" t="0"/>
          <a:stretch/>
        </p:blipFill>
        <p:spPr>
          <a:xfrm rot="5400000">
            <a:off x="7636951" y="3348031"/>
            <a:ext cx="6126480" cy="45720"/>
          </a:xfrm>
          <a:prstGeom prst="rect">
            <a:avLst/>
          </a:prstGeom>
          <a:noFill/>
          <a:ln>
            <a:noFill/>
          </a:ln>
        </p:spPr>
      </p:pic>
      <p:sp>
        <p:nvSpPr>
          <p:cNvPr id="1724" name="Google Shape;1724;p199"/>
          <p:cNvSpPr txBox="1"/>
          <p:nvPr>
            <p:ph idx="1" type="body"/>
          </p:nvPr>
        </p:nvSpPr>
        <p:spPr>
          <a:xfrm rot="5400000">
            <a:off x="2451377" y="-1777968"/>
            <a:ext cx="6127095" cy="1029832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0"/>
              </a:spcBef>
              <a:spcAft>
                <a:spcPts val="0"/>
              </a:spcAft>
              <a:buClr>
                <a:srgbClr val="232F3E"/>
              </a:buClr>
              <a:buSzPts val="2400"/>
              <a:buChar char="•"/>
              <a:defRPr sz="2400">
                <a:solidFill>
                  <a:srgbClr val="232F3E"/>
                </a:solidFill>
              </a:defRPr>
            </a:lvl1pPr>
            <a:lvl2pPr indent="-355600" lvl="1" marL="914400" algn="l">
              <a:lnSpc>
                <a:spcPct val="100000"/>
              </a:lnSpc>
              <a:spcBef>
                <a:spcPts val="0"/>
              </a:spcBef>
              <a:spcAft>
                <a:spcPts val="0"/>
              </a:spcAft>
              <a:buClr>
                <a:srgbClr val="232F3E"/>
              </a:buClr>
              <a:buSzPts val="2000"/>
              <a:buChar char="•"/>
              <a:defRPr sz="2000">
                <a:solidFill>
                  <a:srgbClr val="232F3E"/>
                </a:solidFill>
              </a:defRPr>
            </a:lvl2pPr>
            <a:lvl3pPr indent="-342900" lvl="2" marL="1371600" algn="l">
              <a:lnSpc>
                <a:spcPct val="100000"/>
              </a:lnSpc>
              <a:spcBef>
                <a:spcPts val="0"/>
              </a:spcBef>
              <a:spcAft>
                <a:spcPts val="0"/>
              </a:spcAft>
              <a:buClr>
                <a:srgbClr val="232F3E"/>
              </a:buClr>
              <a:buSzPts val="1800"/>
              <a:buChar char="•"/>
              <a:defRPr sz="1800">
                <a:solidFill>
                  <a:srgbClr val="232F3E"/>
                </a:solidFill>
              </a:defRPr>
            </a:lvl3pPr>
            <a:lvl4pPr indent="-330200" lvl="3" marL="1828800" algn="l">
              <a:lnSpc>
                <a:spcPct val="100000"/>
              </a:lnSpc>
              <a:spcBef>
                <a:spcPts val="0"/>
              </a:spcBef>
              <a:spcAft>
                <a:spcPts val="0"/>
              </a:spcAft>
              <a:buClr>
                <a:srgbClr val="232F3E"/>
              </a:buClr>
              <a:buSzPts val="1600"/>
              <a:buChar char="•"/>
              <a:defRPr sz="1600">
                <a:solidFill>
                  <a:srgbClr val="232F3E"/>
                </a:solidFill>
              </a:defRPr>
            </a:lvl4pPr>
            <a:lvl5pPr indent="-330200" lvl="4" marL="2286000" algn="l">
              <a:lnSpc>
                <a:spcPct val="100000"/>
              </a:lnSpc>
              <a:spcBef>
                <a:spcPts val="0"/>
              </a:spcBef>
              <a:spcAft>
                <a:spcPts val="0"/>
              </a:spcAft>
              <a:buClr>
                <a:srgbClr val="232F3E"/>
              </a:buClr>
              <a:buSzPts val="1600"/>
              <a:buChar char="•"/>
              <a:defRPr sz="1600">
                <a:solidFill>
                  <a:srgbClr val="232F3E"/>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showMasterSp="0">
  <p:cSld name="Custom Layout">
    <p:bg>
      <p:bgPr>
        <a:solidFill>
          <a:srgbClr val="330066"/>
        </a:solidFill>
      </p:bgPr>
    </p:bg>
    <p:spTree>
      <p:nvGrpSpPr>
        <p:cNvPr id="1725" name="Shape 1725"/>
        <p:cNvGrpSpPr/>
        <p:nvPr/>
      </p:nvGrpSpPr>
      <p:grpSpPr>
        <a:xfrm>
          <a:off x="0" y="0"/>
          <a:ext cx="0" cy="0"/>
          <a:chOff x="0" y="0"/>
          <a:chExt cx="0" cy="0"/>
        </a:xfrm>
      </p:grpSpPr>
      <p:sp>
        <p:nvSpPr>
          <p:cNvPr id="1726" name="Google Shape;1726;p200"/>
          <p:cNvSpPr txBox="1"/>
          <p:nvPr/>
        </p:nvSpPr>
        <p:spPr>
          <a:xfrm>
            <a:off x="495300" y="1074510"/>
            <a:ext cx="11201400" cy="470898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6000">
                <a:solidFill>
                  <a:schemeClr val="lt1"/>
                </a:solidFill>
                <a:latin typeface="Play"/>
                <a:ea typeface="Play"/>
                <a:cs typeface="Play"/>
                <a:sym typeface="Play"/>
              </a:rPr>
              <a:t>Don’t use this layout</a:t>
            </a:r>
            <a:endParaRPr/>
          </a:p>
          <a:p>
            <a:pPr indent="0" lvl="0" marL="0" marR="0" rtl="0" algn="l">
              <a:spcBef>
                <a:spcPts val="0"/>
              </a:spcBef>
              <a:spcAft>
                <a:spcPts val="0"/>
              </a:spcAft>
              <a:buNone/>
            </a:pPr>
            <a:r>
              <a:t/>
            </a:r>
            <a:endParaRPr sz="6000">
              <a:solidFill>
                <a:schemeClr val="lt1"/>
              </a:solidFill>
              <a:latin typeface="Play"/>
              <a:ea typeface="Play"/>
              <a:cs typeface="Play"/>
              <a:sym typeface="Play"/>
            </a:endParaRPr>
          </a:p>
          <a:p>
            <a:pPr indent="0" lvl="0" marL="0" marR="0" rtl="0" algn="l">
              <a:spcBef>
                <a:spcPts val="0"/>
              </a:spcBef>
              <a:spcAft>
                <a:spcPts val="0"/>
              </a:spcAft>
              <a:buNone/>
            </a:pPr>
            <a:r>
              <a:rPr lang="en-US" sz="6000">
                <a:solidFill>
                  <a:schemeClr val="lt1"/>
                </a:solidFill>
                <a:latin typeface="Play"/>
                <a:ea typeface="Play"/>
                <a:cs typeface="Play"/>
                <a:sym typeface="Play"/>
              </a:rPr>
              <a:t>Layouts that appear after this one in the slide master are specific to Academy.</a:t>
            </a:r>
            <a:endParaRPr/>
          </a:p>
        </p:txBody>
      </p:sp>
    </p:spTree>
  </p:cSld>
  <p:clrMapOvr>
    <a:masterClrMapping/>
  </p:clrMapOvr>
</p:sldLayout>
</file>

<file path=ppt/slideLayouts/slideLayout1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pic Introduction Variant" showMasterSp="0">
  <p:cSld name="Topic Introduction Variant">
    <p:bg>
      <p:bgPr>
        <a:blipFill>
          <a:blip r:embed="rId2">
            <a:alphaModFix/>
          </a:blip>
          <a:stretch>
            <a:fillRect/>
          </a:stretch>
        </a:blipFill>
      </p:bgPr>
    </p:bg>
    <p:spTree>
      <p:nvGrpSpPr>
        <p:cNvPr id="1727" name="Shape 1727"/>
        <p:cNvGrpSpPr/>
        <p:nvPr/>
      </p:nvGrpSpPr>
      <p:grpSpPr>
        <a:xfrm>
          <a:off x="0" y="0"/>
          <a:ext cx="0" cy="0"/>
          <a:chOff x="0" y="0"/>
          <a:chExt cx="0" cy="0"/>
        </a:xfrm>
      </p:grpSpPr>
      <p:sp>
        <p:nvSpPr>
          <p:cNvPr id="1728" name="Google Shape;1728;p201"/>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729" name="Google Shape;1729;p201"/>
          <p:cNvSpPr txBox="1"/>
          <p:nvPr>
            <p:ph type="title"/>
          </p:nvPr>
        </p:nvSpPr>
        <p:spPr>
          <a:xfrm>
            <a:off x="243242" y="292099"/>
            <a:ext cx="4062057" cy="1866901"/>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0"/>
              </a:spcBef>
              <a:spcAft>
                <a:spcPts val="0"/>
              </a:spcAft>
              <a:buClr>
                <a:schemeClr val="lt1"/>
              </a:buClr>
              <a:buSzPts val="3600"/>
              <a:buFont typeface="Play"/>
              <a:buNone/>
              <a:defRPr sz="3600">
                <a:solidFill>
                  <a:schemeClr val="lt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30" name="Google Shape;1730;p201"/>
          <p:cNvSpPr txBox="1"/>
          <p:nvPr>
            <p:ph idx="1" type="body"/>
          </p:nvPr>
        </p:nvSpPr>
        <p:spPr>
          <a:xfrm>
            <a:off x="4592635" y="292099"/>
            <a:ext cx="7239701" cy="6142651"/>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0"/>
              </a:spcBef>
              <a:spcAft>
                <a:spcPts val="0"/>
              </a:spcAft>
              <a:buClr>
                <a:srgbClr val="232F3E"/>
              </a:buClr>
              <a:buSzPts val="2800"/>
              <a:buChar char="•"/>
              <a:defRPr sz="2800">
                <a:solidFill>
                  <a:srgbClr val="232F3E"/>
                </a:solidFill>
                <a:latin typeface="Play"/>
                <a:ea typeface="Play"/>
                <a:cs typeface="Play"/>
                <a:sym typeface="Play"/>
              </a:defRPr>
            </a:lvl1pPr>
            <a:lvl2pPr indent="-381000" lvl="1" marL="914400" algn="l">
              <a:lnSpc>
                <a:spcPct val="100000"/>
              </a:lnSpc>
              <a:spcBef>
                <a:spcPts val="1200"/>
              </a:spcBef>
              <a:spcAft>
                <a:spcPts val="0"/>
              </a:spcAft>
              <a:buClr>
                <a:srgbClr val="232F3E"/>
              </a:buClr>
              <a:buSzPts val="2400"/>
              <a:buChar char="•"/>
              <a:defRPr sz="2400">
                <a:solidFill>
                  <a:srgbClr val="232F3E"/>
                </a:solidFill>
                <a:latin typeface="Play"/>
                <a:ea typeface="Play"/>
                <a:cs typeface="Play"/>
                <a:sym typeface="Play"/>
              </a:defRPr>
            </a:lvl2pPr>
            <a:lvl3pPr indent="-355600" lvl="2" marL="1371600" algn="l">
              <a:lnSpc>
                <a:spcPct val="100000"/>
              </a:lnSpc>
              <a:spcBef>
                <a:spcPts val="1200"/>
              </a:spcBef>
              <a:spcAft>
                <a:spcPts val="0"/>
              </a:spcAft>
              <a:buClr>
                <a:srgbClr val="232F3E"/>
              </a:buClr>
              <a:buSzPts val="2000"/>
              <a:buChar char="•"/>
              <a:defRPr sz="2000">
                <a:solidFill>
                  <a:srgbClr val="232F3E"/>
                </a:solidFill>
                <a:latin typeface="Play"/>
                <a:ea typeface="Play"/>
                <a:cs typeface="Play"/>
                <a:sym typeface="Play"/>
              </a:defRPr>
            </a:lvl3pPr>
            <a:lvl4pPr indent="-342900" lvl="3" marL="1828800" algn="l">
              <a:lnSpc>
                <a:spcPct val="100000"/>
              </a:lnSpc>
              <a:spcBef>
                <a:spcPts val="1200"/>
              </a:spcBef>
              <a:spcAft>
                <a:spcPts val="0"/>
              </a:spcAft>
              <a:buClr>
                <a:srgbClr val="232F3E"/>
              </a:buClr>
              <a:buSzPts val="1800"/>
              <a:buChar char="•"/>
              <a:defRPr sz="1800">
                <a:solidFill>
                  <a:srgbClr val="232F3E"/>
                </a:solidFill>
                <a:latin typeface="Play"/>
                <a:ea typeface="Play"/>
                <a:cs typeface="Play"/>
                <a:sym typeface="Play"/>
              </a:defRPr>
            </a:lvl4pPr>
            <a:lvl5pPr indent="-342900" lvl="4" marL="2286000" algn="l">
              <a:lnSpc>
                <a:spcPct val="100000"/>
              </a:lnSpc>
              <a:spcBef>
                <a:spcPts val="1200"/>
              </a:spcBef>
              <a:spcAft>
                <a:spcPts val="0"/>
              </a:spcAft>
              <a:buClr>
                <a:srgbClr val="232F3E"/>
              </a:buClr>
              <a:buSzPts val="1800"/>
              <a:buChar char="•"/>
              <a:defRPr sz="1800">
                <a:solidFill>
                  <a:srgbClr val="232F3E"/>
                </a:solidFill>
                <a:latin typeface="Play"/>
                <a:ea typeface="Play"/>
                <a:cs typeface="Play"/>
                <a:sym typeface="Play"/>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731" name="Google Shape;1731;p201"/>
          <p:cNvPicPr preferRelativeResize="0"/>
          <p:nvPr/>
        </p:nvPicPr>
        <p:blipFill rotWithShape="1">
          <a:blip r:embed="rId3">
            <a:alphaModFix/>
          </a:blip>
          <a:srcRect b="0" l="0" r="0" t="0"/>
          <a:stretch/>
        </p:blipFill>
        <p:spPr>
          <a:xfrm>
            <a:off x="6009640" y="6446520"/>
            <a:ext cx="4610100" cy="311150"/>
          </a:xfrm>
          <a:prstGeom prst="rect">
            <a:avLst/>
          </a:prstGeom>
          <a:noFill/>
          <a:ln>
            <a:noFill/>
          </a:ln>
        </p:spPr>
      </p:pic>
    </p:spTree>
  </p:cSld>
  <p:clrMapOvr>
    <a:masterClrMapping/>
  </p:clrMapOvr>
</p:sldLayout>
</file>

<file path=ppt/slideLayouts/slideLayout1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ademyQuestion">
  <p:cSld name="AcademyQuestion">
    <p:bg>
      <p:bgPr>
        <a:solidFill>
          <a:schemeClr val="lt1"/>
        </a:solidFill>
      </p:bgPr>
    </p:bg>
    <p:spTree>
      <p:nvGrpSpPr>
        <p:cNvPr id="1732" name="Shape 1732"/>
        <p:cNvGrpSpPr/>
        <p:nvPr/>
      </p:nvGrpSpPr>
      <p:grpSpPr>
        <a:xfrm>
          <a:off x="0" y="0"/>
          <a:ext cx="0" cy="0"/>
          <a:chOff x="0" y="0"/>
          <a:chExt cx="0" cy="0"/>
        </a:xfrm>
      </p:grpSpPr>
      <p:sp>
        <p:nvSpPr>
          <p:cNvPr id="1733" name="Google Shape;1733;p202"/>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lvl1pPr indent="0" lvl="0" marL="0" algn="r">
              <a:spcBef>
                <a:spcPts val="0"/>
              </a:spcBef>
              <a:buNone/>
              <a:defRPr sz="1200">
                <a:solidFill>
                  <a:srgbClr val="232F3E"/>
                </a:solidFill>
                <a:latin typeface="Play"/>
                <a:ea typeface="Play"/>
                <a:cs typeface="Play"/>
                <a:sym typeface="Play"/>
              </a:defRPr>
            </a:lvl1pPr>
            <a:lvl2pPr indent="0" lvl="1" marL="0" algn="r">
              <a:spcBef>
                <a:spcPts val="0"/>
              </a:spcBef>
              <a:buNone/>
              <a:defRPr sz="1200">
                <a:solidFill>
                  <a:srgbClr val="232F3E"/>
                </a:solidFill>
                <a:latin typeface="Play"/>
                <a:ea typeface="Play"/>
                <a:cs typeface="Play"/>
                <a:sym typeface="Play"/>
              </a:defRPr>
            </a:lvl2pPr>
            <a:lvl3pPr indent="0" lvl="2" marL="0" algn="r">
              <a:spcBef>
                <a:spcPts val="0"/>
              </a:spcBef>
              <a:buNone/>
              <a:defRPr sz="1200">
                <a:solidFill>
                  <a:srgbClr val="232F3E"/>
                </a:solidFill>
                <a:latin typeface="Play"/>
                <a:ea typeface="Play"/>
                <a:cs typeface="Play"/>
                <a:sym typeface="Play"/>
              </a:defRPr>
            </a:lvl3pPr>
            <a:lvl4pPr indent="0" lvl="3" marL="0" algn="r">
              <a:spcBef>
                <a:spcPts val="0"/>
              </a:spcBef>
              <a:buNone/>
              <a:defRPr sz="1200">
                <a:solidFill>
                  <a:srgbClr val="232F3E"/>
                </a:solidFill>
                <a:latin typeface="Play"/>
                <a:ea typeface="Play"/>
                <a:cs typeface="Play"/>
                <a:sym typeface="Play"/>
              </a:defRPr>
            </a:lvl4pPr>
            <a:lvl5pPr indent="0" lvl="4" marL="0" algn="r">
              <a:spcBef>
                <a:spcPts val="0"/>
              </a:spcBef>
              <a:buNone/>
              <a:defRPr sz="1200">
                <a:solidFill>
                  <a:srgbClr val="232F3E"/>
                </a:solidFill>
                <a:latin typeface="Play"/>
                <a:ea typeface="Play"/>
                <a:cs typeface="Play"/>
                <a:sym typeface="Play"/>
              </a:defRPr>
            </a:lvl5pPr>
            <a:lvl6pPr indent="0" lvl="5" marL="0" algn="r">
              <a:spcBef>
                <a:spcPts val="0"/>
              </a:spcBef>
              <a:buNone/>
              <a:defRPr sz="1200">
                <a:solidFill>
                  <a:srgbClr val="232F3E"/>
                </a:solidFill>
                <a:latin typeface="Play"/>
                <a:ea typeface="Play"/>
                <a:cs typeface="Play"/>
                <a:sym typeface="Play"/>
              </a:defRPr>
            </a:lvl6pPr>
            <a:lvl7pPr indent="0" lvl="6" marL="0" algn="r">
              <a:spcBef>
                <a:spcPts val="0"/>
              </a:spcBef>
              <a:buNone/>
              <a:defRPr sz="1200">
                <a:solidFill>
                  <a:srgbClr val="232F3E"/>
                </a:solidFill>
                <a:latin typeface="Play"/>
                <a:ea typeface="Play"/>
                <a:cs typeface="Play"/>
                <a:sym typeface="Play"/>
              </a:defRPr>
            </a:lvl7pPr>
            <a:lvl8pPr indent="0" lvl="7" marL="0" algn="r">
              <a:spcBef>
                <a:spcPts val="0"/>
              </a:spcBef>
              <a:buNone/>
              <a:defRPr sz="1200">
                <a:solidFill>
                  <a:srgbClr val="232F3E"/>
                </a:solidFill>
                <a:latin typeface="Play"/>
                <a:ea typeface="Play"/>
                <a:cs typeface="Play"/>
                <a:sym typeface="Play"/>
              </a:defRPr>
            </a:lvl8pPr>
            <a:lvl9pPr indent="0" lvl="8" marL="0" algn="r">
              <a:spcBef>
                <a:spcPts val="0"/>
              </a:spcBef>
              <a:buNone/>
              <a:defRPr sz="1200">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734" name="Google Shape;1734;p202"/>
          <p:cNvSpPr txBox="1"/>
          <p:nvPr>
            <p:ph type="title"/>
          </p:nvPr>
        </p:nvSpPr>
        <p:spPr>
          <a:xfrm>
            <a:off x="0" y="185995"/>
            <a:ext cx="12192000" cy="535531"/>
          </a:xfrm>
          <a:prstGeom prst="rect">
            <a:avLst/>
          </a:prstGeom>
          <a:noFill/>
          <a:ln>
            <a:noFill/>
          </a:ln>
        </p:spPr>
        <p:txBody>
          <a:bodyPr anchorCtr="0" anchor="ctr" bIns="45700" lIns="182875" spcFirstLastPara="1" rIns="182875" wrap="square" tIns="45700">
            <a:spAutoFit/>
          </a:bodyPr>
          <a:lstStyle>
            <a:lvl1pPr lvl="0" algn="l">
              <a:lnSpc>
                <a:spcPct val="90000"/>
              </a:lnSpc>
              <a:spcBef>
                <a:spcPts val="0"/>
              </a:spcBef>
              <a:spcAft>
                <a:spcPts val="0"/>
              </a:spcAft>
              <a:buClr>
                <a:srgbClr val="232F3E"/>
              </a:buClr>
              <a:buSzPts val="3200"/>
              <a:buFont typeface="Play"/>
              <a:buNone/>
              <a:defRPr sz="3200">
                <a:solidFill>
                  <a:srgbClr val="232F3E"/>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35" name="Google Shape;1735;p202"/>
          <p:cNvSpPr txBox="1"/>
          <p:nvPr>
            <p:ph idx="1" type="body"/>
          </p:nvPr>
        </p:nvSpPr>
        <p:spPr>
          <a:xfrm>
            <a:off x="0" y="721526"/>
            <a:ext cx="12192000" cy="1463040"/>
          </a:xfrm>
          <a:prstGeom prst="rect">
            <a:avLst/>
          </a:prstGeom>
          <a:solidFill>
            <a:schemeClr val="accent1"/>
          </a:solidFill>
          <a:ln>
            <a:noFill/>
          </a:ln>
        </p:spPr>
        <p:txBody>
          <a:bodyPr anchorCtr="0" anchor="t" bIns="91425" lIns="182875" spcFirstLastPara="1" rIns="182875" wrap="square" tIns="91425">
            <a:noAutofit/>
          </a:bodyPr>
          <a:lstStyle>
            <a:lvl1pPr indent="-228600" lvl="0" marL="457200" algn="l">
              <a:lnSpc>
                <a:spcPct val="100000"/>
              </a:lnSpc>
              <a:spcBef>
                <a:spcPts val="0"/>
              </a:spcBef>
              <a:spcAft>
                <a:spcPts val="0"/>
              </a:spcAft>
              <a:buClr>
                <a:schemeClr val="lt1"/>
              </a:buClr>
              <a:buSzPts val="1600"/>
              <a:buNone/>
              <a:defRPr sz="1600">
                <a:solidFill>
                  <a:schemeClr val="lt1"/>
                </a:solidFill>
              </a:defRPr>
            </a:lvl1pPr>
            <a:lvl2pPr indent="-228600" lvl="1" marL="914400" algn="l">
              <a:lnSpc>
                <a:spcPct val="90000"/>
              </a:lnSpc>
              <a:spcBef>
                <a:spcPts val="600"/>
              </a:spcBef>
              <a:spcAft>
                <a:spcPts val="0"/>
              </a:spcAft>
              <a:buClr>
                <a:schemeClr val="lt1"/>
              </a:buClr>
              <a:buSzPts val="1600"/>
              <a:buNone/>
              <a:defRPr sz="1600">
                <a:solidFill>
                  <a:schemeClr val="lt1"/>
                </a:solidFill>
              </a:defRPr>
            </a:lvl2pPr>
            <a:lvl3pPr indent="-228600" lvl="2" marL="1371600" algn="l">
              <a:lnSpc>
                <a:spcPct val="90000"/>
              </a:lnSpc>
              <a:spcBef>
                <a:spcPts val="1200"/>
              </a:spcBef>
              <a:spcAft>
                <a:spcPts val="0"/>
              </a:spcAft>
              <a:buClr>
                <a:schemeClr val="lt1"/>
              </a:buClr>
              <a:buSzPts val="1600"/>
              <a:buNone/>
              <a:defRPr sz="1600">
                <a:solidFill>
                  <a:schemeClr val="lt1"/>
                </a:solidFill>
              </a:defRPr>
            </a:lvl3pPr>
            <a:lvl4pPr indent="-228600" lvl="3" marL="1828800" algn="l">
              <a:lnSpc>
                <a:spcPct val="90000"/>
              </a:lnSpc>
              <a:spcBef>
                <a:spcPts val="1200"/>
              </a:spcBef>
              <a:spcAft>
                <a:spcPts val="0"/>
              </a:spcAft>
              <a:buClr>
                <a:schemeClr val="lt1"/>
              </a:buClr>
              <a:buSzPts val="1600"/>
              <a:buNone/>
              <a:defRPr sz="1600">
                <a:solidFill>
                  <a:schemeClr val="lt1"/>
                </a:solidFill>
              </a:defRPr>
            </a:lvl4pPr>
            <a:lvl5pPr indent="-228600" lvl="4" marL="2286000" algn="l">
              <a:lnSpc>
                <a:spcPct val="90000"/>
              </a:lnSpc>
              <a:spcBef>
                <a:spcPts val="1200"/>
              </a:spcBef>
              <a:spcAft>
                <a:spcPts val="0"/>
              </a:spcAft>
              <a:buClr>
                <a:schemeClr val="lt1"/>
              </a:buClr>
              <a:buSzPts val="1600"/>
              <a:buNone/>
              <a:defRPr sz="1600">
                <a:solidFill>
                  <a:schemeClr val="lt1"/>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7.xml"/><Relationship Id="rId42" Type="http://schemas.openxmlformats.org/officeDocument/2006/relationships/slideLayout" Target="../slideLayouts/slideLayout39.xml"/><Relationship Id="rId41" Type="http://schemas.openxmlformats.org/officeDocument/2006/relationships/slideLayout" Target="../slideLayouts/slideLayout38.xml"/><Relationship Id="rId44" Type="http://schemas.openxmlformats.org/officeDocument/2006/relationships/slideLayout" Target="../slideLayouts/slideLayout41.xml"/><Relationship Id="rId43" Type="http://schemas.openxmlformats.org/officeDocument/2006/relationships/slideLayout" Target="../slideLayouts/slideLayout40.xml"/><Relationship Id="rId46" Type="http://schemas.openxmlformats.org/officeDocument/2006/relationships/slideLayout" Target="../slideLayouts/slideLayout43.xml"/><Relationship Id="rId45" Type="http://schemas.openxmlformats.org/officeDocument/2006/relationships/slideLayout" Target="../slideLayouts/slideLayout42.xml"/><Relationship Id="rId1" Type="http://schemas.openxmlformats.org/officeDocument/2006/relationships/image" Target="../media/image5.png"/><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slideLayout" Target="../slideLayouts/slideLayout1.xml"/><Relationship Id="rId9" Type="http://schemas.openxmlformats.org/officeDocument/2006/relationships/slideLayout" Target="../slideLayouts/slideLayout6.xml"/><Relationship Id="rId48" Type="http://schemas.openxmlformats.org/officeDocument/2006/relationships/slideLayout" Target="../slideLayouts/slideLayout45.xml"/><Relationship Id="rId47" Type="http://schemas.openxmlformats.org/officeDocument/2006/relationships/slideLayout" Target="../slideLayouts/slideLayout44.xml"/><Relationship Id="rId49" Type="http://schemas.openxmlformats.org/officeDocument/2006/relationships/slideLayout" Target="../slideLayouts/slideLayout46.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 Id="rId31" Type="http://schemas.openxmlformats.org/officeDocument/2006/relationships/slideLayout" Target="../slideLayouts/slideLayout28.xml"/><Relationship Id="rId30" Type="http://schemas.openxmlformats.org/officeDocument/2006/relationships/slideLayout" Target="../slideLayouts/slideLayout27.xml"/><Relationship Id="rId33" Type="http://schemas.openxmlformats.org/officeDocument/2006/relationships/slideLayout" Target="../slideLayouts/slideLayout30.xml"/><Relationship Id="rId32" Type="http://schemas.openxmlformats.org/officeDocument/2006/relationships/slideLayout" Target="../slideLayouts/slideLayout29.xml"/><Relationship Id="rId35" Type="http://schemas.openxmlformats.org/officeDocument/2006/relationships/slideLayout" Target="../slideLayouts/slideLayout32.xml"/><Relationship Id="rId34" Type="http://schemas.openxmlformats.org/officeDocument/2006/relationships/slideLayout" Target="../slideLayouts/slideLayout31.xml"/><Relationship Id="rId37" Type="http://schemas.openxmlformats.org/officeDocument/2006/relationships/slideLayout" Target="../slideLayouts/slideLayout34.xml"/><Relationship Id="rId36" Type="http://schemas.openxmlformats.org/officeDocument/2006/relationships/slideLayout" Target="../slideLayouts/slideLayout33.xml"/><Relationship Id="rId39" Type="http://schemas.openxmlformats.org/officeDocument/2006/relationships/slideLayout" Target="../slideLayouts/slideLayout36.xml"/><Relationship Id="rId38" Type="http://schemas.openxmlformats.org/officeDocument/2006/relationships/slideLayout" Target="../slideLayouts/slideLayout35.xml"/><Relationship Id="rId62" Type="http://schemas.openxmlformats.org/officeDocument/2006/relationships/slideLayout" Target="../slideLayouts/slideLayout59.xml"/><Relationship Id="rId61" Type="http://schemas.openxmlformats.org/officeDocument/2006/relationships/slideLayout" Target="../slideLayouts/slideLayout58.xml"/><Relationship Id="rId20" Type="http://schemas.openxmlformats.org/officeDocument/2006/relationships/slideLayout" Target="../slideLayouts/slideLayout17.xml"/><Relationship Id="rId64" Type="http://schemas.openxmlformats.org/officeDocument/2006/relationships/slideLayout" Target="../slideLayouts/slideLayout61.xml"/><Relationship Id="rId63" Type="http://schemas.openxmlformats.org/officeDocument/2006/relationships/slideLayout" Target="../slideLayouts/slideLayout60.xml"/><Relationship Id="rId22" Type="http://schemas.openxmlformats.org/officeDocument/2006/relationships/slideLayout" Target="../slideLayouts/slideLayout19.xml"/><Relationship Id="rId66" Type="http://schemas.openxmlformats.org/officeDocument/2006/relationships/theme" Target="../theme/theme4.xml"/><Relationship Id="rId21" Type="http://schemas.openxmlformats.org/officeDocument/2006/relationships/slideLayout" Target="../slideLayouts/slideLayout18.xml"/><Relationship Id="rId65" Type="http://schemas.openxmlformats.org/officeDocument/2006/relationships/slideLayout" Target="../slideLayouts/slideLayout62.xml"/><Relationship Id="rId24" Type="http://schemas.openxmlformats.org/officeDocument/2006/relationships/slideLayout" Target="../slideLayouts/slideLayout21.xml"/><Relationship Id="rId23" Type="http://schemas.openxmlformats.org/officeDocument/2006/relationships/slideLayout" Target="../slideLayouts/slideLayout20.xml"/><Relationship Id="rId60" Type="http://schemas.openxmlformats.org/officeDocument/2006/relationships/slideLayout" Target="../slideLayouts/slideLayout57.xml"/><Relationship Id="rId26" Type="http://schemas.openxmlformats.org/officeDocument/2006/relationships/slideLayout" Target="../slideLayouts/slideLayout23.xml"/><Relationship Id="rId25" Type="http://schemas.openxmlformats.org/officeDocument/2006/relationships/slideLayout" Target="../slideLayouts/slideLayout22.xml"/><Relationship Id="rId28" Type="http://schemas.openxmlformats.org/officeDocument/2006/relationships/slideLayout" Target="../slideLayouts/slideLayout25.xml"/><Relationship Id="rId27" Type="http://schemas.openxmlformats.org/officeDocument/2006/relationships/slideLayout" Target="../slideLayouts/slideLayout24.xml"/><Relationship Id="rId29" Type="http://schemas.openxmlformats.org/officeDocument/2006/relationships/slideLayout" Target="../slideLayouts/slideLayout26.xml"/><Relationship Id="rId51" Type="http://schemas.openxmlformats.org/officeDocument/2006/relationships/slideLayout" Target="../slideLayouts/slideLayout48.xml"/><Relationship Id="rId50" Type="http://schemas.openxmlformats.org/officeDocument/2006/relationships/slideLayout" Target="../slideLayouts/slideLayout47.xml"/><Relationship Id="rId53" Type="http://schemas.openxmlformats.org/officeDocument/2006/relationships/slideLayout" Target="../slideLayouts/slideLayout50.xml"/><Relationship Id="rId52" Type="http://schemas.openxmlformats.org/officeDocument/2006/relationships/slideLayout" Target="../slideLayouts/slideLayout49.xml"/><Relationship Id="rId11" Type="http://schemas.openxmlformats.org/officeDocument/2006/relationships/slideLayout" Target="../slideLayouts/slideLayout8.xml"/><Relationship Id="rId55" Type="http://schemas.openxmlformats.org/officeDocument/2006/relationships/slideLayout" Target="../slideLayouts/slideLayout52.xml"/><Relationship Id="rId10" Type="http://schemas.openxmlformats.org/officeDocument/2006/relationships/slideLayout" Target="../slideLayouts/slideLayout7.xml"/><Relationship Id="rId54" Type="http://schemas.openxmlformats.org/officeDocument/2006/relationships/slideLayout" Target="../slideLayouts/slideLayout51.xml"/><Relationship Id="rId13" Type="http://schemas.openxmlformats.org/officeDocument/2006/relationships/slideLayout" Target="../slideLayouts/slideLayout10.xml"/><Relationship Id="rId57" Type="http://schemas.openxmlformats.org/officeDocument/2006/relationships/slideLayout" Target="../slideLayouts/slideLayout54.xml"/><Relationship Id="rId12" Type="http://schemas.openxmlformats.org/officeDocument/2006/relationships/slideLayout" Target="../slideLayouts/slideLayout9.xml"/><Relationship Id="rId56" Type="http://schemas.openxmlformats.org/officeDocument/2006/relationships/slideLayout" Target="../slideLayouts/slideLayout53.xml"/><Relationship Id="rId15" Type="http://schemas.openxmlformats.org/officeDocument/2006/relationships/slideLayout" Target="../slideLayouts/slideLayout12.xml"/><Relationship Id="rId59" Type="http://schemas.openxmlformats.org/officeDocument/2006/relationships/slideLayout" Target="../slideLayouts/slideLayout56.xml"/><Relationship Id="rId14" Type="http://schemas.openxmlformats.org/officeDocument/2006/relationships/slideLayout" Target="../slideLayouts/slideLayout11.xml"/><Relationship Id="rId58" Type="http://schemas.openxmlformats.org/officeDocument/2006/relationships/slideLayout" Target="../slideLayouts/slideLayout55.xml"/><Relationship Id="rId17" Type="http://schemas.openxmlformats.org/officeDocument/2006/relationships/slideLayout" Target="../slideLayouts/slideLayout14.xml"/><Relationship Id="rId16" Type="http://schemas.openxmlformats.org/officeDocument/2006/relationships/slideLayout" Target="../slideLayouts/slideLayout13.xml"/><Relationship Id="rId19" Type="http://schemas.openxmlformats.org/officeDocument/2006/relationships/slideLayout" Target="../slideLayouts/slideLayout16.xml"/><Relationship Id="rId18" Type="http://schemas.openxmlformats.org/officeDocument/2006/relationships/slideLayout" Target="../slideLayouts/slideLayout15.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99.xml"/><Relationship Id="rId42" Type="http://schemas.openxmlformats.org/officeDocument/2006/relationships/slideLayout" Target="../slideLayouts/slideLayout101.xml"/><Relationship Id="rId41" Type="http://schemas.openxmlformats.org/officeDocument/2006/relationships/slideLayout" Target="../slideLayouts/slideLayout100.xml"/><Relationship Id="rId44" Type="http://schemas.openxmlformats.org/officeDocument/2006/relationships/slideLayout" Target="../slideLayouts/slideLayout103.xml"/><Relationship Id="rId43" Type="http://schemas.openxmlformats.org/officeDocument/2006/relationships/slideLayout" Target="../slideLayouts/slideLayout102.xml"/><Relationship Id="rId46" Type="http://schemas.openxmlformats.org/officeDocument/2006/relationships/slideLayout" Target="../slideLayouts/slideLayout105.xml"/><Relationship Id="rId45" Type="http://schemas.openxmlformats.org/officeDocument/2006/relationships/slideLayout" Target="../slideLayouts/slideLayout104.xml"/><Relationship Id="rId1" Type="http://schemas.openxmlformats.org/officeDocument/2006/relationships/image" Target="../media/image5.png"/><Relationship Id="rId2" Type="http://schemas.openxmlformats.org/officeDocument/2006/relationships/image" Target="../media/image38.png"/><Relationship Id="rId3" Type="http://schemas.openxmlformats.org/officeDocument/2006/relationships/image" Target="../media/image2.png"/><Relationship Id="rId4" Type="http://schemas.openxmlformats.org/officeDocument/2006/relationships/slideLayout" Target="../slideLayouts/slideLayout63.xml"/><Relationship Id="rId9" Type="http://schemas.openxmlformats.org/officeDocument/2006/relationships/slideLayout" Target="../slideLayouts/slideLayout68.xml"/><Relationship Id="rId48" Type="http://schemas.openxmlformats.org/officeDocument/2006/relationships/slideLayout" Target="../slideLayouts/slideLayout107.xml"/><Relationship Id="rId47" Type="http://schemas.openxmlformats.org/officeDocument/2006/relationships/slideLayout" Target="../slideLayouts/slideLayout106.xml"/><Relationship Id="rId49" Type="http://schemas.openxmlformats.org/officeDocument/2006/relationships/slideLayout" Target="../slideLayouts/slideLayout108.xml"/><Relationship Id="rId5" Type="http://schemas.openxmlformats.org/officeDocument/2006/relationships/slideLayout" Target="../slideLayouts/slideLayout64.xml"/><Relationship Id="rId6" Type="http://schemas.openxmlformats.org/officeDocument/2006/relationships/slideLayout" Target="../slideLayouts/slideLayout65.xml"/><Relationship Id="rId7" Type="http://schemas.openxmlformats.org/officeDocument/2006/relationships/slideLayout" Target="../slideLayouts/slideLayout66.xml"/><Relationship Id="rId8" Type="http://schemas.openxmlformats.org/officeDocument/2006/relationships/slideLayout" Target="../slideLayouts/slideLayout67.xml"/><Relationship Id="rId31" Type="http://schemas.openxmlformats.org/officeDocument/2006/relationships/slideLayout" Target="../slideLayouts/slideLayout90.xml"/><Relationship Id="rId30" Type="http://schemas.openxmlformats.org/officeDocument/2006/relationships/slideLayout" Target="../slideLayouts/slideLayout89.xml"/><Relationship Id="rId33" Type="http://schemas.openxmlformats.org/officeDocument/2006/relationships/slideLayout" Target="../slideLayouts/slideLayout92.xml"/><Relationship Id="rId32" Type="http://schemas.openxmlformats.org/officeDocument/2006/relationships/slideLayout" Target="../slideLayouts/slideLayout91.xml"/><Relationship Id="rId35" Type="http://schemas.openxmlformats.org/officeDocument/2006/relationships/slideLayout" Target="../slideLayouts/slideLayout94.xml"/><Relationship Id="rId34" Type="http://schemas.openxmlformats.org/officeDocument/2006/relationships/slideLayout" Target="../slideLayouts/slideLayout93.xml"/><Relationship Id="rId37" Type="http://schemas.openxmlformats.org/officeDocument/2006/relationships/slideLayout" Target="../slideLayouts/slideLayout96.xml"/><Relationship Id="rId36" Type="http://schemas.openxmlformats.org/officeDocument/2006/relationships/slideLayout" Target="../slideLayouts/slideLayout95.xml"/><Relationship Id="rId39" Type="http://schemas.openxmlformats.org/officeDocument/2006/relationships/slideLayout" Target="../slideLayouts/slideLayout98.xml"/><Relationship Id="rId38" Type="http://schemas.openxmlformats.org/officeDocument/2006/relationships/slideLayout" Target="../slideLayouts/slideLayout97.xml"/><Relationship Id="rId62" Type="http://schemas.openxmlformats.org/officeDocument/2006/relationships/slideLayout" Target="../slideLayouts/slideLayout121.xml"/><Relationship Id="rId61" Type="http://schemas.openxmlformats.org/officeDocument/2006/relationships/slideLayout" Target="../slideLayouts/slideLayout120.xml"/><Relationship Id="rId20" Type="http://schemas.openxmlformats.org/officeDocument/2006/relationships/slideLayout" Target="../slideLayouts/slideLayout79.xml"/><Relationship Id="rId64" Type="http://schemas.openxmlformats.org/officeDocument/2006/relationships/theme" Target="../theme/theme1.xml"/><Relationship Id="rId63" Type="http://schemas.openxmlformats.org/officeDocument/2006/relationships/slideLayout" Target="../slideLayouts/slideLayout122.xml"/><Relationship Id="rId22" Type="http://schemas.openxmlformats.org/officeDocument/2006/relationships/slideLayout" Target="../slideLayouts/slideLayout81.xml"/><Relationship Id="rId21" Type="http://schemas.openxmlformats.org/officeDocument/2006/relationships/slideLayout" Target="../slideLayouts/slideLayout80.xml"/><Relationship Id="rId24" Type="http://schemas.openxmlformats.org/officeDocument/2006/relationships/slideLayout" Target="../slideLayouts/slideLayout83.xml"/><Relationship Id="rId23" Type="http://schemas.openxmlformats.org/officeDocument/2006/relationships/slideLayout" Target="../slideLayouts/slideLayout82.xml"/><Relationship Id="rId60" Type="http://schemas.openxmlformats.org/officeDocument/2006/relationships/slideLayout" Target="../slideLayouts/slideLayout119.xml"/><Relationship Id="rId26" Type="http://schemas.openxmlformats.org/officeDocument/2006/relationships/slideLayout" Target="../slideLayouts/slideLayout85.xml"/><Relationship Id="rId25" Type="http://schemas.openxmlformats.org/officeDocument/2006/relationships/slideLayout" Target="../slideLayouts/slideLayout84.xml"/><Relationship Id="rId28" Type="http://schemas.openxmlformats.org/officeDocument/2006/relationships/slideLayout" Target="../slideLayouts/slideLayout87.xml"/><Relationship Id="rId27" Type="http://schemas.openxmlformats.org/officeDocument/2006/relationships/slideLayout" Target="../slideLayouts/slideLayout86.xml"/><Relationship Id="rId29" Type="http://schemas.openxmlformats.org/officeDocument/2006/relationships/slideLayout" Target="../slideLayouts/slideLayout88.xml"/><Relationship Id="rId51" Type="http://schemas.openxmlformats.org/officeDocument/2006/relationships/slideLayout" Target="../slideLayouts/slideLayout110.xml"/><Relationship Id="rId50" Type="http://schemas.openxmlformats.org/officeDocument/2006/relationships/slideLayout" Target="../slideLayouts/slideLayout109.xml"/><Relationship Id="rId53" Type="http://schemas.openxmlformats.org/officeDocument/2006/relationships/slideLayout" Target="../slideLayouts/slideLayout112.xml"/><Relationship Id="rId52" Type="http://schemas.openxmlformats.org/officeDocument/2006/relationships/slideLayout" Target="../slideLayouts/slideLayout111.xml"/><Relationship Id="rId11" Type="http://schemas.openxmlformats.org/officeDocument/2006/relationships/slideLayout" Target="../slideLayouts/slideLayout70.xml"/><Relationship Id="rId55" Type="http://schemas.openxmlformats.org/officeDocument/2006/relationships/slideLayout" Target="../slideLayouts/slideLayout114.xml"/><Relationship Id="rId10" Type="http://schemas.openxmlformats.org/officeDocument/2006/relationships/slideLayout" Target="../slideLayouts/slideLayout69.xml"/><Relationship Id="rId54" Type="http://schemas.openxmlformats.org/officeDocument/2006/relationships/slideLayout" Target="../slideLayouts/slideLayout113.xml"/><Relationship Id="rId13" Type="http://schemas.openxmlformats.org/officeDocument/2006/relationships/slideLayout" Target="../slideLayouts/slideLayout72.xml"/><Relationship Id="rId57" Type="http://schemas.openxmlformats.org/officeDocument/2006/relationships/slideLayout" Target="../slideLayouts/slideLayout116.xml"/><Relationship Id="rId12" Type="http://schemas.openxmlformats.org/officeDocument/2006/relationships/slideLayout" Target="../slideLayouts/slideLayout71.xml"/><Relationship Id="rId56" Type="http://schemas.openxmlformats.org/officeDocument/2006/relationships/slideLayout" Target="../slideLayouts/slideLayout115.xml"/><Relationship Id="rId15" Type="http://schemas.openxmlformats.org/officeDocument/2006/relationships/slideLayout" Target="../slideLayouts/slideLayout74.xml"/><Relationship Id="rId59" Type="http://schemas.openxmlformats.org/officeDocument/2006/relationships/slideLayout" Target="../slideLayouts/slideLayout118.xml"/><Relationship Id="rId14" Type="http://schemas.openxmlformats.org/officeDocument/2006/relationships/slideLayout" Target="../slideLayouts/slideLayout73.xml"/><Relationship Id="rId58" Type="http://schemas.openxmlformats.org/officeDocument/2006/relationships/slideLayout" Target="../slideLayouts/slideLayout117.xml"/><Relationship Id="rId17" Type="http://schemas.openxmlformats.org/officeDocument/2006/relationships/slideLayout" Target="../slideLayouts/slideLayout76.xml"/><Relationship Id="rId16" Type="http://schemas.openxmlformats.org/officeDocument/2006/relationships/slideLayout" Target="../slideLayouts/slideLayout75.xml"/><Relationship Id="rId19" Type="http://schemas.openxmlformats.org/officeDocument/2006/relationships/slideLayout" Target="../slideLayouts/slideLayout78.xml"/><Relationship Id="rId18" Type="http://schemas.openxmlformats.org/officeDocument/2006/relationships/slideLayout" Target="../slideLayouts/slideLayout77.xml"/></Relationships>
</file>

<file path=ppt/slideMasters/_rels/slideMaster3.xml.rels><?xml version="1.0" encoding="UTF-8" standalone="yes"?><Relationships xmlns="http://schemas.openxmlformats.org/package/2006/relationships"><Relationship Id="rId40" Type="http://schemas.openxmlformats.org/officeDocument/2006/relationships/slideLayout" Target="../slideLayouts/slideLayout159.xml"/><Relationship Id="rId42" Type="http://schemas.openxmlformats.org/officeDocument/2006/relationships/slideLayout" Target="../slideLayouts/slideLayout161.xml"/><Relationship Id="rId41" Type="http://schemas.openxmlformats.org/officeDocument/2006/relationships/slideLayout" Target="../slideLayouts/slideLayout160.xml"/><Relationship Id="rId44" Type="http://schemas.openxmlformats.org/officeDocument/2006/relationships/slideLayout" Target="../slideLayouts/slideLayout163.xml"/><Relationship Id="rId43" Type="http://schemas.openxmlformats.org/officeDocument/2006/relationships/slideLayout" Target="../slideLayouts/slideLayout162.xml"/><Relationship Id="rId46" Type="http://schemas.openxmlformats.org/officeDocument/2006/relationships/slideLayout" Target="../slideLayouts/slideLayout165.xml"/><Relationship Id="rId45" Type="http://schemas.openxmlformats.org/officeDocument/2006/relationships/slideLayout" Target="../slideLayouts/slideLayout164.xml"/><Relationship Id="rId1" Type="http://schemas.openxmlformats.org/officeDocument/2006/relationships/image" Target="../media/image5.png"/><Relationship Id="rId2" Type="http://schemas.openxmlformats.org/officeDocument/2006/relationships/image" Target="../media/image38.png"/><Relationship Id="rId3" Type="http://schemas.openxmlformats.org/officeDocument/2006/relationships/image" Target="../media/image2.png"/><Relationship Id="rId4" Type="http://schemas.openxmlformats.org/officeDocument/2006/relationships/slideLayout" Target="../slideLayouts/slideLayout123.xml"/><Relationship Id="rId9" Type="http://schemas.openxmlformats.org/officeDocument/2006/relationships/slideLayout" Target="../slideLayouts/slideLayout128.xml"/><Relationship Id="rId48" Type="http://schemas.openxmlformats.org/officeDocument/2006/relationships/slideLayout" Target="../slideLayouts/slideLayout167.xml"/><Relationship Id="rId47" Type="http://schemas.openxmlformats.org/officeDocument/2006/relationships/slideLayout" Target="../slideLayouts/slideLayout166.xml"/><Relationship Id="rId49" Type="http://schemas.openxmlformats.org/officeDocument/2006/relationships/slideLayout" Target="../slideLayouts/slideLayout168.xml"/><Relationship Id="rId5" Type="http://schemas.openxmlformats.org/officeDocument/2006/relationships/slideLayout" Target="../slideLayouts/slideLayout124.xml"/><Relationship Id="rId6" Type="http://schemas.openxmlformats.org/officeDocument/2006/relationships/slideLayout" Target="../slideLayouts/slideLayout125.xml"/><Relationship Id="rId7" Type="http://schemas.openxmlformats.org/officeDocument/2006/relationships/slideLayout" Target="../slideLayouts/slideLayout126.xml"/><Relationship Id="rId8" Type="http://schemas.openxmlformats.org/officeDocument/2006/relationships/slideLayout" Target="../slideLayouts/slideLayout127.xml"/><Relationship Id="rId31" Type="http://schemas.openxmlformats.org/officeDocument/2006/relationships/slideLayout" Target="../slideLayouts/slideLayout150.xml"/><Relationship Id="rId30" Type="http://schemas.openxmlformats.org/officeDocument/2006/relationships/slideLayout" Target="../slideLayouts/slideLayout149.xml"/><Relationship Id="rId33" Type="http://schemas.openxmlformats.org/officeDocument/2006/relationships/slideLayout" Target="../slideLayouts/slideLayout152.xml"/><Relationship Id="rId32" Type="http://schemas.openxmlformats.org/officeDocument/2006/relationships/slideLayout" Target="../slideLayouts/slideLayout151.xml"/><Relationship Id="rId35" Type="http://schemas.openxmlformats.org/officeDocument/2006/relationships/slideLayout" Target="../slideLayouts/slideLayout154.xml"/><Relationship Id="rId34" Type="http://schemas.openxmlformats.org/officeDocument/2006/relationships/slideLayout" Target="../slideLayouts/slideLayout153.xml"/><Relationship Id="rId37" Type="http://schemas.openxmlformats.org/officeDocument/2006/relationships/slideLayout" Target="../slideLayouts/slideLayout156.xml"/><Relationship Id="rId36" Type="http://schemas.openxmlformats.org/officeDocument/2006/relationships/slideLayout" Target="../slideLayouts/slideLayout155.xml"/><Relationship Id="rId39" Type="http://schemas.openxmlformats.org/officeDocument/2006/relationships/slideLayout" Target="../slideLayouts/slideLayout158.xml"/><Relationship Id="rId38" Type="http://schemas.openxmlformats.org/officeDocument/2006/relationships/slideLayout" Target="../slideLayouts/slideLayout157.xml"/><Relationship Id="rId62" Type="http://schemas.openxmlformats.org/officeDocument/2006/relationships/slideLayout" Target="../slideLayouts/slideLayout181.xml"/><Relationship Id="rId61" Type="http://schemas.openxmlformats.org/officeDocument/2006/relationships/slideLayout" Target="../slideLayouts/slideLayout180.xml"/><Relationship Id="rId20" Type="http://schemas.openxmlformats.org/officeDocument/2006/relationships/slideLayout" Target="../slideLayouts/slideLayout139.xml"/><Relationship Id="rId64" Type="http://schemas.openxmlformats.org/officeDocument/2006/relationships/theme" Target="../theme/theme2.xml"/><Relationship Id="rId63" Type="http://schemas.openxmlformats.org/officeDocument/2006/relationships/slideLayout" Target="../slideLayouts/slideLayout182.xml"/><Relationship Id="rId22" Type="http://schemas.openxmlformats.org/officeDocument/2006/relationships/slideLayout" Target="../slideLayouts/slideLayout141.xml"/><Relationship Id="rId21" Type="http://schemas.openxmlformats.org/officeDocument/2006/relationships/slideLayout" Target="../slideLayouts/slideLayout140.xml"/><Relationship Id="rId24" Type="http://schemas.openxmlformats.org/officeDocument/2006/relationships/slideLayout" Target="../slideLayouts/slideLayout143.xml"/><Relationship Id="rId23" Type="http://schemas.openxmlformats.org/officeDocument/2006/relationships/slideLayout" Target="../slideLayouts/slideLayout142.xml"/><Relationship Id="rId60" Type="http://schemas.openxmlformats.org/officeDocument/2006/relationships/slideLayout" Target="../slideLayouts/slideLayout179.xml"/><Relationship Id="rId26" Type="http://schemas.openxmlformats.org/officeDocument/2006/relationships/slideLayout" Target="../slideLayouts/slideLayout145.xml"/><Relationship Id="rId25" Type="http://schemas.openxmlformats.org/officeDocument/2006/relationships/slideLayout" Target="../slideLayouts/slideLayout144.xml"/><Relationship Id="rId28" Type="http://schemas.openxmlformats.org/officeDocument/2006/relationships/slideLayout" Target="../slideLayouts/slideLayout147.xml"/><Relationship Id="rId27" Type="http://schemas.openxmlformats.org/officeDocument/2006/relationships/slideLayout" Target="../slideLayouts/slideLayout146.xml"/><Relationship Id="rId29" Type="http://schemas.openxmlformats.org/officeDocument/2006/relationships/slideLayout" Target="../slideLayouts/slideLayout148.xml"/><Relationship Id="rId51" Type="http://schemas.openxmlformats.org/officeDocument/2006/relationships/slideLayout" Target="../slideLayouts/slideLayout170.xml"/><Relationship Id="rId50" Type="http://schemas.openxmlformats.org/officeDocument/2006/relationships/slideLayout" Target="../slideLayouts/slideLayout169.xml"/><Relationship Id="rId53" Type="http://schemas.openxmlformats.org/officeDocument/2006/relationships/slideLayout" Target="../slideLayouts/slideLayout172.xml"/><Relationship Id="rId52" Type="http://schemas.openxmlformats.org/officeDocument/2006/relationships/slideLayout" Target="../slideLayouts/slideLayout171.xml"/><Relationship Id="rId11" Type="http://schemas.openxmlformats.org/officeDocument/2006/relationships/slideLayout" Target="../slideLayouts/slideLayout130.xml"/><Relationship Id="rId55" Type="http://schemas.openxmlformats.org/officeDocument/2006/relationships/slideLayout" Target="../slideLayouts/slideLayout174.xml"/><Relationship Id="rId10" Type="http://schemas.openxmlformats.org/officeDocument/2006/relationships/slideLayout" Target="../slideLayouts/slideLayout129.xml"/><Relationship Id="rId54" Type="http://schemas.openxmlformats.org/officeDocument/2006/relationships/slideLayout" Target="../slideLayouts/slideLayout173.xml"/><Relationship Id="rId13" Type="http://schemas.openxmlformats.org/officeDocument/2006/relationships/slideLayout" Target="../slideLayouts/slideLayout132.xml"/><Relationship Id="rId57" Type="http://schemas.openxmlformats.org/officeDocument/2006/relationships/slideLayout" Target="../slideLayouts/slideLayout176.xml"/><Relationship Id="rId12" Type="http://schemas.openxmlformats.org/officeDocument/2006/relationships/slideLayout" Target="../slideLayouts/slideLayout131.xml"/><Relationship Id="rId56" Type="http://schemas.openxmlformats.org/officeDocument/2006/relationships/slideLayout" Target="../slideLayouts/slideLayout175.xml"/><Relationship Id="rId15" Type="http://schemas.openxmlformats.org/officeDocument/2006/relationships/slideLayout" Target="../slideLayouts/slideLayout134.xml"/><Relationship Id="rId59" Type="http://schemas.openxmlformats.org/officeDocument/2006/relationships/slideLayout" Target="../slideLayouts/slideLayout178.xml"/><Relationship Id="rId14" Type="http://schemas.openxmlformats.org/officeDocument/2006/relationships/slideLayout" Target="../slideLayouts/slideLayout133.xml"/><Relationship Id="rId58" Type="http://schemas.openxmlformats.org/officeDocument/2006/relationships/slideLayout" Target="../slideLayouts/slideLayout177.xml"/><Relationship Id="rId17" Type="http://schemas.openxmlformats.org/officeDocument/2006/relationships/slideLayout" Target="../slideLayouts/slideLayout136.xml"/><Relationship Id="rId16" Type="http://schemas.openxmlformats.org/officeDocument/2006/relationships/slideLayout" Target="../slideLayouts/slideLayout135.xml"/><Relationship Id="rId19" Type="http://schemas.openxmlformats.org/officeDocument/2006/relationships/slideLayout" Target="../slideLayouts/slideLayout138.xml"/><Relationship Id="rId18" Type="http://schemas.openxmlformats.org/officeDocument/2006/relationships/slideLayout" Target="../slideLayouts/slideLayout13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77"/>
          <p:cNvSpPr txBox="1"/>
          <p:nvPr>
            <p:ph idx="12" type="sldNum"/>
          </p:nvPr>
        </p:nvSpPr>
        <p:spPr>
          <a:xfrm>
            <a:off x="11466576" y="6446520"/>
            <a:ext cx="484632" cy="228600"/>
          </a:xfrm>
          <a:prstGeom prst="rect">
            <a:avLst/>
          </a:prstGeom>
          <a:noFill/>
          <a:ln>
            <a:noFill/>
          </a:ln>
        </p:spPr>
        <p:txBody>
          <a:bodyPr anchorCtr="0" anchor="ctr" bIns="0" lIns="0" spcFirstLastPara="1" rIns="0" wrap="square" tIns="0">
            <a:noAutofit/>
          </a:bodyPr>
          <a:lstStyle>
            <a:lvl1pPr indent="0" lvl="0" marL="0" marR="0" rtl="0" algn="r">
              <a:spcBef>
                <a:spcPts val="0"/>
              </a:spcBef>
              <a:buNone/>
              <a:defRPr b="0" i="0" sz="1200" u="none" cap="none" strike="noStrike">
                <a:solidFill>
                  <a:srgbClr val="232F3E"/>
                </a:solidFill>
                <a:latin typeface="Play"/>
                <a:ea typeface="Play"/>
                <a:cs typeface="Play"/>
                <a:sym typeface="Play"/>
              </a:defRPr>
            </a:lvl1pPr>
            <a:lvl2pPr indent="0" lvl="1" marL="0" marR="0" rtl="0" algn="r">
              <a:spcBef>
                <a:spcPts val="0"/>
              </a:spcBef>
              <a:buNone/>
              <a:defRPr b="0" i="0" sz="1200" u="none" cap="none" strike="noStrike">
                <a:solidFill>
                  <a:srgbClr val="232F3E"/>
                </a:solidFill>
                <a:latin typeface="Play"/>
                <a:ea typeface="Play"/>
                <a:cs typeface="Play"/>
                <a:sym typeface="Play"/>
              </a:defRPr>
            </a:lvl2pPr>
            <a:lvl3pPr indent="0" lvl="2" marL="0" marR="0" rtl="0" algn="r">
              <a:spcBef>
                <a:spcPts val="0"/>
              </a:spcBef>
              <a:buNone/>
              <a:defRPr b="0" i="0" sz="1200" u="none" cap="none" strike="noStrike">
                <a:solidFill>
                  <a:srgbClr val="232F3E"/>
                </a:solidFill>
                <a:latin typeface="Play"/>
                <a:ea typeface="Play"/>
                <a:cs typeface="Play"/>
                <a:sym typeface="Play"/>
              </a:defRPr>
            </a:lvl3pPr>
            <a:lvl4pPr indent="0" lvl="3" marL="0" marR="0" rtl="0" algn="r">
              <a:spcBef>
                <a:spcPts val="0"/>
              </a:spcBef>
              <a:buNone/>
              <a:defRPr b="0" i="0" sz="1200" u="none" cap="none" strike="noStrike">
                <a:solidFill>
                  <a:srgbClr val="232F3E"/>
                </a:solidFill>
                <a:latin typeface="Play"/>
                <a:ea typeface="Play"/>
                <a:cs typeface="Play"/>
                <a:sym typeface="Play"/>
              </a:defRPr>
            </a:lvl4pPr>
            <a:lvl5pPr indent="0" lvl="4" marL="0" marR="0" rtl="0" algn="r">
              <a:spcBef>
                <a:spcPts val="0"/>
              </a:spcBef>
              <a:buNone/>
              <a:defRPr b="0" i="0" sz="1200" u="none" cap="none" strike="noStrike">
                <a:solidFill>
                  <a:srgbClr val="232F3E"/>
                </a:solidFill>
                <a:latin typeface="Play"/>
                <a:ea typeface="Play"/>
                <a:cs typeface="Play"/>
                <a:sym typeface="Play"/>
              </a:defRPr>
            </a:lvl5pPr>
            <a:lvl6pPr indent="0" lvl="5" marL="0" marR="0" rtl="0" algn="r">
              <a:spcBef>
                <a:spcPts val="0"/>
              </a:spcBef>
              <a:buNone/>
              <a:defRPr b="0" i="0" sz="1200" u="none" cap="none" strike="noStrike">
                <a:solidFill>
                  <a:srgbClr val="232F3E"/>
                </a:solidFill>
                <a:latin typeface="Play"/>
                <a:ea typeface="Play"/>
                <a:cs typeface="Play"/>
                <a:sym typeface="Play"/>
              </a:defRPr>
            </a:lvl6pPr>
            <a:lvl7pPr indent="0" lvl="6" marL="0" marR="0" rtl="0" algn="r">
              <a:spcBef>
                <a:spcPts val="0"/>
              </a:spcBef>
              <a:buNone/>
              <a:defRPr b="0" i="0" sz="1200" u="none" cap="none" strike="noStrike">
                <a:solidFill>
                  <a:srgbClr val="232F3E"/>
                </a:solidFill>
                <a:latin typeface="Play"/>
                <a:ea typeface="Play"/>
                <a:cs typeface="Play"/>
                <a:sym typeface="Play"/>
              </a:defRPr>
            </a:lvl7pPr>
            <a:lvl8pPr indent="0" lvl="7" marL="0" marR="0" rtl="0" algn="r">
              <a:spcBef>
                <a:spcPts val="0"/>
              </a:spcBef>
              <a:buNone/>
              <a:defRPr b="0" i="0" sz="1200" u="none" cap="none" strike="noStrike">
                <a:solidFill>
                  <a:srgbClr val="232F3E"/>
                </a:solidFill>
                <a:latin typeface="Play"/>
                <a:ea typeface="Play"/>
                <a:cs typeface="Play"/>
                <a:sym typeface="Play"/>
              </a:defRPr>
            </a:lvl8pPr>
            <a:lvl9pPr indent="0" lvl="8" marL="0" marR="0" rtl="0" algn="r">
              <a:spcBef>
                <a:spcPts val="0"/>
              </a:spcBef>
              <a:buNone/>
              <a:defRPr b="0" i="0" sz="1200" u="none" cap="none" strike="noStrike">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7" name="Google Shape;7;p77"/>
          <p:cNvSpPr txBox="1"/>
          <p:nvPr>
            <p:ph type="title"/>
          </p:nvPr>
        </p:nvSpPr>
        <p:spPr>
          <a:xfrm>
            <a:off x="365760" y="301752"/>
            <a:ext cx="11567160" cy="73152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232F3E"/>
              </a:buClr>
              <a:buSzPts val="3600"/>
              <a:buFont typeface="Play"/>
              <a:buNone/>
              <a:defRPr b="0" i="0" sz="3600" u="none" cap="none" strike="noStrike">
                <a:solidFill>
                  <a:srgbClr val="232F3E"/>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77"/>
          <p:cNvSpPr txBox="1"/>
          <p:nvPr>
            <p:ph idx="1" type="body"/>
          </p:nvPr>
        </p:nvSpPr>
        <p:spPr>
          <a:xfrm>
            <a:off x="365760" y="1143000"/>
            <a:ext cx="11567160" cy="5294376"/>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0"/>
              </a:spcBef>
              <a:spcAft>
                <a:spcPts val="0"/>
              </a:spcAft>
              <a:buClr>
                <a:srgbClr val="232F3E"/>
              </a:buClr>
              <a:buSzPts val="2800"/>
              <a:buFont typeface="Play"/>
              <a:buChar char="•"/>
              <a:defRPr b="0" i="0" sz="2800" u="none" cap="none" strike="noStrike">
                <a:solidFill>
                  <a:srgbClr val="232F3E"/>
                </a:solidFill>
                <a:latin typeface="Play"/>
                <a:ea typeface="Play"/>
                <a:cs typeface="Play"/>
                <a:sym typeface="Play"/>
              </a:defRPr>
            </a:lvl1pPr>
            <a:lvl2pPr indent="-381000" lvl="1" marL="914400" marR="0" rtl="0" algn="l">
              <a:lnSpc>
                <a:spcPct val="90000"/>
              </a:lnSpc>
              <a:spcBef>
                <a:spcPts val="1200"/>
              </a:spcBef>
              <a:spcAft>
                <a:spcPts val="0"/>
              </a:spcAft>
              <a:buClr>
                <a:srgbClr val="232F3E"/>
              </a:buClr>
              <a:buSzPts val="2400"/>
              <a:buFont typeface="Play"/>
              <a:buChar char="•"/>
              <a:defRPr b="0" i="0" sz="2400" u="none" cap="none" strike="noStrike">
                <a:solidFill>
                  <a:srgbClr val="232F3E"/>
                </a:solidFill>
                <a:latin typeface="Play"/>
                <a:ea typeface="Play"/>
                <a:cs typeface="Play"/>
                <a:sym typeface="Play"/>
              </a:defRPr>
            </a:lvl2pPr>
            <a:lvl3pPr indent="-355600" lvl="2" marL="1371600" marR="0" rtl="0" algn="l">
              <a:lnSpc>
                <a:spcPct val="90000"/>
              </a:lnSpc>
              <a:spcBef>
                <a:spcPts val="1200"/>
              </a:spcBef>
              <a:spcAft>
                <a:spcPts val="0"/>
              </a:spcAft>
              <a:buClr>
                <a:srgbClr val="232F3E"/>
              </a:buClr>
              <a:buSzPts val="2000"/>
              <a:buFont typeface="Play"/>
              <a:buChar char="•"/>
              <a:defRPr b="0" i="0" sz="2000" u="none" cap="none" strike="noStrike">
                <a:solidFill>
                  <a:srgbClr val="232F3E"/>
                </a:solidFill>
                <a:latin typeface="Play"/>
                <a:ea typeface="Play"/>
                <a:cs typeface="Play"/>
                <a:sym typeface="Play"/>
              </a:defRPr>
            </a:lvl3pPr>
            <a:lvl4pPr indent="-342900" lvl="3" marL="1828800" marR="0" rtl="0" algn="l">
              <a:lnSpc>
                <a:spcPct val="90000"/>
              </a:lnSpc>
              <a:spcBef>
                <a:spcPts val="1200"/>
              </a:spcBef>
              <a:spcAft>
                <a:spcPts val="0"/>
              </a:spcAft>
              <a:buClr>
                <a:srgbClr val="232F3E"/>
              </a:buClr>
              <a:buSzPts val="1800"/>
              <a:buFont typeface="Play"/>
              <a:buChar char="•"/>
              <a:defRPr b="0" i="0" sz="1800" u="none" cap="none" strike="noStrike">
                <a:solidFill>
                  <a:srgbClr val="232F3E"/>
                </a:solidFill>
                <a:latin typeface="Play"/>
                <a:ea typeface="Play"/>
                <a:cs typeface="Play"/>
                <a:sym typeface="Play"/>
              </a:defRPr>
            </a:lvl4pPr>
            <a:lvl5pPr indent="-342900" lvl="4" marL="2286000" marR="0" rtl="0" algn="l">
              <a:lnSpc>
                <a:spcPct val="90000"/>
              </a:lnSpc>
              <a:spcBef>
                <a:spcPts val="1200"/>
              </a:spcBef>
              <a:spcAft>
                <a:spcPts val="0"/>
              </a:spcAft>
              <a:buClr>
                <a:srgbClr val="232F3E"/>
              </a:buClr>
              <a:buSzPts val="1800"/>
              <a:buFont typeface="Play"/>
              <a:buChar char="•"/>
              <a:defRPr b="0" i="0" sz="1800" u="none" cap="none" strike="noStrike">
                <a:solidFill>
                  <a:srgbClr val="232F3E"/>
                </a:solidFill>
                <a:latin typeface="Play"/>
                <a:ea typeface="Play"/>
                <a:cs typeface="Play"/>
                <a:sym typeface="Play"/>
              </a:defRPr>
            </a:lvl5pPr>
            <a:lvl6pPr indent="-342900" lvl="5" marL="2743200" marR="0" rtl="0" algn="l">
              <a:lnSpc>
                <a:spcPct val="90000"/>
              </a:lnSpc>
              <a:spcBef>
                <a:spcPts val="1200"/>
              </a:spcBef>
              <a:spcAft>
                <a:spcPts val="0"/>
              </a:spcAft>
              <a:buClr>
                <a:schemeClr val="dk1"/>
              </a:buClr>
              <a:buSzPts val="1800"/>
              <a:buFont typeface="Play"/>
              <a:buChar char="•"/>
              <a:defRPr b="0" i="0" sz="1800" u="none" cap="none" strike="noStrike">
                <a:solidFill>
                  <a:schemeClr val="dk1"/>
                </a:solidFill>
                <a:latin typeface="Play"/>
                <a:ea typeface="Play"/>
                <a:cs typeface="Play"/>
                <a:sym typeface="Play"/>
              </a:defRPr>
            </a:lvl6pPr>
            <a:lvl7pPr indent="-342900" lvl="6" marL="3200400" marR="0" rtl="0" algn="l">
              <a:lnSpc>
                <a:spcPct val="90000"/>
              </a:lnSpc>
              <a:spcBef>
                <a:spcPts val="500"/>
              </a:spcBef>
              <a:spcAft>
                <a:spcPts val="0"/>
              </a:spcAft>
              <a:buClr>
                <a:schemeClr val="dk1"/>
              </a:buClr>
              <a:buSzPts val="1800"/>
              <a:buFont typeface="Play"/>
              <a:buChar char="•"/>
              <a:defRPr b="0" i="0" sz="1800" u="none" cap="none" strike="noStrike">
                <a:solidFill>
                  <a:schemeClr val="dk1"/>
                </a:solidFill>
                <a:latin typeface="Play"/>
                <a:ea typeface="Play"/>
                <a:cs typeface="Play"/>
                <a:sym typeface="Play"/>
              </a:defRPr>
            </a:lvl7pPr>
            <a:lvl8pPr indent="-342900" lvl="7" marL="3657600" marR="0" rtl="0" algn="l">
              <a:lnSpc>
                <a:spcPct val="90000"/>
              </a:lnSpc>
              <a:spcBef>
                <a:spcPts val="500"/>
              </a:spcBef>
              <a:spcAft>
                <a:spcPts val="0"/>
              </a:spcAft>
              <a:buClr>
                <a:schemeClr val="dk1"/>
              </a:buClr>
              <a:buSzPts val="1800"/>
              <a:buFont typeface="Play"/>
              <a:buChar char="•"/>
              <a:defRPr b="0" i="0" sz="1800" u="none" cap="none" strike="noStrike">
                <a:solidFill>
                  <a:schemeClr val="dk1"/>
                </a:solidFill>
                <a:latin typeface="Play"/>
                <a:ea typeface="Play"/>
                <a:cs typeface="Play"/>
                <a:sym typeface="Play"/>
              </a:defRPr>
            </a:lvl8pPr>
            <a:lvl9pPr indent="-342900" lvl="8" marL="4114800" marR="0" rtl="0" algn="l">
              <a:lnSpc>
                <a:spcPct val="90000"/>
              </a:lnSpc>
              <a:spcBef>
                <a:spcPts val="500"/>
              </a:spcBef>
              <a:spcAft>
                <a:spcPts val="0"/>
              </a:spcAft>
              <a:buClr>
                <a:schemeClr val="dk1"/>
              </a:buClr>
              <a:buSzPts val="1800"/>
              <a:buFont typeface="Play"/>
              <a:buChar char="•"/>
              <a:defRPr b="0" i="0" sz="1800" u="none" cap="none" strike="noStrike">
                <a:solidFill>
                  <a:schemeClr val="dk1"/>
                </a:solidFill>
                <a:latin typeface="Play"/>
                <a:ea typeface="Play"/>
                <a:cs typeface="Play"/>
                <a:sym typeface="Play"/>
              </a:defRPr>
            </a:lvl9pPr>
          </a:lstStyle>
          <a:p/>
        </p:txBody>
      </p:sp>
      <p:pic>
        <p:nvPicPr>
          <p:cNvPr id="9" name="Google Shape;9;p77"/>
          <p:cNvPicPr preferRelativeResize="0"/>
          <p:nvPr/>
        </p:nvPicPr>
        <p:blipFill rotWithShape="1">
          <a:blip r:embed="rId2">
            <a:alphaModFix/>
          </a:blip>
          <a:srcRect b="0" l="0" r="0" t="0"/>
          <a:stretch/>
        </p:blipFill>
        <p:spPr>
          <a:xfrm>
            <a:off x="243599" y="6445721"/>
            <a:ext cx="366979" cy="219456"/>
          </a:xfrm>
          <a:prstGeom prst="rect">
            <a:avLst/>
          </a:prstGeom>
          <a:noFill/>
          <a:ln>
            <a:noFill/>
          </a:ln>
        </p:spPr>
      </p:pic>
      <p:pic>
        <p:nvPicPr>
          <p:cNvPr id="10" name="Google Shape;10;p77"/>
          <p:cNvPicPr preferRelativeResize="0"/>
          <p:nvPr/>
        </p:nvPicPr>
        <p:blipFill rotWithShape="1">
          <a:blip r:embed="rId3">
            <a:alphaModFix/>
          </a:blip>
          <a:srcRect b="0" l="0" r="0" t="0"/>
          <a:stretch/>
        </p:blipFill>
        <p:spPr>
          <a:xfrm>
            <a:off x="3787140" y="6468531"/>
            <a:ext cx="4610100" cy="26712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 id="2147483661" r:id="rId16"/>
    <p:sldLayoutId id="2147483662" r:id="rId17"/>
    <p:sldLayoutId id="2147483663" r:id="rId18"/>
    <p:sldLayoutId id="2147483664" r:id="rId19"/>
    <p:sldLayoutId id="2147483665" r:id="rId20"/>
    <p:sldLayoutId id="2147483666" r:id="rId21"/>
    <p:sldLayoutId id="2147483667" r:id="rId22"/>
    <p:sldLayoutId id="2147483668" r:id="rId23"/>
    <p:sldLayoutId id="2147483669" r:id="rId24"/>
    <p:sldLayoutId id="2147483670" r:id="rId25"/>
    <p:sldLayoutId id="2147483671" r:id="rId26"/>
    <p:sldLayoutId id="2147483672" r:id="rId27"/>
    <p:sldLayoutId id="2147483673" r:id="rId28"/>
    <p:sldLayoutId id="2147483674" r:id="rId29"/>
    <p:sldLayoutId id="2147483675" r:id="rId30"/>
    <p:sldLayoutId id="2147483676" r:id="rId31"/>
    <p:sldLayoutId id="2147483677" r:id="rId32"/>
    <p:sldLayoutId id="2147483678" r:id="rId33"/>
    <p:sldLayoutId id="2147483679" r:id="rId34"/>
    <p:sldLayoutId id="2147483680" r:id="rId35"/>
    <p:sldLayoutId id="2147483681" r:id="rId36"/>
    <p:sldLayoutId id="2147483682" r:id="rId37"/>
    <p:sldLayoutId id="2147483683" r:id="rId38"/>
    <p:sldLayoutId id="2147483684" r:id="rId39"/>
    <p:sldLayoutId id="2147483685" r:id="rId40"/>
    <p:sldLayoutId id="2147483686" r:id="rId41"/>
    <p:sldLayoutId id="2147483687" r:id="rId42"/>
    <p:sldLayoutId id="2147483688" r:id="rId43"/>
    <p:sldLayoutId id="2147483689" r:id="rId44"/>
    <p:sldLayoutId id="2147483690" r:id="rId45"/>
    <p:sldLayoutId id="2147483691" r:id="rId46"/>
    <p:sldLayoutId id="2147483692" r:id="rId47"/>
    <p:sldLayoutId id="2147483693" r:id="rId48"/>
    <p:sldLayoutId id="2147483694" r:id="rId49"/>
    <p:sldLayoutId id="2147483695" r:id="rId50"/>
    <p:sldLayoutId id="2147483696" r:id="rId51"/>
    <p:sldLayoutId id="2147483697" r:id="rId52"/>
    <p:sldLayoutId id="2147483698" r:id="rId53"/>
    <p:sldLayoutId id="2147483699" r:id="rId54"/>
    <p:sldLayoutId id="2147483700" r:id="rId55"/>
    <p:sldLayoutId id="2147483701" r:id="rId56"/>
    <p:sldLayoutId id="2147483702" r:id="rId57"/>
    <p:sldLayoutId id="2147483703" r:id="rId58"/>
    <p:sldLayoutId id="2147483704" r:id="rId59"/>
    <p:sldLayoutId id="2147483705" r:id="rId60"/>
    <p:sldLayoutId id="2147483706" r:id="rId61"/>
    <p:sldLayoutId id="2147483707" r:id="rId62"/>
    <p:sldLayoutId id="2147483708" r:id="rId63"/>
    <p:sldLayoutId id="2147483709" r:id="rId64"/>
    <p:sldLayoutId id="2147483710" r:id="rId6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605" name="Shape 605"/>
        <p:cNvGrpSpPr/>
        <p:nvPr/>
      </p:nvGrpSpPr>
      <p:grpSpPr>
        <a:xfrm>
          <a:off x="0" y="0"/>
          <a:ext cx="0" cy="0"/>
          <a:chOff x="0" y="0"/>
          <a:chExt cx="0" cy="0"/>
        </a:xfrm>
      </p:grpSpPr>
      <p:sp>
        <p:nvSpPr>
          <p:cNvPr id="606" name="Google Shape;606;p82"/>
          <p:cNvSpPr txBox="1"/>
          <p:nvPr>
            <p:ph idx="12" type="sldNum"/>
          </p:nvPr>
        </p:nvSpPr>
        <p:spPr>
          <a:xfrm>
            <a:off x="11466576" y="6446520"/>
            <a:ext cx="484632" cy="228600"/>
          </a:xfrm>
          <a:prstGeom prst="rect">
            <a:avLst/>
          </a:prstGeom>
          <a:noFill/>
          <a:ln>
            <a:noFill/>
          </a:ln>
        </p:spPr>
        <p:txBody>
          <a:bodyPr anchorCtr="0" anchor="ctr" bIns="0" lIns="0" spcFirstLastPara="1" rIns="0" wrap="square" tIns="0">
            <a:noAutofit/>
          </a:bodyPr>
          <a:lstStyle>
            <a:lvl1pPr indent="0" lvl="0" marL="0" marR="0" rtl="0" algn="r">
              <a:spcBef>
                <a:spcPts val="0"/>
              </a:spcBef>
              <a:buNone/>
              <a:defRPr b="0" i="0" sz="1200" u="none" cap="none" strike="noStrike">
                <a:solidFill>
                  <a:srgbClr val="232F3E"/>
                </a:solidFill>
                <a:latin typeface="Play"/>
                <a:ea typeface="Play"/>
                <a:cs typeface="Play"/>
                <a:sym typeface="Play"/>
              </a:defRPr>
            </a:lvl1pPr>
            <a:lvl2pPr indent="0" lvl="1" marL="0" marR="0" rtl="0" algn="r">
              <a:spcBef>
                <a:spcPts val="0"/>
              </a:spcBef>
              <a:buNone/>
              <a:defRPr b="0" i="0" sz="1200" u="none" cap="none" strike="noStrike">
                <a:solidFill>
                  <a:srgbClr val="232F3E"/>
                </a:solidFill>
                <a:latin typeface="Play"/>
                <a:ea typeface="Play"/>
                <a:cs typeface="Play"/>
                <a:sym typeface="Play"/>
              </a:defRPr>
            </a:lvl2pPr>
            <a:lvl3pPr indent="0" lvl="2" marL="0" marR="0" rtl="0" algn="r">
              <a:spcBef>
                <a:spcPts val="0"/>
              </a:spcBef>
              <a:buNone/>
              <a:defRPr b="0" i="0" sz="1200" u="none" cap="none" strike="noStrike">
                <a:solidFill>
                  <a:srgbClr val="232F3E"/>
                </a:solidFill>
                <a:latin typeface="Play"/>
                <a:ea typeface="Play"/>
                <a:cs typeface="Play"/>
                <a:sym typeface="Play"/>
              </a:defRPr>
            </a:lvl3pPr>
            <a:lvl4pPr indent="0" lvl="3" marL="0" marR="0" rtl="0" algn="r">
              <a:spcBef>
                <a:spcPts val="0"/>
              </a:spcBef>
              <a:buNone/>
              <a:defRPr b="0" i="0" sz="1200" u="none" cap="none" strike="noStrike">
                <a:solidFill>
                  <a:srgbClr val="232F3E"/>
                </a:solidFill>
                <a:latin typeface="Play"/>
                <a:ea typeface="Play"/>
                <a:cs typeface="Play"/>
                <a:sym typeface="Play"/>
              </a:defRPr>
            </a:lvl4pPr>
            <a:lvl5pPr indent="0" lvl="4" marL="0" marR="0" rtl="0" algn="r">
              <a:spcBef>
                <a:spcPts val="0"/>
              </a:spcBef>
              <a:buNone/>
              <a:defRPr b="0" i="0" sz="1200" u="none" cap="none" strike="noStrike">
                <a:solidFill>
                  <a:srgbClr val="232F3E"/>
                </a:solidFill>
                <a:latin typeface="Play"/>
                <a:ea typeface="Play"/>
                <a:cs typeface="Play"/>
                <a:sym typeface="Play"/>
              </a:defRPr>
            </a:lvl5pPr>
            <a:lvl6pPr indent="0" lvl="5" marL="0" marR="0" rtl="0" algn="r">
              <a:spcBef>
                <a:spcPts val="0"/>
              </a:spcBef>
              <a:buNone/>
              <a:defRPr b="0" i="0" sz="1200" u="none" cap="none" strike="noStrike">
                <a:solidFill>
                  <a:srgbClr val="232F3E"/>
                </a:solidFill>
                <a:latin typeface="Play"/>
                <a:ea typeface="Play"/>
                <a:cs typeface="Play"/>
                <a:sym typeface="Play"/>
              </a:defRPr>
            </a:lvl6pPr>
            <a:lvl7pPr indent="0" lvl="6" marL="0" marR="0" rtl="0" algn="r">
              <a:spcBef>
                <a:spcPts val="0"/>
              </a:spcBef>
              <a:buNone/>
              <a:defRPr b="0" i="0" sz="1200" u="none" cap="none" strike="noStrike">
                <a:solidFill>
                  <a:srgbClr val="232F3E"/>
                </a:solidFill>
                <a:latin typeface="Play"/>
                <a:ea typeface="Play"/>
                <a:cs typeface="Play"/>
                <a:sym typeface="Play"/>
              </a:defRPr>
            </a:lvl7pPr>
            <a:lvl8pPr indent="0" lvl="7" marL="0" marR="0" rtl="0" algn="r">
              <a:spcBef>
                <a:spcPts val="0"/>
              </a:spcBef>
              <a:buNone/>
              <a:defRPr b="0" i="0" sz="1200" u="none" cap="none" strike="noStrike">
                <a:solidFill>
                  <a:srgbClr val="232F3E"/>
                </a:solidFill>
                <a:latin typeface="Play"/>
                <a:ea typeface="Play"/>
                <a:cs typeface="Play"/>
                <a:sym typeface="Play"/>
              </a:defRPr>
            </a:lvl8pPr>
            <a:lvl9pPr indent="0" lvl="8" marL="0" marR="0" rtl="0" algn="r">
              <a:spcBef>
                <a:spcPts val="0"/>
              </a:spcBef>
              <a:buNone/>
              <a:defRPr b="0" i="0" sz="1200" u="none" cap="none" strike="noStrike">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607" name="Google Shape;607;p82"/>
          <p:cNvSpPr txBox="1"/>
          <p:nvPr>
            <p:ph type="title"/>
          </p:nvPr>
        </p:nvSpPr>
        <p:spPr>
          <a:xfrm>
            <a:off x="365760" y="301752"/>
            <a:ext cx="11567160" cy="73152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232F3E"/>
              </a:buClr>
              <a:buSzPts val="3600"/>
              <a:buFont typeface="Play"/>
              <a:buNone/>
              <a:defRPr b="0" i="0" sz="3600" u="none" cap="none" strike="noStrike">
                <a:solidFill>
                  <a:srgbClr val="232F3E"/>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08" name="Google Shape;608;p82"/>
          <p:cNvSpPr txBox="1"/>
          <p:nvPr>
            <p:ph idx="1" type="body"/>
          </p:nvPr>
        </p:nvSpPr>
        <p:spPr>
          <a:xfrm>
            <a:off x="365760" y="1143000"/>
            <a:ext cx="11567160" cy="5294376"/>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0"/>
              </a:spcBef>
              <a:spcAft>
                <a:spcPts val="0"/>
              </a:spcAft>
              <a:buClr>
                <a:srgbClr val="232F3E"/>
              </a:buClr>
              <a:buSzPts val="2800"/>
              <a:buFont typeface="Play"/>
              <a:buChar char="•"/>
              <a:defRPr b="0" i="0" sz="2800" u="none" cap="none" strike="noStrike">
                <a:solidFill>
                  <a:srgbClr val="232F3E"/>
                </a:solidFill>
                <a:latin typeface="Play"/>
                <a:ea typeface="Play"/>
                <a:cs typeface="Play"/>
                <a:sym typeface="Play"/>
              </a:defRPr>
            </a:lvl1pPr>
            <a:lvl2pPr indent="-381000" lvl="1" marL="914400" marR="0" rtl="0" algn="l">
              <a:lnSpc>
                <a:spcPct val="90000"/>
              </a:lnSpc>
              <a:spcBef>
                <a:spcPts val="1200"/>
              </a:spcBef>
              <a:spcAft>
                <a:spcPts val="0"/>
              </a:spcAft>
              <a:buClr>
                <a:srgbClr val="232F3E"/>
              </a:buClr>
              <a:buSzPts val="2400"/>
              <a:buFont typeface="Play"/>
              <a:buChar char="•"/>
              <a:defRPr b="0" i="0" sz="2400" u="none" cap="none" strike="noStrike">
                <a:solidFill>
                  <a:srgbClr val="232F3E"/>
                </a:solidFill>
                <a:latin typeface="Play"/>
                <a:ea typeface="Play"/>
                <a:cs typeface="Play"/>
                <a:sym typeface="Play"/>
              </a:defRPr>
            </a:lvl2pPr>
            <a:lvl3pPr indent="-355600" lvl="2" marL="1371600" marR="0" rtl="0" algn="l">
              <a:lnSpc>
                <a:spcPct val="90000"/>
              </a:lnSpc>
              <a:spcBef>
                <a:spcPts val="1200"/>
              </a:spcBef>
              <a:spcAft>
                <a:spcPts val="0"/>
              </a:spcAft>
              <a:buClr>
                <a:srgbClr val="232F3E"/>
              </a:buClr>
              <a:buSzPts val="2000"/>
              <a:buFont typeface="Play"/>
              <a:buChar char="•"/>
              <a:defRPr b="0" i="0" sz="2000" u="none" cap="none" strike="noStrike">
                <a:solidFill>
                  <a:srgbClr val="232F3E"/>
                </a:solidFill>
                <a:latin typeface="Play"/>
                <a:ea typeface="Play"/>
                <a:cs typeface="Play"/>
                <a:sym typeface="Play"/>
              </a:defRPr>
            </a:lvl3pPr>
            <a:lvl4pPr indent="-342900" lvl="3" marL="1828800" marR="0" rtl="0" algn="l">
              <a:lnSpc>
                <a:spcPct val="90000"/>
              </a:lnSpc>
              <a:spcBef>
                <a:spcPts val="1200"/>
              </a:spcBef>
              <a:spcAft>
                <a:spcPts val="0"/>
              </a:spcAft>
              <a:buClr>
                <a:srgbClr val="232F3E"/>
              </a:buClr>
              <a:buSzPts val="1800"/>
              <a:buFont typeface="Play"/>
              <a:buChar char="•"/>
              <a:defRPr b="0" i="0" sz="1800" u="none" cap="none" strike="noStrike">
                <a:solidFill>
                  <a:srgbClr val="232F3E"/>
                </a:solidFill>
                <a:latin typeface="Play"/>
                <a:ea typeface="Play"/>
                <a:cs typeface="Play"/>
                <a:sym typeface="Play"/>
              </a:defRPr>
            </a:lvl4pPr>
            <a:lvl5pPr indent="-342900" lvl="4" marL="2286000" marR="0" rtl="0" algn="l">
              <a:lnSpc>
                <a:spcPct val="90000"/>
              </a:lnSpc>
              <a:spcBef>
                <a:spcPts val="1200"/>
              </a:spcBef>
              <a:spcAft>
                <a:spcPts val="0"/>
              </a:spcAft>
              <a:buClr>
                <a:srgbClr val="232F3E"/>
              </a:buClr>
              <a:buSzPts val="1800"/>
              <a:buFont typeface="Play"/>
              <a:buChar char="•"/>
              <a:defRPr b="0" i="0" sz="1800" u="none" cap="none" strike="noStrike">
                <a:solidFill>
                  <a:srgbClr val="232F3E"/>
                </a:solidFill>
                <a:latin typeface="Play"/>
                <a:ea typeface="Play"/>
                <a:cs typeface="Play"/>
                <a:sym typeface="Play"/>
              </a:defRPr>
            </a:lvl5pPr>
            <a:lvl6pPr indent="-342900" lvl="5" marL="2743200" marR="0" rtl="0" algn="l">
              <a:lnSpc>
                <a:spcPct val="90000"/>
              </a:lnSpc>
              <a:spcBef>
                <a:spcPts val="1200"/>
              </a:spcBef>
              <a:spcAft>
                <a:spcPts val="0"/>
              </a:spcAft>
              <a:buClr>
                <a:schemeClr val="dk1"/>
              </a:buClr>
              <a:buSzPts val="1800"/>
              <a:buFont typeface="Play"/>
              <a:buChar char="•"/>
              <a:defRPr b="0" i="0" sz="1800" u="none" cap="none" strike="noStrike">
                <a:solidFill>
                  <a:schemeClr val="dk1"/>
                </a:solidFill>
                <a:latin typeface="Play"/>
                <a:ea typeface="Play"/>
                <a:cs typeface="Play"/>
                <a:sym typeface="Play"/>
              </a:defRPr>
            </a:lvl6pPr>
            <a:lvl7pPr indent="-342900" lvl="6" marL="3200400" marR="0" rtl="0" algn="l">
              <a:lnSpc>
                <a:spcPct val="90000"/>
              </a:lnSpc>
              <a:spcBef>
                <a:spcPts val="500"/>
              </a:spcBef>
              <a:spcAft>
                <a:spcPts val="0"/>
              </a:spcAft>
              <a:buClr>
                <a:schemeClr val="dk1"/>
              </a:buClr>
              <a:buSzPts val="1800"/>
              <a:buFont typeface="Play"/>
              <a:buChar char="•"/>
              <a:defRPr b="0" i="0" sz="1800" u="none" cap="none" strike="noStrike">
                <a:solidFill>
                  <a:schemeClr val="dk1"/>
                </a:solidFill>
                <a:latin typeface="Play"/>
                <a:ea typeface="Play"/>
                <a:cs typeface="Play"/>
                <a:sym typeface="Play"/>
              </a:defRPr>
            </a:lvl7pPr>
            <a:lvl8pPr indent="-342900" lvl="7" marL="3657600" marR="0" rtl="0" algn="l">
              <a:lnSpc>
                <a:spcPct val="90000"/>
              </a:lnSpc>
              <a:spcBef>
                <a:spcPts val="500"/>
              </a:spcBef>
              <a:spcAft>
                <a:spcPts val="0"/>
              </a:spcAft>
              <a:buClr>
                <a:schemeClr val="dk1"/>
              </a:buClr>
              <a:buSzPts val="1800"/>
              <a:buFont typeface="Play"/>
              <a:buChar char="•"/>
              <a:defRPr b="0" i="0" sz="1800" u="none" cap="none" strike="noStrike">
                <a:solidFill>
                  <a:schemeClr val="dk1"/>
                </a:solidFill>
                <a:latin typeface="Play"/>
                <a:ea typeface="Play"/>
                <a:cs typeface="Play"/>
                <a:sym typeface="Play"/>
              </a:defRPr>
            </a:lvl8pPr>
            <a:lvl9pPr indent="-342900" lvl="8" marL="4114800" marR="0" rtl="0" algn="l">
              <a:lnSpc>
                <a:spcPct val="90000"/>
              </a:lnSpc>
              <a:spcBef>
                <a:spcPts val="500"/>
              </a:spcBef>
              <a:spcAft>
                <a:spcPts val="0"/>
              </a:spcAft>
              <a:buClr>
                <a:schemeClr val="dk1"/>
              </a:buClr>
              <a:buSzPts val="1800"/>
              <a:buFont typeface="Play"/>
              <a:buChar char="•"/>
              <a:defRPr b="0" i="0" sz="1800" u="none" cap="none" strike="noStrike">
                <a:solidFill>
                  <a:schemeClr val="dk1"/>
                </a:solidFill>
                <a:latin typeface="Play"/>
                <a:ea typeface="Play"/>
                <a:cs typeface="Play"/>
                <a:sym typeface="Play"/>
              </a:defRPr>
            </a:lvl9pPr>
          </a:lstStyle>
          <a:p/>
        </p:txBody>
      </p:sp>
      <p:pic>
        <p:nvPicPr>
          <p:cNvPr id="609" name="Google Shape;609;p82"/>
          <p:cNvPicPr preferRelativeResize="0"/>
          <p:nvPr/>
        </p:nvPicPr>
        <p:blipFill rotWithShape="1">
          <a:blip r:embed="rId2">
            <a:alphaModFix/>
          </a:blip>
          <a:srcRect b="0" l="0" r="0" t="0"/>
          <a:stretch/>
        </p:blipFill>
        <p:spPr>
          <a:xfrm>
            <a:off x="243599" y="6445721"/>
            <a:ext cx="366979" cy="219456"/>
          </a:xfrm>
          <a:prstGeom prst="rect">
            <a:avLst/>
          </a:prstGeom>
          <a:noFill/>
          <a:ln>
            <a:noFill/>
          </a:ln>
        </p:spPr>
      </p:pic>
      <p:pic>
        <p:nvPicPr>
          <p:cNvPr id="610" name="Google Shape;610;p82"/>
          <p:cNvPicPr preferRelativeResize="0"/>
          <p:nvPr/>
        </p:nvPicPr>
        <p:blipFill rotWithShape="1">
          <a:blip r:embed="rId3">
            <a:alphaModFix/>
          </a:blip>
          <a:srcRect b="0" l="0" r="0" t="0"/>
          <a:stretch/>
        </p:blipFill>
        <p:spPr>
          <a:xfrm>
            <a:off x="3787140" y="6468531"/>
            <a:ext cx="4610100" cy="26712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 id="2147483726" r:id="rId18"/>
    <p:sldLayoutId id="2147483727" r:id="rId19"/>
    <p:sldLayoutId id="2147483728" r:id="rId20"/>
    <p:sldLayoutId id="2147483729" r:id="rId21"/>
    <p:sldLayoutId id="2147483730" r:id="rId22"/>
    <p:sldLayoutId id="2147483731" r:id="rId23"/>
    <p:sldLayoutId id="2147483732" r:id="rId24"/>
    <p:sldLayoutId id="2147483733" r:id="rId25"/>
    <p:sldLayoutId id="2147483734" r:id="rId26"/>
    <p:sldLayoutId id="2147483735" r:id="rId27"/>
    <p:sldLayoutId id="2147483736" r:id="rId28"/>
    <p:sldLayoutId id="2147483737" r:id="rId29"/>
    <p:sldLayoutId id="2147483738" r:id="rId30"/>
    <p:sldLayoutId id="2147483739" r:id="rId31"/>
    <p:sldLayoutId id="2147483740" r:id="rId32"/>
    <p:sldLayoutId id="2147483741" r:id="rId33"/>
    <p:sldLayoutId id="2147483742" r:id="rId34"/>
    <p:sldLayoutId id="2147483743" r:id="rId35"/>
    <p:sldLayoutId id="2147483744" r:id="rId36"/>
    <p:sldLayoutId id="2147483745" r:id="rId37"/>
    <p:sldLayoutId id="2147483746" r:id="rId38"/>
    <p:sldLayoutId id="2147483747" r:id="rId39"/>
    <p:sldLayoutId id="2147483748" r:id="rId40"/>
    <p:sldLayoutId id="2147483749" r:id="rId41"/>
    <p:sldLayoutId id="2147483750" r:id="rId42"/>
    <p:sldLayoutId id="2147483751" r:id="rId43"/>
    <p:sldLayoutId id="2147483752" r:id="rId44"/>
    <p:sldLayoutId id="2147483753" r:id="rId45"/>
    <p:sldLayoutId id="2147483754" r:id="rId46"/>
    <p:sldLayoutId id="2147483755" r:id="rId47"/>
    <p:sldLayoutId id="2147483756" r:id="rId48"/>
    <p:sldLayoutId id="2147483757" r:id="rId49"/>
    <p:sldLayoutId id="2147483758" r:id="rId50"/>
    <p:sldLayoutId id="2147483759" r:id="rId51"/>
    <p:sldLayoutId id="2147483760" r:id="rId52"/>
    <p:sldLayoutId id="2147483761" r:id="rId53"/>
    <p:sldLayoutId id="2147483762" r:id="rId54"/>
    <p:sldLayoutId id="2147483763" r:id="rId55"/>
    <p:sldLayoutId id="2147483764" r:id="rId56"/>
    <p:sldLayoutId id="2147483765" r:id="rId57"/>
    <p:sldLayoutId id="2147483766" r:id="rId58"/>
    <p:sldLayoutId id="2147483767" r:id="rId59"/>
    <p:sldLayoutId id="2147483768" r:id="rId60"/>
    <p:sldLayoutId id="2147483769" r:id="rId61"/>
    <p:sldLayoutId id="2147483770" r:id="rId62"/>
    <p:sldLayoutId id="2147483771" r:id="rId6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169" name="Shape 1169"/>
        <p:cNvGrpSpPr/>
        <p:nvPr/>
      </p:nvGrpSpPr>
      <p:grpSpPr>
        <a:xfrm>
          <a:off x="0" y="0"/>
          <a:ext cx="0" cy="0"/>
          <a:chOff x="0" y="0"/>
          <a:chExt cx="0" cy="0"/>
        </a:xfrm>
      </p:grpSpPr>
      <p:sp>
        <p:nvSpPr>
          <p:cNvPr id="1170" name="Google Shape;1170;p85"/>
          <p:cNvSpPr txBox="1"/>
          <p:nvPr>
            <p:ph idx="12" type="sldNum"/>
          </p:nvPr>
        </p:nvSpPr>
        <p:spPr>
          <a:xfrm>
            <a:off x="11466576" y="6446520"/>
            <a:ext cx="484632" cy="228600"/>
          </a:xfrm>
          <a:prstGeom prst="rect">
            <a:avLst/>
          </a:prstGeom>
          <a:noFill/>
          <a:ln>
            <a:noFill/>
          </a:ln>
        </p:spPr>
        <p:txBody>
          <a:bodyPr anchorCtr="0" anchor="ctr" bIns="0" lIns="0" spcFirstLastPara="1" rIns="0" wrap="square" tIns="0">
            <a:noAutofit/>
          </a:bodyPr>
          <a:lstStyle>
            <a:lvl1pPr indent="0" lvl="0" marL="0" marR="0" rtl="0" algn="r">
              <a:spcBef>
                <a:spcPts val="0"/>
              </a:spcBef>
              <a:buNone/>
              <a:defRPr b="0" i="0" sz="1200" u="none" cap="none" strike="noStrike">
                <a:solidFill>
                  <a:srgbClr val="232F3E"/>
                </a:solidFill>
                <a:latin typeface="Play"/>
                <a:ea typeface="Play"/>
                <a:cs typeface="Play"/>
                <a:sym typeface="Play"/>
              </a:defRPr>
            </a:lvl1pPr>
            <a:lvl2pPr indent="0" lvl="1" marL="0" marR="0" rtl="0" algn="r">
              <a:spcBef>
                <a:spcPts val="0"/>
              </a:spcBef>
              <a:buNone/>
              <a:defRPr b="0" i="0" sz="1200" u="none" cap="none" strike="noStrike">
                <a:solidFill>
                  <a:srgbClr val="232F3E"/>
                </a:solidFill>
                <a:latin typeface="Play"/>
                <a:ea typeface="Play"/>
                <a:cs typeface="Play"/>
                <a:sym typeface="Play"/>
              </a:defRPr>
            </a:lvl2pPr>
            <a:lvl3pPr indent="0" lvl="2" marL="0" marR="0" rtl="0" algn="r">
              <a:spcBef>
                <a:spcPts val="0"/>
              </a:spcBef>
              <a:buNone/>
              <a:defRPr b="0" i="0" sz="1200" u="none" cap="none" strike="noStrike">
                <a:solidFill>
                  <a:srgbClr val="232F3E"/>
                </a:solidFill>
                <a:latin typeface="Play"/>
                <a:ea typeface="Play"/>
                <a:cs typeface="Play"/>
                <a:sym typeface="Play"/>
              </a:defRPr>
            </a:lvl3pPr>
            <a:lvl4pPr indent="0" lvl="3" marL="0" marR="0" rtl="0" algn="r">
              <a:spcBef>
                <a:spcPts val="0"/>
              </a:spcBef>
              <a:buNone/>
              <a:defRPr b="0" i="0" sz="1200" u="none" cap="none" strike="noStrike">
                <a:solidFill>
                  <a:srgbClr val="232F3E"/>
                </a:solidFill>
                <a:latin typeface="Play"/>
                <a:ea typeface="Play"/>
                <a:cs typeface="Play"/>
                <a:sym typeface="Play"/>
              </a:defRPr>
            </a:lvl4pPr>
            <a:lvl5pPr indent="0" lvl="4" marL="0" marR="0" rtl="0" algn="r">
              <a:spcBef>
                <a:spcPts val="0"/>
              </a:spcBef>
              <a:buNone/>
              <a:defRPr b="0" i="0" sz="1200" u="none" cap="none" strike="noStrike">
                <a:solidFill>
                  <a:srgbClr val="232F3E"/>
                </a:solidFill>
                <a:latin typeface="Play"/>
                <a:ea typeface="Play"/>
                <a:cs typeface="Play"/>
                <a:sym typeface="Play"/>
              </a:defRPr>
            </a:lvl5pPr>
            <a:lvl6pPr indent="0" lvl="5" marL="0" marR="0" rtl="0" algn="r">
              <a:spcBef>
                <a:spcPts val="0"/>
              </a:spcBef>
              <a:buNone/>
              <a:defRPr b="0" i="0" sz="1200" u="none" cap="none" strike="noStrike">
                <a:solidFill>
                  <a:srgbClr val="232F3E"/>
                </a:solidFill>
                <a:latin typeface="Play"/>
                <a:ea typeface="Play"/>
                <a:cs typeface="Play"/>
                <a:sym typeface="Play"/>
              </a:defRPr>
            </a:lvl6pPr>
            <a:lvl7pPr indent="0" lvl="6" marL="0" marR="0" rtl="0" algn="r">
              <a:spcBef>
                <a:spcPts val="0"/>
              </a:spcBef>
              <a:buNone/>
              <a:defRPr b="0" i="0" sz="1200" u="none" cap="none" strike="noStrike">
                <a:solidFill>
                  <a:srgbClr val="232F3E"/>
                </a:solidFill>
                <a:latin typeface="Play"/>
                <a:ea typeface="Play"/>
                <a:cs typeface="Play"/>
                <a:sym typeface="Play"/>
              </a:defRPr>
            </a:lvl7pPr>
            <a:lvl8pPr indent="0" lvl="7" marL="0" marR="0" rtl="0" algn="r">
              <a:spcBef>
                <a:spcPts val="0"/>
              </a:spcBef>
              <a:buNone/>
              <a:defRPr b="0" i="0" sz="1200" u="none" cap="none" strike="noStrike">
                <a:solidFill>
                  <a:srgbClr val="232F3E"/>
                </a:solidFill>
                <a:latin typeface="Play"/>
                <a:ea typeface="Play"/>
                <a:cs typeface="Play"/>
                <a:sym typeface="Play"/>
              </a:defRPr>
            </a:lvl8pPr>
            <a:lvl9pPr indent="0" lvl="8" marL="0" marR="0" rtl="0" algn="r">
              <a:spcBef>
                <a:spcPts val="0"/>
              </a:spcBef>
              <a:buNone/>
              <a:defRPr b="0" i="0" sz="1200" u="none" cap="none" strike="noStrike">
                <a:solidFill>
                  <a:srgbClr val="232F3E"/>
                </a:solidFill>
                <a:latin typeface="Play"/>
                <a:ea typeface="Play"/>
                <a:cs typeface="Play"/>
                <a:sym typeface="Play"/>
              </a:defRPr>
            </a:lvl9pPr>
          </a:lstStyle>
          <a:p>
            <a:pPr indent="0" lvl="0" marL="0" rtl="0" algn="r">
              <a:spcBef>
                <a:spcPts val="0"/>
              </a:spcBef>
              <a:spcAft>
                <a:spcPts val="0"/>
              </a:spcAft>
              <a:buNone/>
            </a:pPr>
            <a:fld id="{00000000-1234-1234-1234-123412341234}" type="slidenum">
              <a:rPr lang="en-US"/>
              <a:t>‹#›</a:t>
            </a:fld>
            <a:endParaRPr/>
          </a:p>
        </p:txBody>
      </p:sp>
      <p:sp>
        <p:nvSpPr>
          <p:cNvPr id="1171" name="Google Shape;1171;p85"/>
          <p:cNvSpPr txBox="1"/>
          <p:nvPr>
            <p:ph type="title"/>
          </p:nvPr>
        </p:nvSpPr>
        <p:spPr>
          <a:xfrm>
            <a:off x="365760" y="301752"/>
            <a:ext cx="11567160" cy="73152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232F3E"/>
              </a:buClr>
              <a:buSzPts val="3600"/>
              <a:buFont typeface="Play"/>
              <a:buNone/>
              <a:defRPr b="0" i="0" sz="3600" u="none" cap="none" strike="noStrike">
                <a:solidFill>
                  <a:srgbClr val="232F3E"/>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72" name="Google Shape;1172;p85"/>
          <p:cNvSpPr txBox="1"/>
          <p:nvPr>
            <p:ph idx="1" type="body"/>
          </p:nvPr>
        </p:nvSpPr>
        <p:spPr>
          <a:xfrm>
            <a:off x="365760" y="1143000"/>
            <a:ext cx="11567160" cy="5294376"/>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0"/>
              </a:spcBef>
              <a:spcAft>
                <a:spcPts val="0"/>
              </a:spcAft>
              <a:buClr>
                <a:srgbClr val="232F3E"/>
              </a:buClr>
              <a:buSzPts val="2800"/>
              <a:buFont typeface="Play"/>
              <a:buChar char="•"/>
              <a:defRPr b="0" i="0" sz="2800" u="none" cap="none" strike="noStrike">
                <a:solidFill>
                  <a:srgbClr val="232F3E"/>
                </a:solidFill>
                <a:latin typeface="Play"/>
                <a:ea typeface="Play"/>
                <a:cs typeface="Play"/>
                <a:sym typeface="Play"/>
              </a:defRPr>
            </a:lvl1pPr>
            <a:lvl2pPr indent="-381000" lvl="1" marL="914400" marR="0" rtl="0" algn="l">
              <a:lnSpc>
                <a:spcPct val="90000"/>
              </a:lnSpc>
              <a:spcBef>
                <a:spcPts val="1200"/>
              </a:spcBef>
              <a:spcAft>
                <a:spcPts val="0"/>
              </a:spcAft>
              <a:buClr>
                <a:srgbClr val="232F3E"/>
              </a:buClr>
              <a:buSzPts val="2400"/>
              <a:buFont typeface="Play"/>
              <a:buChar char="•"/>
              <a:defRPr b="0" i="0" sz="2400" u="none" cap="none" strike="noStrike">
                <a:solidFill>
                  <a:srgbClr val="232F3E"/>
                </a:solidFill>
                <a:latin typeface="Play"/>
                <a:ea typeface="Play"/>
                <a:cs typeface="Play"/>
                <a:sym typeface="Play"/>
              </a:defRPr>
            </a:lvl2pPr>
            <a:lvl3pPr indent="-355600" lvl="2" marL="1371600" marR="0" rtl="0" algn="l">
              <a:lnSpc>
                <a:spcPct val="90000"/>
              </a:lnSpc>
              <a:spcBef>
                <a:spcPts val="1200"/>
              </a:spcBef>
              <a:spcAft>
                <a:spcPts val="0"/>
              </a:spcAft>
              <a:buClr>
                <a:srgbClr val="232F3E"/>
              </a:buClr>
              <a:buSzPts val="2000"/>
              <a:buFont typeface="Play"/>
              <a:buChar char="•"/>
              <a:defRPr b="0" i="0" sz="2000" u="none" cap="none" strike="noStrike">
                <a:solidFill>
                  <a:srgbClr val="232F3E"/>
                </a:solidFill>
                <a:latin typeface="Play"/>
                <a:ea typeface="Play"/>
                <a:cs typeface="Play"/>
                <a:sym typeface="Play"/>
              </a:defRPr>
            </a:lvl3pPr>
            <a:lvl4pPr indent="-342900" lvl="3" marL="1828800" marR="0" rtl="0" algn="l">
              <a:lnSpc>
                <a:spcPct val="90000"/>
              </a:lnSpc>
              <a:spcBef>
                <a:spcPts val="1200"/>
              </a:spcBef>
              <a:spcAft>
                <a:spcPts val="0"/>
              </a:spcAft>
              <a:buClr>
                <a:srgbClr val="232F3E"/>
              </a:buClr>
              <a:buSzPts val="1800"/>
              <a:buFont typeface="Play"/>
              <a:buChar char="•"/>
              <a:defRPr b="0" i="0" sz="1800" u="none" cap="none" strike="noStrike">
                <a:solidFill>
                  <a:srgbClr val="232F3E"/>
                </a:solidFill>
                <a:latin typeface="Play"/>
                <a:ea typeface="Play"/>
                <a:cs typeface="Play"/>
                <a:sym typeface="Play"/>
              </a:defRPr>
            </a:lvl4pPr>
            <a:lvl5pPr indent="-342900" lvl="4" marL="2286000" marR="0" rtl="0" algn="l">
              <a:lnSpc>
                <a:spcPct val="90000"/>
              </a:lnSpc>
              <a:spcBef>
                <a:spcPts val="1200"/>
              </a:spcBef>
              <a:spcAft>
                <a:spcPts val="0"/>
              </a:spcAft>
              <a:buClr>
                <a:srgbClr val="232F3E"/>
              </a:buClr>
              <a:buSzPts val="1800"/>
              <a:buFont typeface="Play"/>
              <a:buChar char="•"/>
              <a:defRPr b="0" i="0" sz="1800" u="none" cap="none" strike="noStrike">
                <a:solidFill>
                  <a:srgbClr val="232F3E"/>
                </a:solidFill>
                <a:latin typeface="Play"/>
                <a:ea typeface="Play"/>
                <a:cs typeface="Play"/>
                <a:sym typeface="Play"/>
              </a:defRPr>
            </a:lvl5pPr>
            <a:lvl6pPr indent="-342900" lvl="5" marL="2743200" marR="0" rtl="0" algn="l">
              <a:lnSpc>
                <a:spcPct val="90000"/>
              </a:lnSpc>
              <a:spcBef>
                <a:spcPts val="1200"/>
              </a:spcBef>
              <a:spcAft>
                <a:spcPts val="0"/>
              </a:spcAft>
              <a:buClr>
                <a:schemeClr val="dk1"/>
              </a:buClr>
              <a:buSzPts val="1800"/>
              <a:buFont typeface="Play"/>
              <a:buChar char="•"/>
              <a:defRPr b="0" i="0" sz="1800" u="none" cap="none" strike="noStrike">
                <a:solidFill>
                  <a:schemeClr val="dk1"/>
                </a:solidFill>
                <a:latin typeface="Play"/>
                <a:ea typeface="Play"/>
                <a:cs typeface="Play"/>
                <a:sym typeface="Play"/>
              </a:defRPr>
            </a:lvl6pPr>
            <a:lvl7pPr indent="-342900" lvl="6" marL="3200400" marR="0" rtl="0" algn="l">
              <a:lnSpc>
                <a:spcPct val="90000"/>
              </a:lnSpc>
              <a:spcBef>
                <a:spcPts val="500"/>
              </a:spcBef>
              <a:spcAft>
                <a:spcPts val="0"/>
              </a:spcAft>
              <a:buClr>
                <a:schemeClr val="dk1"/>
              </a:buClr>
              <a:buSzPts val="1800"/>
              <a:buFont typeface="Play"/>
              <a:buChar char="•"/>
              <a:defRPr b="0" i="0" sz="1800" u="none" cap="none" strike="noStrike">
                <a:solidFill>
                  <a:schemeClr val="dk1"/>
                </a:solidFill>
                <a:latin typeface="Play"/>
                <a:ea typeface="Play"/>
                <a:cs typeface="Play"/>
                <a:sym typeface="Play"/>
              </a:defRPr>
            </a:lvl7pPr>
            <a:lvl8pPr indent="-342900" lvl="7" marL="3657600" marR="0" rtl="0" algn="l">
              <a:lnSpc>
                <a:spcPct val="90000"/>
              </a:lnSpc>
              <a:spcBef>
                <a:spcPts val="500"/>
              </a:spcBef>
              <a:spcAft>
                <a:spcPts val="0"/>
              </a:spcAft>
              <a:buClr>
                <a:schemeClr val="dk1"/>
              </a:buClr>
              <a:buSzPts val="1800"/>
              <a:buFont typeface="Play"/>
              <a:buChar char="•"/>
              <a:defRPr b="0" i="0" sz="1800" u="none" cap="none" strike="noStrike">
                <a:solidFill>
                  <a:schemeClr val="dk1"/>
                </a:solidFill>
                <a:latin typeface="Play"/>
                <a:ea typeface="Play"/>
                <a:cs typeface="Play"/>
                <a:sym typeface="Play"/>
              </a:defRPr>
            </a:lvl8pPr>
            <a:lvl9pPr indent="-342900" lvl="8" marL="4114800" marR="0" rtl="0" algn="l">
              <a:lnSpc>
                <a:spcPct val="90000"/>
              </a:lnSpc>
              <a:spcBef>
                <a:spcPts val="500"/>
              </a:spcBef>
              <a:spcAft>
                <a:spcPts val="0"/>
              </a:spcAft>
              <a:buClr>
                <a:schemeClr val="dk1"/>
              </a:buClr>
              <a:buSzPts val="1800"/>
              <a:buFont typeface="Play"/>
              <a:buChar char="•"/>
              <a:defRPr b="0" i="0" sz="1800" u="none" cap="none" strike="noStrike">
                <a:solidFill>
                  <a:schemeClr val="dk1"/>
                </a:solidFill>
                <a:latin typeface="Play"/>
                <a:ea typeface="Play"/>
                <a:cs typeface="Play"/>
                <a:sym typeface="Play"/>
              </a:defRPr>
            </a:lvl9pPr>
          </a:lstStyle>
          <a:p/>
        </p:txBody>
      </p:sp>
      <p:pic>
        <p:nvPicPr>
          <p:cNvPr id="1173" name="Google Shape;1173;p85"/>
          <p:cNvPicPr preferRelativeResize="0"/>
          <p:nvPr/>
        </p:nvPicPr>
        <p:blipFill rotWithShape="1">
          <a:blip r:embed="rId2">
            <a:alphaModFix/>
          </a:blip>
          <a:srcRect b="0" l="0" r="0" t="0"/>
          <a:stretch/>
        </p:blipFill>
        <p:spPr>
          <a:xfrm>
            <a:off x="243599" y="6445721"/>
            <a:ext cx="366979" cy="219456"/>
          </a:xfrm>
          <a:prstGeom prst="rect">
            <a:avLst/>
          </a:prstGeom>
          <a:noFill/>
          <a:ln>
            <a:noFill/>
          </a:ln>
        </p:spPr>
      </p:pic>
      <p:pic>
        <p:nvPicPr>
          <p:cNvPr id="1174" name="Google Shape;1174;p85"/>
          <p:cNvPicPr preferRelativeResize="0"/>
          <p:nvPr/>
        </p:nvPicPr>
        <p:blipFill rotWithShape="1">
          <a:blip r:embed="rId3">
            <a:alphaModFix/>
          </a:blip>
          <a:srcRect b="0" l="0" r="0" t="0"/>
          <a:stretch/>
        </p:blipFill>
        <p:spPr>
          <a:xfrm>
            <a:off x="3787140" y="6468531"/>
            <a:ext cx="4610100" cy="26712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 id="2147483781" r:id="rId12"/>
    <p:sldLayoutId id="2147483782" r:id="rId13"/>
    <p:sldLayoutId id="2147483783" r:id="rId14"/>
    <p:sldLayoutId id="2147483784" r:id="rId15"/>
    <p:sldLayoutId id="2147483785" r:id="rId16"/>
    <p:sldLayoutId id="2147483786" r:id="rId17"/>
    <p:sldLayoutId id="2147483787" r:id="rId18"/>
    <p:sldLayoutId id="2147483788" r:id="rId19"/>
    <p:sldLayoutId id="2147483789" r:id="rId20"/>
    <p:sldLayoutId id="2147483790" r:id="rId21"/>
    <p:sldLayoutId id="2147483791" r:id="rId22"/>
    <p:sldLayoutId id="2147483792" r:id="rId23"/>
    <p:sldLayoutId id="2147483793" r:id="rId24"/>
    <p:sldLayoutId id="2147483794" r:id="rId25"/>
    <p:sldLayoutId id="2147483795" r:id="rId26"/>
    <p:sldLayoutId id="2147483796" r:id="rId27"/>
    <p:sldLayoutId id="2147483797" r:id="rId28"/>
    <p:sldLayoutId id="2147483798" r:id="rId29"/>
    <p:sldLayoutId id="2147483799" r:id="rId30"/>
    <p:sldLayoutId id="2147483800" r:id="rId31"/>
    <p:sldLayoutId id="2147483801" r:id="rId32"/>
    <p:sldLayoutId id="2147483802" r:id="rId33"/>
    <p:sldLayoutId id="2147483803" r:id="rId34"/>
    <p:sldLayoutId id="2147483804" r:id="rId35"/>
    <p:sldLayoutId id="2147483805" r:id="rId36"/>
    <p:sldLayoutId id="2147483806" r:id="rId37"/>
    <p:sldLayoutId id="2147483807" r:id="rId38"/>
    <p:sldLayoutId id="2147483808" r:id="rId39"/>
    <p:sldLayoutId id="2147483809" r:id="rId40"/>
    <p:sldLayoutId id="2147483810" r:id="rId41"/>
    <p:sldLayoutId id="2147483811" r:id="rId42"/>
    <p:sldLayoutId id="2147483812" r:id="rId43"/>
    <p:sldLayoutId id="2147483813" r:id="rId44"/>
    <p:sldLayoutId id="2147483814" r:id="rId45"/>
    <p:sldLayoutId id="2147483815" r:id="rId46"/>
    <p:sldLayoutId id="2147483816" r:id="rId47"/>
    <p:sldLayoutId id="2147483817" r:id="rId48"/>
    <p:sldLayoutId id="2147483818" r:id="rId49"/>
    <p:sldLayoutId id="2147483819" r:id="rId50"/>
    <p:sldLayoutId id="2147483820" r:id="rId51"/>
    <p:sldLayoutId id="2147483821" r:id="rId52"/>
    <p:sldLayoutId id="2147483822" r:id="rId53"/>
    <p:sldLayoutId id="2147483823" r:id="rId54"/>
    <p:sldLayoutId id="2147483824" r:id="rId55"/>
    <p:sldLayoutId id="2147483825" r:id="rId56"/>
    <p:sldLayoutId id="2147483826" r:id="rId57"/>
    <p:sldLayoutId id="2147483827" r:id="rId58"/>
    <p:sldLayoutId id="2147483828" r:id="rId59"/>
    <p:sldLayoutId id="2147483829" r:id="rId60"/>
    <p:sldLayoutId id="2147483830" r:id="rId61"/>
    <p:sldLayoutId id="2147483831" r:id="rId62"/>
    <p:sldLayoutId id="2147483832" r:id="rId6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5.xml"/><Relationship Id="rId3" Type="http://schemas.openxmlformats.org/officeDocument/2006/relationships/image" Target="../media/image10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4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3.xml"/><Relationship Id="rId2" Type="http://schemas.openxmlformats.org/officeDocument/2006/relationships/notesSlide" Target="../notesSlides/notesSlide8.xml"/><Relationship Id="rId3" Type="http://schemas.openxmlformats.org/officeDocument/2006/relationships/image" Target="../media/image48.png"/><Relationship Id="rId4" Type="http://schemas.openxmlformats.org/officeDocument/2006/relationships/image" Target="../media/image47.png"/><Relationship Id="rId5" Type="http://schemas.openxmlformats.org/officeDocument/2006/relationships/image" Target="../media/image4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4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51.png"/><Relationship Id="rId4" Type="http://schemas.openxmlformats.org/officeDocument/2006/relationships/image" Target="../media/image4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50.png"/><Relationship Id="rId4" Type="http://schemas.openxmlformats.org/officeDocument/2006/relationships/image" Target="../media/image49.png"/><Relationship Id="rId5" Type="http://schemas.openxmlformats.org/officeDocument/2006/relationships/image" Target="../media/image5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0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5.xml"/><Relationship Id="rId2" Type="http://schemas.openxmlformats.org/officeDocument/2006/relationships/notesSlide" Target="../notesSlides/notesSlide15.xml"/><Relationship Id="rId3" Type="http://schemas.openxmlformats.org/officeDocument/2006/relationships/image" Target="../media/image52.png"/><Relationship Id="rId4" Type="http://schemas.openxmlformats.org/officeDocument/2006/relationships/image" Target="../media/image55.png"/><Relationship Id="rId5" Type="http://schemas.openxmlformats.org/officeDocument/2006/relationships/image" Target="../media/image62.png"/><Relationship Id="rId6" Type="http://schemas.openxmlformats.org/officeDocument/2006/relationships/image" Target="../media/image5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54.png"/><Relationship Id="rId4" Type="http://schemas.openxmlformats.org/officeDocument/2006/relationships/image" Target="../media/image59.png"/><Relationship Id="rId9" Type="http://schemas.openxmlformats.org/officeDocument/2006/relationships/image" Target="../media/image64.png"/><Relationship Id="rId5" Type="http://schemas.openxmlformats.org/officeDocument/2006/relationships/image" Target="../media/image61.png"/><Relationship Id="rId6" Type="http://schemas.openxmlformats.org/officeDocument/2006/relationships/image" Target="../media/image55.png"/><Relationship Id="rId7" Type="http://schemas.openxmlformats.org/officeDocument/2006/relationships/image" Target="../media/image60.png"/><Relationship Id="rId8" Type="http://schemas.openxmlformats.org/officeDocument/2006/relationships/image" Target="../media/image6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67.png"/><Relationship Id="rId4" Type="http://schemas.openxmlformats.org/officeDocument/2006/relationships/image" Target="../media/image54.png"/><Relationship Id="rId5" Type="http://schemas.openxmlformats.org/officeDocument/2006/relationships/image" Target="../media/image66.png"/><Relationship Id="rId6" Type="http://schemas.openxmlformats.org/officeDocument/2006/relationships/image" Target="../media/image65.png"/><Relationship Id="rId7" Type="http://schemas.openxmlformats.org/officeDocument/2006/relationships/image" Target="../media/image6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78.png"/><Relationship Id="rId4" Type="http://schemas.openxmlformats.org/officeDocument/2006/relationships/image" Target="../media/image71.png"/><Relationship Id="rId5" Type="http://schemas.openxmlformats.org/officeDocument/2006/relationships/image" Target="../media/image63.png"/><Relationship Id="rId6" Type="http://schemas.openxmlformats.org/officeDocument/2006/relationships/image" Target="../media/image70.png"/><Relationship Id="rId7" Type="http://schemas.openxmlformats.org/officeDocument/2006/relationships/image" Target="../media/image7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59.png"/><Relationship Id="rId4" Type="http://schemas.openxmlformats.org/officeDocument/2006/relationships/image" Target="../media/image80.png"/><Relationship Id="rId5" Type="http://schemas.openxmlformats.org/officeDocument/2006/relationships/image" Target="../media/image72.png"/><Relationship Id="rId6" Type="http://schemas.openxmlformats.org/officeDocument/2006/relationships/image" Target="../media/image63.png"/><Relationship Id="rId7" Type="http://schemas.openxmlformats.org/officeDocument/2006/relationships/image" Target="../media/image70.png"/><Relationship Id="rId8" Type="http://schemas.openxmlformats.org/officeDocument/2006/relationships/image" Target="../media/image7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0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4.xml"/><Relationship Id="rId2" Type="http://schemas.openxmlformats.org/officeDocument/2006/relationships/notesSlide" Target="../notesSlides/notesSlide24.xml"/><Relationship Id="rId3" Type="http://schemas.openxmlformats.org/officeDocument/2006/relationships/image" Target="../media/image79.png"/><Relationship Id="rId4" Type="http://schemas.openxmlformats.org/officeDocument/2006/relationships/image" Target="../media/image59.png"/><Relationship Id="rId5" Type="http://schemas.openxmlformats.org/officeDocument/2006/relationships/image" Target="../media/image6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5.xml"/><Relationship Id="rId3" Type="http://schemas.openxmlformats.org/officeDocument/2006/relationships/image" Target="../media/image85.png"/><Relationship Id="rId4" Type="http://schemas.openxmlformats.org/officeDocument/2006/relationships/image" Target="../media/image82.png"/><Relationship Id="rId5" Type="http://schemas.openxmlformats.org/officeDocument/2006/relationships/image" Target="../media/image59.png"/><Relationship Id="rId6" Type="http://schemas.openxmlformats.org/officeDocument/2006/relationships/image" Target="../media/image63.png"/><Relationship Id="rId7" Type="http://schemas.openxmlformats.org/officeDocument/2006/relationships/image" Target="../media/image6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0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 Id="rId3" Type="http://schemas.openxmlformats.org/officeDocument/2006/relationships/image" Target="../media/image8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0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91.png"/><Relationship Id="rId4" Type="http://schemas.openxmlformats.org/officeDocument/2006/relationships/image" Target="../media/image90.png"/><Relationship Id="rId5" Type="http://schemas.openxmlformats.org/officeDocument/2006/relationships/image" Target="../media/image8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0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0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4.xml"/><Relationship Id="rId3" Type="http://schemas.openxmlformats.org/officeDocument/2006/relationships/image" Target="../media/image95.png"/><Relationship Id="rId4" Type="http://schemas.openxmlformats.org/officeDocument/2006/relationships/image" Target="../media/image94.jpg"/><Relationship Id="rId5" Type="http://schemas.openxmlformats.org/officeDocument/2006/relationships/image" Target="../media/image63.png"/><Relationship Id="rId6" Type="http://schemas.openxmlformats.org/officeDocument/2006/relationships/image" Target="../media/image9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5.xml"/><Relationship Id="rId3" Type="http://schemas.openxmlformats.org/officeDocument/2006/relationships/image" Target="../media/image54.png"/><Relationship Id="rId4" Type="http://schemas.openxmlformats.org/officeDocument/2006/relationships/image" Target="../media/image97.png"/><Relationship Id="rId5" Type="http://schemas.openxmlformats.org/officeDocument/2006/relationships/image" Target="../media/image6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10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1.xml"/><Relationship Id="rId3" Type="http://schemas.openxmlformats.org/officeDocument/2006/relationships/image" Target="../media/image99.png"/><Relationship Id="rId4" Type="http://schemas.openxmlformats.org/officeDocument/2006/relationships/image" Target="../media/image54.png"/><Relationship Id="rId5" Type="http://schemas.openxmlformats.org/officeDocument/2006/relationships/image" Target="../media/image91.png"/><Relationship Id="rId6" Type="http://schemas.openxmlformats.org/officeDocument/2006/relationships/image" Target="../media/image6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11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6.xml"/><Relationship Id="rId3" Type="http://schemas.openxmlformats.org/officeDocument/2006/relationships/image" Target="../media/image54.png"/><Relationship Id="rId4" Type="http://schemas.openxmlformats.org/officeDocument/2006/relationships/image" Target="../media/image6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10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image" Target="../media/image10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11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 Id="rId3" Type="http://schemas.openxmlformats.org/officeDocument/2006/relationships/image" Target="../media/image102.png"/><Relationship Id="rId4" Type="http://schemas.openxmlformats.org/officeDocument/2006/relationships/image" Target="../media/image106.png"/><Relationship Id="rId5" Type="http://schemas.openxmlformats.org/officeDocument/2006/relationships/image" Target="../media/image110.png"/><Relationship Id="rId6" Type="http://schemas.openxmlformats.org/officeDocument/2006/relationships/image" Target="../media/image11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 Id="rId3" Type="http://schemas.openxmlformats.org/officeDocument/2006/relationships/image" Target="../media/image10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 Id="rId3" Type="http://schemas.openxmlformats.org/officeDocument/2006/relationships/image" Target="../media/image110.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 Id="rId3" Type="http://schemas.openxmlformats.org/officeDocument/2006/relationships/image" Target="../media/image11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 Id="rId3" Type="http://schemas.openxmlformats.org/officeDocument/2006/relationships/image" Target="../media/image106.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107.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1.xml"/><Relationship Id="rId3" Type="http://schemas.openxmlformats.org/officeDocument/2006/relationships/image" Target="../media/image104.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117.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6.xml"/><Relationship Id="rId3" Type="http://schemas.openxmlformats.org/officeDocument/2006/relationships/hyperlink" Target="https://support.aws.amazon.com/#/contacts/aws-academy"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9" name="Shape 1739"/>
        <p:cNvGrpSpPr/>
        <p:nvPr/>
      </p:nvGrpSpPr>
      <p:grpSpPr>
        <a:xfrm>
          <a:off x="0" y="0"/>
          <a:ext cx="0" cy="0"/>
          <a:chOff x="0" y="0"/>
          <a:chExt cx="0" cy="0"/>
        </a:xfrm>
      </p:grpSpPr>
      <p:sp>
        <p:nvSpPr>
          <p:cNvPr id="1740" name="Google Shape;1740;p1"/>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1741" name="Google Shape;1741;p1"/>
          <p:cNvSpPr txBox="1"/>
          <p:nvPr>
            <p:ph type="title"/>
          </p:nvPr>
        </p:nvSpPr>
        <p:spPr>
          <a:xfrm>
            <a:off x="457200" y="1051560"/>
            <a:ext cx="10890504" cy="167335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4800"/>
              <a:buFont typeface="Play"/>
              <a:buNone/>
            </a:pPr>
            <a:r>
              <a:rPr lang="en-US"/>
              <a:t>Adding a Storage Layer with Amazon S3</a:t>
            </a:r>
            <a:endParaRPr/>
          </a:p>
        </p:txBody>
      </p:sp>
      <p:sp>
        <p:nvSpPr>
          <p:cNvPr id="1742" name="Google Shape;1742;p1"/>
          <p:cNvSpPr txBox="1"/>
          <p:nvPr>
            <p:ph idx="1" type="body"/>
          </p:nvPr>
        </p:nvSpPr>
        <p:spPr>
          <a:xfrm>
            <a:off x="457200" y="2772920"/>
            <a:ext cx="5500255" cy="175564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3200"/>
              <a:buNone/>
            </a:pPr>
            <a:r>
              <a:rPr lang="en-US"/>
              <a:t>AWS Academy Cloud Architecting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6" name="Shape 1746"/>
        <p:cNvGrpSpPr/>
        <p:nvPr/>
      </p:nvGrpSpPr>
      <p:grpSpPr>
        <a:xfrm>
          <a:off x="0" y="0"/>
          <a:ext cx="0" cy="0"/>
          <a:chOff x="0" y="0"/>
          <a:chExt cx="0" cy="0"/>
        </a:xfrm>
      </p:grpSpPr>
      <p:sp>
        <p:nvSpPr>
          <p:cNvPr id="1747" name="Google Shape;1747;p2"/>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1748" name="Google Shape;1748;p2"/>
          <p:cNvSpPr txBox="1"/>
          <p:nvPr>
            <p:ph type="title"/>
          </p:nvPr>
        </p:nvSpPr>
        <p:spPr>
          <a:xfrm>
            <a:off x="457200" y="2545492"/>
            <a:ext cx="11375136" cy="244687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4800"/>
              <a:buFont typeface="Play"/>
              <a:buNone/>
            </a:pPr>
            <a:r>
              <a:rPr lang="en-US"/>
              <a:t>Introduction</a:t>
            </a:r>
            <a:endParaRPr/>
          </a:p>
        </p:txBody>
      </p:sp>
      <p:sp>
        <p:nvSpPr>
          <p:cNvPr id="1749" name="Google Shape;1749;p2"/>
          <p:cNvSpPr txBox="1"/>
          <p:nvPr>
            <p:ph idx="1" type="subTitle"/>
          </p:nvPr>
        </p:nvSpPr>
        <p:spPr>
          <a:xfrm>
            <a:off x="457200" y="5040376"/>
            <a:ext cx="11375136" cy="99589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3200"/>
              <a:buNone/>
            </a:pPr>
            <a:r>
              <a:rPr lang="en-US"/>
              <a:t>Adding a Storage Layer with Amazon S3</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3" name="Shape 1753"/>
        <p:cNvGrpSpPr/>
        <p:nvPr/>
      </p:nvGrpSpPr>
      <p:grpSpPr>
        <a:xfrm>
          <a:off x="0" y="0"/>
          <a:ext cx="0" cy="0"/>
          <a:chOff x="0" y="0"/>
          <a:chExt cx="0" cy="0"/>
        </a:xfrm>
      </p:grpSpPr>
      <p:sp>
        <p:nvSpPr>
          <p:cNvPr id="1754" name="Google Shape;1754;p3"/>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1755" name="Google Shape;1755;p3"/>
          <p:cNvSpPr txBox="1"/>
          <p:nvPr>
            <p:ph type="title"/>
          </p:nvPr>
        </p:nvSpPr>
        <p:spPr>
          <a:xfrm>
            <a:off x="243242" y="292099"/>
            <a:ext cx="4062057" cy="1866901"/>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lt1"/>
              </a:buClr>
              <a:buSzPts val="3600"/>
              <a:buFont typeface="Play"/>
              <a:buNone/>
            </a:pPr>
            <a:r>
              <a:rPr lang="en-US"/>
              <a:t>Module objectives</a:t>
            </a:r>
            <a:endParaRPr/>
          </a:p>
        </p:txBody>
      </p:sp>
      <p:sp>
        <p:nvSpPr>
          <p:cNvPr id="1756" name="Google Shape;1756;p3"/>
          <p:cNvSpPr txBox="1"/>
          <p:nvPr>
            <p:ph idx="1" type="body"/>
          </p:nvPr>
        </p:nvSpPr>
        <p:spPr>
          <a:xfrm>
            <a:off x="4592635" y="292099"/>
            <a:ext cx="7239701" cy="6142651"/>
          </a:xfrm>
          <a:prstGeom prst="rect">
            <a:avLst/>
          </a:prstGeom>
          <a:noFill/>
          <a:ln>
            <a:noFill/>
          </a:ln>
        </p:spPr>
        <p:txBody>
          <a:bodyPr anchorCtr="0" anchor="t" bIns="45700" lIns="91425" spcFirstLastPara="1" rIns="91425" wrap="square" tIns="45700">
            <a:normAutofit fontScale="92500"/>
          </a:bodyPr>
          <a:lstStyle/>
          <a:p>
            <a:pPr indent="0" lvl="0" marL="0" rtl="0" algn="l">
              <a:lnSpc>
                <a:spcPct val="100000"/>
              </a:lnSpc>
              <a:spcBef>
                <a:spcPts val="0"/>
              </a:spcBef>
              <a:spcAft>
                <a:spcPts val="0"/>
              </a:spcAft>
              <a:buClr>
                <a:srgbClr val="232F3E"/>
              </a:buClr>
              <a:buSzPct val="100000"/>
              <a:buNone/>
            </a:pPr>
            <a:r>
              <a:rPr lang="en-US"/>
              <a:t>This module prepares you to do the following:</a:t>
            </a:r>
            <a:endParaRPr/>
          </a:p>
          <a:p>
            <a:pPr indent="-228600" lvl="1" marL="457200" rtl="0" algn="l">
              <a:lnSpc>
                <a:spcPct val="100000"/>
              </a:lnSpc>
              <a:spcBef>
                <a:spcPts val="1200"/>
              </a:spcBef>
              <a:spcAft>
                <a:spcPts val="0"/>
              </a:spcAft>
              <a:buClr>
                <a:srgbClr val="232F3E"/>
              </a:buClr>
              <a:buSzPct val="100000"/>
              <a:buChar char="•"/>
            </a:pPr>
            <a:r>
              <a:rPr lang="en-US"/>
              <a:t>Define Amazon Simple Storage Service (Amazon S3) and how it works.</a:t>
            </a:r>
            <a:endParaRPr/>
          </a:p>
          <a:p>
            <a:pPr indent="-228600" lvl="1" marL="457200" rtl="0" algn="l">
              <a:lnSpc>
                <a:spcPct val="100000"/>
              </a:lnSpc>
              <a:spcBef>
                <a:spcPts val="1200"/>
              </a:spcBef>
              <a:spcAft>
                <a:spcPts val="0"/>
              </a:spcAft>
              <a:buClr>
                <a:srgbClr val="232F3E"/>
              </a:buClr>
              <a:buSzPct val="100000"/>
              <a:buChar char="•"/>
            </a:pPr>
            <a:r>
              <a:rPr lang="en-US"/>
              <a:t>Recognize the problems that Amazon S3 can solve.</a:t>
            </a:r>
            <a:endParaRPr/>
          </a:p>
          <a:p>
            <a:pPr indent="-228600" lvl="1" marL="457200" rtl="0" algn="l">
              <a:lnSpc>
                <a:spcPct val="100000"/>
              </a:lnSpc>
              <a:spcBef>
                <a:spcPts val="1200"/>
              </a:spcBef>
              <a:spcAft>
                <a:spcPts val="0"/>
              </a:spcAft>
              <a:buClr>
                <a:srgbClr val="232F3E"/>
              </a:buClr>
              <a:buSzPct val="100000"/>
              <a:buChar char="•"/>
            </a:pPr>
            <a:r>
              <a:rPr lang="en-US"/>
              <a:t>Describe how to move data to and from Amazon S3.</a:t>
            </a:r>
            <a:endParaRPr/>
          </a:p>
          <a:p>
            <a:pPr indent="-228600" lvl="1" marL="457200" rtl="0" algn="l">
              <a:lnSpc>
                <a:spcPct val="100000"/>
              </a:lnSpc>
              <a:spcBef>
                <a:spcPts val="1200"/>
              </a:spcBef>
              <a:spcAft>
                <a:spcPts val="0"/>
              </a:spcAft>
              <a:buClr>
                <a:srgbClr val="232F3E"/>
              </a:buClr>
              <a:buSzPct val="100000"/>
              <a:buChar char="•"/>
            </a:pPr>
            <a:r>
              <a:rPr lang="en-US"/>
              <a:t>Manage the storage of content efficiently by using Amazon S3.</a:t>
            </a:r>
            <a:endParaRPr/>
          </a:p>
          <a:p>
            <a:pPr indent="-228600" lvl="1" marL="457200" rtl="0" algn="l">
              <a:lnSpc>
                <a:spcPct val="100000"/>
              </a:lnSpc>
              <a:spcBef>
                <a:spcPts val="1200"/>
              </a:spcBef>
              <a:spcAft>
                <a:spcPts val="0"/>
              </a:spcAft>
              <a:buClr>
                <a:srgbClr val="232F3E"/>
              </a:buClr>
              <a:buSzPct val="100000"/>
              <a:buChar char="•"/>
            </a:pPr>
            <a:r>
              <a:rPr lang="en-US"/>
              <a:t>Recommend the appropriate use of Amazon S3 based on requirements.</a:t>
            </a:r>
            <a:endParaRPr/>
          </a:p>
          <a:p>
            <a:pPr indent="-228600" lvl="1" marL="457200" rtl="0" algn="l">
              <a:lnSpc>
                <a:spcPct val="100000"/>
              </a:lnSpc>
              <a:spcBef>
                <a:spcPts val="1200"/>
              </a:spcBef>
              <a:spcAft>
                <a:spcPts val="0"/>
              </a:spcAft>
              <a:buClr>
                <a:srgbClr val="232F3E"/>
              </a:buClr>
              <a:buSzPct val="100000"/>
              <a:buChar char="•"/>
            </a:pPr>
            <a:r>
              <a:rPr lang="en-US"/>
              <a:t>Configure a static website on Amazon S3.</a:t>
            </a:r>
            <a:endParaRPr/>
          </a:p>
          <a:p>
            <a:pPr indent="-228600" lvl="1" marL="457200" rtl="0" algn="l">
              <a:lnSpc>
                <a:spcPct val="100000"/>
              </a:lnSpc>
              <a:spcBef>
                <a:spcPts val="1200"/>
              </a:spcBef>
              <a:spcAft>
                <a:spcPts val="0"/>
              </a:spcAft>
              <a:buClr>
                <a:srgbClr val="232F3E"/>
              </a:buClr>
              <a:buSzPct val="100000"/>
              <a:buChar char="•"/>
            </a:pPr>
            <a:r>
              <a:rPr lang="en-US"/>
              <a:t>Use the AWS Well-Architected Framework principles when designing a storage layer with Amazon S3.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0" name="Shape 1760"/>
        <p:cNvGrpSpPr/>
        <p:nvPr/>
      </p:nvGrpSpPr>
      <p:grpSpPr>
        <a:xfrm>
          <a:off x="0" y="0"/>
          <a:ext cx="0" cy="0"/>
          <a:chOff x="0" y="0"/>
          <a:chExt cx="0" cy="0"/>
        </a:xfrm>
      </p:grpSpPr>
      <p:sp>
        <p:nvSpPr>
          <p:cNvPr id="1761" name="Google Shape;1761;p4"/>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1762" name="Google Shape;1762;p4"/>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2F3E"/>
              </a:buClr>
              <a:buSzPts val="3600"/>
              <a:buFont typeface="Play"/>
              <a:buNone/>
            </a:pPr>
            <a:r>
              <a:rPr lang="en-US"/>
              <a:t>Module overview</a:t>
            </a:r>
            <a:endParaRPr/>
          </a:p>
        </p:txBody>
      </p:sp>
      <p:sp>
        <p:nvSpPr>
          <p:cNvPr id="1763" name="Google Shape;1763;p4"/>
          <p:cNvSpPr txBox="1"/>
          <p:nvPr>
            <p:ph idx="1" type="body"/>
          </p:nvPr>
        </p:nvSpPr>
        <p:spPr>
          <a:xfrm>
            <a:off x="365760" y="1097280"/>
            <a:ext cx="5669280" cy="533095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232F3E"/>
              </a:buClr>
              <a:buSzPts val="2800"/>
              <a:buNone/>
            </a:pPr>
            <a:r>
              <a:rPr b="1" lang="en-US"/>
              <a:t>Presentation sections</a:t>
            </a:r>
            <a:endParaRPr/>
          </a:p>
          <a:p>
            <a:pPr indent="-228600" lvl="1" marL="457200" rtl="0" algn="l">
              <a:lnSpc>
                <a:spcPct val="100000"/>
              </a:lnSpc>
              <a:spcBef>
                <a:spcPts val="1200"/>
              </a:spcBef>
              <a:spcAft>
                <a:spcPts val="0"/>
              </a:spcAft>
              <a:buClr>
                <a:srgbClr val="232F3E"/>
              </a:buClr>
              <a:buSzPts val="2400"/>
              <a:buChar char="•"/>
            </a:pPr>
            <a:r>
              <a:rPr lang="en-US"/>
              <a:t>Defining Amazon S3</a:t>
            </a:r>
            <a:endParaRPr/>
          </a:p>
          <a:p>
            <a:pPr indent="-228600" lvl="1" marL="457200" rtl="0" algn="l">
              <a:lnSpc>
                <a:spcPct val="100000"/>
              </a:lnSpc>
              <a:spcBef>
                <a:spcPts val="1200"/>
              </a:spcBef>
              <a:spcAft>
                <a:spcPts val="0"/>
              </a:spcAft>
              <a:buClr>
                <a:srgbClr val="232F3E"/>
              </a:buClr>
              <a:buSzPts val="2400"/>
              <a:buChar char="•"/>
            </a:pPr>
            <a:r>
              <a:rPr lang="en-US"/>
              <a:t>Using Amazon S3</a:t>
            </a:r>
            <a:endParaRPr/>
          </a:p>
          <a:p>
            <a:pPr indent="-228600" lvl="1" marL="457200" rtl="0" algn="l">
              <a:lnSpc>
                <a:spcPct val="100000"/>
              </a:lnSpc>
              <a:spcBef>
                <a:spcPts val="1200"/>
              </a:spcBef>
              <a:spcAft>
                <a:spcPts val="0"/>
              </a:spcAft>
              <a:buClr>
                <a:srgbClr val="232F3E"/>
              </a:buClr>
              <a:buSzPts val="2400"/>
              <a:buChar char="•"/>
            </a:pPr>
            <a:r>
              <a:rPr lang="en-US"/>
              <a:t>Moving data to and from Amazon S3</a:t>
            </a:r>
            <a:endParaRPr/>
          </a:p>
          <a:p>
            <a:pPr indent="-228600" lvl="1" marL="457200" rtl="0" algn="l">
              <a:lnSpc>
                <a:spcPct val="100000"/>
              </a:lnSpc>
              <a:spcBef>
                <a:spcPts val="1200"/>
              </a:spcBef>
              <a:spcAft>
                <a:spcPts val="0"/>
              </a:spcAft>
              <a:buClr>
                <a:srgbClr val="232F3E"/>
              </a:buClr>
              <a:buSzPts val="2400"/>
              <a:buChar char="•"/>
            </a:pPr>
            <a:r>
              <a:rPr lang="en-US"/>
              <a:t>Storing content with Amazon S3</a:t>
            </a:r>
            <a:endParaRPr/>
          </a:p>
          <a:p>
            <a:pPr indent="-228600" lvl="1" marL="457200" rtl="0" algn="l">
              <a:lnSpc>
                <a:spcPct val="100000"/>
              </a:lnSpc>
              <a:spcBef>
                <a:spcPts val="1200"/>
              </a:spcBef>
              <a:spcAft>
                <a:spcPts val="0"/>
              </a:spcAft>
              <a:buClr>
                <a:srgbClr val="232F3E"/>
              </a:buClr>
              <a:buSzPts val="2400"/>
              <a:buChar char="•"/>
            </a:pPr>
            <a:r>
              <a:rPr lang="en-US"/>
              <a:t>Designing with Amazon S3</a:t>
            </a:r>
            <a:endParaRPr/>
          </a:p>
          <a:p>
            <a:pPr indent="-228600" lvl="1" marL="457200" rtl="0" algn="l">
              <a:lnSpc>
                <a:spcPct val="100000"/>
              </a:lnSpc>
              <a:spcBef>
                <a:spcPts val="1200"/>
              </a:spcBef>
              <a:spcAft>
                <a:spcPts val="0"/>
              </a:spcAft>
              <a:buClr>
                <a:srgbClr val="232F3E"/>
              </a:buClr>
              <a:buSzPts val="2400"/>
              <a:buChar char="•"/>
            </a:pPr>
            <a:r>
              <a:rPr lang="en-US"/>
              <a:t>Applying the AWS Well-Architected Framework principles to storage</a:t>
            </a:r>
            <a:endParaRPr/>
          </a:p>
        </p:txBody>
      </p:sp>
      <p:sp>
        <p:nvSpPr>
          <p:cNvPr id="1764" name="Google Shape;1764;p4"/>
          <p:cNvSpPr txBox="1"/>
          <p:nvPr>
            <p:ph idx="2" type="body"/>
          </p:nvPr>
        </p:nvSpPr>
        <p:spPr>
          <a:xfrm>
            <a:off x="6163056" y="1097280"/>
            <a:ext cx="5669280" cy="533095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232F3E"/>
              </a:buClr>
              <a:buSzPts val="2800"/>
              <a:buNone/>
            </a:pPr>
            <a:r>
              <a:rPr b="1" lang="en-US"/>
              <a:t>Demos</a:t>
            </a:r>
            <a:endParaRPr b="1" sz="2400"/>
          </a:p>
          <a:p>
            <a:pPr indent="-228600" lvl="1" marL="457200" rtl="0" algn="l">
              <a:lnSpc>
                <a:spcPct val="100000"/>
              </a:lnSpc>
              <a:spcBef>
                <a:spcPts val="1200"/>
              </a:spcBef>
              <a:spcAft>
                <a:spcPts val="0"/>
              </a:spcAft>
              <a:buClr>
                <a:srgbClr val="232F3E"/>
              </a:buClr>
              <a:buSzPts val="2400"/>
              <a:buChar char="•"/>
            </a:pPr>
            <a:r>
              <a:rPr lang="en-US"/>
              <a:t>Amazon S3 Transfer Acceleration</a:t>
            </a:r>
            <a:endParaRPr/>
          </a:p>
          <a:p>
            <a:pPr indent="-228600" lvl="1" marL="457200" rtl="0" algn="l">
              <a:lnSpc>
                <a:spcPct val="100000"/>
              </a:lnSpc>
              <a:spcBef>
                <a:spcPts val="1200"/>
              </a:spcBef>
              <a:spcAft>
                <a:spcPts val="0"/>
              </a:spcAft>
              <a:buClr>
                <a:srgbClr val="232F3E"/>
              </a:buClr>
              <a:buSzPts val="2400"/>
              <a:buChar char="•"/>
            </a:pPr>
            <a:r>
              <a:rPr lang="en-US"/>
              <a:t>Managing Lifecycles in Amazon S3</a:t>
            </a:r>
            <a:endParaRPr/>
          </a:p>
          <a:p>
            <a:pPr indent="-228600" lvl="1" marL="457200" rtl="0" algn="l">
              <a:lnSpc>
                <a:spcPct val="100000"/>
              </a:lnSpc>
              <a:spcBef>
                <a:spcPts val="1200"/>
              </a:spcBef>
              <a:spcAft>
                <a:spcPts val="0"/>
              </a:spcAft>
              <a:buClr>
                <a:srgbClr val="232F3E"/>
              </a:buClr>
              <a:buSzPts val="2400"/>
              <a:buChar char="•"/>
            </a:pPr>
            <a:r>
              <a:rPr lang="en-US"/>
              <a:t>Amazon S3 Versioning</a:t>
            </a:r>
            <a:endParaRPr/>
          </a:p>
          <a:p>
            <a:pPr indent="0" lvl="0" marL="0" rtl="0" algn="l">
              <a:lnSpc>
                <a:spcPct val="100000"/>
              </a:lnSpc>
              <a:spcBef>
                <a:spcPts val="1200"/>
              </a:spcBef>
              <a:spcAft>
                <a:spcPts val="0"/>
              </a:spcAft>
              <a:buClr>
                <a:srgbClr val="232F3E"/>
              </a:buClr>
              <a:buSzPts val="2800"/>
              <a:buNone/>
            </a:pPr>
            <a:r>
              <a:rPr b="1" lang="en-US"/>
              <a:t>Activity</a:t>
            </a:r>
            <a:endParaRPr/>
          </a:p>
          <a:p>
            <a:pPr indent="-228600" lvl="1" marL="457200" rtl="0" algn="l">
              <a:lnSpc>
                <a:spcPct val="100000"/>
              </a:lnSpc>
              <a:spcBef>
                <a:spcPts val="1200"/>
              </a:spcBef>
              <a:spcAft>
                <a:spcPts val="0"/>
              </a:spcAft>
              <a:buClr>
                <a:srgbClr val="232F3E"/>
              </a:buClr>
              <a:buSzPts val="2400"/>
              <a:buChar char="•"/>
            </a:pPr>
            <a:r>
              <a:rPr lang="en-US"/>
              <a:t>Designing with Amazon S3</a:t>
            </a:r>
            <a:endParaRPr/>
          </a:p>
          <a:p>
            <a:pPr indent="0" lvl="0" marL="0" rtl="0" algn="l">
              <a:lnSpc>
                <a:spcPct val="100000"/>
              </a:lnSpc>
              <a:spcBef>
                <a:spcPts val="1200"/>
              </a:spcBef>
              <a:spcAft>
                <a:spcPts val="0"/>
              </a:spcAft>
              <a:buClr>
                <a:srgbClr val="232F3E"/>
              </a:buClr>
              <a:buSzPts val="2800"/>
              <a:buNone/>
            </a:pPr>
            <a:r>
              <a:rPr b="1" lang="en-US"/>
              <a:t>Knowledge checks</a:t>
            </a:r>
            <a:endParaRPr/>
          </a:p>
          <a:p>
            <a:pPr indent="-228600" lvl="1" marL="457200" rtl="0" algn="l">
              <a:lnSpc>
                <a:spcPct val="100000"/>
              </a:lnSpc>
              <a:spcBef>
                <a:spcPts val="1200"/>
              </a:spcBef>
              <a:spcAft>
                <a:spcPts val="0"/>
              </a:spcAft>
              <a:buClr>
                <a:srgbClr val="232F3E"/>
              </a:buClr>
              <a:buSzPts val="2400"/>
              <a:buChar char="•"/>
            </a:pPr>
            <a:r>
              <a:rPr lang="en-US"/>
              <a:t>10-question knowledge check</a:t>
            </a:r>
            <a:endParaRPr/>
          </a:p>
          <a:p>
            <a:pPr indent="-228600" lvl="1" marL="457200" rtl="0" algn="l">
              <a:lnSpc>
                <a:spcPct val="100000"/>
              </a:lnSpc>
              <a:spcBef>
                <a:spcPts val="1200"/>
              </a:spcBef>
              <a:spcAft>
                <a:spcPts val="0"/>
              </a:spcAft>
              <a:buClr>
                <a:srgbClr val="232F3E"/>
              </a:buClr>
              <a:buSzPts val="2400"/>
              <a:buChar char="•"/>
            </a:pPr>
            <a:r>
              <a:rPr lang="en-US"/>
              <a:t>Sample exam question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8" name="Shape 1768"/>
        <p:cNvGrpSpPr/>
        <p:nvPr/>
      </p:nvGrpSpPr>
      <p:grpSpPr>
        <a:xfrm>
          <a:off x="0" y="0"/>
          <a:ext cx="0" cy="0"/>
          <a:chOff x="0" y="0"/>
          <a:chExt cx="0" cy="0"/>
        </a:xfrm>
      </p:grpSpPr>
      <p:sp>
        <p:nvSpPr>
          <p:cNvPr id="1769" name="Google Shape;1769;p5"/>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1770" name="Google Shape;1770;p5"/>
          <p:cNvSpPr txBox="1"/>
          <p:nvPr>
            <p:ph type="title"/>
          </p:nvPr>
        </p:nvSpPr>
        <p:spPr>
          <a:xfrm>
            <a:off x="362712" y="301752"/>
            <a:ext cx="11466576" cy="73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2F3E"/>
              </a:buClr>
              <a:buSzPts val="3600"/>
              <a:buFont typeface="Play"/>
              <a:buNone/>
            </a:pPr>
            <a:r>
              <a:rPr lang="en-US"/>
              <a:t>Hands-on lab in this module</a:t>
            </a:r>
            <a:endParaRPr/>
          </a:p>
        </p:txBody>
      </p:sp>
      <p:sp>
        <p:nvSpPr>
          <p:cNvPr id="1771" name="Google Shape;1771;p5"/>
          <p:cNvSpPr txBox="1"/>
          <p:nvPr>
            <p:ph idx="1" type="body"/>
          </p:nvPr>
        </p:nvSpPr>
        <p:spPr>
          <a:xfrm>
            <a:off x="365760" y="1053311"/>
            <a:ext cx="11460480" cy="440329"/>
          </a:xfrm>
          <a:prstGeom prst="rect">
            <a:avLst/>
          </a:prstGeom>
          <a:solidFill>
            <a:schemeClr val="accent1"/>
          </a:soli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2800"/>
              <a:buNone/>
            </a:pPr>
            <a:r>
              <a:rPr lang="en-US" sz="2800"/>
              <a:t>Challenge (Café) lab</a:t>
            </a:r>
            <a:endParaRPr/>
          </a:p>
        </p:txBody>
      </p:sp>
      <p:sp>
        <p:nvSpPr>
          <p:cNvPr id="1772" name="Google Shape;1772;p5"/>
          <p:cNvSpPr txBox="1"/>
          <p:nvPr>
            <p:ph idx="2" type="body"/>
          </p:nvPr>
        </p:nvSpPr>
        <p:spPr>
          <a:xfrm>
            <a:off x="365760" y="1563624"/>
            <a:ext cx="7644384" cy="4873752"/>
          </a:xfrm>
          <a:prstGeom prst="rect">
            <a:avLst/>
          </a:prstGeom>
          <a:solidFill>
            <a:schemeClr val="lt1"/>
          </a:solid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rgbClr val="232F3E"/>
              </a:buClr>
              <a:buSzPts val="2800"/>
              <a:buChar char="•"/>
            </a:pPr>
            <a:r>
              <a:rPr lang="en-US"/>
              <a:t>Creating a Static Website for the Café</a:t>
            </a:r>
            <a:endParaRPr/>
          </a:p>
        </p:txBody>
      </p:sp>
      <p:sp>
        <p:nvSpPr>
          <p:cNvPr id="1773" name="Google Shape;1773;p5"/>
          <p:cNvSpPr/>
          <p:nvPr>
            <p:ph idx="3" type="pic"/>
          </p:nvPr>
        </p:nvSpPr>
        <p:spPr>
          <a:xfrm>
            <a:off x="8498586" y="2276856"/>
            <a:ext cx="2971800" cy="2971800"/>
          </a:xfrm>
          <a:prstGeom prst="rect">
            <a:avLst/>
          </a:prstGeom>
          <a:noFill/>
          <a:ln>
            <a:noFill/>
          </a:ln>
        </p:spPr>
      </p:sp>
      <p:pic>
        <p:nvPicPr>
          <p:cNvPr id="1774" name="Google Shape;1774;p5"/>
          <p:cNvPicPr preferRelativeResize="0"/>
          <p:nvPr/>
        </p:nvPicPr>
        <p:blipFill rotWithShape="1">
          <a:blip r:embed="rId3">
            <a:alphaModFix/>
          </a:blip>
          <a:srcRect b="0" l="0" r="0" t="0"/>
          <a:stretch/>
        </p:blipFill>
        <p:spPr>
          <a:xfrm>
            <a:off x="10166333" y="301752"/>
            <a:ext cx="1942137" cy="131913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8" name="Shape 1778"/>
        <p:cNvGrpSpPr/>
        <p:nvPr/>
      </p:nvGrpSpPr>
      <p:grpSpPr>
        <a:xfrm>
          <a:off x="0" y="0"/>
          <a:ext cx="0" cy="0"/>
          <a:chOff x="0" y="0"/>
          <a:chExt cx="0" cy="0"/>
        </a:xfrm>
      </p:grpSpPr>
      <p:sp>
        <p:nvSpPr>
          <p:cNvPr id="1779" name="Google Shape;1779;p6"/>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1780" name="Google Shape;1780;p6"/>
          <p:cNvSpPr txBox="1"/>
          <p:nvPr>
            <p:ph type="title"/>
          </p:nvPr>
        </p:nvSpPr>
        <p:spPr>
          <a:xfrm>
            <a:off x="243242" y="292099"/>
            <a:ext cx="4062057" cy="1981869"/>
          </a:xfrm>
          <a:prstGeom prst="rect">
            <a:avLst/>
          </a:prstGeom>
          <a:noFill/>
          <a:ln>
            <a:noFill/>
          </a:ln>
        </p:spPr>
        <p:txBody>
          <a:bodyPr anchorCtr="0" anchor="t" bIns="45700" lIns="91425" spcFirstLastPara="1" rIns="91425" wrap="square" tIns="45700">
            <a:normAutofit fontScale="90000"/>
          </a:bodyPr>
          <a:lstStyle/>
          <a:p>
            <a:pPr indent="0" lvl="0" marL="0" rtl="0" algn="ctr">
              <a:lnSpc>
                <a:spcPct val="90000"/>
              </a:lnSpc>
              <a:spcBef>
                <a:spcPts val="0"/>
              </a:spcBef>
              <a:spcAft>
                <a:spcPts val="0"/>
              </a:spcAft>
              <a:buClr>
                <a:srgbClr val="F1F3F3"/>
              </a:buClr>
              <a:buSzPct val="100000"/>
              <a:buFont typeface="Play"/>
              <a:buNone/>
            </a:pPr>
            <a:r>
              <a:rPr lang="en-US"/>
              <a:t>As a cloud architect working with Amazon S3:</a:t>
            </a:r>
            <a:endParaRPr/>
          </a:p>
        </p:txBody>
      </p:sp>
      <p:sp>
        <p:nvSpPr>
          <p:cNvPr id="1781" name="Google Shape;1781;p6"/>
          <p:cNvSpPr txBox="1"/>
          <p:nvPr>
            <p:ph idx="2" type="body"/>
          </p:nvPr>
        </p:nvSpPr>
        <p:spPr>
          <a:xfrm>
            <a:off x="4592635" y="292099"/>
            <a:ext cx="7239701" cy="6142651"/>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232F3E"/>
              </a:buClr>
              <a:buSzPts val="2800"/>
              <a:buChar char="•"/>
            </a:pPr>
            <a:r>
              <a:rPr lang="en-US"/>
              <a:t>I need to consider access patterns and use cases of the business so that I can choose Amazon S3 configuration options that optimize cost while supporting performance and compliance requirements. </a:t>
            </a:r>
            <a:endParaRPr/>
          </a:p>
          <a:p>
            <a:pPr indent="-228600" lvl="0" marL="228600" rtl="0" algn="l">
              <a:lnSpc>
                <a:spcPct val="100000"/>
              </a:lnSpc>
              <a:spcBef>
                <a:spcPts val="1200"/>
              </a:spcBef>
              <a:spcAft>
                <a:spcPts val="0"/>
              </a:spcAft>
              <a:buClr>
                <a:srgbClr val="232F3E"/>
              </a:buClr>
              <a:buSzPts val="2800"/>
              <a:buChar char="•"/>
            </a:pPr>
            <a:r>
              <a:rPr lang="en-US"/>
              <a:t>I need to apply security best practices so that the storage layer is protected against unwanted access and accidental data loss.</a:t>
            </a:r>
            <a:endParaRPr/>
          </a:p>
          <a:p>
            <a:pPr indent="0" lvl="0" marL="0" rtl="0" algn="l">
              <a:lnSpc>
                <a:spcPct val="100000"/>
              </a:lnSpc>
              <a:spcBef>
                <a:spcPts val="1200"/>
              </a:spcBef>
              <a:spcAft>
                <a:spcPts val="0"/>
              </a:spcAft>
              <a:buClr>
                <a:srgbClr val="232F3E"/>
              </a:buClr>
              <a:buSzPts val="2800"/>
              <a:buNone/>
            </a:pPr>
            <a:r>
              <a:t/>
            </a:r>
            <a:endParaRPr/>
          </a:p>
          <a:p>
            <a:pPr indent="-76200" lvl="1" marL="457200" rtl="0" algn="l">
              <a:lnSpc>
                <a:spcPct val="100000"/>
              </a:lnSpc>
              <a:spcBef>
                <a:spcPts val="1200"/>
              </a:spcBef>
              <a:spcAft>
                <a:spcPts val="0"/>
              </a:spcAft>
              <a:buClr>
                <a:srgbClr val="232F3E"/>
              </a:buClr>
              <a:buSzPts val="2400"/>
              <a:buNone/>
            </a:pPr>
            <a:r>
              <a:t/>
            </a:r>
            <a:endParaRPr/>
          </a:p>
        </p:txBody>
      </p:sp>
      <p:pic>
        <p:nvPicPr>
          <p:cNvPr descr="Illustration of cloud architect." id="1782" name="Google Shape;1782;p6"/>
          <p:cNvPicPr preferRelativeResize="0"/>
          <p:nvPr/>
        </p:nvPicPr>
        <p:blipFill rotWithShape="1">
          <a:blip r:embed="rId3">
            <a:alphaModFix/>
          </a:blip>
          <a:srcRect b="0" l="0" r="0" t="0"/>
          <a:stretch/>
        </p:blipFill>
        <p:spPr>
          <a:xfrm>
            <a:off x="1038814" y="2434960"/>
            <a:ext cx="2476541" cy="364143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6" name="Shape 1786"/>
        <p:cNvGrpSpPr/>
        <p:nvPr/>
      </p:nvGrpSpPr>
      <p:grpSpPr>
        <a:xfrm>
          <a:off x="0" y="0"/>
          <a:ext cx="0" cy="0"/>
          <a:chOff x="0" y="0"/>
          <a:chExt cx="0" cy="0"/>
        </a:xfrm>
      </p:grpSpPr>
      <p:sp>
        <p:nvSpPr>
          <p:cNvPr id="1787" name="Google Shape;1787;p7"/>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1788" name="Google Shape;1788;p7"/>
          <p:cNvSpPr txBox="1"/>
          <p:nvPr>
            <p:ph type="title"/>
          </p:nvPr>
        </p:nvSpPr>
        <p:spPr>
          <a:xfrm>
            <a:off x="457200" y="2545492"/>
            <a:ext cx="11375136" cy="244687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4800"/>
              <a:buFont typeface="Play"/>
              <a:buNone/>
            </a:pPr>
            <a:r>
              <a:rPr lang="en-US"/>
              <a:t>Defining Amazon S3</a:t>
            </a:r>
            <a:endParaRPr/>
          </a:p>
        </p:txBody>
      </p:sp>
      <p:sp>
        <p:nvSpPr>
          <p:cNvPr id="1789" name="Google Shape;1789;p7"/>
          <p:cNvSpPr txBox="1"/>
          <p:nvPr>
            <p:ph idx="1" type="subTitle"/>
          </p:nvPr>
        </p:nvSpPr>
        <p:spPr>
          <a:xfrm>
            <a:off x="457200" y="5040376"/>
            <a:ext cx="11375136" cy="99589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3200"/>
              <a:buNone/>
            </a:pPr>
            <a:r>
              <a:rPr lang="en-US"/>
              <a:t>Adding a Storage Layer with Amazon S3</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3" name="Shape 1793"/>
        <p:cNvGrpSpPr/>
        <p:nvPr/>
      </p:nvGrpSpPr>
      <p:grpSpPr>
        <a:xfrm>
          <a:off x="0" y="0"/>
          <a:ext cx="0" cy="0"/>
          <a:chOff x="0" y="0"/>
          <a:chExt cx="0" cy="0"/>
        </a:xfrm>
      </p:grpSpPr>
      <p:sp>
        <p:nvSpPr>
          <p:cNvPr id="1794" name="Google Shape;1794;p8"/>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1795" name="Google Shape;1795;p8"/>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2F3E"/>
              </a:buClr>
              <a:buSzPts val="3600"/>
              <a:buFont typeface="Play"/>
              <a:buNone/>
            </a:pPr>
            <a:r>
              <a:rPr lang="en-US"/>
              <a:t>Types of storage</a:t>
            </a:r>
            <a:endParaRPr/>
          </a:p>
        </p:txBody>
      </p:sp>
      <p:sp>
        <p:nvSpPr>
          <p:cNvPr id="1796" name="Google Shape;1796;p8"/>
          <p:cNvSpPr txBox="1"/>
          <p:nvPr>
            <p:ph idx="1" type="body"/>
          </p:nvPr>
        </p:nvSpPr>
        <p:spPr>
          <a:xfrm>
            <a:off x="365760" y="1053311"/>
            <a:ext cx="3749040" cy="440329"/>
          </a:xfrm>
          <a:prstGeom prst="rect">
            <a:avLst/>
          </a:prstGeom>
          <a:solidFill>
            <a:schemeClr val="accent1"/>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2400"/>
              <a:buNone/>
            </a:pPr>
            <a:r>
              <a:rPr lang="en-US">
                <a:latin typeface="Play"/>
                <a:ea typeface="Play"/>
                <a:cs typeface="Play"/>
                <a:sym typeface="Play"/>
              </a:rPr>
              <a:t>Block storage</a:t>
            </a:r>
            <a:endParaRPr sz="1000">
              <a:latin typeface="Play"/>
              <a:ea typeface="Play"/>
              <a:cs typeface="Play"/>
              <a:sym typeface="Play"/>
            </a:endParaRPr>
          </a:p>
        </p:txBody>
      </p:sp>
      <p:sp>
        <p:nvSpPr>
          <p:cNvPr id="1797" name="Google Shape;1797;p8"/>
          <p:cNvSpPr txBox="1"/>
          <p:nvPr>
            <p:ph idx="2" type="body"/>
          </p:nvPr>
        </p:nvSpPr>
        <p:spPr>
          <a:xfrm>
            <a:off x="365760" y="1563624"/>
            <a:ext cx="3749040" cy="487375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2800"/>
              <a:buNone/>
            </a:pPr>
            <a:r>
              <a:rPr lang="en-US">
                <a:solidFill>
                  <a:schemeClr val="dk1"/>
                </a:solidFill>
              </a:rPr>
              <a:t>Data is stored on a device in fixed-sized blocks. </a:t>
            </a:r>
            <a:endParaRPr/>
          </a:p>
        </p:txBody>
      </p:sp>
      <p:sp>
        <p:nvSpPr>
          <p:cNvPr id="1798" name="Google Shape;1798;p8"/>
          <p:cNvSpPr txBox="1"/>
          <p:nvPr>
            <p:ph idx="3" type="body"/>
          </p:nvPr>
        </p:nvSpPr>
        <p:spPr>
          <a:xfrm>
            <a:off x="4224528" y="1053311"/>
            <a:ext cx="3749040" cy="440329"/>
          </a:xfrm>
          <a:prstGeom prst="rect">
            <a:avLst/>
          </a:prstGeom>
          <a:solidFill>
            <a:schemeClr val="accent1"/>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2400"/>
              <a:buNone/>
            </a:pPr>
            <a:r>
              <a:rPr lang="en-US">
                <a:latin typeface="Play"/>
                <a:ea typeface="Play"/>
                <a:cs typeface="Play"/>
                <a:sym typeface="Play"/>
              </a:rPr>
              <a:t>File storage</a:t>
            </a:r>
            <a:endParaRPr sz="1000">
              <a:latin typeface="Play"/>
              <a:ea typeface="Play"/>
              <a:cs typeface="Play"/>
              <a:sym typeface="Play"/>
            </a:endParaRPr>
          </a:p>
        </p:txBody>
      </p:sp>
      <p:sp>
        <p:nvSpPr>
          <p:cNvPr id="1799" name="Google Shape;1799;p8"/>
          <p:cNvSpPr txBox="1"/>
          <p:nvPr>
            <p:ph idx="4" type="body"/>
          </p:nvPr>
        </p:nvSpPr>
        <p:spPr>
          <a:xfrm>
            <a:off x="4224528" y="1563624"/>
            <a:ext cx="3749040" cy="487375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2800"/>
              <a:buNone/>
            </a:pPr>
            <a:r>
              <a:rPr lang="en-US">
                <a:solidFill>
                  <a:schemeClr val="dk1"/>
                </a:solidFill>
              </a:rPr>
              <a:t>Data is stored in a hierarchical structure. </a:t>
            </a:r>
            <a:endParaRPr/>
          </a:p>
        </p:txBody>
      </p:sp>
      <p:sp>
        <p:nvSpPr>
          <p:cNvPr id="1800" name="Google Shape;1800;p8"/>
          <p:cNvSpPr txBox="1"/>
          <p:nvPr>
            <p:ph idx="5" type="body"/>
          </p:nvPr>
        </p:nvSpPr>
        <p:spPr>
          <a:xfrm>
            <a:off x="8083296" y="1053311"/>
            <a:ext cx="3749040" cy="440329"/>
          </a:xfrm>
          <a:prstGeom prst="rect">
            <a:avLst/>
          </a:prstGeom>
          <a:solidFill>
            <a:schemeClr val="accent1"/>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2400"/>
              <a:buNone/>
            </a:pPr>
            <a:r>
              <a:rPr lang="en-US">
                <a:latin typeface="Play"/>
                <a:ea typeface="Play"/>
                <a:cs typeface="Play"/>
                <a:sym typeface="Play"/>
              </a:rPr>
              <a:t>Object storage</a:t>
            </a:r>
            <a:endParaRPr sz="1000">
              <a:latin typeface="Play"/>
              <a:ea typeface="Play"/>
              <a:cs typeface="Play"/>
              <a:sym typeface="Play"/>
            </a:endParaRPr>
          </a:p>
        </p:txBody>
      </p:sp>
      <p:sp>
        <p:nvSpPr>
          <p:cNvPr id="1801" name="Google Shape;1801;p8"/>
          <p:cNvSpPr txBox="1"/>
          <p:nvPr>
            <p:ph idx="6" type="body"/>
          </p:nvPr>
        </p:nvSpPr>
        <p:spPr>
          <a:xfrm>
            <a:off x="8083296" y="1591056"/>
            <a:ext cx="3749040" cy="484368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2800"/>
              <a:buNone/>
            </a:pPr>
            <a:r>
              <a:rPr lang="en-US">
                <a:solidFill>
                  <a:schemeClr val="dk1"/>
                </a:solidFill>
              </a:rPr>
              <a:t>Data is stored as objects based on attributes and metadata. </a:t>
            </a:r>
            <a:endParaRPr/>
          </a:p>
        </p:txBody>
      </p:sp>
      <p:pic>
        <p:nvPicPr>
          <p:cNvPr id="1802" name="Google Shape;1802;p8"/>
          <p:cNvPicPr preferRelativeResize="0"/>
          <p:nvPr/>
        </p:nvPicPr>
        <p:blipFill rotWithShape="1">
          <a:blip r:embed="rId3">
            <a:alphaModFix/>
          </a:blip>
          <a:srcRect b="0" l="0" r="0" t="0"/>
          <a:stretch/>
        </p:blipFill>
        <p:spPr>
          <a:xfrm>
            <a:off x="1022146" y="3814751"/>
            <a:ext cx="1979298" cy="1979294"/>
          </a:xfrm>
          <a:prstGeom prst="rect">
            <a:avLst/>
          </a:prstGeom>
          <a:noFill/>
          <a:ln>
            <a:noFill/>
          </a:ln>
        </p:spPr>
      </p:pic>
      <p:pic>
        <p:nvPicPr>
          <p:cNvPr id="1803" name="Google Shape;1803;p8"/>
          <p:cNvPicPr preferRelativeResize="0"/>
          <p:nvPr/>
        </p:nvPicPr>
        <p:blipFill rotWithShape="1">
          <a:blip r:embed="rId4">
            <a:alphaModFix/>
          </a:blip>
          <a:srcRect b="0" l="0" r="0" t="0"/>
          <a:stretch/>
        </p:blipFill>
        <p:spPr>
          <a:xfrm>
            <a:off x="4845437" y="3814751"/>
            <a:ext cx="1979298" cy="1979294"/>
          </a:xfrm>
          <a:prstGeom prst="rect">
            <a:avLst/>
          </a:prstGeom>
          <a:noFill/>
          <a:ln>
            <a:noFill/>
          </a:ln>
        </p:spPr>
      </p:pic>
      <p:pic>
        <p:nvPicPr>
          <p:cNvPr id="1804" name="Google Shape;1804;p8"/>
          <p:cNvPicPr preferRelativeResize="0"/>
          <p:nvPr/>
        </p:nvPicPr>
        <p:blipFill rotWithShape="1">
          <a:blip r:embed="rId5">
            <a:alphaModFix/>
          </a:blip>
          <a:srcRect b="0" l="0" r="0" t="0"/>
          <a:stretch/>
        </p:blipFill>
        <p:spPr>
          <a:xfrm>
            <a:off x="8934135" y="3791550"/>
            <a:ext cx="1979298" cy="197929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8" name="Shape 1808"/>
        <p:cNvGrpSpPr/>
        <p:nvPr/>
      </p:nvGrpSpPr>
      <p:grpSpPr>
        <a:xfrm>
          <a:off x="0" y="0"/>
          <a:ext cx="0" cy="0"/>
          <a:chOff x="0" y="0"/>
          <a:chExt cx="0" cy="0"/>
        </a:xfrm>
      </p:grpSpPr>
      <p:sp>
        <p:nvSpPr>
          <p:cNvPr id="1809" name="Google Shape;1809;p9"/>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1810" name="Google Shape;1810;p9"/>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2F3E"/>
              </a:buClr>
              <a:buSzPts val="3600"/>
              <a:buFont typeface="Play"/>
              <a:buNone/>
            </a:pPr>
            <a:r>
              <a:rPr lang="en-US"/>
              <a:t>Amazon S3</a:t>
            </a:r>
            <a:endParaRPr/>
          </a:p>
        </p:txBody>
      </p:sp>
      <p:pic>
        <p:nvPicPr>
          <p:cNvPr id="1811" name="Google Shape;1811;p9"/>
          <p:cNvPicPr preferRelativeResize="0"/>
          <p:nvPr>
            <p:ph idx="2" type="pic"/>
          </p:nvPr>
        </p:nvPicPr>
        <p:blipFill rotWithShape="1">
          <a:blip r:embed="rId3">
            <a:alphaModFix/>
          </a:blip>
          <a:srcRect b="0" l="0" r="0" t="0"/>
          <a:stretch/>
        </p:blipFill>
        <p:spPr>
          <a:xfrm>
            <a:off x="531813" y="2182813"/>
            <a:ext cx="2286000" cy="2286000"/>
          </a:xfrm>
          <a:prstGeom prst="rect">
            <a:avLst/>
          </a:prstGeom>
          <a:noFill/>
          <a:ln>
            <a:noFill/>
          </a:ln>
        </p:spPr>
      </p:pic>
      <p:sp>
        <p:nvSpPr>
          <p:cNvPr id="1812" name="Google Shape;1812;p9"/>
          <p:cNvSpPr txBox="1"/>
          <p:nvPr>
            <p:ph idx="1" type="body"/>
          </p:nvPr>
        </p:nvSpPr>
        <p:spPr>
          <a:xfrm>
            <a:off x="531884" y="4508261"/>
            <a:ext cx="2286001" cy="914400"/>
          </a:xfrm>
          <a:prstGeom prst="rect">
            <a:avLst/>
          </a:prstGeom>
          <a:noFill/>
          <a:ln>
            <a:noFill/>
          </a:ln>
        </p:spPr>
        <p:txBody>
          <a:bodyPr anchorCtr="0" anchor="t" bIns="45700" lIns="91425" spcFirstLastPara="1" rIns="91425" wrap="square" tIns="45700">
            <a:noAutofit/>
          </a:bodyPr>
          <a:lstStyle/>
          <a:p>
            <a:pPr indent="-228600" lvl="0" marL="228600" rtl="0" algn="ctr">
              <a:lnSpc>
                <a:spcPct val="90000"/>
              </a:lnSpc>
              <a:spcBef>
                <a:spcPts val="0"/>
              </a:spcBef>
              <a:spcAft>
                <a:spcPts val="0"/>
              </a:spcAft>
              <a:buClr>
                <a:srgbClr val="232F3E"/>
              </a:buClr>
              <a:buSzPts val="2000"/>
              <a:buNone/>
            </a:pPr>
            <a:r>
              <a:rPr lang="en-US"/>
              <a:t>Amazon S3</a:t>
            </a:r>
            <a:endParaRPr/>
          </a:p>
        </p:txBody>
      </p:sp>
      <p:sp>
        <p:nvSpPr>
          <p:cNvPr id="1813" name="Google Shape;1813;p9"/>
          <p:cNvSpPr txBox="1"/>
          <p:nvPr>
            <p:ph idx="3" type="body"/>
          </p:nvPr>
        </p:nvSpPr>
        <p:spPr>
          <a:xfrm>
            <a:off x="3118104" y="1097280"/>
            <a:ext cx="8714232" cy="5330952"/>
          </a:xfrm>
          <a:prstGeom prst="rect">
            <a:avLst/>
          </a:prstGeom>
          <a:noFill/>
          <a:ln>
            <a:noFill/>
          </a:ln>
        </p:spPr>
        <p:txBody>
          <a:bodyPr anchorCtr="0" anchor="ctr" bIns="45700" lIns="91425" spcFirstLastPara="1" rIns="91425" wrap="square" tIns="45700">
            <a:normAutofit/>
          </a:bodyPr>
          <a:lstStyle/>
          <a:p>
            <a:pPr indent="-228600" lvl="1" marL="457200" rtl="0" algn="l">
              <a:lnSpc>
                <a:spcPct val="100000"/>
              </a:lnSpc>
              <a:spcBef>
                <a:spcPts val="0"/>
              </a:spcBef>
              <a:spcAft>
                <a:spcPts val="0"/>
              </a:spcAft>
              <a:buClr>
                <a:schemeClr val="dk1"/>
              </a:buClr>
              <a:buSzPts val="2400"/>
              <a:buChar char="•"/>
            </a:pPr>
            <a:r>
              <a:rPr lang="en-US" sz="2400">
                <a:solidFill>
                  <a:schemeClr val="dk1"/>
                </a:solidFill>
                <a:latin typeface="Play"/>
                <a:ea typeface="Play"/>
                <a:cs typeface="Play"/>
                <a:sym typeface="Play"/>
              </a:rPr>
              <a:t>Amazon S3 stores massive (unlimited) amounts of unstructured data.</a:t>
            </a:r>
            <a:endParaRPr/>
          </a:p>
          <a:p>
            <a:pPr indent="-228600" lvl="1" marL="457200" rtl="0" algn="l">
              <a:lnSpc>
                <a:spcPct val="100000"/>
              </a:lnSpc>
              <a:spcBef>
                <a:spcPts val="2400"/>
              </a:spcBef>
              <a:spcAft>
                <a:spcPts val="0"/>
              </a:spcAft>
              <a:buClr>
                <a:schemeClr val="dk1"/>
              </a:buClr>
              <a:buSzPts val="2400"/>
              <a:buChar char="•"/>
            </a:pPr>
            <a:r>
              <a:rPr lang="en-US" sz="2400">
                <a:solidFill>
                  <a:schemeClr val="dk1"/>
                </a:solidFill>
                <a:latin typeface="Play"/>
                <a:ea typeface="Play"/>
                <a:cs typeface="Play"/>
                <a:sym typeface="Play"/>
              </a:rPr>
              <a:t>Amazon S3 stores data files as objects in a bucket that you define.</a:t>
            </a:r>
            <a:endParaRPr/>
          </a:p>
          <a:p>
            <a:pPr indent="-228600" lvl="1" marL="457200" rtl="0" algn="l">
              <a:lnSpc>
                <a:spcPct val="100000"/>
              </a:lnSpc>
              <a:spcBef>
                <a:spcPts val="2400"/>
              </a:spcBef>
              <a:spcAft>
                <a:spcPts val="0"/>
              </a:spcAft>
              <a:buClr>
                <a:schemeClr val="dk1"/>
              </a:buClr>
              <a:buSzPts val="2400"/>
              <a:buChar char="•"/>
            </a:pPr>
            <a:r>
              <a:rPr lang="en-US" sz="2400">
                <a:solidFill>
                  <a:schemeClr val="dk1"/>
                </a:solidFill>
                <a:latin typeface="Play"/>
                <a:ea typeface="Play"/>
                <a:cs typeface="Play"/>
                <a:sym typeface="Play"/>
              </a:rPr>
              <a:t>Five TB is the maximum file size of a single object.</a:t>
            </a:r>
            <a:endParaRPr/>
          </a:p>
          <a:p>
            <a:pPr indent="-228600" lvl="1" marL="457200" rtl="0" algn="l">
              <a:lnSpc>
                <a:spcPct val="100000"/>
              </a:lnSpc>
              <a:spcBef>
                <a:spcPts val="2400"/>
              </a:spcBef>
              <a:spcAft>
                <a:spcPts val="0"/>
              </a:spcAft>
              <a:buClr>
                <a:schemeClr val="dk1"/>
              </a:buClr>
              <a:buSzPts val="2400"/>
              <a:buChar char="•"/>
            </a:pPr>
            <a:r>
              <a:rPr lang="en-US" sz="2400">
                <a:solidFill>
                  <a:schemeClr val="dk1"/>
                </a:solidFill>
                <a:latin typeface="Play"/>
                <a:ea typeface="Play"/>
                <a:cs typeface="Play"/>
                <a:sym typeface="Play"/>
              </a:rPr>
              <a:t>Objects have a globally unique URL (universal namespace).</a:t>
            </a:r>
            <a:endParaRPr/>
          </a:p>
          <a:p>
            <a:pPr indent="-228600" lvl="1" marL="457200" rtl="0" algn="l">
              <a:lnSpc>
                <a:spcPct val="100000"/>
              </a:lnSpc>
              <a:spcBef>
                <a:spcPts val="2400"/>
              </a:spcBef>
              <a:spcAft>
                <a:spcPts val="0"/>
              </a:spcAft>
              <a:buClr>
                <a:schemeClr val="dk1"/>
              </a:buClr>
              <a:buSzPts val="2400"/>
              <a:buChar char="•"/>
            </a:pPr>
            <a:r>
              <a:rPr lang="en-US" sz="2400">
                <a:solidFill>
                  <a:schemeClr val="dk1"/>
                </a:solidFill>
                <a:latin typeface="Play"/>
                <a:ea typeface="Play"/>
                <a:cs typeface="Play"/>
                <a:sym typeface="Play"/>
              </a:rPr>
              <a:t>Objects have a key, version ID, value, metadata, and sub-resources.</a:t>
            </a:r>
            <a:endParaRPr/>
          </a:p>
          <a:p>
            <a:pPr indent="-25400" lvl="0" marL="228600" rtl="0" algn="l">
              <a:lnSpc>
                <a:spcPct val="100000"/>
              </a:lnSpc>
              <a:spcBef>
                <a:spcPts val="1200"/>
              </a:spcBef>
              <a:spcAft>
                <a:spcPts val="0"/>
              </a:spcAft>
              <a:buClr>
                <a:srgbClr val="232F3E"/>
              </a:buClr>
              <a:buSzPts val="32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7" name="Shape 1817"/>
        <p:cNvGrpSpPr/>
        <p:nvPr/>
      </p:nvGrpSpPr>
      <p:grpSpPr>
        <a:xfrm>
          <a:off x="0" y="0"/>
          <a:ext cx="0" cy="0"/>
          <a:chOff x="0" y="0"/>
          <a:chExt cx="0" cy="0"/>
        </a:xfrm>
      </p:grpSpPr>
      <p:sp>
        <p:nvSpPr>
          <p:cNvPr id="1818" name="Google Shape;1818;p10"/>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888888"/>
              </a:buClr>
              <a:buSzPts val="900"/>
              <a:buFont typeface="Arial"/>
              <a:buNone/>
            </a:pPr>
            <a:fld id="{00000000-1234-1234-1234-123412341234}" type="slidenum">
              <a:rPr b="0" i="0" lang="en-US" sz="900" u="none" cap="none" strike="noStrike">
                <a:solidFill>
                  <a:srgbClr val="888888"/>
                </a:solidFill>
                <a:latin typeface="Arial"/>
                <a:ea typeface="Arial"/>
                <a:cs typeface="Arial"/>
                <a:sym typeface="Arial"/>
              </a:rPr>
              <a:t>‹#›</a:t>
            </a:fld>
            <a:endParaRPr b="0" i="0" sz="900" u="none" cap="none" strike="noStrike">
              <a:solidFill>
                <a:srgbClr val="888888"/>
              </a:solidFill>
              <a:latin typeface="Arial"/>
              <a:ea typeface="Arial"/>
              <a:cs typeface="Arial"/>
              <a:sym typeface="Arial"/>
            </a:endParaRPr>
          </a:p>
        </p:txBody>
      </p:sp>
      <p:sp>
        <p:nvSpPr>
          <p:cNvPr id="1819" name="Google Shape;1819;p10"/>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600"/>
              <a:buFont typeface="Play"/>
              <a:buNone/>
            </a:pPr>
            <a:r>
              <a:rPr lang="en-US">
                <a:solidFill>
                  <a:schemeClr val="dk1"/>
                </a:solidFill>
              </a:rPr>
              <a:t>Amazon S3 </a:t>
            </a:r>
            <a:r>
              <a:rPr lang="en-US"/>
              <a:t>components</a:t>
            </a:r>
            <a:endParaRPr>
              <a:solidFill>
                <a:srgbClr val="FFFFFF"/>
              </a:solidFill>
              <a:latin typeface="Arial"/>
              <a:ea typeface="Arial"/>
              <a:cs typeface="Arial"/>
              <a:sym typeface="Arial"/>
            </a:endParaRPr>
          </a:p>
        </p:txBody>
      </p:sp>
      <p:sp>
        <p:nvSpPr>
          <p:cNvPr id="1820" name="Google Shape;1820;p10"/>
          <p:cNvSpPr/>
          <p:nvPr/>
        </p:nvSpPr>
        <p:spPr>
          <a:xfrm>
            <a:off x="1853914" y="2091550"/>
            <a:ext cx="8915579" cy="735551"/>
          </a:xfrm>
          <a:prstGeom prst="rect">
            <a:avLst/>
          </a:prstGeom>
          <a:solidFill>
            <a:schemeClr val="accent5"/>
          </a:solidFill>
          <a:ln cap="flat" cmpd="sng" w="10775">
            <a:solidFill>
              <a:srgbClr val="003B5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Play"/>
                <a:ea typeface="Play"/>
                <a:cs typeface="Play"/>
                <a:sym typeface="Play"/>
              </a:rPr>
              <a:t>A bucket is a container for objects.</a:t>
            </a:r>
            <a:endParaRPr/>
          </a:p>
          <a:p>
            <a:pPr indent="0" lvl="0" marL="0" marR="0" rtl="0" algn="ctr">
              <a:spcBef>
                <a:spcPts val="0"/>
              </a:spcBef>
              <a:spcAft>
                <a:spcPts val="0"/>
              </a:spcAft>
              <a:buNone/>
            </a:pPr>
            <a:r>
              <a:rPr b="0" i="0" lang="en-US" sz="1600" u="none" cap="none" strike="noStrike">
                <a:solidFill>
                  <a:schemeClr val="lt1"/>
                </a:solidFill>
                <a:latin typeface="Play"/>
                <a:ea typeface="Play"/>
                <a:cs typeface="Play"/>
                <a:sym typeface="Play"/>
              </a:rPr>
              <a:t>Each bucket has a unique name and a Region-specific endpoint in this format.</a:t>
            </a:r>
            <a:endParaRPr/>
          </a:p>
        </p:txBody>
      </p:sp>
      <p:sp>
        <p:nvSpPr>
          <p:cNvPr id="1821" name="Google Shape;1821;p10"/>
          <p:cNvSpPr txBox="1"/>
          <p:nvPr/>
        </p:nvSpPr>
        <p:spPr>
          <a:xfrm>
            <a:off x="1494250" y="3401681"/>
            <a:ext cx="859081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Play"/>
              <a:buNone/>
            </a:pPr>
            <a:r>
              <a:rPr b="0" i="0" lang="en-US" sz="2400" u="none" cap="none" strike="noStrike">
                <a:solidFill>
                  <a:srgbClr val="000000"/>
                </a:solidFill>
                <a:latin typeface="Play"/>
                <a:ea typeface="Play"/>
                <a:cs typeface="Play"/>
                <a:sym typeface="Play"/>
              </a:rPr>
              <a:t>https://s3-&lt;</a:t>
            </a:r>
            <a:r>
              <a:rPr b="0" i="1" lang="en-US" sz="2400" u="none" cap="none" strike="noStrike">
                <a:solidFill>
                  <a:srgbClr val="000000"/>
                </a:solidFill>
                <a:latin typeface="Play"/>
                <a:ea typeface="Play"/>
                <a:cs typeface="Play"/>
                <a:sym typeface="Play"/>
              </a:rPr>
              <a:t>aws-region</a:t>
            </a:r>
            <a:r>
              <a:rPr b="0" i="0" lang="en-US" sz="2400" u="none" cap="none" strike="noStrike">
                <a:solidFill>
                  <a:srgbClr val="000000"/>
                </a:solidFill>
                <a:latin typeface="Play"/>
                <a:ea typeface="Play"/>
                <a:cs typeface="Play"/>
                <a:sym typeface="Play"/>
              </a:rPr>
              <a:t>&gt;.amazonaws.com/&lt;</a:t>
            </a:r>
            <a:r>
              <a:rPr b="0" i="1" lang="en-US" sz="2400" u="none" cap="none" strike="noStrike">
                <a:solidFill>
                  <a:srgbClr val="000000"/>
                </a:solidFill>
                <a:latin typeface="Play"/>
                <a:ea typeface="Play"/>
                <a:cs typeface="Play"/>
                <a:sym typeface="Play"/>
              </a:rPr>
              <a:t>bucket-name</a:t>
            </a:r>
            <a:r>
              <a:rPr b="0" i="0" lang="en-US" sz="2400" u="none" cap="none" strike="noStrike">
                <a:solidFill>
                  <a:srgbClr val="000000"/>
                </a:solidFill>
                <a:latin typeface="Play"/>
                <a:ea typeface="Play"/>
                <a:cs typeface="Play"/>
                <a:sym typeface="Play"/>
              </a:rPr>
              <a:t>&gt;/</a:t>
            </a:r>
            <a:endParaRPr/>
          </a:p>
        </p:txBody>
      </p:sp>
      <p:sp>
        <p:nvSpPr>
          <p:cNvPr id="1822" name="Google Shape;1822;p10"/>
          <p:cNvSpPr/>
          <p:nvPr/>
        </p:nvSpPr>
        <p:spPr>
          <a:xfrm>
            <a:off x="9703201" y="3425866"/>
            <a:ext cx="201850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000000"/>
                </a:solidFill>
                <a:latin typeface="Play"/>
                <a:ea typeface="Play"/>
                <a:cs typeface="Play"/>
                <a:sym typeface="Play"/>
              </a:rPr>
              <a:t>&lt;</a:t>
            </a:r>
            <a:r>
              <a:rPr b="0" i="1" lang="en-US" sz="2400" u="none" cap="none" strike="noStrike">
                <a:solidFill>
                  <a:srgbClr val="563377"/>
                </a:solidFill>
                <a:latin typeface="Play"/>
                <a:ea typeface="Play"/>
                <a:cs typeface="Play"/>
                <a:sym typeface="Play"/>
              </a:rPr>
              <a:t>object-key</a:t>
            </a:r>
            <a:r>
              <a:rPr b="0" i="1" lang="en-US" sz="2400" u="none" cap="none" strike="noStrike">
                <a:solidFill>
                  <a:srgbClr val="4D27AA"/>
                </a:solidFill>
                <a:latin typeface="Play"/>
                <a:ea typeface="Play"/>
                <a:cs typeface="Play"/>
                <a:sym typeface="Play"/>
              </a:rPr>
              <a:t> </a:t>
            </a:r>
            <a:r>
              <a:rPr b="0" i="0" lang="en-US" sz="2400" u="none" cap="none" strike="noStrike">
                <a:solidFill>
                  <a:srgbClr val="000000"/>
                </a:solidFill>
                <a:latin typeface="Play"/>
                <a:ea typeface="Play"/>
                <a:cs typeface="Play"/>
                <a:sym typeface="Play"/>
              </a:rPr>
              <a:t>&gt;</a:t>
            </a:r>
            <a:endParaRPr sz="2400">
              <a:solidFill>
                <a:schemeClr val="dk1"/>
              </a:solidFill>
              <a:latin typeface="Play"/>
              <a:ea typeface="Play"/>
              <a:cs typeface="Play"/>
              <a:sym typeface="Play"/>
            </a:endParaRPr>
          </a:p>
        </p:txBody>
      </p:sp>
      <p:sp>
        <p:nvSpPr>
          <p:cNvPr id="1823" name="Google Shape;1823;p10"/>
          <p:cNvSpPr/>
          <p:nvPr/>
        </p:nvSpPr>
        <p:spPr>
          <a:xfrm>
            <a:off x="704876" y="5060363"/>
            <a:ext cx="11090260" cy="853898"/>
          </a:xfrm>
          <a:prstGeom prst="rect">
            <a:avLst/>
          </a:prstGeom>
          <a:solidFill>
            <a:schemeClr val="accent5"/>
          </a:solidFill>
          <a:ln cap="flat" cmpd="sng" w="10775">
            <a:solidFill>
              <a:srgbClr val="003B5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Play"/>
                <a:ea typeface="Play"/>
                <a:cs typeface="Play"/>
                <a:sym typeface="Play"/>
              </a:rPr>
              <a:t>An object is a file and the metadata that describes that file.</a:t>
            </a:r>
            <a:endParaRPr sz="1800">
              <a:solidFill>
                <a:schemeClr val="lt1"/>
              </a:solidFill>
              <a:latin typeface="Play"/>
              <a:ea typeface="Play"/>
              <a:cs typeface="Play"/>
              <a:sym typeface="Play"/>
            </a:endParaRPr>
          </a:p>
          <a:p>
            <a:pPr indent="0" lvl="0" marL="0" marR="0" rtl="0" algn="ctr">
              <a:spcBef>
                <a:spcPts val="0"/>
              </a:spcBef>
              <a:spcAft>
                <a:spcPts val="0"/>
              </a:spcAft>
              <a:buNone/>
            </a:pPr>
            <a:r>
              <a:rPr lang="en-US" sz="1600">
                <a:solidFill>
                  <a:schemeClr val="lt1"/>
                </a:solidFill>
                <a:latin typeface="Play"/>
                <a:ea typeface="Play"/>
                <a:cs typeface="Play"/>
                <a:sym typeface="Play"/>
              </a:rPr>
              <a:t>Metadata is a set of name-value pairs that are assigned when the object is uploaded.</a:t>
            </a:r>
            <a:endParaRPr/>
          </a:p>
          <a:p>
            <a:pPr indent="0" lvl="0" marL="0" marR="0" rtl="0" algn="ctr">
              <a:spcBef>
                <a:spcPts val="0"/>
              </a:spcBef>
              <a:spcAft>
                <a:spcPts val="0"/>
              </a:spcAft>
              <a:buNone/>
            </a:pPr>
            <a:r>
              <a:rPr lang="en-US" sz="1600">
                <a:solidFill>
                  <a:schemeClr val="lt1"/>
                </a:solidFill>
                <a:latin typeface="Play"/>
                <a:ea typeface="Play"/>
                <a:cs typeface="Play"/>
                <a:sym typeface="Play"/>
              </a:rPr>
              <a:t>An object includes a key name (object-key) that uniquely identifies the object.</a:t>
            </a:r>
            <a:endParaRPr/>
          </a:p>
        </p:txBody>
      </p:sp>
      <p:grpSp>
        <p:nvGrpSpPr>
          <p:cNvPr id="1824" name="Google Shape;1824;p10"/>
          <p:cNvGrpSpPr/>
          <p:nvPr/>
        </p:nvGrpSpPr>
        <p:grpSpPr>
          <a:xfrm>
            <a:off x="392832" y="1274828"/>
            <a:ext cx="10255451" cy="3785536"/>
            <a:chOff x="392832" y="1274828"/>
            <a:chExt cx="10255451" cy="3785536"/>
          </a:xfrm>
        </p:grpSpPr>
        <p:cxnSp>
          <p:nvCxnSpPr>
            <p:cNvPr id="1825" name="Google Shape;1825;p10"/>
            <p:cNvCxnSpPr/>
            <p:nvPr/>
          </p:nvCxnSpPr>
          <p:spPr>
            <a:xfrm rot="5400000">
              <a:off x="4652812" y="1786913"/>
              <a:ext cx="574580" cy="2743200"/>
            </a:xfrm>
            <a:prstGeom prst="bentConnector3">
              <a:avLst>
                <a:gd fmla="val 46071" name="adj1"/>
              </a:avLst>
            </a:prstGeom>
            <a:noFill/>
            <a:ln cap="flat" cmpd="sng" w="44450">
              <a:solidFill>
                <a:schemeClr val="accent5"/>
              </a:solidFill>
              <a:prstDash val="solid"/>
              <a:round/>
              <a:headEnd len="sm" w="sm" type="none"/>
              <a:tailEnd len="lg" w="lg" type="stealth"/>
            </a:ln>
            <a:effectLst>
              <a:outerShdw blurRad="63500" rotWithShape="0" dir="2700016" dist="53881">
                <a:srgbClr val="000000">
                  <a:alpha val="24705"/>
                </a:srgbClr>
              </a:outerShdw>
            </a:effectLst>
          </p:spPr>
        </p:cxnSp>
        <p:sp>
          <p:nvSpPr>
            <p:cNvPr id="1826" name="Google Shape;1826;p10"/>
            <p:cNvSpPr txBox="1"/>
            <p:nvPr/>
          </p:nvSpPr>
          <p:spPr>
            <a:xfrm>
              <a:off x="704876" y="2250422"/>
              <a:ext cx="976549"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Play"/>
                <a:buNone/>
              </a:pPr>
              <a:r>
                <a:rPr b="0" i="0" lang="en-US" sz="2000" u="none" cap="none" strike="noStrike">
                  <a:solidFill>
                    <a:srgbClr val="000000"/>
                  </a:solidFill>
                  <a:latin typeface="Play"/>
                  <a:ea typeface="Play"/>
                  <a:cs typeface="Play"/>
                  <a:sym typeface="Play"/>
                </a:rPr>
                <a:t>Bucket</a:t>
              </a:r>
              <a:endParaRPr/>
            </a:p>
          </p:txBody>
        </p:sp>
        <p:cxnSp>
          <p:nvCxnSpPr>
            <p:cNvPr id="1827" name="Google Shape;1827;p10"/>
            <p:cNvCxnSpPr/>
            <p:nvPr/>
          </p:nvCxnSpPr>
          <p:spPr>
            <a:xfrm flipH="1" rot="5400000">
              <a:off x="3792135" y="-350572"/>
              <a:ext cx="365760" cy="4587181"/>
            </a:xfrm>
            <a:prstGeom prst="bentConnector2">
              <a:avLst/>
            </a:prstGeom>
            <a:noFill/>
            <a:ln cap="flat" cmpd="sng" w="44450">
              <a:solidFill>
                <a:schemeClr val="accent5"/>
              </a:solidFill>
              <a:prstDash val="solid"/>
              <a:round/>
              <a:headEnd len="sm" w="sm" type="none"/>
              <a:tailEnd len="lg" w="lg" type="stealth"/>
            </a:ln>
            <a:effectLst>
              <a:outerShdw blurRad="63500" rotWithShape="0" dir="2700016" dist="53881">
                <a:srgbClr val="000000">
                  <a:alpha val="24705"/>
                </a:srgbClr>
              </a:outerShdw>
            </a:effectLst>
          </p:spPr>
        </p:cxnSp>
        <p:cxnSp>
          <p:nvCxnSpPr>
            <p:cNvPr id="1828" name="Google Shape;1828;p10"/>
            <p:cNvCxnSpPr/>
            <p:nvPr/>
          </p:nvCxnSpPr>
          <p:spPr>
            <a:xfrm flipH="1" rot="-5400000">
              <a:off x="7131910" y="1972508"/>
              <a:ext cx="640080" cy="2286000"/>
            </a:xfrm>
            <a:prstGeom prst="bentConnector3">
              <a:avLst>
                <a:gd fmla="val 51965" name="adj1"/>
              </a:avLst>
            </a:prstGeom>
            <a:noFill/>
            <a:ln cap="flat" cmpd="sng" w="44450">
              <a:solidFill>
                <a:schemeClr val="accent5"/>
              </a:solidFill>
              <a:prstDash val="solid"/>
              <a:round/>
              <a:headEnd len="sm" w="sm" type="none"/>
              <a:tailEnd len="lg" w="lg" type="stealth"/>
            </a:ln>
            <a:effectLst>
              <a:outerShdw blurRad="63500" rotWithShape="0" dir="2700016" dist="53881">
                <a:srgbClr val="000000">
                  <a:alpha val="24705"/>
                </a:srgbClr>
              </a:outerShdw>
            </a:effectLst>
          </p:spPr>
        </p:cxnSp>
        <p:pic>
          <p:nvPicPr>
            <p:cNvPr descr="Bucket resource icon for the Amazon S3 service." id="1829" name="Google Shape;1829;p10"/>
            <p:cNvPicPr preferRelativeResize="0"/>
            <p:nvPr/>
          </p:nvPicPr>
          <p:blipFill rotWithShape="1">
            <a:blip r:embed="rId3">
              <a:alphaModFix/>
            </a:blip>
            <a:srcRect b="0" l="0" r="0" t="0"/>
            <a:stretch/>
          </p:blipFill>
          <p:spPr>
            <a:xfrm>
              <a:off x="888968" y="1274828"/>
              <a:ext cx="902147" cy="902147"/>
            </a:xfrm>
            <a:prstGeom prst="rect">
              <a:avLst/>
            </a:prstGeom>
            <a:noFill/>
            <a:ln>
              <a:noFill/>
            </a:ln>
          </p:spPr>
        </p:pic>
        <p:sp>
          <p:nvSpPr>
            <p:cNvPr id="1830" name="Google Shape;1830;p10"/>
            <p:cNvSpPr txBox="1"/>
            <p:nvPr/>
          </p:nvSpPr>
          <p:spPr>
            <a:xfrm>
              <a:off x="736789" y="4580196"/>
              <a:ext cx="954107"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Play"/>
                  <a:ea typeface="Play"/>
                  <a:cs typeface="Play"/>
                  <a:sym typeface="Play"/>
                </a:rPr>
                <a:t>Object</a:t>
              </a:r>
              <a:endParaRPr/>
            </a:p>
          </p:txBody>
        </p:sp>
        <p:cxnSp>
          <p:nvCxnSpPr>
            <p:cNvPr id="1831" name="Google Shape;1831;p10"/>
            <p:cNvCxnSpPr>
              <a:stCxn id="1823" idx="0"/>
              <a:endCxn id="1832" idx="3"/>
            </p:cNvCxnSpPr>
            <p:nvPr/>
          </p:nvCxnSpPr>
          <p:spPr>
            <a:xfrm flipH="1" rot="5400000">
              <a:off x="3471406" y="2281763"/>
              <a:ext cx="728400" cy="4828800"/>
            </a:xfrm>
            <a:prstGeom prst="bentConnector2">
              <a:avLst/>
            </a:prstGeom>
            <a:noFill/>
            <a:ln cap="flat" cmpd="sng" w="44450">
              <a:solidFill>
                <a:schemeClr val="accent5"/>
              </a:solidFill>
              <a:prstDash val="solid"/>
              <a:round/>
              <a:headEnd len="sm" w="sm" type="none"/>
              <a:tailEnd len="lg" w="lg" type="stealth"/>
            </a:ln>
            <a:effectLst>
              <a:outerShdw blurRad="63500" rotWithShape="0" dir="2700016" dist="53881">
                <a:srgbClr val="000000">
                  <a:alpha val="24705"/>
                </a:srgbClr>
              </a:outerShdw>
            </a:effectLst>
          </p:spPr>
        </p:cxnSp>
        <p:cxnSp>
          <p:nvCxnSpPr>
            <p:cNvPr id="1833" name="Google Shape;1833;p10"/>
            <p:cNvCxnSpPr/>
            <p:nvPr/>
          </p:nvCxnSpPr>
          <p:spPr>
            <a:xfrm rot="-5400000">
              <a:off x="7855215" y="2267295"/>
              <a:ext cx="1197017" cy="4389120"/>
            </a:xfrm>
            <a:prstGeom prst="bentConnector3">
              <a:avLst>
                <a:gd fmla="val 60374" name="adj1"/>
              </a:avLst>
            </a:prstGeom>
            <a:noFill/>
            <a:ln cap="flat" cmpd="sng" w="44450">
              <a:solidFill>
                <a:schemeClr val="accent5"/>
              </a:solidFill>
              <a:prstDash val="solid"/>
              <a:round/>
              <a:headEnd len="sm" w="sm" type="none"/>
              <a:tailEnd len="lg" w="lg" type="stealth"/>
            </a:ln>
            <a:effectLst>
              <a:outerShdw blurRad="63500" rotWithShape="0" dir="2700016" dist="53881">
                <a:srgbClr val="000000">
                  <a:alpha val="24705"/>
                </a:srgbClr>
              </a:outerShdw>
            </a:effectLst>
          </p:spPr>
        </p:cxnSp>
        <p:pic>
          <p:nvPicPr>
            <p:cNvPr id="1832" name="Google Shape;1832;p10"/>
            <p:cNvPicPr preferRelativeResize="0"/>
            <p:nvPr/>
          </p:nvPicPr>
          <p:blipFill rotWithShape="1">
            <a:blip r:embed="rId4">
              <a:alphaModFix/>
            </a:blip>
            <a:srcRect b="0" l="0" r="0" t="0"/>
            <a:stretch/>
          </p:blipFill>
          <p:spPr>
            <a:xfrm>
              <a:off x="963932" y="4103500"/>
              <a:ext cx="457200" cy="457200"/>
            </a:xfrm>
            <a:prstGeom prst="rect">
              <a:avLst/>
            </a:prstGeom>
            <a:noFill/>
            <a:ln>
              <a:noFill/>
            </a:ln>
          </p:spPr>
        </p:pic>
        <p:pic>
          <p:nvPicPr>
            <p:cNvPr id="1834" name="Google Shape;1834;p10"/>
            <p:cNvPicPr preferRelativeResize="0"/>
            <p:nvPr/>
          </p:nvPicPr>
          <p:blipFill rotWithShape="1">
            <a:blip r:embed="rId4">
              <a:alphaModFix/>
            </a:blip>
            <a:srcRect b="0" l="0" r="0" t="0"/>
            <a:stretch/>
          </p:blipFill>
          <p:spPr>
            <a:xfrm>
              <a:off x="1184325" y="1817342"/>
              <a:ext cx="274320" cy="274320"/>
            </a:xfrm>
            <a:prstGeom prst="rect">
              <a:avLst/>
            </a:prstGeom>
            <a:noFill/>
            <a:ln>
              <a:noFill/>
            </a:ln>
          </p:spPr>
        </p:pic>
        <p:cxnSp>
          <p:nvCxnSpPr>
            <p:cNvPr id="1835" name="Google Shape;1835;p10"/>
            <p:cNvCxnSpPr/>
            <p:nvPr/>
          </p:nvCxnSpPr>
          <p:spPr>
            <a:xfrm flipH="1" rot="10800000">
              <a:off x="392832" y="1978850"/>
              <a:ext cx="243900" cy="2377500"/>
            </a:xfrm>
            <a:prstGeom prst="bentConnector3">
              <a:avLst>
                <a:gd fmla="val -161058" name="adj1"/>
              </a:avLst>
            </a:prstGeom>
            <a:noFill/>
            <a:ln cap="flat" cmpd="sng" w="44450">
              <a:solidFill>
                <a:schemeClr val="accent5"/>
              </a:solidFill>
              <a:prstDash val="solid"/>
              <a:round/>
              <a:headEnd len="sm" w="sm" type="none"/>
              <a:tailEnd len="med" w="med" type="stealth"/>
            </a:ln>
            <a:effectLst>
              <a:outerShdw blurRad="50800" rotWithShape="0" algn="tl" dir="2700000" dist="38100">
                <a:srgbClr val="000000">
                  <a:alpha val="40000"/>
                </a:srgbClr>
              </a:outerShdw>
              <a:reflection blurRad="0" dir="0" dist="0" endA="0" endPos="0" kx="0" rotWithShape="0" algn="bl" stPos="0" sy="-100000" ky="0"/>
            </a:effectLst>
          </p:spPr>
        </p:cxn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39" name="Shape 1839"/>
        <p:cNvGrpSpPr/>
        <p:nvPr/>
      </p:nvGrpSpPr>
      <p:grpSpPr>
        <a:xfrm>
          <a:off x="0" y="0"/>
          <a:ext cx="0" cy="0"/>
          <a:chOff x="0" y="0"/>
          <a:chExt cx="0" cy="0"/>
        </a:xfrm>
      </p:grpSpPr>
      <p:sp>
        <p:nvSpPr>
          <p:cNvPr id="1840" name="Google Shape;1840;p11"/>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1841" name="Google Shape;1841;p11"/>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232F3E"/>
              </a:buClr>
              <a:buSzPct val="100000"/>
              <a:buFont typeface="Play"/>
              <a:buNone/>
            </a:pPr>
            <a:r>
              <a:rPr lang="en-US"/>
              <a:t>Use prefixes to imply a folder structure in an S3 bucket</a:t>
            </a:r>
            <a:endParaRPr/>
          </a:p>
        </p:txBody>
      </p:sp>
      <p:sp>
        <p:nvSpPr>
          <p:cNvPr id="1842" name="Google Shape;1842;p11"/>
          <p:cNvSpPr txBox="1"/>
          <p:nvPr>
            <p:ph idx="1" type="body"/>
          </p:nvPr>
        </p:nvSpPr>
        <p:spPr>
          <a:xfrm>
            <a:off x="417985" y="1455225"/>
            <a:ext cx="4853354" cy="476199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232F3E"/>
              </a:buClr>
              <a:buSzPts val="2000"/>
              <a:buNone/>
            </a:pPr>
            <a:r>
              <a:rPr lang="en-US" sz="2000"/>
              <a:t>The following objects are in a bucket named </a:t>
            </a:r>
            <a:r>
              <a:rPr b="1" lang="en-US" sz="2000">
                <a:latin typeface="Droid Sans Mono"/>
                <a:ea typeface="Droid Sans Mono"/>
                <a:cs typeface="Droid Sans Mono"/>
                <a:sym typeface="Droid Sans Mono"/>
              </a:rPr>
              <a:t>graphics-bucket</a:t>
            </a:r>
            <a:r>
              <a:rPr lang="en-US" sz="2000">
                <a:latin typeface="Play"/>
                <a:ea typeface="Play"/>
                <a:cs typeface="Play"/>
                <a:sym typeface="Play"/>
              </a:rPr>
              <a:t>.</a:t>
            </a:r>
            <a:endParaRPr/>
          </a:p>
          <a:p>
            <a:pPr indent="-50800" lvl="0" marL="228600" rtl="0" algn="l">
              <a:lnSpc>
                <a:spcPct val="100000"/>
              </a:lnSpc>
              <a:spcBef>
                <a:spcPts val="1200"/>
              </a:spcBef>
              <a:spcAft>
                <a:spcPts val="0"/>
              </a:spcAft>
              <a:buClr>
                <a:srgbClr val="232F3E"/>
              </a:buClr>
              <a:buSzPts val="2800"/>
              <a:buNone/>
            </a:pPr>
            <a:r>
              <a:t/>
            </a:r>
            <a:endParaRPr/>
          </a:p>
        </p:txBody>
      </p:sp>
      <p:sp>
        <p:nvSpPr>
          <p:cNvPr id="1843" name="Google Shape;1843;p11"/>
          <p:cNvSpPr/>
          <p:nvPr/>
        </p:nvSpPr>
        <p:spPr>
          <a:xfrm>
            <a:off x="488846" y="2217586"/>
            <a:ext cx="4372076" cy="3570208"/>
          </a:xfrm>
          <a:prstGeom prst="rect">
            <a:avLst/>
          </a:prstGeom>
          <a:solidFill>
            <a:schemeClr val="lt1"/>
          </a:solidFill>
          <a:ln cap="flat" cmpd="sng" w="38100">
            <a:solidFill>
              <a:schemeClr val="accent6"/>
            </a:solidFill>
            <a:prstDash val="solid"/>
            <a:round/>
            <a:headEnd len="sm" w="sm" type="none"/>
            <a:tailEnd len="sm" w="sm" type="none"/>
          </a:ln>
          <a:effectLst>
            <a:outerShdw blurRad="63500" rotWithShape="0" dir="2700016" dist="53881">
              <a:srgbClr val="000000">
                <a:alpha val="24705"/>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Droid Sans Mono"/>
                <a:ea typeface="Droid Sans Mono"/>
                <a:cs typeface="Droid Sans Mono"/>
                <a:sym typeface="Droid Sans Mono"/>
              </a:rPr>
              <a:t>photos/2022/catpiano.jpg</a:t>
            </a:r>
            <a:endParaRPr/>
          </a:p>
          <a:p>
            <a:pPr indent="0" lvl="0" marL="0" marR="0" rtl="0" algn="l">
              <a:spcBef>
                <a:spcPts val="0"/>
              </a:spcBef>
              <a:spcAft>
                <a:spcPts val="0"/>
              </a:spcAft>
              <a:buNone/>
            </a:pPr>
            <a:r>
              <a:rPr lang="en-US" sz="1800">
                <a:solidFill>
                  <a:schemeClr val="dk1"/>
                </a:solidFill>
                <a:latin typeface="Droid Sans Mono"/>
                <a:ea typeface="Droid Sans Mono"/>
                <a:cs typeface="Droid Sans Mono"/>
                <a:sym typeface="Droid Sans Mono"/>
              </a:rPr>
              <a:t>photos/2022/catonphone.jpg</a:t>
            </a:r>
            <a:endParaRPr/>
          </a:p>
          <a:p>
            <a:pPr indent="0" lvl="0" marL="0" marR="0" rtl="0" algn="l">
              <a:spcBef>
                <a:spcPts val="0"/>
              </a:spcBef>
              <a:spcAft>
                <a:spcPts val="0"/>
              </a:spcAft>
              <a:buNone/>
            </a:pPr>
            <a:r>
              <a:rPr lang="en-US" sz="1800">
                <a:solidFill>
                  <a:schemeClr val="dk1"/>
                </a:solidFill>
                <a:latin typeface="Droid Sans Mono"/>
                <a:ea typeface="Droid Sans Mono"/>
                <a:cs typeface="Droid Sans Mono"/>
                <a:sym typeface="Droid Sans Mono"/>
              </a:rPr>
              <a:t>photos/2022/ninepuppies.png</a:t>
            </a:r>
            <a:endParaRPr/>
          </a:p>
          <a:p>
            <a:pPr indent="0" lvl="0" marL="0" marR="0" rtl="0" algn="l">
              <a:spcBef>
                <a:spcPts val="0"/>
              </a:spcBef>
              <a:spcAft>
                <a:spcPts val="0"/>
              </a:spcAft>
              <a:buNone/>
            </a:pPr>
            <a:r>
              <a:rPr lang="en-US" sz="1800">
                <a:solidFill>
                  <a:schemeClr val="dk1"/>
                </a:solidFill>
                <a:latin typeface="Droid Sans Mono"/>
                <a:ea typeface="Droid Sans Mono"/>
                <a:cs typeface="Droid Sans Mono"/>
                <a:sym typeface="Droid Sans Mono"/>
              </a:rPr>
              <a:t>photos/2021/lakefront.png</a:t>
            </a:r>
            <a:endParaRPr/>
          </a:p>
          <a:p>
            <a:pPr indent="0" lvl="0" marL="0" marR="0" rtl="0" algn="l">
              <a:spcBef>
                <a:spcPts val="0"/>
              </a:spcBef>
              <a:spcAft>
                <a:spcPts val="0"/>
              </a:spcAft>
              <a:buNone/>
            </a:pPr>
            <a:r>
              <a:rPr lang="en-US" sz="1800">
                <a:solidFill>
                  <a:schemeClr val="dk1"/>
                </a:solidFill>
                <a:latin typeface="Droid Sans Mono"/>
                <a:ea typeface="Droid Sans Mono"/>
                <a:cs typeface="Droid Sans Mono"/>
                <a:sym typeface="Droid Sans Mono"/>
              </a:rPr>
              <a:t>photos/2021/coveredbridge.png</a:t>
            </a:r>
            <a:endParaRPr/>
          </a:p>
          <a:p>
            <a:pPr indent="0" lvl="0" marL="0" marR="0" rtl="0" algn="l">
              <a:spcBef>
                <a:spcPts val="0"/>
              </a:spcBef>
              <a:spcAft>
                <a:spcPts val="0"/>
              </a:spcAft>
              <a:buNone/>
            </a:pPr>
            <a:r>
              <a:rPr lang="en-US" sz="1800">
                <a:solidFill>
                  <a:schemeClr val="dk1"/>
                </a:solidFill>
                <a:latin typeface="Droid Sans Mono"/>
                <a:ea typeface="Droid Sans Mono"/>
                <a:cs typeface="Droid Sans Mono"/>
                <a:sym typeface="Droid Sans Mono"/>
              </a:rPr>
              <a:t>photos/2021/openairmarket.jpg</a:t>
            </a:r>
            <a:endParaRPr/>
          </a:p>
          <a:p>
            <a:pPr indent="0" lvl="0" marL="0" marR="0" rtl="0" algn="l">
              <a:spcBef>
                <a:spcPts val="0"/>
              </a:spcBef>
              <a:spcAft>
                <a:spcPts val="0"/>
              </a:spcAft>
              <a:buNone/>
            </a:pPr>
            <a:r>
              <a:rPr lang="en-US" sz="1800">
                <a:solidFill>
                  <a:schemeClr val="dk1"/>
                </a:solidFill>
                <a:latin typeface="Droid Sans Mono"/>
                <a:ea typeface="Droid Sans Mono"/>
                <a:cs typeface="Droid Sans Mono"/>
                <a:sym typeface="Droid Sans Mono"/>
              </a:rPr>
              <a:t>video-source/9984.mp4</a:t>
            </a:r>
            <a:endParaRPr/>
          </a:p>
          <a:p>
            <a:pPr indent="0" lvl="0" marL="0" marR="0" rtl="0" algn="l">
              <a:spcBef>
                <a:spcPts val="0"/>
              </a:spcBef>
              <a:spcAft>
                <a:spcPts val="0"/>
              </a:spcAft>
              <a:buNone/>
            </a:pPr>
            <a:r>
              <a:rPr lang="en-US" sz="1800">
                <a:solidFill>
                  <a:schemeClr val="dk1"/>
                </a:solidFill>
                <a:latin typeface="Droid Sans Mono"/>
                <a:ea typeface="Droid Sans Mono"/>
                <a:cs typeface="Droid Sans Mono"/>
                <a:sym typeface="Droid Sans Mono"/>
              </a:rPr>
              <a:t>video-source/9918.mp4</a:t>
            </a:r>
            <a:endParaRPr/>
          </a:p>
          <a:p>
            <a:pPr indent="0" lvl="0" marL="0" marR="0" rtl="0" algn="l">
              <a:spcBef>
                <a:spcPts val="0"/>
              </a:spcBef>
              <a:spcAft>
                <a:spcPts val="0"/>
              </a:spcAft>
              <a:buNone/>
            </a:pPr>
            <a:r>
              <a:rPr lang="en-US" sz="1800">
                <a:solidFill>
                  <a:schemeClr val="dk1"/>
                </a:solidFill>
                <a:latin typeface="Droid Sans Mono"/>
                <a:ea typeface="Droid Sans Mono"/>
                <a:cs typeface="Droid Sans Mono"/>
                <a:sym typeface="Droid Sans Mono"/>
              </a:rPr>
              <a:t>video-source/18446.mp4</a:t>
            </a:r>
            <a:endParaRPr/>
          </a:p>
          <a:p>
            <a:pPr indent="0" lvl="0" marL="0" marR="0" rtl="0" algn="l">
              <a:spcBef>
                <a:spcPts val="0"/>
              </a:spcBef>
              <a:spcAft>
                <a:spcPts val="0"/>
              </a:spcAft>
              <a:buNone/>
            </a:pPr>
            <a:r>
              <a:t/>
            </a:r>
            <a:endParaRPr b="1" sz="1600">
              <a:solidFill>
                <a:schemeClr val="dk1"/>
              </a:solidFill>
              <a:latin typeface="Arial"/>
              <a:ea typeface="Arial"/>
              <a:cs typeface="Arial"/>
              <a:sym typeface="Arial"/>
            </a:endParaRPr>
          </a:p>
          <a:p>
            <a:pPr indent="0" lvl="0" marL="0" marR="0" rtl="0" algn="l">
              <a:spcBef>
                <a:spcPts val="0"/>
              </a:spcBef>
              <a:spcAft>
                <a:spcPts val="0"/>
              </a:spcAft>
              <a:buNone/>
            </a:pPr>
            <a:r>
              <a:t/>
            </a:r>
            <a:endParaRPr b="1" sz="1600">
              <a:solidFill>
                <a:schemeClr val="dk1"/>
              </a:solidFill>
              <a:latin typeface="Arial"/>
              <a:ea typeface="Arial"/>
              <a:cs typeface="Arial"/>
              <a:sym typeface="Arial"/>
            </a:endParaRPr>
          </a:p>
          <a:p>
            <a:pPr indent="0" lvl="0" marL="0" marR="0" rtl="0" algn="l">
              <a:spcBef>
                <a:spcPts val="0"/>
              </a:spcBef>
              <a:spcAft>
                <a:spcPts val="0"/>
              </a:spcAft>
              <a:buNone/>
            </a:pPr>
            <a:r>
              <a:t/>
            </a:r>
            <a:endParaRPr b="1" sz="1600">
              <a:solidFill>
                <a:schemeClr val="dk1"/>
              </a:solidFill>
              <a:latin typeface="Arial"/>
              <a:ea typeface="Arial"/>
              <a:cs typeface="Arial"/>
              <a:sym typeface="Arial"/>
            </a:endParaRPr>
          </a:p>
          <a:p>
            <a:pPr indent="0" lvl="0" marL="0" marR="0" rtl="0" algn="l">
              <a:spcBef>
                <a:spcPts val="0"/>
              </a:spcBef>
              <a:spcAft>
                <a:spcPts val="0"/>
              </a:spcAft>
              <a:buNone/>
            </a:pPr>
            <a:r>
              <a:t/>
            </a:r>
            <a:endParaRPr b="1" sz="1600">
              <a:solidFill>
                <a:schemeClr val="dk1"/>
              </a:solidFill>
              <a:latin typeface="Arial"/>
              <a:ea typeface="Arial"/>
              <a:cs typeface="Arial"/>
              <a:sym typeface="Arial"/>
            </a:endParaRPr>
          </a:p>
        </p:txBody>
      </p:sp>
      <p:sp>
        <p:nvSpPr>
          <p:cNvPr id="1844" name="Google Shape;1844;p11"/>
          <p:cNvSpPr txBox="1"/>
          <p:nvPr/>
        </p:nvSpPr>
        <p:spPr>
          <a:xfrm>
            <a:off x="5681756" y="2153750"/>
            <a:ext cx="6223269"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Play"/>
                <a:ea typeface="Play"/>
                <a:cs typeface="Play"/>
                <a:sym typeface="Play"/>
              </a:rPr>
              <a:t>A </a:t>
            </a:r>
            <a:r>
              <a:rPr b="1" lang="en-US" sz="2000">
                <a:solidFill>
                  <a:schemeClr val="dk1"/>
                </a:solidFill>
                <a:latin typeface="Droid Sans Mono"/>
                <a:ea typeface="Droid Sans Mono"/>
                <a:cs typeface="Droid Sans Mono"/>
                <a:sym typeface="Droid Sans Mono"/>
              </a:rPr>
              <a:t>GET</a:t>
            </a:r>
            <a:r>
              <a:rPr b="1" lang="en-US" sz="2000">
                <a:solidFill>
                  <a:schemeClr val="dk1"/>
                </a:solidFill>
                <a:latin typeface="Play"/>
                <a:ea typeface="Play"/>
                <a:cs typeface="Play"/>
                <a:sym typeface="Play"/>
              </a:rPr>
              <a:t> </a:t>
            </a:r>
            <a:r>
              <a:rPr lang="en-US" sz="2000">
                <a:solidFill>
                  <a:schemeClr val="dk1"/>
                </a:solidFill>
                <a:latin typeface="Play"/>
                <a:ea typeface="Play"/>
                <a:cs typeface="Play"/>
                <a:sym typeface="Play"/>
              </a:rPr>
              <a:t>query</a:t>
            </a:r>
            <a:r>
              <a:rPr b="1" lang="en-US" sz="2000">
                <a:solidFill>
                  <a:schemeClr val="dk1"/>
                </a:solidFill>
                <a:latin typeface="Play"/>
                <a:ea typeface="Play"/>
                <a:cs typeface="Play"/>
                <a:sym typeface="Play"/>
              </a:rPr>
              <a:t> </a:t>
            </a:r>
            <a:r>
              <a:rPr lang="en-US" sz="2000">
                <a:solidFill>
                  <a:schemeClr val="dk1"/>
                </a:solidFill>
                <a:latin typeface="Play"/>
                <a:ea typeface="Play"/>
                <a:cs typeface="Play"/>
                <a:sym typeface="Play"/>
              </a:rPr>
              <a:t>with the prefix  </a:t>
            </a:r>
            <a:r>
              <a:rPr b="1" lang="en-US" sz="2000">
                <a:solidFill>
                  <a:schemeClr val="dk1"/>
                </a:solidFill>
                <a:latin typeface="Droid Sans Mono"/>
                <a:ea typeface="Droid Sans Mono"/>
                <a:cs typeface="Droid Sans Mono"/>
                <a:sym typeface="Droid Sans Mono"/>
              </a:rPr>
              <a:t>photos/2022</a:t>
            </a:r>
            <a:r>
              <a:rPr b="1" lang="en-US" sz="2000">
                <a:solidFill>
                  <a:schemeClr val="dk1"/>
                </a:solidFill>
                <a:latin typeface="Play"/>
                <a:ea typeface="Play"/>
                <a:cs typeface="Play"/>
                <a:sym typeface="Play"/>
              </a:rPr>
              <a:t> </a:t>
            </a:r>
            <a:r>
              <a:rPr lang="en-US" sz="2000">
                <a:solidFill>
                  <a:schemeClr val="dk1"/>
                </a:solidFill>
                <a:latin typeface="Play"/>
                <a:ea typeface="Play"/>
                <a:cs typeface="Play"/>
                <a:sym typeface="Play"/>
              </a:rPr>
              <a:t>returns the following objects:</a:t>
            </a:r>
            <a:endParaRPr/>
          </a:p>
        </p:txBody>
      </p:sp>
      <p:sp>
        <p:nvSpPr>
          <p:cNvPr id="1845" name="Google Shape;1845;p11"/>
          <p:cNvSpPr txBox="1"/>
          <p:nvPr/>
        </p:nvSpPr>
        <p:spPr>
          <a:xfrm>
            <a:off x="5681756" y="3002134"/>
            <a:ext cx="6141336" cy="123110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Droid Sans Mono"/>
                <a:ea typeface="Droid Sans Mono"/>
                <a:cs typeface="Droid Sans Mono"/>
                <a:sym typeface="Droid Sans Mono"/>
              </a:rPr>
              <a:t>graphics-bucket/</a:t>
            </a:r>
            <a:r>
              <a:rPr b="1" lang="en-US" sz="1800">
                <a:solidFill>
                  <a:schemeClr val="dk1"/>
                </a:solidFill>
                <a:latin typeface="Droid Sans Mono"/>
                <a:ea typeface="Droid Sans Mono"/>
                <a:cs typeface="Droid Sans Mono"/>
                <a:sym typeface="Droid Sans Mono"/>
              </a:rPr>
              <a:t>photos/2022/catpiano.jpg</a:t>
            </a:r>
            <a:endParaRPr/>
          </a:p>
          <a:p>
            <a:pPr indent="0" lvl="0" marL="0" marR="0" rtl="0" algn="l">
              <a:spcBef>
                <a:spcPts val="0"/>
              </a:spcBef>
              <a:spcAft>
                <a:spcPts val="0"/>
              </a:spcAft>
              <a:buNone/>
            </a:pPr>
            <a:r>
              <a:rPr lang="en-US" sz="1800">
                <a:solidFill>
                  <a:schemeClr val="dk1"/>
                </a:solidFill>
                <a:latin typeface="Droid Sans Mono"/>
                <a:ea typeface="Droid Sans Mono"/>
                <a:cs typeface="Droid Sans Mono"/>
                <a:sym typeface="Droid Sans Mono"/>
              </a:rPr>
              <a:t>graphics-bucket/</a:t>
            </a:r>
            <a:r>
              <a:rPr b="1" lang="en-US" sz="1800">
                <a:solidFill>
                  <a:schemeClr val="dk1"/>
                </a:solidFill>
                <a:latin typeface="Droid Sans Mono"/>
                <a:ea typeface="Droid Sans Mono"/>
                <a:cs typeface="Droid Sans Mono"/>
                <a:sym typeface="Droid Sans Mono"/>
              </a:rPr>
              <a:t>photos/2022/catonphone.jpg</a:t>
            </a:r>
            <a:endParaRPr/>
          </a:p>
          <a:p>
            <a:pPr indent="0" lvl="0" marL="0" marR="0" rtl="0" algn="l">
              <a:spcBef>
                <a:spcPts val="0"/>
              </a:spcBef>
              <a:spcAft>
                <a:spcPts val="0"/>
              </a:spcAft>
              <a:buNone/>
            </a:pPr>
            <a:r>
              <a:rPr lang="en-US" sz="1800">
                <a:solidFill>
                  <a:schemeClr val="dk1"/>
                </a:solidFill>
                <a:latin typeface="Droid Sans Mono"/>
                <a:ea typeface="Droid Sans Mono"/>
                <a:cs typeface="Droid Sans Mono"/>
                <a:sym typeface="Droid Sans Mono"/>
              </a:rPr>
              <a:t>graphics-bucket/</a:t>
            </a:r>
            <a:r>
              <a:rPr b="1" lang="en-US" sz="1800">
                <a:solidFill>
                  <a:schemeClr val="dk1"/>
                </a:solidFill>
                <a:latin typeface="Droid Sans Mono"/>
                <a:ea typeface="Droid Sans Mono"/>
                <a:cs typeface="Droid Sans Mono"/>
                <a:sym typeface="Droid Sans Mono"/>
              </a:rPr>
              <a:t>photos/2022/ninepuppies.png</a:t>
            </a:r>
            <a:endParaRPr/>
          </a:p>
          <a:p>
            <a:pPr indent="127000" lvl="0" marL="0" marR="0" rtl="0" algn="l">
              <a:spcBef>
                <a:spcPts val="0"/>
              </a:spcBef>
              <a:spcAft>
                <a:spcPts val="0"/>
              </a:spcAft>
              <a:buClr>
                <a:schemeClr val="dk1"/>
              </a:buClr>
              <a:buSzPts val="2000"/>
              <a:buFont typeface="Arial"/>
              <a:buNone/>
            </a:pPr>
            <a:r>
              <a:t/>
            </a:r>
            <a:endParaRPr sz="2000">
              <a:solidFill>
                <a:schemeClr val="accent5"/>
              </a:solidFill>
              <a:latin typeface="Play"/>
              <a:ea typeface="Play"/>
              <a:cs typeface="Play"/>
              <a:sym typeface="Play"/>
            </a:endParaRPr>
          </a:p>
        </p:txBody>
      </p:sp>
      <p:cxnSp>
        <p:nvCxnSpPr>
          <p:cNvPr id="1846" name="Google Shape;1846;p11"/>
          <p:cNvCxnSpPr/>
          <p:nvPr/>
        </p:nvCxnSpPr>
        <p:spPr>
          <a:xfrm>
            <a:off x="4968240" y="2338417"/>
            <a:ext cx="713516" cy="0"/>
          </a:xfrm>
          <a:prstGeom prst="straightConnector1">
            <a:avLst/>
          </a:prstGeom>
          <a:noFill/>
          <a:ln cap="flat" cmpd="sng" w="9525">
            <a:solidFill>
              <a:schemeClr val="accent1"/>
            </a:solidFill>
            <a:prstDash val="solid"/>
            <a:round/>
            <a:headEnd len="sm" w="sm" type="none"/>
            <a:tailEnd len="med" w="med" type="triangle"/>
          </a:ln>
        </p:spPr>
      </p:cxnSp>
      <p:sp>
        <p:nvSpPr>
          <p:cNvPr id="1847" name="Google Shape;1847;p11"/>
          <p:cNvSpPr/>
          <p:nvPr/>
        </p:nvSpPr>
        <p:spPr>
          <a:xfrm rot="-5400000">
            <a:off x="8429259" y="2009003"/>
            <a:ext cx="646330" cy="1705266"/>
          </a:xfrm>
          <a:prstGeom prst="rightBrace">
            <a:avLst>
              <a:gd fmla="val 8333" name="adj1"/>
              <a:gd fmla="val 78598" name="adj2"/>
            </a:avLst>
          </a:prstGeom>
          <a:noFill/>
          <a:ln cap="flat" cmpd="sng" w="28575">
            <a:solidFill>
              <a:schemeClr val="accent6"/>
            </a:solidFill>
            <a:prstDash val="solid"/>
            <a:round/>
            <a:headEnd len="sm" w="sm" type="none"/>
            <a:tailEnd len="sm" w="sm" type="none"/>
          </a:ln>
          <a:effectLst>
            <a:outerShdw blurRad="63500" rotWithShape="0" dir="2700016" dist="53881">
              <a:srgbClr val="000000">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Play"/>
              <a:ea typeface="Play"/>
              <a:cs typeface="Play"/>
              <a:sym typeface="Play"/>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1" name="Shape 1851"/>
        <p:cNvGrpSpPr/>
        <p:nvPr/>
      </p:nvGrpSpPr>
      <p:grpSpPr>
        <a:xfrm>
          <a:off x="0" y="0"/>
          <a:ext cx="0" cy="0"/>
          <a:chOff x="0" y="0"/>
          <a:chExt cx="0" cy="0"/>
        </a:xfrm>
      </p:grpSpPr>
      <p:sp>
        <p:nvSpPr>
          <p:cNvPr id="1852" name="Google Shape;1852;p12"/>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1853" name="Google Shape;1853;p12"/>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2F3E"/>
              </a:buClr>
              <a:buSzPts val="3600"/>
              <a:buFont typeface="Play"/>
              <a:buNone/>
            </a:pPr>
            <a:r>
              <a:rPr lang="en-US"/>
              <a:t>Amazon S3 benefits</a:t>
            </a:r>
            <a:endParaRPr/>
          </a:p>
        </p:txBody>
      </p:sp>
      <p:graphicFrame>
        <p:nvGraphicFramePr>
          <p:cNvPr id="1854" name="Google Shape;1854;p12"/>
          <p:cNvGraphicFramePr/>
          <p:nvPr/>
        </p:nvGraphicFramePr>
        <p:xfrm>
          <a:off x="450585" y="1187734"/>
          <a:ext cx="3000000" cy="3000000"/>
        </p:xfrm>
        <a:graphic>
          <a:graphicData uri="http://schemas.openxmlformats.org/drawingml/2006/table">
            <a:tbl>
              <a:tblPr bandRow="1" firstRow="1">
                <a:noFill/>
                <a:tableStyleId>{60223444-1132-4FAA-9405-773630814508}</a:tableStyleId>
              </a:tblPr>
              <a:tblGrid>
                <a:gridCol w="2691975"/>
                <a:gridCol w="8598100"/>
              </a:tblGrid>
              <a:tr h="528900">
                <a:tc>
                  <a:txBody>
                    <a:bodyPr/>
                    <a:lstStyle/>
                    <a:p>
                      <a:pPr indent="0" lvl="0" marL="0" marR="0" rtl="0" algn="ctr">
                        <a:spcBef>
                          <a:spcPts val="0"/>
                        </a:spcBef>
                        <a:spcAft>
                          <a:spcPts val="0"/>
                        </a:spcAft>
                        <a:buNone/>
                      </a:pPr>
                      <a:r>
                        <a:rPr lang="en-US" sz="2000" u="none" cap="none" strike="noStrike">
                          <a:solidFill>
                            <a:schemeClr val="lt1"/>
                          </a:solidFill>
                          <a:latin typeface="Play"/>
                          <a:ea typeface="Play"/>
                          <a:cs typeface="Play"/>
                          <a:sym typeface="Play"/>
                        </a:rPr>
                        <a:t>Benefit</a:t>
                      </a:r>
                      <a:endParaRPr b="0" sz="2000" u="none" cap="none" strike="noStrike">
                        <a:solidFill>
                          <a:schemeClr val="lt1"/>
                        </a:solidFill>
                        <a:latin typeface="Play"/>
                        <a:ea typeface="Play"/>
                        <a:cs typeface="Play"/>
                        <a:sym typeface="Play"/>
                      </a:endParaRPr>
                    </a:p>
                  </a:txBody>
                  <a:tcPr marT="37675" marB="37675" marR="75325" marL="150650" anchor="ctr"/>
                </a:tc>
                <a:tc>
                  <a:txBody>
                    <a:bodyPr/>
                    <a:lstStyle/>
                    <a:p>
                      <a:pPr indent="0" lvl="0" marL="0" marR="0" rtl="0" algn="l">
                        <a:spcBef>
                          <a:spcPts val="0"/>
                        </a:spcBef>
                        <a:spcAft>
                          <a:spcPts val="0"/>
                        </a:spcAft>
                        <a:buNone/>
                      </a:pPr>
                      <a:r>
                        <a:rPr lang="en-US" sz="2000" u="none" cap="none" strike="noStrike">
                          <a:solidFill>
                            <a:schemeClr val="lt1"/>
                          </a:solidFill>
                          <a:latin typeface="Play"/>
                          <a:ea typeface="Play"/>
                          <a:cs typeface="Play"/>
                          <a:sym typeface="Play"/>
                        </a:rPr>
                        <a:t>Description</a:t>
                      </a:r>
                      <a:endParaRPr b="1" sz="2000">
                        <a:solidFill>
                          <a:schemeClr val="lt1"/>
                        </a:solidFill>
                        <a:latin typeface="Play"/>
                        <a:ea typeface="Play"/>
                        <a:cs typeface="Play"/>
                        <a:sym typeface="Play"/>
                      </a:endParaRPr>
                    </a:p>
                  </a:txBody>
                  <a:tcPr marT="37675" marB="37675" marR="75325" marL="150650" anchor="ctr"/>
                </a:tc>
              </a:tr>
              <a:tr h="1139275">
                <a:tc>
                  <a:txBody>
                    <a:bodyPr/>
                    <a:lstStyle/>
                    <a:p>
                      <a:pPr indent="0" lvl="0" marL="0" marR="0" rtl="0" algn="l">
                        <a:lnSpc>
                          <a:spcPct val="100000"/>
                        </a:lnSpc>
                        <a:spcBef>
                          <a:spcPts val="0"/>
                        </a:spcBef>
                        <a:spcAft>
                          <a:spcPts val="0"/>
                        </a:spcAft>
                        <a:buClr>
                          <a:schemeClr val="dk1"/>
                        </a:buClr>
                        <a:buSzPts val="2000"/>
                        <a:buFont typeface="Play"/>
                        <a:buNone/>
                      </a:pPr>
                      <a:r>
                        <a:rPr lang="en-US" sz="2000">
                          <a:latin typeface="Play"/>
                          <a:ea typeface="Play"/>
                          <a:cs typeface="Play"/>
                          <a:sym typeface="Play"/>
                        </a:rPr>
                        <a:t>             Durability</a:t>
                      </a:r>
                      <a:endParaRPr/>
                    </a:p>
                  </a:txBody>
                  <a:tcPr marT="37675" marB="37675" marR="75325" marL="150650" anchor="ctr"/>
                </a:tc>
                <a:tc>
                  <a:txBody>
                    <a:bodyPr/>
                    <a:lstStyle/>
                    <a:p>
                      <a:pPr indent="-285750" lvl="0" marL="285750" marR="0" rtl="0" algn="l">
                        <a:spcBef>
                          <a:spcPts val="0"/>
                        </a:spcBef>
                        <a:spcAft>
                          <a:spcPts val="0"/>
                        </a:spcAft>
                        <a:buClr>
                          <a:schemeClr val="dk1"/>
                        </a:buClr>
                        <a:buSzPts val="2000"/>
                        <a:buFont typeface="Arial"/>
                        <a:buChar char="•"/>
                      </a:pPr>
                      <a:r>
                        <a:rPr lang="en-US" sz="2000">
                          <a:solidFill>
                            <a:schemeClr val="dk1"/>
                          </a:solidFill>
                          <a:latin typeface="Play"/>
                          <a:ea typeface="Play"/>
                          <a:cs typeface="Play"/>
                          <a:sym typeface="Play"/>
                        </a:rPr>
                        <a:t>Helps ensure that data is not lost </a:t>
                      </a:r>
                      <a:endParaRPr/>
                    </a:p>
                    <a:p>
                      <a:pPr indent="-285750" lvl="0" marL="285750" marR="0" rtl="0" algn="l">
                        <a:spcBef>
                          <a:spcPts val="600"/>
                        </a:spcBef>
                        <a:spcAft>
                          <a:spcPts val="0"/>
                        </a:spcAft>
                        <a:buClr>
                          <a:schemeClr val="dk1"/>
                        </a:buClr>
                        <a:buSzPts val="2000"/>
                        <a:buFont typeface="Arial"/>
                        <a:buChar char="•"/>
                      </a:pPr>
                      <a:r>
                        <a:rPr lang="en-US" sz="2000">
                          <a:solidFill>
                            <a:schemeClr val="dk1"/>
                          </a:solidFill>
                          <a:latin typeface="Play"/>
                          <a:ea typeface="Play"/>
                          <a:cs typeface="Play"/>
                          <a:sym typeface="Play"/>
                        </a:rPr>
                        <a:t>Provides S3 Standard storage with 11 nines (or 99.999999999 percent) of durability</a:t>
                      </a:r>
                      <a:endParaRPr/>
                    </a:p>
                    <a:p>
                      <a:pPr indent="0" lvl="0" marL="0" marR="0" rtl="0" algn="l">
                        <a:spcBef>
                          <a:spcPts val="600"/>
                        </a:spcBef>
                        <a:spcAft>
                          <a:spcPts val="0"/>
                        </a:spcAft>
                        <a:buNone/>
                      </a:pPr>
                      <a:r>
                        <a:t/>
                      </a:r>
                      <a:endParaRPr b="1" sz="2000">
                        <a:solidFill>
                          <a:schemeClr val="lt1"/>
                        </a:solidFill>
                        <a:latin typeface="Play"/>
                        <a:ea typeface="Play"/>
                        <a:cs typeface="Play"/>
                        <a:sym typeface="Play"/>
                      </a:endParaRPr>
                    </a:p>
                  </a:txBody>
                  <a:tcPr marT="37675" marB="37675" marR="75325" marL="150650" anchor="ctr"/>
                </a:tc>
              </a:tr>
              <a:tr h="974025">
                <a:tc>
                  <a:txBody>
                    <a:bodyPr/>
                    <a:lstStyle/>
                    <a:p>
                      <a:pPr indent="0" lvl="0" marL="0" marR="0" rtl="0" algn="l">
                        <a:lnSpc>
                          <a:spcPct val="100000"/>
                        </a:lnSpc>
                        <a:spcBef>
                          <a:spcPts val="0"/>
                        </a:spcBef>
                        <a:spcAft>
                          <a:spcPts val="0"/>
                        </a:spcAft>
                        <a:buClr>
                          <a:schemeClr val="dk1"/>
                        </a:buClr>
                        <a:buSzPts val="2000"/>
                        <a:buFont typeface="Play"/>
                        <a:buNone/>
                      </a:pPr>
                      <a:r>
                        <a:rPr lang="en-US" sz="2000">
                          <a:latin typeface="Play"/>
                          <a:ea typeface="Play"/>
                          <a:cs typeface="Play"/>
                          <a:sym typeface="Play"/>
                        </a:rPr>
                        <a:t>             Availability</a:t>
                      </a:r>
                      <a:endParaRPr/>
                    </a:p>
                  </a:txBody>
                  <a:tcPr marT="37675" marB="37675" marR="75325" marL="150650" anchor="ctr"/>
                </a:tc>
                <a:tc>
                  <a:txBody>
                    <a:bodyPr/>
                    <a:lstStyle/>
                    <a:p>
                      <a:pPr indent="-342900" lvl="0" marL="342900" marR="0" rtl="0" algn="l">
                        <a:spcBef>
                          <a:spcPts val="0"/>
                        </a:spcBef>
                        <a:spcAft>
                          <a:spcPts val="0"/>
                        </a:spcAft>
                        <a:buClr>
                          <a:schemeClr val="dk1"/>
                        </a:buClr>
                        <a:buSzPts val="2000"/>
                        <a:buFont typeface="Arial"/>
                        <a:buChar char="•"/>
                      </a:pPr>
                      <a:r>
                        <a:rPr lang="en-US" sz="2000">
                          <a:latin typeface="Play"/>
                          <a:ea typeface="Play"/>
                          <a:cs typeface="Play"/>
                          <a:sym typeface="Play"/>
                        </a:rPr>
                        <a:t>Provides access to data when needed</a:t>
                      </a:r>
                      <a:endParaRPr/>
                    </a:p>
                    <a:p>
                      <a:pPr indent="-342900" lvl="0" marL="342900" marR="0" rtl="0" algn="l">
                        <a:spcBef>
                          <a:spcPts val="0"/>
                        </a:spcBef>
                        <a:spcAft>
                          <a:spcPts val="0"/>
                        </a:spcAft>
                        <a:buClr>
                          <a:schemeClr val="dk1"/>
                        </a:buClr>
                        <a:buSzPts val="2000"/>
                        <a:buFont typeface="Arial"/>
                        <a:buChar char="•"/>
                      </a:pPr>
                      <a:r>
                        <a:rPr b="0" i="0" lang="en-US" sz="2000">
                          <a:solidFill>
                            <a:schemeClr val="dk1"/>
                          </a:solidFill>
                          <a:latin typeface="Play"/>
                          <a:ea typeface="Play"/>
                          <a:cs typeface="Play"/>
                          <a:sym typeface="Play"/>
                        </a:rPr>
                        <a:t>Includes unlimited capacity to store data</a:t>
                      </a:r>
                      <a:endParaRPr sz="2000">
                        <a:latin typeface="Play"/>
                        <a:ea typeface="Play"/>
                        <a:cs typeface="Play"/>
                        <a:sym typeface="Play"/>
                      </a:endParaRPr>
                    </a:p>
                    <a:p>
                      <a:pPr indent="-342900" lvl="0" marL="342900" marR="0" rtl="0" algn="l">
                        <a:spcBef>
                          <a:spcPts val="0"/>
                        </a:spcBef>
                        <a:spcAft>
                          <a:spcPts val="0"/>
                        </a:spcAft>
                        <a:buClr>
                          <a:schemeClr val="dk1"/>
                        </a:buClr>
                        <a:buSzPts val="2000"/>
                        <a:buFont typeface="Arial"/>
                        <a:buChar char="•"/>
                      </a:pPr>
                      <a:r>
                        <a:rPr lang="en-US" sz="2000">
                          <a:latin typeface="Play"/>
                          <a:ea typeface="Play"/>
                          <a:cs typeface="Play"/>
                          <a:sym typeface="Play"/>
                        </a:rPr>
                        <a:t>Provides S3 Standard storage with 4 nines (or 99.99 percent) of availability</a:t>
                      </a:r>
                      <a:endParaRPr/>
                    </a:p>
                    <a:p>
                      <a:pPr indent="0" lvl="0" marL="0" marR="0" rtl="0" algn="l">
                        <a:spcBef>
                          <a:spcPts val="0"/>
                        </a:spcBef>
                        <a:spcAft>
                          <a:spcPts val="0"/>
                        </a:spcAft>
                        <a:buNone/>
                      </a:pPr>
                      <a:r>
                        <a:t/>
                      </a:r>
                      <a:endParaRPr b="1" sz="2000">
                        <a:solidFill>
                          <a:schemeClr val="lt1"/>
                        </a:solidFill>
                        <a:latin typeface="Play"/>
                        <a:ea typeface="Play"/>
                        <a:cs typeface="Play"/>
                        <a:sym typeface="Play"/>
                      </a:endParaRPr>
                    </a:p>
                  </a:txBody>
                  <a:tcPr marT="37675" marB="37675" marR="75325" marL="150650" anchor="ctr"/>
                </a:tc>
              </a:tr>
              <a:tr h="877275">
                <a:tc>
                  <a:txBody>
                    <a:bodyPr/>
                    <a:lstStyle/>
                    <a:p>
                      <a:pPr indent="0" lvl="0" marL="0" marR="0" rtl="0" algn="l">
                        <a:lnSpc>
                          <a:spcPct val="100000"/>
                        </a:lnSpc>
                        <a:spcBef>
                          <a:spcPts val="0"/>
                        </a:spcBef>
                        <a:spcAft>
                          <a:spcPts val="0"/>
                        </a:spcAft>
                        <a:buClr>
                          <a:schemeClr val="dk1"/>
                        </a:buClr>
                        <a:buSzPts val="2000"/>
                        <a:buFont typeface="Play"/>
                        <a:buNone/>
                      </a:pPr>
                      <a:r>
                        <a:rPr lang="en-US" sz="2000">
                          <a:latin typeface="Play"/>
                          <a:ea typeface="Play"/>
                          <a:cs typeface="Play"/>
                          <a:sym typeface="Play"/>
                        </a:rPr>
                        <a:t>             High   </a:t>
                      </a:r>
                      <a:br>
                        <a:rPr lang="en-US" sz="2000">
                          <a:latin typeface="Play"/>
                          <a:ea typeface="Play"/>
                          <a:cs typeface="Play"/>
                          <a:sym typeface="Play"/>
                        </a:rPr>
                      </a:br>
                      <a:r>
                        <a:rPr lang="en-US" sz="2000">
                          <a:latin typeface="Play"/>
                          <a:ea typeface="Play"/>
                          <a:cs typeface="Play"/>
                          <a:sym typeface="Play"/>
                        </a:rPr>
                        <a:t>             performance</a:t>
                      </a:r>
                      <a:endParaRPr/>
                    </a:p>
                  </a:txBody>
                  <a:tcPr marT="37675" marB="37675" marR="75325" marL="150650" anchor="ctr"/>
                </a:tc>
                <a:tc>
                  <a:txBody>
                    <a:bodyPr/>
                    <a:lstStyle/>
                    <a:p>
                      <a:pPr indent="-342900" lvl="0" marL="342900" marR="0" rtl="0" algn="l">
                        <a:spcBef>
                          <a:spcPts val="0"/>
                        </a:spcBef>
                        <a:spcAft>
                          <a:spcPts val="0"/>
                        </a:spcAft>
                        <a:buClr>
                          <a:schemeClr val="dk1"/>
                        </a:buClr>
                        <a:buSzPts val="2000"/>
                        <a:buFont typeface="Arial"/>
                        <a:buChar char="•"/>
                      </a:pPr>
                      <a:r>
                        <a:rPr b="0" i="0" lang="en-US" sz="2000">
                          <a:solidFill>
                            <a:schemeClr val="dk1"/>
                          </a:solidFill>
                          <a:latin typeface="Play"/>
                          <a:ea typeface="Play"/>
                          <a:cs typeface="Play"/>
                          <a:sym typeface="Play"/>
                        </a:rPr>
                        <a:t>Achieves thousands of transactions each second when uploading and retrieving storage </a:t>
                      </a:r>
                      <a:endParaRPr/>
                    </a:p>
                    <a:p>
                      <a:pPr indent="-342900" lvl="0" marL="342900" marR="0" rtl="0" algn="l">
                        <a:spcBef>
                          <a:spcPts val="0"/>
                        </a:spcBef>
                        <a:spcAft>
                          <a:spcPts val="0"/>
                        </a:spcAft>
                        <a:buClr>
                          <a:schemeClr val="dk1"/>
                        </a:buClr>
                        <a:buSzPts val="2000"/>
                        <a:buFont typeface="Arial"/>
                        <a:buChar char="•"/>
                      </a:pPr>
                      <a:r>
                        <a:rPr b="0" i="0" lang="en-US" sz="2000">
                          <a:solidFill>
                            <a:schemeClr val="dk1"/>
                          </a:solidFill>
                          <a:latin typeface="Play"/>
                          <a:ea typeface="Play"/>
                          <a:cs typeface="Play"/>
                          <a:sym typeface="Play"/>
                        </a:rPr>
                        <a:t>Automatically scales to high request rates</a:t>
                      </a:r>
                      <a:endParaRPr/>
                    </a:p>
                    <a:p>
                      <a:pPr indent="-215900" lvl="0" marL="342900" marR="0" rtl="0" algn="l">
                        <a:spcBef>
                          <a:spcPts val="0"/>
                        </a:spcBef>
                        <a:spcAft>
                          <a:spcPts val="0"/>
                        </a:spcAft>
                        <a:buClr>
                          <a:schemeClr val="dk1"/>
                        </a:buClr>
                        <a:buSzPts val="2000"/>
                        <a:buFont typeface="Arial"/>
                        <a:buNone/>
                      </a:pPr>
                      <a:r>
                        <a:t/>
                      </a:r>
                      <a:endParaRPr b="1" sz="2000">
                        <a:solidFill>
                          <a:schemeClr val="lt1"/>
                        </a:solidFill>
                        <a:latin typeface="Play"/>
                        <a:ea typeface="Play"/>
                        <a:cs typeface="Play"/>
                        <a:sym typeface="Play"/>
                      </a:endParaRPr>
                    </a:p>
                  </a:txBody>
                  <a:tcPr marT="37675" marB="37675" marR="75325" marL="150650" anchor="ctr"/>
                </a:tc>
              </a:tr>
            </a:tbl>
          </a:graphicData>
        </a:graphic>
      </p:graphicFrame>
      <p:pic>
        <p:nvPicPr>
          <p:cNvPr id="1855" name="Google Shape;1855;p12"/>
          <p:cNvPicPr preferRelativeResize="0"/>
          <p:nvPr/>
        </p:nvPicPr>
        <p:blipFill rotWithShape="1">
          <a:blip r:embed="rId3">
            <a:alphaModFix/>
          </a:blip>
          <a:srcRect b="0" l="0" r="0" t="0"/>
          <a:stretch/>
        </p:blipFill>
        <p:spPr>
          <a:xfrm>
            <a:off x="450585" y="1999867"/>
            <a:ext cx="750418" cy="750418"/>
          </a:xfrm>
          <a:prstGeom prst="rect">
            <a:avLst/>
          </a:prstGeom>
          <a:noFill/>
          <a:ln>
            <a:noFill/>
          </a:ln>
        </p:spPr>
      </p:pic>
      <p:pic>
        <p:nvPicPr>
          <p:cNvPr id="1856" name="Google Shape;1856;p12"/>
          <p:cNvPicPr preferRelativeResize="0"/>
          <p:nvPr/>
        </p:nvPicPr>
        <p:blipFill rotWithShape="1">
          <a:blip r:embed="rId4">
            <a:alphaModFix/>
          </a:blip>
          <a:srcRect b="0" l="0" r="0" t="0"/>
          <a:stretch/>
        </p:blipFill>
        <p:spPr>
          <a:xfrm>
            <a:off x="509954" y="3706776"/>
            <a:ext cx="640828" cy="640828"/>
          </a:xfrm>
          <a:prstGeom prst="rect">
            <a:avLst/>
          </a:prstGeom>
          <a:noFill/>
          <a:ln>
            <a:noFill/>
          </a:ln>
        </p:spPr>
      </p:pic>
      <p:pic>
        <p:nvPicPr>
          <p:cNvPr id="1857" name="Google Shape;1857;p12"/>
          <p:cNvPicPr preferRelativeResize="0"/>
          <p:nvPr/>
        </p:nvPicPr>
        <p:blipFill rotWithShape="1">
          <a:blip r:embed="rId5">
            <a:alphaModFix/>
          </a:blip>
          <a:srcRect b="0" l="0" r="0" t="0"/>
          <a:stretch/>
        </p:blipFill>
        <p:spPr>
          <a:xfrm>
            <a:off x="493694" y="5134458"/>
            <a:ext cx="636332" cy="63633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1" name="Shape 1861"/>
        <p:cNvGrpSpPr/>
        <p:nvPr/>
      </p:nvGrpSpPr>
      <p:grpSpPr>
        <a:xfrm>
          <a:off x="0" y="0"/>
          <a:ext cx="0" cy="0"/>
          <a:chOff x="0" y="0"/>
          <a:chExt cx="0" cy="0"/>
        </a:xfrm>
      </p:grpSpPr>
      <p:sp>
        <p:nvSpPr>
          <p:cNvPr id="1862" name="Google Shape;1862;p13"/>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1863" name="Google Shape;1863;p13"/>
          <p:cNvSpPr txBox="1"/>
          <p:nvPr>
            <p:ph type="title"/>
          </p:nvPr>
        </p:nvSpPr>
        <p:spPr>
          <a:xfrm>
            <a:off x="243242" y="292099"/>
            <a:ext cx="4062057" cy="1866901"/>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lt1"/>
              </a:buClr>
              <a:buSzPts val="3600"/>
              <a:buFont typeface="Play"/>
              <a:buNone/>
            </a:pPr>
            <a:r>
              <a:rPr lang="en-US"/>
              <a:t>Key takeaways: Defining Amazon S3</a:t>
            </a:r>
            <a:endParaRPr/>
          </a:p>
        </p:txBody>
      </p:sp>
      <p:sp>
        <p:nvSpPr>
          <p:cNvPr id="1864" name="Google Shape;1864;p13"/>
          <p:cNvSpPr txBox="1"/>
          <p:nvPr>
            <p:ph idx="1" type="body"/>
          </p:nvPr>
        </p:nvSpPr>
        <p:spPr>
          <a:xfrm>
            <a:off x="4592635" y="292099"/>
            <a:ext cx="7239701" cy="6142651"/>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800"/>
              <a:buChar char="•"/>
            </a:pPr>
            <a:r>
              <a:rPr lang="en-US">
                <a:solidFill>
                  <a:schemeClr val="dk1"/>
                </a:solidFill>
              </a:rPr>
              <a:t>Storage comes in three basic types: block storage, file storage, and object storage.</a:t>
            </a:r>
            <a:endParaRPr/>
          </a:p>
          <a:p>
            <a:pPr indent="-228600" lvl="0" marL="228600" rtl="0" algn="l">
              <a:lnSpc>
                <a:spcPct val="100000"/>
              </a:lnSpc>
              <a:spcBef>
                <a:spcPts val="1200"/>
              </a:spcBef>
              <a:spcAft>
                <a:spcPts val="0"/>
              </a:spcAft>
              <a:buClr>
                <a:schemeClr val="dk1"/>
              </a:buClr>
              <a:buSzPts val="2800"/>
              <a:buChar char="•"/>
            </a:pPr>
            <a:r>
              <a:rPr lang="en-US">
                <a:solidFill>
                  <a:schemeClr val="dk1"/>
                </a:solidFill>
              </a:rPr>
              <a:t>Amazon S3 is an object storage service.</a:t>
            </a:r>
            <a:endParaRPr/>
          </a:p>
          <a:p>
            <a:pPr indent="-228600" lvl="0" marL="228600" rtl="0" algn="l">
              <a:lnSpc>
                <a:spcPct val="100000"/>
              </a:lnSpc>
              <a:spcBef>
                <a:spcPts val="1200"/>
              </a:spcBef>
              <a:spcAft>
                <a:spcPts val="0"/>
              </a:spcAft>
              <a:buClr>
                <a:schemeClr val="dk1"/>
              </a:buClr>
              <a:buSzPts val="2800"/>
              <a:buChar char="•"/>
            </a:pPr>
            <a:r>
              <a:rPr lang="en-US">
                <a:solidFill>
                  <a:schemeClr val="dk1"/>
                </a:solidFill>
              </a:rPr>
              <a:t>Amazon S3 stores massive amounts of unstructured data.</a:t>
            </a:r>
            <a:endParaRPr/>
          </a:p>
          <a:p>
            <a:pPr indent="-228600" lvl="0" marL="228600" rtl="0" algn="l">
              <a:lnSpc>
                <a:spcPct val="100000"/>
              </a:lnSpc>
              <a:spcBef>
                <a:spcPts val="1200"/>
              </a:spcBef>
              <a:spcAft>
                <a:spcPts val="0"/>
              </a:spcAft>
              <a:buClr>
                <a:schemeClr val="dk1"/>
              </a:buClr>
              <a:buSzPts val="2800"/>
              <a:buChar char="•"/>
            </a:pPr>
            <a:r>
              <a:rPr lang="en-US">
                <a:solidFill>
                  <a:schemeClr val="dk1"/>
                </a:solidFill>
              </a:rPr>
              <a:t>A bucket is a container for objects that are stored in Amazon S3. </a:t>
            </a:r>
            <a:endParaRPr/>
          </a:p>
          <a:p>
            <a:pPr indent="-228600" lvl="0" marL="228600" rtl="0" algn="l">
              <a:lnSpc>
                <a:spcPct val="100000"/>
              </a:lnSpc>
              <a:spcBef>
                <a:spcPts val="1200"/>
              </a:spcBef>
              <a:spcAft>
                <a:spcPts val="0"/>
              </a:spcAft>
              <a:buClr>
                <a:schemeClr val="dk1"/>
              </a:buClr>
              <a:buSzPts val="2800"/>
              <a:buChar char="•"/>
            </a:pPr>
            <a:r>
              <a:rPr lang="en-US">
                <a:solidFill>
                  <a:schemeClr val="dk1"/>
                </a:solidFill>
              </a:rPr>
              <a:t>An object is the fundamental entity that is stored in Amazon S3. </a:t>
            </a:r>
            <a:endParaRPr/>
          </a:p>
          <a:p>
            <a:pPr indent="-228600" lvl="0" marL="228600" rtl="0" algn="l">
              <a:lnSpc>
                <a:spcPct val="100000"/>
              </a:lnSpc>
              <a:spcBef>
                <a:spcPts val="1200"/>
              </a:spcBef>
              <a:spcAft>
                <a:spcPts val="0"/>
              </a:spcAft>
              <a:buClr>
                <a:schemeClr val="dk1"/>
              </a:buClr>
              <a:buSzPts val="2800"/>
              <a:buChar char="•"/>
            </a:pPr>
            <a:r>
              <a:rPr lang="en-US">
                <a:solidFill>
                  <a:schemeClr val="dk1"/>
                </a:solidFill>
              </a:rPr>
              <a:t>The key benefits of Amazon S3 include durability, availability, and high performance. </a:t>
            </a:r>
            <a:endParaRPr/>
          </a:p>
          <a:p>
            <a:pPr indent="-50800" lvl="0" marL="228600" rtl="0" algn="l">
              <a:lnSpc>
                <a:spcPct val="100000"/>
              </a:lnSpc>
              <a:spcBef>
                <a:spcPts val="1200"/>
              </a:spcBef>
              <a:spcAft>
                <a:spcPts val="0"/>
              </a:spcAft>
              <a:buClr>
                <a:srgbClr val="232F3E"/>
              </a:buClr>
              <a:buSzPts val="2800"/>
              <a:buNone/>
            </a:pPr>
            <a:r>
              <a:t/>
            </a:r>
            <a:endParaRPr>
              <a:solidFill>
                <a:schemeClr val="dk1"/>
              </a:solidFill>
            </a:endParaRPr>
          </a:p>
          <a:p>
            <a:pPr indent="-50800" lvl="0" marL="228600" rtl="0" algn="l">
              <a:lnSpc>
                <a:spcPct val="100000"/>
              </a:lnSpc>
              <a:spcBef>
                <a:spcPts val="1200"/>
              </a:spcBef>
              <a:spcAft>
                <a:spcPts val="0"/>
              </a:spcAft>
              <a:buClr>
                <a:srgbClr val="232F3E"/>
              </a:buClr>
              <a:buSzPts val="2800"/>
              <a:buNone/>
            </a:pPr>
            <a:r>
              <a:t/>
            </a:r>
            <a:endParaRPr>
              <a:solidFill>
                <a:schemeClr val="dk1"/>
              </a:solidFill>
            </a:endParaRPr>
          </a:p>
        </p:txBody>
      </p:sp>
      <p:pic>
        <p:nvPicPr>
          <p:cNvPr id="1865" name="Google Shape;1865;p13"/>
          <p:cNvPicPr preferRelativeResize="0"/>
          <p:nvPr/>
        </p:nvPicPr>
        <p:blipFill rotWithShape="1">
          <a:blip r:embed="rId3">
            <a:alphaModFix/>
          </a:blip>
          <a:srcRect b="0" l="0" r="0" t="0"/>
          <a:stretch/>
        </p:blipFill>
        <p:spPr>
          <a:xfrm>
            <a:off x="968565" y="2892425"/>
            <a:ext cx="2511045" cy="2743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9" name="Shape 1869"/>
        <p:cNvGrpSpPr/>
        <p:nvPr/>
      </p:nvGrpSpPr>
      <p:grpSpPr>
        <a:xfrm>
          <a:off x="0" y="0"/>
          <a:ext cx="0" cy="0"/>
          <a:chOff x="0" y="0"/>
          <a:chExt cx="0" cy="0"/>
        </a:xfrm>
      </p:grpSpPr>
      <p:sp>
        <p:nvSpPr>
          <p:cNvPr id="1870" name="Google Shape;1870;p14"/>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1871" name="Google Shape;1871;p14"/>
          <p:cNvSpPr txBox="1"/>
          <p:nvPr>
            <p:ph type="title"/>
          </p:nvPr>
        </p:nvSpPr>
        <p:spPr>
          <a:xfrm>
            <a:off x="457200" y="2545492"/>
            <a:ext cx="11375136" cy="244687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4800"/>
              <a:buFont typeface="Play"/>
              <a:buNone/>
            </a:pPr>
            <a:r>
              <a:rPr lang="en-US"/>
              <a:t>Using Amazon S3</a:t>
            </a:r>
            <a:endParaRPr/>
          </a:p>
        </p:txBody>
      </p:sp>
      <p:sp>
        <p:nvSpPr>
          <p:cNvPr id="1872" name="Google Shape;1872;p14"/>
          <p:cNvSpPr txBox="1"/>
          <p:nvPr>
            <p:ph idx="1" type="subTitle"/>
          </p:nvPr>
        </p:nvSpPr>
        <p:spPr>
          <a:xfrm>
            <a:off x="457200" y="5040376"/>
            <a:ext cx="11375136" cy="99589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3200"/>
              <a:buNone/>
            </a:pPr>
            <a:r>
              <a:rPr lang="en-US"/>
              <a:t>Adding a Storage Layer with Amazon S3</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6" name="Shape 1876"/>
        <p:cNvGrpSpPr/>
        <p:nvPr/>
      </p:nvGrpSpPr>
      <p:grpSpPr>
        <a:xfrm>
          <a:off x="0" y="0"/>
          <a:ext cx="0" cy="0"/>
          <a:chOff x="0" y="0"/>
          <a:chExt cx="0" cy="0"/>
        </a:xfrm>
      </p:grpSpPr>
      <p:sp>
        <p:nvSpPr>
          <p:cNvPr id="1877" name="Google Shape;1877;p15"/>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232F3E"/>
              </a:buClr>
              <a:buSzPts val="1100"/>
              <a:buFont typeface="Arial"/>
              <a:buNone/>
            </a:pPr>
            <a:fld id="{00000000-1234-1234-1234-123412341234}" type="slidenum">
              <a:rPr b="0" i="0" lang="en-US" sz="1100" u="none" cap="none" strike="noStrike">
                <a:solidFill>
                  <a:srgbClr val="232F3E"/>
                </a:solidFill>
                <a:latin typeface="Arial"/>
                <a:ea typeface="Arial"/>
                <a:cs typeface="Arial"/>
                <a:sym typeface="Arial"/>
              </a:rPr>
              <a:t>‹#›</a:t>
            </a:fld>
            <a:endParaRPr b="0" i="0" sz="1100" u="none" cap="none" strike="noStrike">
              <a:solidFill>
                <a:srgbClr val="232F3E"/>
              </a:solidFill>
              <a:latin typeface="Arial"/>
              <a:ea typeface="Arial"/>
              <a:cs typeface="Arial"/>
              <a:sym typeface="Arial"/>
            </a:endParaRPr>
          </a:p>
        </p:txBody>
      </p:sp>
      <p:sp>
        <p:nvSpPr>
          <p:cNvPr id="1878" name="Google Shape;1878;p15"/>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Play"/>
              <a:buNone/>
            </a:pPr>
            <a:r>
              <a:rPr lang="en-US">
                <a:solidFill>
                  <a:schemeClr val="dk1"/>
                </a:solidFill>
              </a:rPr>
              <a:t>How customers use Amazon S3</a:t>
            </a:r>
            <a:endParaRPr/>
          </a:p>
        </p:txBody>
      </p:sp>
      <p:pic>
        <p:nvPicPr>
          <p:cNvPr id="1879" name="Google Shape;1879;p15"/>
          <p:cNvPicPr preferRelativeResize="0"/>
          <p:nvPr>
            <p:ph idx="2" type="pic"/>
          </p:nvPr>
        </p:nvPicPr>
        <p:blipFill rotWithShape="1">
          <a:blip r:embed="rId3">
            <a:alphaModFix/>
          </a:blip>
          <a:srcRect b="0" l="0" r="0" t="0"/>
          <a:stretch/>
        </p:blipFill>
        <p:spPr>
          <a:xfrm>
            <a:off x="617538" y="1096963"/>
            <a:ext cx="2286000" cy="2286000"/>
          </a:xfrm>
          <a:prstGeom prst="rect">
            <a:avLst/>
          </a:prstGeom>
          <a:noFill/>
          <a:ln>
            <a:noFill/>
          </a:ln>
        </p:spPr>
      </p:pic>
      <p:sp>
        <p:nvSpPr>
          <p:cNvPr id="1880" name="Google Shape;1880;p15"/>
          <p:cNvSpPr txBox="1"/>
          <p:nvPr>
            <p:ph idx="1" type="body"/>
          </p:nvPr>
        </p:nvSpPr>
        <p:spPr>
          <a:xfrm>
            <a:off x="365760" y="3465576"/>
            <a:ext cx="2788920" cy="440329"/>
          </a:xfrm>
          <a:prstGeom prst="rect">
            <a:avLst/>
          </a:prstGeom>
          <a:solidFill>
            <a:schemeClr val="accent1"/>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2000"/>
              <a:buNone/>
            </a:pPr>
            <a:r>
              <a:rPr lang="en-US"/>
              <a:t>Spikes in demand</a:t>
            </a:r>
            <a:endParaRPr/>
          </a:p>
        </p:txBody>
      </p:sp>
      <p:sp>
        <p:nvSpPr>
          <p:cNvPr id="1881" name="Google Shape;1881;p15"/>
          <p:cNvSpPr txBox="1"/>
          <p:nvPr>
            <p:ph idx="3" type="body"/>
          </p:nvPr>
        </p:nvSpPr>
        <p:spPr>
          <a:xfrm>
            <a:off x="365760" y="3915505"/>
            <a:ext cx="2788920" cy="2519238"/>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2000"/>
              <a:buNone/>
            </a:pPr>
            <a:r>
              <a:rPr lang="en-US">
                <a:solidFill>
                  <a:schemeClr val="dk1"/>
                </a:solidFill>
              </a:rPr>
              <a:t>Host web content that needs bandwidth to address extreme spikes in demand.</a:t>
            </a:r>
            <a:endParaRPr/>
          </a:p>
          <a:p>
            <a:pPr indent="-55880" lvl="0" marL="182880" rtl="0" algn="l">
              <a:lnSpc>
                <a:spcPct val="100000"/>
              </a:lnSpc>
              <a:spcBef>
                <a:spcPts val="600"/>
              </a:spcBef>
              <a:spcAft>
                <a:spcPts val="0"/>
              </a:spcAft>
              <a:buClr>
                <a:srgbClr val="232F3E"/>
              </a:buClr>
              <a:buSzPts val="2000"/>
              <a:buFont typeface="Arial"/>
              <a:buNone/>
            </a:pPr>
            <a:r>
              <a:t/>
            </a:r>
            <a:endParaRPr/>
          </a:p>
        </p:txBody>
      </p:sp>
      <p:pic>
        <p:nvPicPr>
          <p:cNvPr id="1882" name="Google Shape;1882;p15"/>
          <p:cNvPicPr preferRelativeResize="0"/>
          <p:nvPr>
            <p:ph idx="4" type="pic"/>
          </p:nvPr>
        </p:nvPicPr>
        <p:blipFill rotWithShape="1">
          <a:blip r:embed="rId4">
            <a:alphaModFix/>
          </a:blip>
          <a:srcRect b="0" l="240" r="240" t="0"/>
          <a:stretch/>
        </p:blipFill>
        <p:spPr>
          <a:xfrm>
            <a:off x="3513138" y="1096963"/>
            <a:ext cx="2286000" cy="2286000"/>
          </a:xfrm>
          <a:prstGeom prst="rect">
            <a:avLst/>
          </a:prstGeom>
          <a:noFill/>
          <a:ln>
            <a:noFill/>
          </a:ln>
        </p:spPr>
      </p:pic>
      <p:sp>
        <p:nvSpPr>
          <p:cNvPr id="1883" name="Google Shape;1883;p15"/>
          <p:cNvSpPr txBox="1"/>
          <p:nvPr>
            <p:ph idx="5" type="body"/>
          </p:nvPr>
        </p:nvSpPr>
        <p:spPr>
          <a:xfrm>
            <a:off x="3261360" y="3465576"/>
            <a:ext cx="2788920" cy="440329"/>
          </a:xfrm>
          <a:prstGeom prst="rect">
            <a:avLst/>
          </a:prstGeom>
          <a:solidFill>
            <a:schemeClr val="accent1"/>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2000"/>
              <a:buNone/>
            </a:pPr>
            <a:r>
              <a:rPr lang="en-US"/>
              <a:t>Static site</a:t>
            </a:r>
            <a:endParaRPr/>
          </a:p>
        </p:txBody>
      </p:sp>
      <p:sp>
        <p:nvSpPr>
          <p:cNvPr id="1884" name="Google Shape;1884;p15"/>
          <p:cNvSpPr txBox="1"/>
          <p:nvPr>
            <p:ph idx="6" type="body"/>
          </p:nvPr>
        </p:nvSpPr>
        <p:spPr>
          <a:xfrm>
            <a:off x="3261360" y="3915505"/>
            <a:ext cx="2788920" cy="2519238"/>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2000"/>
              <a:buNone/>
            </a:pPr>
            <a:r>
              <a:rPr lang="en-US">
                <a:solidFill>
                  <a:schemeClr val="dk1"/>
                </a:solidFill>
              </a:rPr>
              <a:t>Host a static site that consists of HTML files, images, and videos.</a:t>
            </a:r>
            <a:endParaRPr/>
          </a:p>
          <a:p>
            <a:pPr indent="-55880" lvl="0" marL="182880" rtl="0" algn="l">
              <a:lnSpc>
                <a:spcPct val="100000"/>
              </a:lnSpc>
              <a:spcBef>
                <a:spcPts val="600"/>
              </a:spcBef>
              <a:spcAft>
                <a:spcPts val="0"/>
              </a:spcAft>
              <a:buClr>
                <a:srgbClr val="232F3E"/>
              </a:buClr>
              <a:buSzPts val="2000"/>
              <a:buFont typeface="Arial"/>
              <a:buNone/>
            </a:pPr>
            <a:r>
              <a:t/>
            </a:r>
            <a:endParaRPr/>
          </a:p>
        </p:txBody>
      </p:sp>
      <p:pic>
        <p:nvPicPr>
          <p:cNvPr id="1885" name="Google Shape;1885;p15"/>
          <p:cNvPicPr preferRelativeResize="0"/>
          <p:nvPr>
            <p:ph idx="7" type="pic"/>
          </p:nvPr>
        </p:nvPicPr>
        <p:blipFill rotWithShape="1">
          <a:blip r:embed="rId5">
            <a:alphaModFix/>
          </a:blip>
          <a:srcRect b="0" l="0" r="0" t="0"/>
          <a:stretch/>
        </p:blipFill>
        <p:spPr>
          <a:xfrm>
            <a:off x="6415088" y="1096963"/>
            <a:ext cx="2286000" cy="2286000"/>
          </a:xfrm>
          <a:prstGeom prst="rect">
            <a:avLst/>
          </a:prstGeom>
          <a:noFill/>
          <a:ln>
            <a:noFill/>
          </a:ln>
        </p:spPr>
      </p:pic>
      <p:sp>
        <p:nvSpPr>
          <p:cNvPr id="1886" name="Google Shape;1886;p15"/>
          <p:cNvSpPr txBox="1"/>
          <p:nvPr>
            <p:ph idx="8" type="body"/>
          </p:nvPr>
        </p:nvSpPr>
        <p:spPr>
          <a:xfrm>
            <a:off x="6163057" y="3465576"/>
            <a:ext cx="2788920" cy="440329"/>
          </a:xfrm>
          <a:prstGeom prst="rect">
            <a:avLst/>
          </a:prstGeom>
          <a:solidFill>
            <a:schemeClr val="accent1"/>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2000"/>
              <a:buNone/>
            </a:pPr>
            <a:r>
              <a:rPr lang="en-US"/>
              <a:t>Financial analysis </a:t>
            </a:r>
            <a:endParaRPr/>
          </a:p>
        </p:txBody>
      </p:sp>
      <p:sp>
        <p:nvSpPr>
          <p:cNvPr id="1887" name="Google Shape;1887;p15"/>
          <p:cNvSpPr txBox="1"/>
          <p:nvPr>
            <p:ph idx="9" type="body"/>
          </p:nvPr>
        </p:nvSpPr>
        <p:spPr>
          <a:xfrm>
            <a:off x="6163057" y="3915505"/>
            <a:ext cx="2788920" cy="2519238"/>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2000"/>
              <a:buNone/>
            </a:pPr>
            <a:r>
              <a:rPr lang="en-US">
                <a:solidFill>
                  <a:schemeClr val="dk1"/>
                </a:solidFill>
              </a:rPr>
              <a:t>Store data that other services can use for analysis.</a:t>
            </a:r>
            <a:endParaRPr/>
          </a:p>
          <a:p>
            <a:pPr indent="-55880" lvl="0" marL="182880" rtl="0" algn="l">
              <a:lnSpc>
                <a:spcPct val="100000"/>
              </a:lnSpc>
              <a:spcBef>
                <a:spcPts val="600"/>
              </a:spcBef>
              <a:spcAft>
                <a:spcPts val="0"/>
              </a:spcAft>
              <a:buClr>
                <a:srgbClr val="232F3E"/>
              </a:buClr>
              <a:buSzPts val="2000"/>
              <a:buFont typeface="Arial"/>
              <a:buNone/>
            </a:pPr>
            <a:r>
              <a:t/>
            </a:r>
            <a:endParaRPr/>
          </a:p>
        </p:txBody>
      </p:sp>
      <p:pic>
        <p:nvPicPr>
          <p:cNvPr id="1888" name="Google Shape;1888;p15"/>
          <p:cNvPicPr preferRelativeResize="0"/>
          <p:nvPr>
            <p:ph idx="13" type="pic"/>
          </p:nvPr>
        </p:nvPicPr>
        <p:blipFill rotWithShape="1">
          <a:blip r:embed="rId6">
            <a:alphaModFix/>
          </a:blip>
          <a:srcRect b="0" l="0" r="0" t="0"/>
          <a:stretch/>
        </p:blipFill>
        <p:spPr>
          <a:xfrm>
            <a:off x="9294813" y="1096963"/>
            <a:ext cx="2286000" cy="2286000"/>
          </a:xfrm>
          <a:prstGeom prst="rect">
            <a:avLst/>
          </a:prstGeom>
          <a:noFill/>
          <a:ln>
            <a:noFill/>
          </a:ln>
        </p:spPr>
      </p:pic>
      <p:sp>
        <p:nvSpPr>
          <p:cNvPr id="1889" name="Google Shape;1889;p15"/>
          <p:cNvSpPr txBox="1"/>
          <p:nvPr>
            <p:ph idx="14" type="subTitle"/>
          </p:nvPr>
        </p:nvSpPr>
        <p:spPr>
          <a:xfrm>
            <a:off x="9043416" y="3465576"/>
            <a:ext cx="2788920" cy="440329"/>
          </a:xfrm>
          <a:prstGeom prst="rect">
            <a:avLst/>
          </a:prstGeom>
          <a:solidFill>
            <a:schemeClr val="accent1"/>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2000"/>
              <a:buNone/>
            </a:pPr>
            <a:r>
              <a:rPr lang="en-US"/>
              <a:t>Disaster recovery</a:t>
            </a:r>
            <a:endParaRPr/>
          </a:p>
        </p:txBody>
      </p:sp>
      <p:sp>
        <p:nvSpPr>
          <p:cNvPr id="1890" name="Google Shape;1890;p15"/>
          <p:cNvSpPr txBox="1"/>
          <p:nvPr>
            <p:ph idx="15" type="body"/>
          </p:nvPr>
        </p:nvSpPr>
        <p:spPr>
          <a:xfrm>
            <a:off x="9043416" y="3915505"/>
            <a:ext cx="2788920" cy="2519238"/>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2000"/>
              <a:buNone/>
            </a:pPr>
            <a:r>
              <a:rPr lang="en-US">
                <a:solidFill>
                  <a:schemeClr val="dk1"/>
                </a:solidFill>
              </a:rPr>
              <a:t>Support disaster recovery or data backup solutions.</a:t>
            </a:r>
            <a:endParaRPr/>
          </a:p>
          <a:p>
            <a:pPr indent="-55880" lvl="0" marL="182880" rtl="0" algn="l">
              <a:lnSpc>
                <a:spcPct val="100000"/>
              </a:lnSpc>
              <a:spcBef>
                <a:spcPts val="600"/>
              </a:spcBef>
              <a:spcAft>
                <a:spcPts val="0"/>
              </a:spcAft>
              <a:buClr>
                <a:srgbClr val="232F3E"/>
              </a:buClr>
              <a:buSzPts val="2000"/>
              <a:buFont typeface="Arial"/>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4" name="Shape 1894"/>
        <p:cNvGrpSpPr/>
        <p:nvPr/>
      </p:nvGrpSpPr>
      <p:grpSpPr>
        <a:xfrm>
          <a:off x="0" y="0"/>
          <a:ext cx="0" cy="0"/>
          <a:chOff x="0" y="0"/>
          <a:chExt cx="0" cy="0"/>
        </a:xfrm>
      </p:grpSpPr>
      <p:sp>
        <p:nvSpPr>
          <p:cNvPr id="1895" name="Google Shape;1895;p16"/>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232F3E"/>
              </a:buClr>
              <a:buSzPts val="1100"/>
              <a:buFont typeface="Arial"/>
              <a:buNone/>
            </a:pPr>
            <a:fld id="{00000000-1234-1234-1234-123412341234}" type="slidenum">
              <a:rPr b="0" i="0" lang="en-US" sz="1100" u="none" cap="none" strike="noStrike">
                <a:solidFill>
                  <a:srgbClr val="232F3E"/>
                </a:solidFill>
                <a:latin typeface="Arial"/>
                <a:ea typeface="Arial"/>
                <a:cs typeface="Arial"/>
                <a:sym typeface="Arial"/>
              </a:rPr>
              <a:t>‹#›</a:t>
            </a:fld>
            <a:endParaRPr b="0" i="0" sz="1100" u="none" cap="none" strike="noStrike">
              <a:solidFill>
                <a:srgbClr val="232F3E"/>
              </a:solidFill>
              <a:latin typeface="Arial"/>
              <a:ea typeface="Arial"/>
              <a:cs typeface="Arial"/>
              <a:sym typeface="Arial"/>
            </a:endParaRPr>
          </a:p>
        </p:txBody>
      </p:sp>
      <p:sp>
        <p:nvSpPr>
          <p:cNvPr id="1896" name="Google Shape;1896;p16"/>
          <p:cNvSpPr txBox="1"/>
          <p:nvPr>
            <p:ph type="title"/>
          </p:nvPr>
        </p:nvSpPr>
        <p:spPr>
          <a:xfrm>
            <a:off x="365125" y="301625"/>
            <a:ext cx="11466513" cy="731838"/>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3600"/>
              <a:buFont typeface="Play"/>
              <a:buNone/>
            </a:pPr>
            <a:r>
              <a:rPr lang="en-US"/>
              <a:t>Use case: Media hosting</a:t>
            </a:r>
            <a:endParaRPr/>
          </a:p>
        </p:txBody>
      </p:sp>
      <p:sp>
        <p:nvSpPr>
          <p:cNvPr id="1897" name="Google Shape;1897;p16"/>
          <p:cNvSpPr txBox="1"/>
          <p:nvPr/>
        </p:nvSpPr>
        <p:spPr>
          <a:xfrm>
            <a:off x="1201621" y="1673922"/>
            <a:ext cx="9276039"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Play"/>
              <a:buNone/>
            </a:pPr>
            <a:r>
              <a:rPr b="0" i="0" lang="en-US" sz="2000" u="none" cap="none" strike="noStrike">
                <a:solidFill>
                  <a:srgbClr val="000000"/>
                </a:solidFill>
                <a:latin typeface="Play"/>
                <a:ea typeface="Play"/>
                <a:cs typeface="Play"/>
                <a:sym typeface="Play"/>
              </a:rPr>
              <a:t>https://</a:t>
            </a:r>
            <a:r>
              <a:rPr b="0" i="0" lang="en-US" sz="2000" u="none" cap="none" strike="noStrike">
                <a:solidFill>
                  <a:srgbClr val="504BAB"/>
                </a:solidFill>
                <a:latin typeface="Play"/>
                <a:ea typeface="Play"/>
                <a:cs typeface="Play"/>
                <a:sym typeface="Play"/>
              </a:rPr>
              <a:t>&lt;bucket-name&gt;.</a:t>
            </a:r>
            <a:r>
              <a:rPr b="0" i="0" lang="en-US" sz="2000" u="none" cap="none" strike="noStrike">
                <a:solidFill>
                  <a:srgbClr val="000000"/>
                </a:solidFill>
                <a:latin typeface="Play"/>
                <a:ea typeface="Play"/>
                <a:cs typeface="Play"/>
                <a:sym typeface="Play"/>
              </a:rPr>
              <a:t>s3.amazonaws.com/</a:t>
            </a:r>
            <a:r>
              <a:rPr b="0" i="0" lang="en-US" sz="2000" u="none" cap="none" strike="noStrike">
                <a:solidFill>
                  <a:srgbClr val="504BAB"/>
                </a:solidFill>
                <a:latin typeface="Play"/>
                <a:ea typeface="Play"/>
                <a:cs typeface="Play"/>
                <a:sym typeface="Play"/>
              </a:rPr>
              <a:t>video.mp4</a:t>
            </a:r>
            <a:endParaRPr/>
          </a:p>
        </p:txBody>
      </p:sp>
      <p:grpSp>
        <p:nvGrpSpPr>
          <p:cNvPr descr="Video files streaming to users from Amazon S3. See description in the slide notes." id="1898" name="Google Shape;1898;p16"/>
          <p:cNvGrpSpPr/>
          <p:nvPr/>
        </p:nvGrpSpPr>
        <p:grpSpPr>
          <a:xfrm>
            <a:off x="1159545" y="2322307"/>
            <a:ext cx="9577027" cy="2892735"/>
            <a:chOff x="1159545" y="2322307"/>
            <a:chExt cx="9577027" cy="2892735"/>
          </a:xfrm>
        </p:grpSpPr>
        <p:pic>
          <p:nvPicPr>
            <p:cNvPr id="1899" name="Google Shape;1899;p16"/>
            <p:cNvPicPr preferRelativeResize="0"/>
            <p:nvPr/>
          </p:nvPicPr>
          <p:blipFill rotWithShape="1">
            <a:blip r:embed="rId3">
              <a:alphaModFix/>
            </a:blip>
            <a:srcRect b="0" l="0" r="0" t="0"/>
            <a:stretch/>
          </p:blipFill>
          <p:spPr>
            <a:xfrm>
              <a:off x="8971398" y="2671972"/>
              <a:ext cx="721113" cy="721113"/>
            </a:xfrm>
            <a:prstGeom prst="rect">
              <a:avLst/>
            </a:prstGeom>
            <a:noFill/>
            <a:ln>
              <a:noFill/>
            </a:ln>
          </p:spPr>
        </p:pic>
        <p:sp>
          <p:nvSpPr>
            <p:cNvPr id="1900" name="Google Shape;1900;p16"/>
            <p:cNvSpPr/>
            <p:nvPr/>
          </p:nvSpPr>
          <p:spPr>
            <a:xfrm>
              <a:off x="1159545" y="2322307"/>
              <a:ext cx="5067403" cy="2892735"/>
            </a:xfrm>
            <a:prstGeom prst="rect">
              <a:avLst/>
            </a:prstGeom>
            <a:noFill/>
            <a:ln cap="flat" cmpd="sng" w="38100">
              <a:solidFill>
                <a:srgbClr val="005276"/>
              </a:solidFill>
              <a:prstDash val="solid"/>
              <a:round/>
              <a:headEnd len="sm" w="sm" type="none"/>
              <a:tailEnd len="sm" w="sm" type="none"/>
            </a:ln>
          </p:spPr>
          <p:txBody>
            <a:bodyPr anchorCtr="0" anchor="t" bIns="45700" lIns="457200" spcFirstLastPara="1" rIns="91425" wrap="square" tIns="91425">
              <a:noAutofit/>
            </a:bodyPr>
            <a:lstStyle/>
            <a:p>
              <a:pPr indent="0" lvl="0" marL="0" marR="0" rtl="0" algn="l">
                <a:lnSpc>
                  <a:spcPct val="100000"/>
                </a:lnSpc>
                <a:spcBef>
                  <a:spcPts val="0"/>
                </a:spcBef>
                <a:spcAft>
                  <a:spcPts val="0"/>
                </a:spcAft>
                <a:buClr>
                  <a:srgbClr val="000000"/>
                </a:buClr>
                <a:buSzPts val="1600"/>
                <a:buFont typeface="Play"/>
                <a:buNone/>
              </a:pPr>
              <a:r>
                <a:rPr b="0" i="0" lang="en-US" sz="1600" u="none" cap="none" strike="noStrike">
                  <a:solidFill>
                    <a:srgbClr val="000000"/>
                  </a:solidFill>
                  <a:latin typeface="Play"/>
                  <a:ea typeface="Play"/>
                  <a:cs typeface="Play"/>
                  <a:sym typeface="Play"/>
                </a:rPr>
                <a:t>AWS Cloud</a:t>
              </a:r>
              <a:endParaRPr/>
            </a:p>
          </p:txBody>
        </p:sp>
        <p:pic>
          <p:nvPicPr>
            <p:cNvPr id="1901" name="Google Shape;1901;p16"/>
            <p:cNvPicPr preferRelativeResize="0"/>
            <p:nvPr/>
          </p:nvPicPr>
          <p:blipFill rotWithShape="1">
            <a:blip r:embed="rId4">
              <a:alphaModFix/>
            </a:blip>
            <a:srcRect b="0" l="0" r="0" t="0"/>
            <a:stretch/>
          </p:blipFill>
          <p:spPr>
            <a:xfrm>
              <a:off x="1217175" y="2375850"/>
              <a:ext cx="330200" cy="330200"/>
            </a:xfrm>
            <a:prstGeom prst="rect">
              <a:avLst/>
            </a:prstGeom>
            <a:noFill/>
            <a:ln>
              <a:noFill/>
            </a:ln>
          </p:spPr>
        </p:pic>
        <p:sp>
          <p:nvSpPr>
            <p:cNvPr id="1902" name="Google Shape;1902;p16"/>
            <p:cNvSpPr txBox="1"/>
            <p:nvPr/>
          </p:nvSpPr>
          <p:spPr>
            <a:xfrm>
              <a:off x="2094203" y="4614647"/>
              <a:ext cx="1506552"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Play"/>
                <a:buNone/>
              </a:pPr>
              <a:r>
                <a:rPr b="0" i="0" lang="en-US" sz="1600" u="none" cap="none" strike="noStrike">
                  <a:solidFill>
                    <a:srgbClr val="000000"/>
                  </a:solidFill>
                  <a:latin typeface="Play"/>
                  <a:ea typeface="Play"/>
                  <a:cs typeface="Play"/>
                  <a:sym typeface="Play"/>
                </a:rPr>
                <a:t>S3 bucket</a:t>
              </a:r>
              <a:endParaRPr/>
            </a:p>
          </p:txBody>
        </p:sp>
        <p:sp>
          <p:nvSpPr>
            <p:cNvPr id="1903" name="Google Shape;1903;p16"/>
            <p:cNvSpPr txBox="1"/>
            <p:nvPr/>
          </p:nvSpPr>
          <p:spPr>
            <a:xfrm>
              <a:off x="4113942" y="3284316"/>
              <a:ext cx="2201636"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Play"/>
                <a:buNone/>
              </a:pPr>
              <a:r>
                <a:rPr b="0" i="0" lang="en-US" sz="1600" u="none" cap="none" strike="noStrike">
                  <a:solidFill>
                    <a:srgbClr val="000000"/>
                  </a:solidFill>
                  <a:latin typeface="Play"/>
                  <a:ea typeface="Play"/>
                  <a:cs typeface="Play"/>
                  <a:sym typeface="Play"/>
                </a:rPr>
                <a:t>Amazon CloudFront</a:t>
              </a:r>
              <a:br>
                <a:rPr b="0" i="0" lang="en-US" sz="1600" u="none" cap="none" strike="noStrike">
                  <a:solidFill>
                    <a:srgbClr val="000000"/>
                  </a:solidFill>
                  <a:latin typeface="Play"/>
                  <a:ea typeface="Play"/>
                  <a:cs typeface="Play"/>
                  <a:sym typeface="Play"/>
                </a:rPr>
              </a:br>
              <a:r>
                <a:rPr b="0" i="0" lang="en-US" sz="1600" u="none" cap="none" strike="noStrike">
                  <a:solidFill>
                    <a:srgbClr val="000000"/>
                  </a:solidFill>
                  <a:latin typeface="Play"/>
                  <a:ea typeface="Play"/>
                  <a:cs typeface="Play"/>
                  <a:sym typeface="Play"/>
                </a:rPr>
                <a:t>edge location</a:t>
              </a:r>
              <a:endParaRPr/>
            </a:p>
          </p:txBody>
        </p:sp>
        <p:cxnSp>
          <p:nvCxnSpPr>
            <p:cNvPr id="1904" name="Google Shape;1904;p16"/>
            <p:cNvCxnSpPr/>
            <p:nvPr/>
          </p:nvCxnSpPr>
          <p:spPr>
            <a:xfrm flipH="1" rot="10800000">
              <a:off x="3200818" y="3026149"/>
              <a:ext cx="1706894" cy="1082044"/>
            </a:xfrm>
            <a:prstGeom prst="bentConnector3">
              <a:avLst>
                <a:gd fmla="val 50000" name="adj1"/>
              </a:avLst>
            </a:prstGeom>
            <a:noFill/>
            <a:ln cap="flat" cmpd="sng" w="28575">
              <a:solidFill>
                <a:srgbClr val="005276"/>
              </a:solidFill>
              <a:prstDash val="solid"/>
              <a:round/>
              <a:headEnd len="sm" w="sm" type="none"/>
              <a:tailEnd len="med" w="med" type="triangle"/>
            </a:ln>
          </p:spPr>
        </p:cxnSp>
        <p:cxnSp>
          <p:nvCxnSpPr>
            <p:cNvPr id="1905" name="Google Shape;1905;p16"/>
            <p:cNvCxnSpPr/>
            <p:nvPr/>
          </p:nvCxnSpPr>
          <p:spPr>
            <a:xfrm>
              <a:off x="5500510" y="3026149"/>
              <a:ext cx="2446624" cy="6277"/>
            </a:xfrm>
            <a:prstGeom prst="straightConnector1">
              <a:avLst/>
            </a:prstGeom>
            <a:noFill/>
            <a:ln cap="flat" cmpd="sng" w="28575">
              <a:solidFill>
                <a:srgbClr val="005276"/>
              </a:solidFill>
              <a:prstDash val="solid"/>
              <a:round/>
              <a:headEnd len="sm" w="sm" type="none"/>
              <a:tailEnd len="med" w="med" type="triangle"/>
            </a:ln>
          </p:spPr>
        </p:cxnSp>
        <p:pic>
          <p:nvPicPr>
            <p:cNvPr id="1906" name="Google Shape;1906;p16"/>
            <p:cNvPicPr preferRelativeResize="0"/>
            <p:nvPr/>
          </p:nvPicPr>
          <p:blipFill rotWithShape="1">
            <a:blip r:embed="rId3">
              <a:alphaModFix/>
            </a:blip>
            <a:srcRect b="0" l="0" r="0" t="0"/>
            <a:stretch/>
          </p:blipFill>
          <p:spPr>
            <a:xfrm>
              <a:off x="8969799" y="3970600"/>
              <a:ext cx="721113" cy="721113"/>
            </a:xfrm>
            <a:prstGeom prst="rect">
              <a:avLst/>
            </a:prstGeom>
            <a:noFill/>
            <a:ln>
              <a:noFill/>
            </a:ln>
          </p:spPr>
        </p:pic>
        <p:cxnSp>
          <p:nvCxnSpPr>
            <p:cNvPr id="1907" name="Google Shape;1907;p16"/>
            <p:cNvCxnSpPr/>
            <p:nvPr/>
          </p:nvCxnSpPr>
          <p:spPr>
            <a:xfrm>
              <a:off x="3203606" y="4294879"/>
              <a:ext cx="4732907" cy="0"/>
            </a:xfrm>
            <a:prstGeom prst="straightConnector1">
              <a:avLst/>
            </a:prstGeom>
            <a:noFill/>
            <a:ln cap="flat" cmpd="sng" w="28575">
              <a:solidFill>
                <a:srgbClr val="005276"/>
              </a:solidFill>
              <a:prstDash val="solid"/>
              <a:round/>
              <a:headEnd len="sm" w="sm" type="none"/>
              <a:tailEnd len="med" w="med" type="triangle"/>
            </a:ln>
          </p:spPr>
        </p:cxnSp>
        <p:pic>
          <p:nvPicPr>
            <p:cNvPr id="1908" name="Google Shape;1908;p16"/>
            <p:cNvPicPr preferRelativeResize="0"/>
            <p:nvPr/>
          </p:nvPicPr>
          <p:blipFill rotWithShape="1">
            <a:blip r:embed="rId5">
              <a:alphaModFix/>
            </a:blip>
            <a:srcRect b="0" l="0" r="0" t="0"/>
            <a:stretch/>
          </p:blipFill>
          <p:spPr>
            <a:xfrm>
              <a:off x="8035764" y="2600604"/>
              <a:ext cx="792481" cy="792481"/>
            </a:xfrm>
            <a:prstGeom prst="rect">
              <a:avLst/>
            </a:prstGeom>
            <a:noFill/>
            <a:ln>
              <a:noFill/>
            </a:ln>
          </p:spPr>
        </p:pic>
        <p:pic>
          <p:nvPicPr>
            <p:cNvPr id="1909" name="Google Shape;1909;p16"/>
            <p:cNvPicPr preferRelativeResize="0"/>
            <p:nvPr/>
          </p:nvPicPr>
          <p:blipFill rotWithShape="1">
            <a:blip r:embed="rId6">
              <a:alphaModFix/>
            </a:blip>
            <a:srcRect b="0" l="0" r="0" t="0"/>
            <a:stretch/>
          </p:blipFill>
          <p:spPr>
            <a:xfrm>
              <a:off x="2213440" y="2491416"/>
              <a:ext cx="1268078" cy="1261981"/>
            </a:xfrm>
            <a:prstGeom prst="rect">
              <a:avLst/>
            </a:prstGeom>
            <a:noFill/>
            <a:ln>
              <a:noFill/>
            </a:ln>
          </p:spPr>
        </p:pic>
        <p:cxnSp>
          <p:nvCxnSpPr>
            <p:cNvPr id="1910" name="Google Shape;1910;p16"/>
            <p:cNvCxnSpPr/>
            <p:nvPr/>
          </p:nvCxnSpPr>
          <p:spPr>
            <a:xfrm>
              <a:off x="2843669" y="3488167"/>
              <a:ext cx="0" cy="388620"/>
            </a:xfrm>
            <a:prstGeom prst="straightConnector1">
              <a:avLst/>
            </a:prstGeom>
            <a:noFill/>
            <a:ln cap="flat" cmpd="sng" w="38100">
              <a:solidFill>
                <a:srgbClr val="005276"/>
              </a:solidFill>
              <a:prstDash val="solid"/>
              <a:round/>
              <a:headEnd len="sm" w="sm" type="none"/>
              <a:tailEnd len="med" w="med" type="triangle"/>
            </a:ln>
          </p:spPr>
        </p:cxnSp>
        <p:pic>
          <p:nvPicPr>
            <p:cNvPr id="1911" name="Google Shape;1911;p16"/>
            <p:cNvPicPr preferRelativeResize="0"/>
            <p:nvPr/>
          </p:nvPicPr>
          <p:blipFill rotWithShape="1">
            <a:blip r:embed="rId7">
              <a:alphaModFix/>
            </a:blip>
            <a:srcRect b="0" l="0" r="0" t="0"/>
            <a:stretch/>
          </p:blipFill>
          <p:spPr>
            <a:xfrm>
              <a:off x="8029941" y="3892286"/>
              <a:ext cx="795528" cy="799427"/>
            </a:xfrm>
            <a:prstGeom prst="rect">
              <a:avLst/>
            </a:prstGeom>
            <a:noFill/>
            <a:ln>
              <a:noFill/>
            </a:ln>
          </p:spPr>
        </p:pic>
        <p:sp>
          <p:nvSpPr>
            <p:cNvPr id="1912" name="Google Shape;1912;p16"/>
            <p:cNvSpPr txBox="1"/>
            <p:nvPr/>
          </p:nvSpPr>
          <p:spPr>
            <a:xfrm>
              <a:off x="2984952" y="4335146"/>
              <a:ext cx="3761115"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Play"/>
                  <a:ea typeface="Play"/>
                  <a:cs typeface="Play"/>
                  <a:sym typeface="Play"/>
                </a:rPr>
                <a:t>HTML5 video </a:t>
              </a:r>
              <a:endParaRPr/>
            </a:p>
            <a:p>
              <a:pPr indent="0" lvl="0" marL="0" marR="0" rtl="0" algn="ctr">
                <a:spcBef>
                  <a:spcPts val="0"/>
                </a:spcBef>
                <a:spcAft>
                  <a:spcPts val="0"/>
                </a:spcAft>
                <a:buNone/>
              </a:pPr>
              <a:r>
                <a:rPr lang="en-US" sz="1600">
                  <a:solidFill>
                    <a:schemeClr val="dk1"/>
                  </a:solidFill>
                  <a:latin typeface="Play"/>
                  <a:ea typeface="Play"/>
                  <a:cs typeface="Play"/>
                  <a:sym typeface="Play"/>
                </a:rPr>
                <a:t>downloading from S3</a:t>
              </a:r>
              <a:endParaRPr/>
            </a:p>
          </p:txBody>
        </p:sp>
        <p:sp>
          <p:nvSpPr>
            <p:cNvPr id="1913" name="Google Shape;1913;p16"/>
            <p:cNvSpPr txBox="1"/>
            <p:nvPr/>
          </p:nvSpPr>
          <p:spPr>
            <a:xfrm>
              <a:off x="6975457" y="4626328"/>
              <a:ext cx="3761115"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Play"/>
                  <a:ea typeface="Play"/>
                  <a:cs typeface="Play"/>
                  <a:sym typeface="Play"/>
                </a:rPr>
                <a:t>User watching video.mp4</a:t>
              </a:r>
              <a:endParaRPr/>
            </a:p>
          </p:txBody>
        </p:sp>
        <p:sp>
          <p:nvSpPr>
            <p:cNvPr id="1914" name="Google Shape;1914;p16"/>
            <p:cNvSpPr txBox="1"/>
            <p:nvPr/>
          </p:nvSpPr>
          <p:spPr>
            <a:xfrm>
              <a:off x="6931399" y="3355269"/>
              <a:ext cx="3761115"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Play"/>
                  <a:ea typeface="Play"/>
                  <a:cs typeface="Play"/>
                  <a:sym typeface="Play"/>
                </a:rPr>
                <a:t>User watching video.mp4</a:t>
              </a:r>
              <a:endParaRPr/>
            </a:p>
          </p:txBody>
        </p:sp>
        <p:pic>
          <p:nvPicPr>
            <p:cNvPr descr="Bucket with objects resource icon for the Amazon S3 service." id="1915" name="Google Shape;1915;p16"/>
            <p:cNvPicPr preferRelativeResize="0"/>
            <p:nvPr/>
          </p:nvPicPr>
          <p:blipFill rotWithShape="1">
            <a:blip r:embed="rId8">
              <a:alphaModFix/>
            </a:blip>
            <a:srcRect b="0" l="0" r="0" t="0"/>
            <a:stretch/>
          </p:blipFill>
          <p:spPr>
            <a:xfrm>
              <a:off x="2468901" y="3874271"/>
              <a:ext cx="810539" cy="810539"/>
            </a:xfrm>
            <a:prstGeom prst="rect">
              <a:avLst/>
            </a:prstGeom>
            <a:noFill/>
            <a:ln>
              <a:noFill/>
            </a:ln>
          </p:spPr>
        </p:pic>
        <p:pic>
          <p:nvPicPr>
            <p:cNvPr descr="Edge location resource icon for the Amazon CloudFront service." id="1916" name="Google Shape;1916;p16"/>
            <p:cNvPicPr preferRelativeResize="0"/>
            <p:nvPr/>
          </p:nvPicPr>
          <p:blipFill rotWithShape="1">
            <a:blip r:embed="rId9">
              <a:alphaModFix/>
            </a:blip>
            <a:srcRect b="0" l="0" r="0" t="0"/>
            <a:stretch/>
          </p:blipFill>
          <p:spPr>
            <a:xfrm>
              <a:off x="4950394" y="2816614"/>
              <a:ext cx="457200" cy="457200"/>
            </a:xfrm>
            <a:prstGeom prst="rect">
              <a:avLst/>
            </a:prstGeom>
            <a:noFill/>
            <a:ln>
              <a:noFill/>
            </a:ln>
          </p:spPr>
        </p:pic>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0" name="Shape 1920"/>
        <p:cNvGrpSpPr/>
        <p:nvPr/>
      </p:nvGrpSpPr>
      <p:grpSpPr>
        <a:xfrm>
          <a:off x="0" y="0"/>
          <a:ext cx="0" cy="0"/>
          <a:chOff x="0" y="0"/>
          <a:chExt cx="0" cy="0"/>
        </a:xfrm>
      </p:grpSpPr>
      <p:sp>
        <p:nvSpPr>
          <p:cNvPr id="1921" name="Google Shape;1921;p17"/>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1922" name="Google Shape;1922;p17"/>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2F3E"/>
              </a:buClr>
              <a:buSzPts val="3600"/>
              <a:buFont typeface="Play"/>
              <a:buNone/>
            </a:pPr>
            <a:r>
              <a:rPr lang="en-US"/>
              <a:t>Use case: Host static websites</a:t>
            </a:r>
            <a:endParaRPr/>
          </a:p>
        </p:txBody>
      </p:sp>
      <p:grpSp>
        <p:nvGrpSpPr>
          <p:cNvPr descr="Diagram of Amazon S3 configured as a static website. See details in the slide notes. " id="1923" name="Google Shape;1923;p17"/>
          <p:cNvGrpSpPr/>
          <p:nvPr/>
        </p:nvGrpSpPr>
        <p:grpSpPr>
          <a:xfrm>
            <a:off x="389649" y="1298277"/>
            <a:ext cx="11802351" cy="4518591"/>
            <a:chOff x="389649" y="1298277"/>
            <a:chExt cx="11802351" cy="4518591"/>
          </a:xfrm>
        </p:grpSpPr>
        <p:cxnSp>
          <p:nvCxnSpPr>
            <p:cNvPr id="1924" name="Google Shape;1924;p17"/>
            <p:cNvCxnSpPr/>
            <p:nvPr/>
          </p:nvCxnSpPr>
          <p:spPr>
            <a:xfrm>
              <a:off x="4705531" y="3090745"/>
              <a:ext cx="702173" cy="0"/>
            </a:xfrm>
            <a:prstGeom prst="straightConnector1">
              <a:avLst/>
            </a:prstGeom>
            <a:noFill/>
            <a:ln cap="flat" cmpd="sng" w="38100">
              <a:solidFill>
                <a:srgbClr val="005276"/>
              </a:solidFill>
              <a:prstDash val="solid"/>
              <a:round/>
              <a:headEnd len="sm" w="sm" type="none"/>
              <a:tailEnd len="med" w="med" type="triangle"/>
            </a:ln>
          </p:spPr>
        </p:cxnSp>
        <p:pic>
          <p:nvPicPr>
            <p:cNvPr id="1925" name="Google Shape;1925;p17"/>
            <p:cNvPicPr preferRelativeResize="0"/>
            <p:nvPr/>
          </p:nvPicPr>
          <p:blipFill rotWithShape="1">
            <a:blip r:embed="rId3">
              <a:alphaModFix/>
            </a:blip>
            <a:srcRect b="0" l="0" r="0" t="0"/>
            <a:stretch/>
          </p:blipFill>
          <p:spPr>
            <a:xfrm>
              <a:off x="5394993" y="2391331"/>
              <a:ext cx="1760766" cy="1704090"/>
            </a:xfrm>
            <a:prstGeom prst="rect">
              <a:avLst/>
            </a:prstGeom>
            <a:noFill/>
            <a:ln>
              <a:noFill/>
            </a:ln>
          </p:spPr>
        </p:pic>
        <p:sp>
          <p:nvSpPr>
            <p:cNvPr id="1926" name="Google Shape;1926;p17"/>
            <p:cNvSpPr/>
            <p:nvPr/>
          </p:nvSpPr>
          <p:spPr>
            <a:xfrm>
              <a:off x="5850450" y="3021760"/>
              <a:ext cx="853284" cy="532017"/>
            </a:xfrm>
            <a:prstGeom prst="rect">
              <a:avLst/>
            </a:prstGeom>
            <a:solidFill>
              <a:schemeClr val="lt1"/>
            </a:solidFill>
            <a:ln cap="flat" cmpd="sng" w="1077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Play"/>
                <a:ea typeface="Play"/>
                <a:cs typeface="Play"/>
                <a:sym typeface="Play"/>
              </a:endParaRPr>
            </a:p>
          </p:txBody>
        </p:sp>
        <p:pic>
          <p:nvPicPr>
            <p:cNvPr id="1927" name="Google Shape;1927;p17"/>
            <p:cNvPicPr preferRelativeResize="0"/>
            <p:nvPr/>
          </p:nvPicPr>
          <p:blipFill rotWithShape="1">
            <a:blip r:embed="rId4">
              <a:alphaModFix/>
            </a:blip>
            <a:srcRect b="0" l="0" r="0" t="0"/>
            <a:stretch/>
          </p:blipFill>
          <p:spPr>
            <a:xfrm>
              <a:off x="11084141" y="2744769"/>
              <a:ext cx="853965" cy="826477"/>
            </a:xfrm>
            <a:prstGeom prst="rect">
              <a:avLst/>
            </a:prstGeom>
            <a:noFill/>
            <a:ln>
              <a:noFill/>
            </a:ln>
          </p:spPr>
        </p:pic>
        <p:grpSp>
          <p:nvGrpSpPr>
            <p:cNvPr id="1928" name="Google Shape;1928;p17"/>
            <p:cNvGrpSpPr/>
            <p:nvPr/>
          </p:nvGrpSpPr>
          <p:grpSpPr>
            <a:xfrm>
              <a:off x="6093735" y="1986713"/>
              <a:ext cx="1760766" cy="1302552"/>
              <a:chOff x="5692817" y="2042774"/>
              <a:chExt cx="1704090" cy="1302552"/>
            </a:xfrm>
          </p:grpSpPr>
          <p:pic>
            <p:nvPicPr>
              <p:cNvPr id="1929" name="Google Shape;1929;p17"/>
              <p:cNvPicPr preferRelativeResize="0"/>
              <p:nvPr/>
            </p:nvPicPr>
            <p:blipFill rotWithShape="1">
              <a:blip r:embed="rId5">
                <a:alphaModFix/>
              </a:blip>
              <a:srcRect b="0" l="0" r="0" t="0"/>
              <a:stretch/>
            </p:blipFill>
            <p:spPr>
              <a:xfrm>
                <a:off x="5692817" y="2042774"/>
                <a:ext cx="1704090" cy="1302552"/>
              </a:xfrm>
              <a:prstGeom prst="rect">
                <a:avLst/>
              </a:prstGeom>
              <a:noFill/>
              <a:ln>
                <a:noFill/>
              </a:ln>
            </p:spPr>
          </p:pic>
          <p:sp>
            <p:nvSpPr>
              <p:cNvPr id="1930" name="Google Shape;1930;p17"/>
              <p:cNvSpPr/>
              <p:nvPr/>
            </p:nvSpPr>
            <p:spPr>
              <a:xfrm>
                <a:off x="5866068" y="2827760"/>
                <a:ext cx="444640" cy="356078"/>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600">
                    <a:solidFill>
                      <a:schemeClr val="dk1"/>
                    </a:solidFill>
                    <a:latin typeface="Play"/>
                    <a:ea typeface="Play"/>
                    <a:cs typeface="Play"/>
                    <a:sym typeface="Play"/>
                  </a:rPr>
                  <a:t>video</a:t>
                </a:r>
                <a:endParaRPr sz="1800">
                  <a:solidFill>
                    <a:schemeClr val="lt1"/>
                  </a:solidFill>
                  <a:latin typeface="Play"/>
                  <a:ea typeface="Play"/>
                  <a:cs typeface="Play"/>
                  <a:sym typeface="Play"/>
                </a:endParaRPr>
              </a:p>
            </p:txBody>
          </p:sp>
          <p:sp>
            <p:nvSpPr>
              <p:cNvPr id="1931" name="Google Shape;1931;p17"/>
              <p:cNvSpPr/>
              <p:nvPr/>
            </p:nvSpPr>
            <p:spPr>
              <a:xfrm>
                <a:off x="6333654" y="2516010"/>
                <a:ext cx="880291" cy="669363"/>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400">
                    <a:solidFill>
                      <a:schemeClr val="dk1"/>
                    </a:solidFill>
                    <a:latin typeface="Play"/>
                    <a:ea typeface="Play"/>
                    <a:cs typeface="Play"/>
                    <a:sym typeface="Play"/>
                  </a:rPr>
                  <a:t>---------------------------------</a:t>
                </a:r>
                <a:endParaRPr/>
              </a:p>
              <a:p>
                <a:pPr indent="0" lvl="0" marL="0" marR="0" rtl="0" algn="l">
                  <a:spcBef>
                    <a:spcPts val="0"/>
                  </a:spcBef>
                  <a:spcAft>
                    <a:spcPts val="0"/>
                  </a:spcAft>
                  <a:buNone/>
                </a:pPr>
                <a:r>
                  <a:rPr lang="en-US" sz="400">
                    <a:solidFill>
                      <a:schemeClr val="dk1"/>
                    </a:solidFill>
                    <a:latin typeface="Play"/>
                    <a:ea typeface="Play"/>
                    <a:cs typeface="Play"/>
                    <a:sym typeface="Play"/>
                  </a:rPr>
                  <a:t>---------------------------------</a:t>
                </a:r>
                <a:endParaRPr/>
              </a:p>
              <a:p>
                <a:pPr indent="0" lvl="0" marL="0" marR="0" rtl="0" algn="l">
                  <a:spcBef>
                    <a:spcPts val="0"/>
                  </a:spcBef>
                  <a:spcAft>
                    <a:spcPts val="0"/>
                  </a:spcAft>
                  <a:buNone/>
                </a:pPr>
                <a:r>
                  <a:rPr lang="en-US" sz="400">
                    <a:solidFill>
                      <a:schemeClr val="dk1"/>
                    </a:solidFill>
                    <a:latin typeface="Play"/>
                    <a:ea typeface="Play"/>
                    <a:cs typeface="Play"/>
                    <a:sym typeface="Play"/>
                  </a:rPr>
                  <a:t>----------------------------------</a:t>
                </a:r>
                <a:endParaRPr/>
              </a:p>
              <a:p>
                <a:pPr indent="0" lvl="0" marL="0" marR="0" rtl="0" algn="l">
                  <a:spcBef>
                    <a:spcPts val="0"/>
                  </a:spcBef>
                  <a:spcAft>
                    <a:spcPts val="0"/>
                  </a:spcAft>
                  <a:buNone/>
                </a:pPr>
                <a:r>
                  <a:rPr lang="en-US" sz="400">
                    <a:solidFill>
                      <a:schemeClr val="dk1"/>
                    </a:solidFill>
                    <a:latin typeface="Play"/>
                    <a:ea typeface="Play"/>
                    <a:cs typeface="Play"/>
                    <a:sym typeface="Play"/>
                  </a:rPr>
                  <a:t>----------------------------------</a:t>
                </a:r>
                <a:endParaRPr/>
              </a:p>
              <a:p>
                <a:pPr indent="0" lvl="0" marL="0" marR="0" rtl="0" algn="l">
                  <a:spcBef>
                    <a:spcPts val="0"/>
                  </a:spcBef>
                  <a:spcAft>
                    <a:spcPts val="0"/>
                  </a:spcAft>
                  <a:buNone/>
                </a:pPr>
                <a:r>
                  <a:rPr lang="en-US" sz="400">
                    <a:solidFill>
                      <a:schemeClr val="dk1"/>
                    </a:solidFill>
                    <a:latin typeface="Play"/>
                    <a:ea typeface="Play"/>
                    <a:cs typeface="Play"/>
                    <a:sym typeface="Play"/>
                  </a:rPr>
                  <a:t>----------------------------</a:t>
                </a:r>
                <a:endParaRPr/>
              </a:p>
              <a:p>
                <a:pPr indent="0" lvl="0" marL="0" marR="0" rtl="0" algn="l">
                  <a:spcBef>
                    <a:spcPts val="0"/>
                  </a:spcBef>
                  <a:spcAft>
                    <a:spcPts val="0"/>
                  </a:spcAft>
                  <a:buNone/>
                </a:pPr>
                <a:r>
                  <a:rPr lang="en-US" sz="400">
                    <a:solidFill>
                      <a:schemeClr val="dk1"/>
                    </a:solidFill>
                    <a:latin typeface="Play"/>
                    <a:ea typeface="Play"/>
                    <a:cs typeface="Play"/>
                    <a:sym typeface="Play"/>
                  </a:rPr>
                  <a:t>---------------------------------</a:t>
                </a:r>
                <a:endParaRPr/>
              </a:p>
              <a:p>
                <a:pPr indent="0" lvl="0" marL="0" marR="0" rtl="0" algn="l">
                  <a:spcBef>
                    <a:spcPts val="0"/>
                  </a:spcBef>
                  <a:spcAft>
                    <a:spcPts val="0"/>
                  </a:spcAft>
                  <a:buNone/>
                </a:pPr>
                <a:r>
                  <a:rPr lang="en-US" sz="400">
                    <a:solidFill>
                      <a:schemeClr val="dk1"/>
                    </a:solidFill>
                    <a:latin typeface="Play"/>
                    <a:ea typeface="Play"/>
                    <a:cs typeface="Play"/>
                    <a:sym typeface="Play"/>
                  </a:rPr>
                  <a:t>-------------------------</a:t>
                </a:r>
                <a:endParaRPr/>
              </a:p>
              <a:p>
                <a:pPr indent="0" lvl="0" marL="0" marR="0" rtl="0" algn="l">
                  <a:spcBef>
                    <a:spcPts val="0"/>
                  </a:spcBef>
                  <a:spcAft>
                    <a:spcPts val="0"/>
                  </a:spcAft>
                  <a:buNone/>
                </a:pPr>
                <a:r>
                  <a:rPr lang="en-US" sz="400">
                    <a:solidFill>
                      <a:schemeClr val="dk1"/>
                    </a:solidFill>
                    <a:latin typeface="Play"/>
                    <a:ea typeface="Play"/>
                    <a:cs typeface="Play"/>
                    <a:sym typeface="Play"/>
                  </a:rPr>
                  <a:t>--------------------------------</a:t>
                </a:r>
                <a:endParaRPr/>
              </a:p>
              <a:p>
                <a:pPr indent="0" lvl="0" marL="0" marR="0" rtl="0" algn="l">
                  <a:spcBef>
                    <a:spcPts val="0"/>
                  </a:spcBef>
                  <a:spcAft>
                    <a:spcPts val="0"/>
                  </a:spcAft>
                  <a:buNone/>
                </a:pPr>
                <a:r>
                  <a:rPr lang="en-US" sz="400">
                    <a:solidFill>
                      <a:schemeClr val="dk1"/>
                    </a:solidFill>
                    <a:latin typeface="Play"/>
                    <a:ea typeface="Play"/>
                    <a:cs typeface="Play"/>
                    <a:sym typeface="Play"/>
                  </a:rPr>
                  <a:t>------------------------------</a:t>
                </a:r>
                <a:endParaRPr/>
              </a:p>
            </p:txBody>
          </p:sp>
          <p:sp>
            <p:nvSpPr>
              <p:cNvPr id="1932" name="Google Shape;1932;p17"/>
              <p:cNvSpPr/>
              <p:nvPr/>
            </p:nvSpPr>
            <p:spPr>
              <a:xfrm>
                <a:off x="5866067" y="2516010"/>
                <a:ext cx="444640" cy="289525"/>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600">
                    <a:solidFill>
                      <a:schemeClr val="dk1"/>
                    </a:solidFill>
                    <a:latin typeface="Play"/>
                    <a:ea typeface="Play"/>
                    <a:cs typeface="Play"/>
                    <a:sym typeface="Play"/>
                  </a:rPr>
                  <a:t>graphic</a:t>
                </a:r>
                <a:endParaRPr sz="1800">
                  <a:solidFill>
                    <a:schemeClr val="dk1"/>
                  </a:solidFill>
                  <a:latin typeface="Play"/>
                  <a:ea typeface="Play"/>
                  <a:cs typeface="Play"/>
                  <a:sym typeface="Play"/>
                </a:endParaRPr>
              </a:p>
            </p:txBody>
          </p:sp>
          <p:sp>
            <p:nvSpPr>
              <p:cNvPr id="1933" name="Google Shape;1933;p17"/>
              <p:cNvSpPr/>
              <p:nvPr/>
            </p:nvSpPr>
            <p:spPr>
              <a:xfrm>
                <a:off x="5866066" y="2376804"/>
                <a:ext cx="1347878" cy="111425"/>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Play"/>
                  <a:ea typeface="Play"/>
                  <a:cs typeface="Play"/>
                  <a:sym typeface="Play"/>
                </a:endParaRPr>
              </a:p>
            </p:txBody>
          </p:sp>
        </p:grpSp>
        <p:cxnSp>
          <p:nvCxnSpPr>
            <p:cNvPr id="1934" name="Google Shape;1934;p17"/>
            <p:cNvCxnSpPr/>
            <p:nvPr/>
          </p:nvCxnSpPr>
          <p:spPr>
            <a:xfrm>
              <a:off x="7820212" y="3101035"/>
              <a:ext cx="3386213" cy="0"/>
            </a:xfrm>
            <a:prstGeom prst="straightConnector1">
              <a:avLst/>
            </a:prstGeom>
            <a:noFill/>
            <a:ln cap="flat" cmpd="sng" w="38100">
              <a:solidFill>
                <a:srgbClr val="005276"/>
              </a:solidFill>
              <a:prstDash val="solid"/>
              <a:round/>
              <a:headEnd len="sm" w="sm" type="none"/>
              <a:tailEnd len="med" w="med" type="triangle"/>
            </a:ln>
          </p:spPr>
        </p:cxnSp>
        <p:pic>
          <p:nvPicPr>
            <p:cNvPr id="1935" name="Google Shape;1935;p17"/>
            <p:cNvPicPr preferRelativeResize="0"/>
            <p:nvPr/>
          </p:nvPicPr>
          <p:blipFill rotWithShape="1">
            <a:blip r:embed="rId6">
              <a:alphaModFix/>
            </a:blip>
            <a:srcRect b="0" l="0" r="0" t="0"/>
            <a:stretch/>
          </p:blipFill>
          <p:spPr>
            <a:xfrm>
              <a:off x="389649" y="1298277"/>
              <a:ext cx="2571265" cy="4518591"/>
            </a:xfrm>
            <a:prstGeom prst="rect">
              <a:avLst/>
            </a:prstGeom>
            <a:noFill/>
            <a:ln cap="flat" cmpd="sng" w="38100">
              <a:solidFill>
                <a:schemeClr val="accent1"/>
              </a:solidFill>
              <a:prstDash val="solid"/>
              <a:round/>
              <a:headEnd len="sm" w="sm" type="none"/>
              <a:tailEnd len="sm" w="sm" type="none"/>
            </a:ln>
          </p:spPr>
        </p:pic>
        <p:sp>
          <p:nvSpPr>
            <p:cNvPr id="1936" name="Google Shape;1936;p17"/>
            <p:cNvSpPr/>
            <p:nvPr/>
          </p:nvSpPr>
          <p:spPr>
            <a:xfrm>
              <a:off x="7736670" y="2697250"/>
              <a:ext cx="3442355" cy="793872"/>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lang="en-US" sz="1600">
                  <a:solidFill>
                    <a:schemeClr val="dk1"/>
                  </a:solidFill>
                  <a:latin typeface="Play"/>
                  <a:ea typeface="Play"/>
                  <a:cs typeface="Play"/>
                  <a:sym typeface="Play"/>
                </a:rPr>
                <a:t>http://</a:t>
              </a:r>
              <a:r>
                <a:rPr lang="en-US" sz="1600">
                  <a:solidFill>
                    <a:srgbClr val="504BAB"/>
                  </a:solidFill>
                  <a:latin typeface="Play"/>
                  <a:ea typeface="Play"/>
                  <a:cs typeface="Play"/>
                  <a:sym typeface="Play"/>
                </a:rPr>
                <a:t>&lt;bucket-name&gt;.</a:t>
              </a:r>
              <a:r>
                <a:rPr lang="en-US" sz="1600">
                  <a:solidFill>
                    <a:schemeClr val="dk1"/>
                  </a:solidFill>
                  <a:latin typeface="Play"/>
                  <a:ea typeface="Play"/>
                  <a:cs typeface="Play"/>
                  <a:sym typeface="Play"/>
                </a:rPr>
                <a:t>s3-website.</a:t>
              </a:r>
              <a:r>
                <a:rPr lang="en-US" sz="1600">
                  <a:solidFill>
                    <a:srgbClr val="504BAB"/>
                  </a:solidFill>
                  <a:latin typeface="Play"/>
                  <a:ea typeface="Play"/>
                  <a:cs typeface="Play"/>
                  <a:sym typeface="Play"/>
                </a:rPr>
                <a:t>&lt;Region&gt;</a:t>
              </a:r>
              <a:r>
                <a:rPr lang="en-US" sz="1600">
                  <a:solidFill>
                    <a:schemeClr val="dk1"/>
                  </a:solidFill>
                  <a:latin typeface="Play"/>
                  <a:ea typeface="Play"/>
                  <a:cs typeface="Play"/>
                  <a:sym typeface="Play"/>
                </a:rPr>
                <a:t>.amazonaws.com</a:t>
              </a:r>
              <a:endParaRPr sz="1600">
                <a:solidFill>
                  <a:schemeClr val="dk1"/>
                </a:solidFill>
                <a:latin typeface="Play"/>
                <a:ea typeface="Play"/>
                <a:cs typeface="Play"/>
                <a:sym typeface="Play"/>
              </a:endParaRPr>
            </a:p>
          </p:txBody>
        </p:sp>
        <p:sp>
          <p:nvSpPr>
            <p:cNvPr id="1937" name="Google Shape;1937;p17"/>
            <p:cNvSpPr txBox="1"/>
            <p:nvPr/>
          </p:nvSpPr>
          <p:spPr>
            <a:xfrm>
              <a:off x="10845850" y="3533445"/>
              <a:ext cx="1346150"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Play"/>
                  <a:ea typeface="Play"/>
                  <a:cs typeface="Play"/>
                  <a:sym typeface="Play"/>
                </a:rPr>
                <a:t>End user</a:t>
              </a:r>
              <a:endParaRPr/>
            </a:p>
          </p:txBody>
        </p:sp>
        <p:cxnSp>
          <p:nvCxnSpPr>
            <p:cNvPr id="1938" name="Google Shape;1938;p17"/>
            <p:cNvCxnSpPr>
              <a:endCxn id="1939" idx="2"/>
            </p:cNvCxnSpPr>
            <p:nvPr/>
          </p:nvCxnSpPr>
          <p:spPr>
            <a:xfrm rot="-5400000">
              <a:off x="2729098" y="4044782"/>
              <a:ext cx="1712100" cy="1219200"/>
            </a:xfrm>
            <a:prstGeom prst="bentConnector3">
              <a:avLst>
                <a:gd fmla="val 2527" name="adj1"/>
              </a:avLst>
            </a:prstGeom>
            <a:noFill/>
            <a:ln cap="flat" cmpd="sng" w="38100">
              <a:solidFill>
                <a:schemeClr val="accent1"/>
              </a:solidFill>
              <a:prstDash val="solid"/>
              <a:round/>
              <a:headEnd len="sm" w="sm" type="none"/>
              <a:tailEnd len="med" w="med" type="triangle"/>
            </a:ln>
          </p:spPr>
        </p:cxnSp>
        <p:sp>
          <p:nvSpPr>
            <p:cNvPr id="1940" name="Google Shape;1940;p17"/>
            <p:cNvSpPr txBox="1"/>
            <p:nvPr/>
          </p:nvSpPr>
          <p:spPr>
            <a:xfrm>
              <a:off x="3070151" y="4660252"/>
              <a:ext cx="1003801"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Play"/>
                  <a:ea typeface="Play"/>
                  <a:cs typeface="Play"/>
                  <a:sym typeface="Play"/>
                </a:rPr>
                <a:t>Upload </a:t>
              </a:r>
              <a:br>
                <a:rPr lang="en-US" sz="1800">
                  <a:solidFill>
                    <a:schemeClr val="dk1"/>
                  </a:solidFill>
                  <a:latin typeface="Play"/>
                  <a:ea typeface="Play"/>
                  <a:cs typeface="Play"/>
                  <a:sym typeface="Play"/>
                </a:rPr>
              </a:br>
              <a:r>
                <a:rPr lang="en-US" sz="1800">
                  <a:solidFill>
                    <a:schemeClr val="dk1"/>
                  </a:solidFill>
                  <a:latin typeface="Play"/>
                  <a:ea typeface="Play"/>
                  <a:cs typeface="Play"/>
                  <a:sym typeface="Play"/>
                </a:rPr>
                <a:t>content</a:t>
              </a:r>
              <a:endParaRPr/>
            </a:p>
          </p:txBody>
        </p:sp>
        <p:sp>
          <p:nvSpPr>
            <p:cNvPr id="1939" name="Google Shape;1939;p17"/>
            <p:cNvSpPr txBox="1"/>
            <p:nvPr/>
          </p:nvSpPr>
          <p:spPr>
            <a:xfrm>
              <a:off x="3585446" y="3429000"/>
              <a:ext cx="121860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Play"/>
                  <a:ea typeface="Play"/>
                  <a:cs typeface="Play"/>
                  <a:sym typeface="Play"/>
                </a:rPr>
                <a:t>S3 bucket</a:t>
              </a:r>
              <a:endParaRPr/>
            </a:p>
          </p:txBody>
        </p:sp>
        <p:sp>
          <p:nvSpPr>
            <p:cNvPr id="1941" name="Google Shape;1941;p17"/>
            <p:cNvSpPr txBox="1"/>
            <p:nvPr/>
          </p:nvSpPr>
          <p:spPr>
            <a:xfrm>
              <a:off x="5820053" y="3751639"/>
              <a:ext cx="168507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Play"/>
                  <a:ea typeface="Play"/>
                  <a:cs typeface="Play"/>
                  <a:sym typeface="Play"/>
                </a:rPr>
                <a:t>Website on S3</a:t>
              </a:r>
              <a:endParaRPr/>
            </a:p>
          </p:txBody>
        </p:sp>
        <p:pic>
          <p:nvPicPr>
            <p:cNvPr descr="Bucket with objects resource icon for the Amazon S3 service." id="1942" name="Google Shape;1942;p17"/>
            <p:cNvPicPr preferRelativeResize="0"/>
            <p:nvPr/>
          </p:nvPicPr>
          <p:blipFill rotWithShape="1">
            <a:blip r:embed="rId7">
              <a:alphaModFix/>
            </a:blip>
            <a:srcRect b="0" l="0" r="0" t="0"/>
            <a:stretch/>
          </p:blipFill>
          <p:spPr>
            <a:xfrm>
              <a:off x="3737662" y="2459949"/>
              <a:ext cx="1002668" cy="1002668"/>
            </a:xfrm>
            <a:prstGeom prst="rect">
              <a:avLst/>
            </a:prstGeom>
            <a:noFill/>
            <a:ln>
              <a:noFill/>
            </a:ln>
          </p:spPr>
        </p:pic>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6" name="Shape 1946"/>
        <p:cNvGrpSpPr/>
        <p:nvPr/>
      </p:nvGrpSpPr>
      <p:grpSpPr>
        <a:xfrm>
          <a:off x="0" y="0"/>
          <a:ext cx="0" cy="0"/>
          <a:chOff x="0" y="0"/>
          <a:chExt cx="0" cy="0"/>
        </a:xfrm>
      </p:grpSpPr>
      <p:sp>
        <p:nvSpPr>
          <p:cNvPr id="1947" name="Google Shape;1947;p18"/>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1948" name="Google Shape;1948;p18"/>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2F3E"/>
              </a:buClr>
              <a:buSzPts val="3600"/>
              <a:buFont typeface="Play"/>
              <a:buNone/>
            </a:pPr>
            <a:r>
              <a:rPr lang="en-US"/>
              <a:t>Use case: Data store for computation and analytics</a:t>
            </a:r>
            <a:endParaRPr/>
          </a:p>
        </p:txBody>
      </p:sp>
      <p:sp>
        <p:nvSpPr>
          <p:cNvPr id="1949" name="Google Shape;1949;p18"/>
          <p:cNvSpPr txBox="1"/>
          <p:nvPr/>
        </p:nvSpPr>
        <p:spPr>
          <a:xfrm>
            <a:off x="2223295" y="1236825"/>
            <a:ext cx="774541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Play"/>
                <a:ea typeface="Play"/>
                <a:cs typeface="Play"/>
                <a:sym typeface="Play"/>
              </a:rPr>
              <a:t>Example data integration and preparation pattern</a:t>
            </a:r>
            <a:endParaRPr/>
          </a:p>
        </p:txBody>
      </p:sp>
      <p:grpSp>
        <p:nvGrpSpPr>
          <p:cNvPr descr="Graphic shows a compute cluster spun up temporarily. It extracts data from an S3 bucket and another undefined source, transforms the data, and then loads the transformed data to a processed data S3 bucket where Amazon QuickSight or another analytics tool can access the transformed data." id="1950" name="Google Shape;1950;p18"/>
          <p:cNvGrpSpPr/>
          <p:nvPr/>
        </p:nvGrpSpPr>
        <p:grpSpPr>
          <a:xfrm>
            <a:off x="183208" y="2029086"/>
            <a:ext cx="11825584" cy="3901619"/>
            <a:chOff x="183208" y="2029086"/>
            <a:chExt cx="11825584" cy="3901619"/>
          </a:xfrm>
        </p:grpSpPr>
        <p:sp>
          <p:nvSpPr>
            <p:cNvPr id="1951" name="Google Shape;1951;p18"/>
            <p:cNvSpPr/>
            <p:nvPr/>
          </p:nvSpPr>
          <p:spPr>
            <a:xfrm>
              <a:off x="3595292" y="2423138"/>
              <a:ext cx="1949621" cy="1812281"/>
            </a:xfrm>
            <a:prstGeom prst="rect">
              <a:avLst/>
            </a:prstGeom>
            <a:noFill/>
            <a:ln cap="flat" cmpd="sng" w="12700">
              <a:solidFill>
                <a:srgbClr val="005276"/>
              </a:solidFill>
              <a:prstDash val="solid"/>
              <a:round/>
              <a:headEnd len="sm" w="sm" type="none"/>
              <a:tailEnd len="sm" w="sm" type="none"/>
            </a:ln>
          </p:spPr>
          <p:txBody>
            <a:bodyPr anchorCtr="0" anchor="t" bIns="45700" lIns="457200" spcFirstLastPara="1" rIns="91425" wrap="square" tIns="91425">
              <a:noAutofit/>
            </a:bodyPr>
            <a:lstStyle/>
            <a:p>
              <a:pPr indent="0" lvl="0" marL="0" marR="0" rtl="0" algn="l">
                <a:spcBef>
                  <a:spcPts val="0"/>
                </a:spcBef>
                <a:spcAft>
                  <a:spcPts val="0"/>
                </a:spcAft>
                <a:buNone/>
              </a:pPr>
              <a:r>
                <a:rPr lang="en-US" sz="1600">
                  <a:solidFill>
                    <a:schemeClr val="dk1"/>
                  </a:solidFill>
                  <a:latin typeface="Play"/>
                  <a:ea typeface="Play"/>
                  <a:cs typeface="Play"/>
                  <a:sym typeface="Play"/>
                </a:rPr>
                <a:t>EC2 Spot Fleet or EMR cluster</a:t>
              </a:r>
              <a:endParaRPr/>
            </a:p>
          </p:txBody>
        </p:sp>
        <p:sp>
          <p:nvSpPr>
            <p:cNvPr id="1952" name="Google Shape;1952;p18"/>
            <p:cNvSpPr txBox="1"/>
            <p:nvPr/>
          </p:nvSpPr>
          <p:spPr>
            <a:xfrm>
              <a:off x="183208" y="3333985"/>
              <a:ext cx="1521623"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Play"/>
                  <a:ea typeface="Play"/>
                  <a:cs typeface="Play"/>
                  <a:sym typeface="Play"/>
                </a:rPr>
                <a:t>Amazon S3</a:t>
              </a:r>
              <a:endParaRPr/>
            </a:p>
            <a:p>
              <a:pPr indent="0" lvl="0" marL="0" marR="0" rtl="0" algn="ctr">
                <a:spcBef>
                  <a:spcPts val="0"/>
                </a:spcBef>
                <a:spcAft>
                  <a:spcPts val="0"/>
                </a:spcAft>
                <a:buNone/>
              </a:pPr>
              <a:r>
                <a:rPr lang="en-US" sz="1600">
                  <a:solidFill>
                    <a:schemeClr val="dk1"/>
                  </a:solidFill>
                  <a:latin typeface="Play"/>
                  <a:ea typeface="Play"/>
                  <a:cs typeface="Play"/>
                  <a:sym typeface="Play"/>
                </a:rPr>
                <a:t>unprocessed </a:t>
              </a:r>
              <a:br>
                <a:rPr lang="en-US" sz="1600">
                  <a:solidFill>
                    <a:schemeClr val="dk1"/>
                  </a:solidFill>
                  <a:latin typeface="Play"/>
                  <a:ea typeface="Play"/>
                  <a:cs typeface="Play"/>
                  <a:sym typeface="Play"/>
                </a:rPr>
              </a:br>
              <a:r>
                <a:rPr lang="en-US" sz="1600">
                  <a:solidFill>
                    <a:schemeClr val="dk1"/>
                  </a:solidFill>
                  <a:latin typeface="Play"/>
                  <a:ea typeface="Play"/>
                  <a:cs typeface="Play"/>
                  <a:sym typeface="Play"/>
                </a:rPr>
                <a:t>raw data </a:t>
              </a:r>
              <a:endParaRPr/>
            </a:p>
          </p:txBody>
        </p:sp>
        <p:sp>
          <p:nvSpPr>
            <p:cNvPr id="1953" name="Google Shape;1953;p18"/>
            <p:cNvSpPr txBox="1"/>
            <p:nvPr/>
          </p:nvSpPr>
          <p:spPr>
            <a:xfrm>
              <a:off x="1804489" y="3193680"/>
              <a:ext cx="1906450" cy="793872"/>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US" sz="1600">
                  <a:solidFill>
                    <a:srgbClr val="504BAB"/>
                  </a:solidFill>
                  <a:latin typeface="Play"/>
                  <a:ea typeface="Play"/>
                  <a:cs typeface="Play"/>
                  <a:sym typeface="Play"/>
                </a:rPr>
                <a:t>     </a:t>
              </a:r>
              <a:r>
                <a:rPr lang="en-US" sz="1600">
                  <a:solidFill>
                    <a:schemeClr val="dk1"/>
                  </a:solidFill>
                  <a:latin typeface="Play"/>
                  <a:ea typeface="Play"/>
                  <a:cs typeface="Play"/>
                  <a:sym typeface="Play"/>
                </a:rPr>
                <a:t>Extract data to run computations.</a:t>
              </a:r>
              <a:endParaRPr/>
            </a:p>
          </p:txBody>
        </p:sp>
        <p:sp>
          <p:nvSpPr>
            <p:cNvPr id="1954" name="Google Shape;1954;p18"/>
            <p:cNvSpPr txBox="1"/>
            <p:nvPr/>
          </p:nvSpPr>
          <p:spPr>
            <a:xfrm>
              <a:off x="3880046" y="2029086"/>
              <a:ext cx="329712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Play"/>
                  <a:ea typeface="Play"/>
                  <a:cs typeface="Play"/>
                  <a:sym typeface="Play"/>
                </a:rPr>
                <a:t>Spin up compute capacity.</a:t>
              </a:r>
              <a:endParaRPr/>
            </a:p>
          </p:txBody>
        </p:sp>
        <p:sp>
          <p:nvSpPr>
            <p:cNvPr id="1955" name="Google Shape;1955;p18"/>
            <p:cNvSpPr txBox="1"/>
            <p:nvPr/>
          </p:nvSpPr>
          <p:spPr>
            <a:xfrm>
              <a:off x="3955282" y="4302266"/>
              <a:ext cx="241479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Play"/>
                  <a:ea typeface="Play"/>
                  <a:cs typeface="Play"/>
                  <a:sym typeface="Play"/>
                </a:rPr>
                <a:t>Transform the data.</a:t>
              </a:r>
              <a:endParaRPr/>
            </a:p>
          </p:txBody>
        </p:sp>
        <p:sp>
          <p:nvSpPr>
            <p:cNvPr id="1956" name="Google Shape;1956;p18"/>
            <p:cNvSpPr txBox="1"/>
            <p:nvPr/>
          </p:nvSpPr>
          <p:spPr>
            <a:xfrm>
              <a:off x="7424915" y="2586904"/>
              <a:ext cx="2301904"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Play"/>
                  <a:ea typeface="Play"/>
                  <a:cs typeface="Play"/>
                  <a:sym typeface="Play"/>
                </a:rPr>
                <a:t>Amazon S3</a:t>
              </a:r>
              <a:endParaRPr/>
            </a:p>
            <a:p>
              <a:pPr indent="0" lvl="0" marL="0" marR="0" rtl="0" algn="ctr">
                <a:spcBef>
                  <a:spcPts val="0"/>
                </a:spcBef>
                <a:spcAft>
                  <a:spcPts val="0"/>
                </a:spcAft>
                <a:buNone/>
              </a:pPr>
              <a:r>
                <a:rPr lang="en-US" sz="1600">
                  <a:solidFill>
                    <a:schemeClr val="dk1"/>
                  </a:solidFill>
                  <a:latin typeface="Play"/>
                  <a:ea typeface="Play"/>
                  <a:cs typeface="Play"/>
                  <a:sym typeface="Play"/>
                </a:rPr>
                <a:t>processed data </a:t>
              </a:r>
              <a:endParaRPr/>
            </a:p>
          </p:txBody>
        </p:sp>
        <p:cxnSp>
          <p:nvCxnSpPr>
            <p:cNvPr id="1957" name="Google Shape;1957;p18"/>
            <p:cNvCxnSpPr/>
            <p:nvPr/>
          </p:nvCxnSpPr>
          <p:spPr>
            <a:xfrm>
              <a:off x="4901499" y="3569945"/>
              <a:ext cx="3261988" cy="0"/>
            </a:xfrm>
            <a:prstGeom prst="straightConnector1">
              <a:avLst/>
            </a:prstGeom>
            <a:noFill/>
            <a:ln cap="flat" cmpd="sng" w="28575">
              <a:solidFill>
                <a:srgbClr val="005276"/>
              </a:solidFill>
              <a:prstDash val="solid"/>
              <a:round/>
              <a:headEnd len="sm" w="sm" type="none"/>
              <a:tailEnd len="med" w="med" type="triangle"/>
            </a:ln>
          </p:spPr>
        </p:cxnSp>
        <p:sp>
          <p:nvSpPr>
            <p:cNvPr id="1958" name="Google Shape;1958;p18"/>
            <p:cNvSpPr txBox="1"/>
            <p:nvPr/>
          </p:nvSpPr>
          <p:spPr>
            <a:xfrm>
              <a:off x="5548873" y="3246823"/>
              <a:ext cx="2873353" cy="993926"/>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US" sz="1600">
                  <a:solidFill>
                    <a:srgbClr val="504BAB"/>
                  </a:solidFill>
                  <a:latin typeface="Play"/>
                  <a:ea typeface="Play"/>
                  <a:cs typeface="Play"/>
                  <a:sym typeface="Play"/>
                </a:rPr>
                <a:t>      </a:t>
              </a:r>
              <a:r>
                <a:rPr lang="en-US" sz="1600">
                  <a:solidFill>
                    <a:schemeClr val="dk1"/>
                  </a:solidFill>
                  <a:latin typeface="Play"/>
                  <a:ea typeface="Play"/>
                  <a:cs typeface="Play"/>
                  <a:sym typeface="Play"/>
                </a:rPr>
                <a:t>Load the transformed data to a different S3 bucket.</a:t>
              </a:r>
              <a:endParaRPr/>
            </a:p>
          </p:txBody>
        </p:sp>
        <p:sp>
          <p:nvSpPr>
            <p:cNvPr id="1959" name="Google Shape;1959;p18"/>
            <p:cNvSpPr txBox="1"/>
            <p:nvPr/>
          </p:nvSpPr>
          <p:spPr>
            <a:xfrm>
              <a:off x="8101301" y="5592151"/>
              <a:ext cx="207618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rgbClr val="000000"/>
                  </a:solidFill>
                  <a:latin typeface="Play"/>
                  <a:ea typeface="Play"/>
                  <a:cs typeface="Play"/>
                  <a:sym typeface="Play"/>
                </a:rPr>
                <a:t>Amazon QuickSight</a:t>
              </a:r>
              <a:endParaRPr sz="1600">
                <a:solidFill>
                  <a:schemeClr val="dk1"/>
                </a:solidFill>
                <a:latin typeface="Play"/>
                <a:ea typeface="Play"/>
                <a:cs typeface="Play"/>
                <a:sym typeface="Play"/>
              </a:endParaRPr>
            </a:p>
          </p:txBody>
        </p:sp>
        <p:sp>
          <p:nvSpPr>
            <p:cNvPr id="1960" name="Google Shape;1960;p18"/>
            <p:cNvSpPr txBox="1"/>
            <p:nvPr/>
          </p:nvSpPr>
          <p:spPr>
            <a:xfrm>
              <a:off x="324189" y="5068508"/>
              <a:ext cx="1276730"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Play"/>
                  <a:ea typeface="Play"/>
                  <a:cs typeface="Play"/>
                  <a:sym typeface="Play"/>
                </a:rPr>
                <a:t>Another </a:t>
              </a:r>
              <a:br>
                <a:rPr lang="en-US" sz="1600">
                  <a:solidFill>
                    <a:schemeClr val="dk1"/>
                  </a:solidFill>
                  <a:latin typeface="Play"/>
                  <a:ea typeface="Play"/>
                  <a:cs typeface="Play"/>
                  <a:sym typeface="Play"/>
                </a:rPr>
              </a:br>
              <a:r>
                <a:rPr lang="en-US" sz="1600">
                  <a:solidFill>
                    <a:schemeClr val="dk1"/>
                  </a:solidFill>
                  <a:latin typeface="Play"/>
                  <a:ea typeface="Play"/>
                  <a:cs typeface="Play"/>
                  <a:sym typeface="Play"/>
                </a:rPr>
                <a:t>data source</a:t>
              </a:r>
              <a:endParaRPr/>
            </a:p>
          </p:txBody>
        </p:sp>
        <p:cxnSp>
          <p:nvCxnSpPr>
            <p:cNvPr id="1961" name="Google Shape;1961;p18"/>
            <p:cNvCxnSpPr/>
            <p:nvPr/>
          </p:nvCxnSpPr>
          <p:spPr>
            <a:xfrm flipH="1" rot="10800000">
              <a:off x="1331047" y="3649872"/>
              <a:ext cx="2747269" cy="1098260"/>
            </a:xfrm>
            <a:prstGeom prst="bentConnector3">
              <a:avLst>
                <a:gd fmla="val 15101" name="adj1"/>
              </a:avLst>
            </a:prstGeom>
            <a:noFill/>
            <a:ln cap="flat" cmpd="sng" w="28575">
              <a:solidFill>
                <a:srgbClr val="005276"/>
              </a:solidFill>
              <a:prstDash val="solid"/>
              <a:round/>
              <a:headEnd len="sm" w="sm" type="none"/>
              <a:tailEnd len="med" w="med" type="triangle"/>
            </a:ln>
          </p:spPr>
        </p:cxnSp>
        <p:sp>
          <p:nvSpPr>
            <p:cNvPr id="1962" name="Google Shape;1962;p18"/>
            <p:cNvSpPr txBox="1"/>
            <p:nvPr/>
          </p:nvSpPr>
          <p:spPr>
            <a:xfrm>
              <a:off x="5722260" y="4796353"/>
              <a:ext cx="2434623"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Play"/>
                  <a:ea typeface="Play"/>
                  <a:cs typeface="Play"/>
                  <a:sym typeface="Play"/>
                </a:rPr>
                <a:t>Terminate the compute capacity after the output data is written to Amazon S3.</a:t>
              </a:r>
              <a:endParaRPr/>
            </a:p>
          </p:txBody>
        </p:sp>
        <p:sp>
          <p:nvSpPr>
            <p:cNvPr id="1963" name="Google Shape;1963;p18"/>
            <p:cNvSpPr txBox="1"/>
            <p:nvPr/>
          </p:nvSpPr>
          <p:spPr>
            <a:xfrm>
              <a:off x="9932603" y="4022629"/>
              <a:ext cx="2076189"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Play"/>
                  <a:ea typeface="Play"/>
                  <a:cs typeface="Play"/>
                  <a:sym typeface="Play"/>
                </a:rPr>
                <a:t>Use an analytics tool such as Amazon QuickSight or Amazon Athena to harvest meaningful insights.</a:t>
              </a:r>
              <a:endParaRPr/>
            </a:p>
          </p:txBody>
        </p:sp>
        <p:cxnSp>
          <p:nvCxnSpPr>
            <p:cNvPr id="1964" name="Google Shape;1964;p18"/>
            <p:cNvCxnSpPr/>
            <p:nvPr/>
          </p:nvCxnSpPr>
          <p:spPr>
            <a:xfrm>
              <a:off x="8872302" y="3620160"/>
              <a:ext cx="267094" cy="1268749"/>
            </a:xfrm>
            <a:prstGeom prst="bentConnector2">
              <a:avLst/>
            </a:prstGeom>
            <a:noFill/>
            <a:ln cap="flat" cmpd="sng" w="28575">
              <a:solidFill>
                <a:srgbClr val="005276"/>
              </a:solidFill>
              <a:prstDash val="solid"/>
              <a:round/>
              <a:headEnd len="sm" w="sm" type="none"/>
              <a:tailEnd len="med" w="med" type="triangle"/>
            </a:ln>
          </p:spPr>
        </p:cxnSp>
        <p:pic>
          <p:nvPicPr>
            <p:cNvPr id="1965" name="Google Shape;1965;p18"/>
            <p:cNvPicPr preferRelativeResize="0"/>
            <p:nvPr/>
          </p:nvPicPr>
          <p:blipFill rotWithShape="1">
            <a:blip r:embed="rId3">
              <a:alphaModFix/>
            </a:blip>
            <a:srcRect b="0" l="0" r="0" t="0"/>
            <a:stretch/>
          </p:blipFill>
          <p:spPr>
            <a:xfrm>
              <a:off x="391523" y="4045586"/>
              <a:ext cx="1171364" cy="1171364"/>
            </a:xfrm>
            <a:prstGeom prst="rect">
              <a:avLst/>
            </a:prstGeom>
            <a:noFill/>
            <a:ln>
              <a:noFill/>
            </a:ln>
          </p:spPr>
        </p:pic>
        <p:cxnSp>
          <p:nvCxnSpPr>
            <p:cNvPr id="1966" name="Google Shape;1966;p18"/>
            <p:cNvCxnSpPr/>
            <p:nvPr/>
          </p:nvCxnSpPr>
          <p:spPr>
            <a:xfrm>
              <a:off x="1347606" y="3029350"/>
              <a:ext cx="399589" cy="623314"/>
            </a:xfrm>
            <a:prstGeom prst="bentConnector2">
              <a:avLst/>
            </a:prstGeom>
            <a:noFill/>
            <a:ln cap="flat" cmpd="sng" w="38100">
              <a:solidFill>
                <a:srgbClr val="005276"/>
              </a:solidFill>
              <a:prstDash val="solid"/>
              <a:round/>
              <a:headEnd len="sm" w="sm" type="none"/>
              <a:tailEnd len="sm" w="sm" type="none"/>
            </a:ln>
          </p:spPr>
        </p:cxnSp>
        <p:sp>
          <p:nvSpPr>
            <p:cNvPr id="1967" name="Google Shape;1967;p18"/>
            <p:cNvSpPr/>
            <p:nvPr/>
          </p:nvSpPr>
          <p:spPr>
            <a:xfrm>
              <a:off x="3588205" y="2037497"/>
              <a:ext cx="302021" cy="302021"/>
            </a:xfrm>
            <a:prstGeom prst="ellipse">
              <a:avLst/>
            </a:prstGeom>
            <a:solidFill>
              <a:schemeClr val="accent5"/>
            </a:solidFill>
            <a:ln>
              <a:noFill/>
            </a:ln>
            <a:effectLst>
              <a:outerShdw blurRad="44450" rotWithShape="0" algn="ctr" dir="5400000" dist="13970">
                <a:srgbClr val="000000">
                  <a:alpha val="44705"/>
                </a:srgbClr>
              </a:outerShdw>
            </a:effectLst>
          </p:spPr>
          <p:txBody>
            <a:bodyPr anchorCtr="0" anchor="ctr" bIns="45700" lIns="45700" spcFirstLastPara="1" rIns="45700" wrap="square" tIns="45700">
              <a:noAutofit/>
            </a:bodyPr>
            <a:lstStyle/>
            <a:p>
              <a:pPr indent="0" lvl="0" marL="0" marR="0" rtl="0" algn="ctr">
                <a:spcBef>
                  <a:spcPts val="0"/>
                </a:spcBef>
                <a:spcAft>
                  <a:spcPts val="0"/>
                </a:spcAft>
                <a:buNone/>
              </a:pPr>
              <a:r>
                <a:rPr lang="en-US" sz="1600">
                  <a:solidFill>
                    <a:schemeClr val="lt1"/>
                  </a:solidFill>
                  <a:latin typeface="Play"/>
                  <a:ea typeface="Play"/>
                  <a:cs typeface="Play"/>
                  <a:sym typeface="Play"/>
                </a:rPr>
                <a:t>1</a:t>
              </a:r>
              <a:endParaRPr/>
            </a:p>
          </p:txBody>
        </p:sp>
        <p:sp>
          <p:nvSpPr>
            <p:cNvPr id="1968" name="Google Shape;1968;p18"/>
            <p:cNvSpPr/>
            <p:nvPr/>
          </p:nvSpPr>
          <p:spPr>
            <a:xfrm>
              <a:off x="1828530" y="3243090"/>
              <a:ext cx="302021" cy="302021"/>
            </a:xfrm>
            <a:prstGeom prst="ellipse">
              <a:avLst/>
            </a:prstGeom>
            <a:solidFill>
              <a:schemeClr val="accent5"/>
            </a:solidFill>
            <a:ln>
              <a:noFill/>
            </a:ln>
            <a:effectLst>
              <a:outerShdw blurRad="44450" rotWithShape="0" algn="ctr" dir="5400000" dist="13970">
                <a:srgbClr val="000000">
                  <a:alpha val="44705"/>
                </a:srgbClr>
              </a:outerShdw>
            </a:effectLst>
          </p:spPr>
          <p:txBody>
            <a:bodyPr anchorCtr="0" anchor="ctr" bIns="45700" lIns="45700" spcFirstLastPara="1" rIns="45700" wrap="square" tIns="45700">
              <a:noAutofit/>
            </a:bodyPr>
            <a:lstStyle/>
            <a:p>
              <a:pPr indent="0" lvl="0" marL="0" marR="0" rtl="0" algn="ctr">
                <a:spcBef>
                  <a:spcPts val="0"/>
                </a:spcBef>
                <a:spcAft>
                  <a:spcPts val="0"/>
                </a:spcAft>
                <a:buNone/>
              </a:pPr>
              <a:r>
                <a:rPr lang="en-US" sz="1600">
                  <a:solidFill>
                    <a:schemeClr val="lt1"/>
                  </a:solidFill>
                  <a:latin typeface="Play"/>
                  <a:ea typeface="Play"/>
                  <a:cs typeface="Play"/>
                  <a:sym typeface="Play"/>
                </a:rPr>
                <a:t>2</a:t>
              </a:r>
              <a:endParaRPr/>
            </a:p>
          </p:txBody>
        </p:sp>
        <p:sp>
          <p:nvSpPr>
            <p:cNvPr id="1969" name="Google Shape;1969;p18"/>
            <p:cNvSpPr/>
            <p:nvPr/>
          </p:nvSpPr>
          <p:spPr>
            <a:xfrm>
              <a:off x="3662229" y="4337105"/>
              <a:ext cx="302021" cy="302021"/>
            </a:xfrm>
            <a:prstGeom prst="ellipse">
              <a:avLst/>
            </a:prstGeom>
            <a:solidFill>
              <a:schemeClr val="accent5"/>
            </a:solidFill>
            <a:ln>
              <a:noFill/>
            </a:ln>
            <a:effectLst>
              <a:outerShdw blurRad="44450" rotWithShape="0" algn="ctr" dir="5400000" dist="13970">
                <a:srgbClr val="000000">
                  <a:alpha val="44705"/>
                </a:srgbClr>
              </a:outerShdw>
            </a:effectLst>
          </p:spPr>
          <p:txBody>
            <a:bodyPr anchorCtr="0" anchor="ctr" bIns="45700" lIns="45700" spcFirstLastPara="1" rIns="45700" wrap="square" tIns="45700">
              <a:noAutofit/>
            </a:bodyPr>
            <a:lstStyle/>
            <a:p>
              <a:pPr indent="0" lvl="0" marL="0" marR="0" rtl="0" algn="ctr">
                <a:spcBef>
                  <a:spcPts val="0"/>
                </a:spcBef>
                <a:spcAft>
                  <a:spcPts val="0"/>
                </a:spcAft>
                <a:buNone/>
              </a:pPr>
              <a:r>
                <a:rPr lang="en-US" sz="1600">
                  <a:solidFill>
                    <a:schemeClr val="lt1"/>
                  </a:solidFill>
                  <a:latin typeface="Play"/>
                  <a:ea typeface="Play"/>
                  <a:cs typeface="Play"/>
                  <a:sym typeface="Play"/>
                </a:rPr>
                <a:t>3</a:t>
              </a:r>
              <a:endParaRPr/>
            </a:p>
          </p:txBody>
        </p:sp>
        <p:sp>
          <p:nvSpPr>
            <p:cNvPr id="1970" name="Google Shape;1970;p18"/>
            <p:cNvSpPr/>
            <p:nvPr/>
          </p:nvSpPr>
          <p:spPr>
            <a:xfrm>
              <a:off x="5568977" y="3252887"/>
              <a:ext cx="302021" cy="302021"/>
            </a:xfrm>
            <a:prstGeom prst="ellipse">
              <a:avLst/>
            </a:prstGeom>
            <a:solidFill>
              <a:schemeClr val="accent5"/>
            </a:solidFill>
            <a:ln>
              <a:noFill/>
            </a:ln>
            <a:effectLst>
              <a:outerShdw blurRad="44450" rotWithShape="0" algn="ctr" dir="5400000" dist="13970">
                <a:srgbClr val="000000">
                  <a:alpha val="44705"/>
                </a:srgbClr>
              </a:outerShdw>
            </a:effectLst>
          </p:spPr>
          <p:txBody>
            <a:bodyPr anchorCtr="0" anchor="ctr" bIns="45700" lIns="45700" spcFirstLastPara="1" rIns="45700" wrap="square" tIns="45700">
              <a:noAutofit/>
            </a:bodyPr>
            <a:lstStyle/>
            <a:p>
              <a:pPr indent="0" lvl="0" marL="0" marR="0" rtl="0" algn="ctr">
                <a:spcBef>
                  <a:spcPts val="0"/>
                </a:spcBef>
                <a:spcAft>
                  <a:spcPts val="0"/>
                </a:spcAft>
                <a:buNone/>
              </a:pPr>
              <a:r>
                <a:rPr lang="en-US" sz="1600">
                  <a:solidFill>
                    <a:schemeClr val="lt1"/>
                  </a:solidFill>
                  <a:latin typeface="Play"/>
                  <a:ea typeface="Play"/>
                  <a:cs typeface="Play"/>
                  <a:sym typeface="Play"/>
                </a:rPr>
                <a:t>4</a:t>
              </a:r>
              <a:endParaRPr/>
            </a:p>
          </p:txBody>
        </p:sp>
        <p:sp>
          <p:nvSpPr>
            <p:cNvPr id="1971" name="Google Shape;1971;p18"/>
            <p:cNvSpPr/>
            <p:nvPr/>
          </p:nvSpPr>
          <p:spPr>
            <a:xfrm>
              <a:off x="9680940" y="4090540"/>
              <a:ext cx="302021" cy="302021"/>
            </a:xfrm>
            <a:prstGeom prst="ellipse">
              <a:avLst/>
            </a:prstGeom>
            <a:solidFill>
              <a:schemeClr val="accent5"/>
            </a:solidFill>
            <a:ln>
              <a:noFill/>
            </a:ln>
            <a:effectLst>
              <a:outerShdw blurRad="44450" rotWithShape="0" algn="ctr" dir="5400000" dist="13970">
                <a:srgbClr val="000000">
                  <a:alpha val="44705"/>
                </a:srgbClr>
              </a:outerShdw>
            </a:effectLst>
          </p:spPr>
          <p:txBody>
            <a:bodyPr anchorCtr="0" anchor="ctr" bIns="45700" lIns="45700" spcFirstLastPara="1" rIns="45700" wrap="square" tIns="45700">
              <a:noAutofit/>
            </a:bodyPr>
            <a:lstStyle/>
            <a:p>
              <a:pPr indent="0" lvl="0" marL="0" marR="0" rtl="0" algn="ctr">
                <a:spcBef>
                  <a:spcPts val="0"/>
                </a:spcBef>
                <a:spcAft>
                  <a:spcPts val="0"/>
                </a:spcAft>
                <a:buNone/>
              </a:pPr>
              <a:r>
                <a:rPr lang="en-US" sz="1600">
                  <a:solidFill>
                    <a:schemeClr val="lt1"/>
                  </a:solidFill>
                  <a:latin typeface="Play"/>
                  <a:ea typeface="Play"/>
                  <a:cs typeface="Play"/>
                  <a:sym typeface="Play"/>
                </a:rPr>
                <a:t>6</a:t>
              </a:r>
              <a:endParaRPr/>
            </a:p>
          </p:txBody>
        </p:sp>
        <p:sp>
          <p:nvSpPr>
            <p:cNvPr id="1972" name="Google Shape;1972;p18"/>
            <p:cNvSpPr/>
            <p:nvPr/>
          </p:nvSpPr>
          <p:spPr>
            <a:xfrm>
              <a:off x="5448358" y="4964590"/>
              <a:ext cx="342413" cy="342413"/>
            </a:xfrm>
            <a:prstGeom prst="ellipse">
              <a:avLst/>
            </a:prstGeom>
            <a:solidFill>
              <a:schemeClr val="accent5"/>
            </a:solidFill>
            <a:ln>
              <a:noFill/>
            </a:ln>
            <a:effectLst>
              <a:outerShdw blurRad="44450" rotWithShape="0" algn="ctr" dir="5400000" dist="13970">
                <a:srgbClr val="000000">
                  <a:alpha val="44705"/>
                </a:srgbClr>
              </a:outerShdw>
            </a:effectLst>
          </p:spPr>
          <p:txBody>
            <a:bodyPr anchorCtr="0" anchor="ctr" bIns="45700" lIns="45700" spcFirstLastPara="1" rIns="45700" wrap="square" tIns="45700">
              <a:noAutofit/>
            </a:bodyPr>
            <a:lstStyle/>
            <a:p>
              <a:pPr indent="0" lvl="0" marL="0" marR="0" rtl="0" algn="ctr">
                <a:spcBef>
                  <a:spcPts val="0"/>
                </a:spcBef>
                <a:spcAft>
                  <a:spcPts val="0"/>
                </a:spcAft>
                <a:buNone/>
              </a:pPr>
              <a:r>
                <a:rPr lang="en-US" sz="1600">
                  <a:solidFill>
                    <a:schemeClr val="lt1"/>
                  </a:solidFill>
                  <a:latin typeface="Play"/>
                  <a:ea typeface="Play"/>
                  <a:cs typeface="Play"/>
                  <a:sym typeface="Play"/>
                </a:rPr>
                <a:t>5</a:t>
              </a:r>
              <a:endParaRPr/>
            </a:p>
          </p:txBody>
        </p:sp>
        <p:pic>
          <p:nvPicPr>
            <p:cNvPr descr="Amazon QuickSight service icon." id="1973" name="Google Shape;1973;p18"/>
            <p:cNvPicPr preferRelativeResize="0"/>
            <p:nvPr/>
          </p:nvPicPr>
          <p:blipFill rotWithShape="1">
            <a:blip r:embed="rId4">
              <a:alphaModFix/>
            </a:blip>
            <a:srcRect b="0" l="0" r="0" t="0"/>
            <a:stretch/>
          </p:blipFill>
          <p:spPr>
            <a:xfrm>
              <a:off x="8792870" y="4899624"/>
              <a:ext cx="693049" cy="693049"/>
            </a:xfrm>
            <a:prstGeom prst="rect">
              <a:avLst/>
            </a:prstGeom>
            <a:noFill/>
            <a:ln>
              <a:noFill/>
            </a:ln>
          </p:spPr>
        </p:pic>
        <p:pic>
          <p:nvPicPr>
            <p:cNvPr descr="Bucket with objects resource icon for the Amazon S3 service." id="1974" name="Google Shape;1974;p18"/>
            <p:cNvPicPr preferRelativeResize="0"/>
            <p:nvPr/>
          </p:nvPicPr>
          <p:blipFill rotWithShape="1">
            <a:blip r:embed="rId5">
              <a:alphaModFix/>
            </a:blip>
            <a:srcRect b="0" l="0" r="0" t="0"/>
            <a:stretch/>
          </p:blipFill>
          <p:spPr>
            <a:xfrm>
              <a:off x="646968" y="2558422"/>
              <a:ext cx="786388" cy="786388"/>
            </a:xfrm>
            <a:prstGeom prst="rect">
              <a:avLst/>
            </a:prstGeom>
            <a:noFill/>
            <a:ln>
              <a:noFill/>
            </a:ln>
          </p:spPr>
        </p:pic>
        <p:pic>
          <p:nvPicPr>
            <p:cNvPr descr="Bucket with objects resource icon for the Amazon S3 service." id="1975" name="Google Shape;1975;p18"/>
            <p:cNvPicPr preferRelativeResize="0"/>
            <p:nvPr/>
          </p:nvPicPr>
          <p:blipFill rotWithShape="1">
            <a:blip r:embed="rId5">
              <a:alphaModFix/>
            </a:blip>
            <a:srcRect b="0" l="0" r="0" t="0"/>
            <a:stretch/>
          </p:blipFill>
          <p:spPr>
            <a:xfrm>
              <a:off x="8120205" y="3208976"/>
              <a:ext cx="786388" cy="786388"/>
            </a:xfrm>
            <a:prstGeom prst="rect">
              <a:avLst/>
            </a:prstGeom>
            <a:noFill/>
            <a:ln>
              <a:noFill/>
            </a:ln>
          </p:spPr>
        </p:pic>
        <p:pic>
          <p:nvPicPr>
            <p:cNvPr descr="Instances instance icon for the Amazon EC2 service." id="1976" name="Google Shape;1976;p18"/>
            <p:cNvPicPr preferRelativeResize="0"/>
            <p:nvPr/>
          </p:nvPicPr>
          <p:blipFill rotWithShape="1">
            <a:blip r:embed="rId6">
              <a:alphaModFix/>
            </a:blip>
            <a:srcRect b="0" l="0" r="0" t="0"/>
            <a:stretch/>
          </p:blipFill>
          <p:spPr>
            <a:xfrm rot="10800000">
              <a:off x="4036532" y="3139594"/>
              <a:ext cx="848924" cy="848924"/>
            </a:xfrm>
            <a:prstGeom prst="rect">
              <a:avLst/>
            </a:prstGeom>
            <a:noFill/>
            <a:ln>
              <a:noFill/>
            </a:ln>
          </p:spPr>
        </p:pic>
        <p:pic>
          <p:nvPicPr>
            <p:cNvPr descr="Spot instance instance icon for the Amazon EC2 service." id="1977" name="Google Shape;1977;p18"/>
            <p:cNvPicPr preferRelativeResize="0"/>
            <p:nvPr/>
          </p:nvPicPr>
          <p:blipFill rotWithShape="1">
            <a:blip r:embed="rId7">
              <a:alphaModFix/>
            </a:blip>
            <a:srcRect b="0" l="0" r="0" t="0"/>
            <a:stretch/>
          </p:blipFill>
          <p:spPr>
            <a:xfrm>
              <a:off x="3607324" y="2487523"/>
              <a:ext cx="446258" cy="446258"/>
            </a:xfrm>
            <a:prstGeom prst="rect">
              <a:avLst/>
            </a:prstGeom>
            <a:noFill/>
            <a:ln>
              <a:noFill/>
            </a:ln>
          </p:spPr>
        </p:pic>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1" name="Shape 1981"/>
        <p:cNvGrpSpPr/>
        <p:nvPr/>
      </p:nvGrpSpPr>
      <p:grpSpPr>
        <a:xfrm>
          <a:off x="0" y="0"/>
          <a:ext cx="0" cy="0"/>
          <a:chOff x="0" y="0"/>
          <a:chExt cx="0" cy="0"/>
        </a:xfrm>
      </p:grpSpPr>
      <p:sp>
        <p:nvSpPr>
          <p:cNvPr id="1982" name="Google Shape;1982;p19"/>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1983" name="Google Shape;1983;p19"/>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2F3E"/>
              </a:buClr>
              <a:buSzPts val="3600"/>
              <a:buFont typeface="Play"/>
              <a:buNone/>
            </a:pPr>
            <a:r>
              <a:rPr lang="en-US"/>
              <a:t>Use case: Back up and archive critical data</a:t>
            </a:r>
            <a:endParaRPr/>
          </a:p>
        </p:txBody>
      </p:sp>
      <p:grpSp>
        <p:nvGrpSpPr>
          <p:cNvPr id="1984" name="Google Shape;1984;p19"/>
          <p:cNvGrpSpPr/>
          <p:nvPr/>
        </p:nvGrpSpPr>
        <p:grpSpPr>
          <a:xfrm>
            <a:off x="467938" y="1358908"/>
            <a:ext cx="10766990" cy="4672128"/>
            <a:chOff x="467938" y="1358908"/>
            <a:chExt cx="10766990" cy="4672128"/>
          </a:xfrm>
        </p:grpSpPr>
        <p:sp>
          <p:nvSpPr>
            <p:cNvPr id="1985" name="Google Shape;1985;p19"/>
            <p:cNvSpPr txBox="1"/>
            <p:nvPr/>
          </p:nvSpPr>
          <p:spPr>
            <a:xfrm>
              <a:off x="4206293" y="4842056"/>
              <a:ext cx="1610139" cy="64569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Play"/>
                  <a:ea typeface="Play"/>
                  <a:cs typeface="Play"/>
                  <a:sym typeface="Play"/>
                </a:rPr>
                <a:t>Amazon EC2 instances</a:t>
              </a:r>
              <a:endParaRPr/>
            </a:p>
          </p:txBody>
        </p:sp>
        <p:sp>
          <p:nvSpPr>
            <p:cNvPr id="1986" name="Google Shape;1986;p19"/>
            <p:cNvSpPr txBox="1"/>
            <p:nvPr/>
          </p:nvSpPr>
          <p:spPr>
            <a:xfrm>
              <a:off x="6014990" y="3865982"/>
              <a:ext cx="1610139"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Play"/>
                  <a:ea typeface="Play"/>
                  <a:cs typeface="Play"/>
                  <a:sym typeface="Play"/>
                </a:rPr>
                <a:t>S3 bucket</a:t>
              </a:r>
              <a:endParaRPr/>
            </a:p>
          </p:txBody>
        </p:sp>
        <p:sp>
          <p:nvSpPr>
            <p:cNvPr id="1987" name="Google Shape;1987;p19"/>
            <p:cNvSpPr/>
            <p:nvPr/>
          </p:nvSpPr>
          <p:spPr>
            <a:xfrm>
              <a:off x="3568921" y="1358908"/>
              <a:ext cx="7666007" cy="4672128"/>
            </a:xfrm>
            <a:prstGeom prst="rect">
              <a:avLst/>
            </a:prstGeom>
            <a:noFill/>
            <a:ln cap="flat" cmpd="sng" w="38100">
              <a:solidFill>
                <a:srgbClr val="005276"/>
              </a:solidFill>
              <a:prstDash val="solid"/>
              <a:round/>
              <a:headEnd len="sm" w="sm" type="none"/>
              <a:tailEnd len="sm" w="sm" type="none"/>
            </a:ln>
          </p:spPr>
          <p:txBody>
            <a:bodyPr anchorCtr="0" anchor="t" bIns="45700" lIns="457200" spcFirstLastPara="1" rIns="91425" wrap="square" tIns="91425">
              <a:noAutofit/>
            </a:bodyPr>
            <a:lstStyle/>
            <a:p>
              <a:pPr indent="0" lvl="0" marL="0" marR="0" rtl="0" algn="l">
                <a:spcBef>
                  <a:spcPts val="0"/>
                </a:spcBef>
                <a:spcAft>
                  <a:spcPts val="0"/>
                </a:spcAft>
                <a:buNone/>
              </a:pPr>
              <a:r>
                <a:rPr lang="en-US" sz="1800">
                  <a:solidFill>
                    <a:srgbClr val="000000"/>
                  </a:solidFill>
                  <a:latin typeface="Play"/>
                  <a:ea typeface="Play"/>
                  <a:cs typeface="Play"/>
                  <a:sym typeface="Play"/>
                </a:rPr>
                <a:t>AWS Cloud</a:t>
              </a:r>
              <a:endParaRPr/>
            </a:p>
          </p:txBody>
        </p:sp>
        <p:pic>
          <p:nvPicPr>
            <p:cNvPr id="1988" name="Google Shape;1988;p19"/>
            <p:cNvPicPr preferRelativeResize="0"/>
            <p:nvPr/>
          </p:nvPicPr>
          <p:blipFill rotWithShape="1">
            <a:blip r:embed="rId3">
              <a:alphaModFix/>
            </a:blip>
            <a:srcRect b="0" l="0" r="0" t="0"/>
            <a:stretch/>
          </p:blipFill>
          <p:spPr>
            <a:xfrm>
              <a:off x="3568921" y="1365491"/>
              <a:ext cx="315444" cy="330200"/>
            </a:xfrm>
            <a:prstGeom prst="rect">
              <a:avLst/>
            </a:prstGeom>
            <a:noFill/>
            <a:ln>
              <a:noFill/>
            </a:ln>
          </p:spPr>
        </p:pic>
        <p:pic>
          <p:nvPicPr>
            <p:cNvPr id="1989" name="Google Shape;1989;p19"/>
            <p:cNvPicPr preferRelativeResize="0"/>
            <p:nvPr/>
          </p:nvPicPr>
          <p:blipFill rotWithShape="1">
            <a:blip r:embed="rId4">
              <a:alphaModFix/>
            </a:blip>
            <a:srcRect b="0" l="0" r="0" t="0"/>
            <a:stretch/>
          </p:blipFill>
          <p:spPr>
            <a:xfrm>
              <a:off x="946449" y="2382651"/>
              <a:ext cx="1849148" cy="1849148"/>
            </a:xfrm>
            <a:prstGeom prst="rect">
              <a:avLst/>
            </a:prstGeom>
            <a:noFill/>
            <a:ln>
              <a:noFill/>
            </a:ln>
          </p:spPr>
        </p:pic>
        <p:pic>
          <p:nvPicPr>
            <p:cNvPr id="1990" name="Google Shape;1990;p19"/>
            <p:cNvPicPr preferRelativeResize="0"/>
            <p:nvPr/>
          </p:nvPicPr>
          <p:blipFill rotWithShape="1">
            <a:blip r:embed="rId5">
              <a:alphaModFix/>
            </a:blip>
            <a:srcRect b="0" l="0" r="0" t="0"/>
            <a:stretch/>
          </p:blipFill>
          <p:spPr>
            <a:xfrm>
              <a:off x="3884365" y="1759909"/>
              <a:ext cx="381000" cy="381000"/>
            </a:xfrm>
            <a:prstGeom prst="rect">
              <a:avLst/>
            </a:prstGeom>
            <a:noFill/>
            <a:ln>
              <a:noFill/>
            </a:ln>
          </p:spPr>
        </p:pic>
        <p:sp>
          <p:nvSpPr>
            <p:cNvPr id="1991" name="Google Shape;1991;p19"/>
            <p:cNvSpPr/>
            <p:nvPr/>
          </p:nvSpPr>
          <p:spPr>
            <a:xfrm>
              <a:off x="3884365" y="1759909"/>
              <a:ext cx="3808788" cy="4067867"/>
            </a:xfrm>
            <a:prstGeom prst="rect">
              <a:avLst/>
            </a:prstGeom>
            <a:noFill/>
            <a:ln cap="flat" cmpd="sng" w="15875">
              <a:solidFill>
                <a:srgbClr val="00A4A6"/>
              </a:solidFill>
              <a:prstDash val="dash"/>
              <a:round/>
              <a:headEnd len="sm" w="sm" type="none"/>
              <a:tailEnd len="sm" w="sm" type="none"/>
            </a:ln>
          </p:spPr>
          <p:txBody>
            <a:bodyPr anchorCtr="0" anchor="t" bIns="45700" lIns="502900" spcFirstLastPara="1" rIns="91425" wrap="square" tIns="91425">
              <a:noAutofit/>
            </a:bodyPr>
            <a:lstStyle/>
            <a:p>
              <a:pPr indent="0" lvl="0" marL="0" marR="0" rtl="0" algn="l">
                <a:lnSpc>
                  <a:spcPct val="100000"/>
                </a:lnSpc>
                <a:spcBef>
                  <a:spcPts val="0"/>
                </a:spcBef>
                <a:spcAft>
                  <a:spcPts val="0"/>
                </a:spcAft>
                <a:buClr>
                  <a:schemeClr val="dk2"/>
                </a:buClr>
                <a:buSzPts val="1600"/>
                <a:buFont typeface="Play"/>
                <a:buNone/>
              </a:pPr>
              <a:r>
                <a:rPr b="0" i="0" lang="en-US" sz="1600" u="none" cap="none" strike="noStrike">
                  <a:solidFill>
                    <a:schemeClr val="dk2"/>
                  </a:solidFill>
                  <a:latin typeface="Play"/>
                  <a:ea typeface="Play"/>
                  <a:cs typeface="Play"/>
                  <a:sym typeface="Play"/>
                </a:rPr>
                <a:t>Region 1</a:t>
              </a:r>
              <a:endParaRPr/>
            </a:p>
          </p:txBody>
        </p:sp>
        <p:pic>
          <p:nvPicPr>
            <p:cNvPr id="1992" name="Google Shape;1992;p19"/>
            <p:cNvPicPr preferRelativeResize="0"/>
            <p:nvPr/>
          </p:nvPicPr>
          <p:blipFill rotWithShape="1">
            <a:blip r:embed="rId5">
              <a:alphaModFix/>
            </a:blip>
            <a:srcRect b="0" l="0" r="0" t="0"/>
            <a:stretch/>
          </p:blipFill>
          <p:spPr>
            <a:xfrm>
              <a:off x="7748068" y="1758583"/>
              <a:ext cx="381000" cy="381000"/>
            </a:xfrm>
            <a:prstGeom prst="rect">
              <a:avLst/>
            </a:prstGeom>
            <a:noFill/>
            <a:ln>
              <a:noFill/>
            </a:ln>
          </p:spPr>
        </p:pic>
        <p:sp>
          <p:nvSpPr>
            <p:cNvPr id="1993" name="Google Shape;1993;p19"/>
            <p:cNvSpPr/>
            <p:nvPr/>
          </p:nvSpPr>
          <p:spPr>
            <a:xfrm>
              <a:off x="7748068" y="1758583"/>
              <a:ext cx="3273500" cy="4067867"/>
            </a:xfrm>
            <a:prstGeom prst="rect">
              <a:avLst/>
            </a:prstGeom>
            <a:noFill/>
            <a:ln cap="flat" cmpd="sng" w="15875">
              <a:solidFill>
                <a:srgbClr val="00A4A6"/>
              </a:solidFill>
              <a:prstDash val="dash"/>
              <a:round/>
              <a:headEnd len="sm" w="sm" type="none"/>
              <a:tailEnd len="sm" w="sm" type="none"/>
            </a:ln>
          </p:spPr>
          <p:txBody>
            <a:bodyPr anchorCtr="0" anchor="t" bIns="45700" lIns="502900" spcFirstLastPara="1" rIns="91425" wrap="square" tIns="91425">
              <a:noAutofit/>
            </a:bodyPr>
            <a:lstStyle/>
            <a:p>
              <a:pPr indent="0" lvl="0" marL="0" marR="0" rtl="0" algn="l">
                <a:lnSpc>
                  <a:spcPct val="100000"/>
                </a:lnSpc>
                <a:spcBef>
                  <a:spcPts val="0"/>
                </a:spcBef>
                <a:spcAft>
                  <a:spcPts val="0"/>
                </a:spcAft>
                <a:buClr>
                  <a:schemeClr val="dk2"/>
                </a:buClr>
                <a:buSzPts val="1600"/>
                <a:buFont typeface="Play"/>
                <a:buNone/>
              </a:pPr>
              <a:r>
                <a:rPr b="0" i="0" lang="en-US" sz="1600" u="none" cap="none" strike="noStrike">
                  <a:solidFill>
                    <a:schemeClr val="dk2"/>
                  </a:solidFill>
                  <a:latin typeface="Play"/>
                  <a:ea typeface="Play"/>
                  <a:cs typeface="Play"/>
                  <a:sym typeface="Play"/>
                </a:rPr>
                <a:t>Region 2</a:t>
              </a:r>
              <a:endParaRPr/>
            </a:p>
          </p:txBody>
        </p:sp>
        <p:sp>
          <p:nvSpPr>
            <p:cNvPr id="1994" name="Google Shape;1994;p19"/>
            <p:cNvSpPr txBox="1"/>
            <p:nvPr/>
          </p:nvSpPr>
          <p:spPr>
            <a:xfrm>
              <a:off x="9385472" y="3865982"/>
              <a:ext cx="1610139"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Play"/>
                  <a:ea typeface="Play"/>
                  <a:cs typeface="Play"/>
                  <a:sym typeface="Play"/>
                </a:rPr>
                <a:t>S3 bucket</a:t>
              </a:r>
              <a:endParaRPr/>
            </a:p>
          </p:txBody>
        </p:sp>
        <p:cxnSp>
          <p:nvCxnSpPr>
            <p:cNvPr id="1995" name="Google Shape;1995;p19"/>
            <p:cNvCxnSpPr/>
            <p:nvPr/>
          </p:nvCxnSpPr>
          <p:spPr>
            <a:xfrm>
              <a:off x="7324733" y="3321863"/>
              <a:ext cx="2373684" cy="0"/>
            </a:xfrm>
            <a:prstGeom prst="straightConnector1">
              <a:avLst/>
            </a:prstGeom>
            <a:noFill/>
            <a:ln cap="flat" cmpd="sng" w="12700">
              <a:solidFill>
                <a:srgbClr val="232F3E"/>
              </a:solidFill>
              <a:prstDash val="solid"/>
              <a:round/>
              <a:headEnd len="sm" w="sm" type="none"/>
              <a:tailEnd len="lg" w="lg" type="stealth"/>
            </a:ln>
          </p:spPr>
        </p:cxnSp>
        <p:sp>
          <p:nvSpPr>
            <p:cNvPr id="1996" name="Google Shape;1996;p19"/>
            <p:cNvSpPr txBox="1"/>
            <p:nvPr/>
          </p:nvSpPr>
          <p:spPr>
            <a:xfrm>
              <a:off x="7665450" y="2906380"/>
              <a:ext cx="176925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Play"/>
                  <a:ea typeface="Play"/>
                  <a:cs typeface="Play"/>
                  <a:sym typeface="Play"/>
                </a:rPr>
                <a:t>S3 Replication</a:t>
              </a:r>
              <a:endParaRPr/>
            </a:p>
          </p:txBody>
        </p:sp>
        <p:cxnSp>
          <p:nvCxnSpPr>
            <p:cNvPr id="1997" name="Google Shape;1997;p19"/>
            <p:cNvCxnSpPr/>
            <p:nvPr/>
          </p:nvCxnSpPr>
          <p:spPr>
            <a:xfrm>
              <a:off x="2514250" y="3121188"/>
              <a:ext cx="3813685" cy="0"/>
            </a:xfrm>
            <a:prstGeom prst="straightConnector1">
              <a:avLst/>
            </a:prstGeom>
            <a:noFill/>
            <a:ln cap="flat" cmpd="sng" w="12700">
              <a:solidFill>
                <a:srgbClr val="232F3E"/>
              </a:solidFill>
              <a:prstDash val="solid"/>
              <a:round/>
              <a:headEnd len="sm" w="sm" type="none"/>
              <a:tailEnd len="lg" w="lg" type="stealth"/>
            </a:ln>
          </p:spPr>
        </p:cxnSp>
        <p:cxnSp>
          <p:nvCxnSpPr>
            <p:cNvPr id="1998" name="Google Shape;1998;p19"/>
            <p:cNvCxnSpPr/>
            <p:nvPr/>
          </p:nvCxnSpPr>
          <p:spPr>
            <a:xfrm flipH="1" rot="10800000">
              <a:off x="5446734" y="3321863"/>
              <a:ext cx="881201" cy="889168"/>
            </a:xfrm>
            <a:prstGeom prst="bentConnector3">
              <a:avLst>
                <a:gd fmla="val 50000" name="adj1"/>
              </a:avLst>
            </a:prstGeom>
            <a:noFill/>
            <a:ln cap="flat" cmpd="sng" w="12700">
              <a:solidFill>
                <a:srgbClr val="232F3E"/>
              </a:solidFill>
              <a:prstDash val="solid"/>
              <a:round/>
              <a:headEnd len="sm" w="sm" type="none"/>
              <a:tailEnd len="lg" w="lg" type="stealth"/>
            </a:ln>
          </p:spPr>
        </p:cxnSp>
        <p:pic>
          <p:nvPicPr>
            <p:cNvPr descr="Bucket with objects resource icon for the Amazon S3 service." id="1999" name="Google Shape;1999;p19"/>
            <p:cNvPicPr preferRelativeResize="0"/>
            <p:nvPr/>
          </p:nvPicPr>
          <p:blipFill rotWithShape="1">
            <a:blip r:embed="rId6">
              <a:alphaModFix/>
            </a:blip>
            <a:srcRect b="0" l="0" r="0" t="0"/>
            <a:stretch/>
          </p:blipFill>
          <p:spPr>
            <a:xfrm>
              <a:off x="6282557" y="2731334"/>
              <a:ext cx="1151783" cy="1151783"/>
            </a:xfrm>
            <a:prstGeom prst="rect">
              <a:avLst/>
            </a:prstGeom>
            <a:noFill/>
            <a:ln>
              <a:noFill/>
            </a:ln>
          </p:spPr>
        </p:pic>
        <p:pic>
          <p:nvPicPr>
            <p:cNvPr descr="Instances instance icon for the Amazon EC2 service." id="2000" name="Google Shape;2000;p19"/>
            <p:cNvPicPr preferRelativeResize="0"/>
            <p:nvPr/>
          </p:nvPicPr>
          <p:blipFill rotWithShape="1">
            <a:blip r:embed="rId7">
              <a:alphaModFix/>
            </a:blip>
            <a:srcRect b="0" l="0" r="0" t="0"/>
            <a:stretch/>
          </p:blipFill>
          <p:spPr>
            <a:xfrm>
              <a:off x="4113333" y="3368146"/>
              <a:ext cx="1395900" cy="1395900"/>
            </a:xfrm>
            <a:prstGeom prst="rect">
              <a:avLst/>
            </a:prstGeom>
            <a:noFill/>
            <a:ln>
              <a:noFill/>
            </a:ln>
          </p:spPr>
        </p:pic>
        <p:pic>
          <p:nvPicPr>
            <p:cNvPr descr="Bucket with objects resource icon for the Amazon S3 service." id="2001" name="Google Shape;2001;p19"/>
            <p:cNvPicPr preferRelativeResize="0"/>
            <p:nvPr/>
          </p:nvPicPr>
          <p:blipFill rotWithShape="1">
            <a:blip r:embed="rId6">
              <a:alphaModFix/>
            </a:blip>
            <a:srcRect b="0" l="0" r="0" t="0"/>
            <a:stretch/>
          </p:blipFill>
          <p:spPr>
            <a:xfrm>
              <a:off x="9810638" y="2745971"/>
              <a:ext cx="1151783" cy="1151783"/>
            </a:xfrm>
            <a:prstGeom prst="rect">
              <a:avLst/>
            </a:prstGeom>
            <a:noFill/>
            <a:ln>
              <a:noFill/>
            </a:ln>
          </p:spPr>
        </p:pic>
        <p:grpSp>
          <p:nvGrpSpPr>
            <p:cNvPr descr="Corporate data center group." id="2002" name="Google Shape;2002;p19"/>
            <p:cNvGrpSpPr/>
            <p:nvPr/>
          </p:nvGrpSpPr>
          <p:grpSpPr>
            <a:xfrm>
              <a:off x="467938" y="1826409"/>
              <a:ext cx="2732835" cy="3083473"/>
              <a:chOff x="10036827" y="2618864"/>
              <a:chExt cx="2732835" cy="3083473"/>
            </a:xfrm>
          </p:grpSpPr>
          <p:sp>
            <p:nvSpPr>
              <p:cNvPr id="2003" name="Google Shape;2003;p19"/>
              <p:cNvSpPr/>
              <p:nvPr/>
            </p:nvSpPr>
            <p:spPr>
              <a:xfrm>
                <a:off x="10036827" y="2618864"/>
                <a:ext cx="2732835" cy="3083473"/>
              </a:xfrm>
              <a:prstGeom prst="rect">
                <a:avLst/>
              </a:prstGeom>
              <a:noFill/>
              <a:ln cap="flat" cmpd="sng" w="19050">
                <a:solidFill>
                  <a:srgbClr val="7D8998"/>
                </a:solidFill>
                <a:prstDash val="solid"/>
                <a:round/>
                <a:headEnd len="sm" w="sm" type="none"/>
                <a:tailEnd len="sm" w="sm" type="none"/>
              </a:ln>
            </p:spPr>
            <p:txBody>
              <a:bodyPr anchorCtr="0" anchor="t" bIns="45700" lIns="502900" spcFirstLastPara="1" rIns="91425" wrap="square" tIns="91425">
                <a:noAutofit/>
              </a:bodyPr>
              <a:lstStyle/>
              <a:p>
                <a:pPr indent="0" lvl="0" marL="0" marR="0" rtl="0" algn="l">
                  <a:spcBef>
                    <a:spcPts val="0"/>
                  </a:spcBef>
                  <a:spcAft>
                    <a:spcPts val="0"/>
                  </a:spcAft>
                  <a:buNone/>
                </a:pPr>
                <a:r>
                  <a:rPr lang="en-US" sz="1600">
                    <a:solidFill>
                      <a:schemeClr val="dk1"/>
                    </a:solidFill>
                    <a:latin typeface="Play"/>
                    <a:ea typeface="Play"/>
                    <a:cs typeface="Play"/>
                    <a:sym typeface="Play"/>
                  </a:rPr>
                  <a:t>Corporate data center</a:t>
                </a:r>
                <a:endParaRPr/>
              </a:p>
            </p:txBody>
          </p:sp>
          <p:pic>
            <p:nvPicPr>
              <p:cNvPr descr="Corporate data center group icon. " id="2004" name="Google Shape;2004;p19"/>
              <p:cNvPicPr preferRelativeResize="0"/>
              <p:nvPr/>
            </p:nvPicPr>
            <p:blipFill rotWithShape="1">
              <a:blip r:embed="rId8">
                <a:alphaModFix/>
              </a:blip>
              <a:srcRect b="0" l="0" r="0" t="0"/>
              <a:stretch/>
            </p:blipFill>
            <p:spPr>
              <a:xfrm>
                <a:off x="10036828" y="2618865"/>
                <a:ext cx="381000" cy="381000"/>
              </a:xfrm>
              <a:prstGeom prst="rect">
                <a:avLst/>
              </a:prstGeom>
              <a:noFill/>
              <a:ln>
                <a:noFill/>
              </a:ln>
            </p:spPr>
          </p:pic>
        </p:gr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8" name="Shape 2008"/>
        <p:cNvGrpSpPr/>
        <p:nvPr/>
      </p:nvGrpSpPr>
      <p:grpSpPr>
        <a:xfrm>
          <a:off x="0" y="0"/>
          <a:ext cx="0" cy="0"/>
          <a:chOff x="0" y="0"/>
          <a:chExt cx="0" cy="0"/>
        </a:xfrm>
      </p:grpSpPr>
      <p:sp>
        <p:nvSpPr>
          <p:cNvPr id="2009" name="Google Shape;2009;p20"/>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010" name="Google Shape;2010;p20"/>
          <p:cNvSpPr txBox="1"/>
          <p:nvPr>
            <p:ph type="title"/>
          </p:nvPr>
        </p:nvSpPr>
        <p:spPr>
          <a:xfrm>
            <a:off x="243242" y="292099"/>
            <a:ext cx="4062057" cy="1866901"/>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lt1"/>
              </a:buClr>
              <a:buSzPts val="3600"/>
              <a:buFont typeface="Play"/>
              <a:buNone/>
            </a:pPr>
            <a:r>
              <a:rPr lang="en-US"/>
              <a:t>Key takeaways: Using Amazon S3</a:t>
            </a:r>
            <a:endParaRPr/>
          </a:p>
        </p:txBody>
      </p:sp>
      <p:sp>
        <p:nvSpPr>
          <p:cNvPr id="2011" name="Google Shape;2011;p20"/>
          <p:cNvSpPr txBox="1"/>
          <p:nvPr>
            <p:ph idx="1" type="body"/>
          </p:nvPr>
        </p:nvSpPr>
        <p:spPr>
          <a:xfrm>
            <a:off x="4592635" y="292099"/>
            <a:ext cx="7239701" cy="6142651"/>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800"/>
              <a:buNone/>
            </a:pPr>
            <a:r>
              <a:rPr lang="en-US">
                <a:solidFill>
                  <a:schemeClr val="dk1"/>
                </a:solidFill>
              </a:rPr>
              <a:t>Amazon S3 is often used to do the following:</a:t>
            </a:r>
            <a:endParaRPr sz="2000">
              <a:solidFill>
                <a:schemeClr val="dk1"/>
              </a:solidFill>
            </a:endParaRPr>
          </a:p>
          <a:p>
            <a:pPr indent="-228600" lvl="0" marL="228600" rtl="0" algn="l">
              <a:lnSpc>
                <a:spcPct val="100000"/>
              </a:lnSpc>
              <a:spcBef>
                <a:spcPts val="1200"/>
              </a:spcBef>
              <a:spcAft>
                <a:spcPts val="0"/>
              </a:spcAft>
              <a:buClr>
                <a:schemeClr val="dk1"/>
              </a:buClr>
              <a:buSzPts val="2800"/>
              <a:buChar char="•"/>
            </a:pPr>
            <a:r>
              <a:rPr lang="en-US" sz="2800">
                <a:solidFill>
                  <a:schemeClr val="dk1"/>
                </a:solidFill>
              </a:rPr>
              <a:t>Store and distribute videos, photos, music files, and other media. </a:t>
            </a:r>
            <a:endParaRPr/>
          </a:p>
          <a:p>
            <a:pPr indent="-228600" lvl="0" marL="228600" rtl="0" algn="l">
              <a:lnSpc>
                <a:spcPct val="100000"/>
              </a:lnSpc>
              <a:spcBef>
                <a:spcPts val="1200"/>
              </a:spcBef>
              <a:spcAft>
                <a:spcPts val="0"/>
              </a:spcAft>
              <a:buClr>
                <a:schemeClr val="dk1"/>
              </a:buClr>
              <a:buSzPts val="2800"/>
              <a:buChar char="•"/>
            </a:pPr>
            <a:r>
              <a:rPr lang="en-US" sz="2800">
                <a:solidFill>
                  <a:schemeClr val="dk1"/>
                </a:solidFill>
              </a:rPr>
              <a:t>Support static content, including HTML files, images, videos.</a:t>
            </a:r>
            <a:endParaRPr/>
          </a:p>
          <a:p>
            <a:pPr indent="-228600" lvl="0" marL="228600" rtl="0" algn="l">
              <a:lnSpc>
                <a:spcPct val="100000"/>
              </a:lnSpc>
              <a:spcBef>
                <a:spcPts val="1200"/>
              </a:spcBef>
              <a:spcAft>
                <a:spcPts val="0"/>
              </a:spcAft>
              <a:buClr>
                <a:schemeClr val="dk1"/>
              </a:buClr>
              <a:buSzPts val="2800"/>
              <a:buChar char="•"/>
            </a:pPr>
            <a:r>
              <a:rPr lang="en-US" sz="2800">
                <a:solidFill>
                  <a:schemeClr val="dk1"/>
                </a:solidFill>
              </a:rPr>
              <a:t>Store data for computation and large-scale analytics.</a:t>
            </a:r>
            <a:endParaRPr/>
          </a:p>
          <a:p>
            <a:pPr indent="-228600" lvl="0" marL="228600" rtl="0" algn="l">
              <a:lnSpc>
                <a:spcPct val="100000"/>
              </a:lnSpc>
              <a:spcBef>
                <a:spcPts val="1200"/>
              </a:spcBef>
              <a:spcAft>
                <a:spcPts val="0"/>
              </a:spcAft>
              <a:buClr>
                <a:schemeClr val="dk1"/>
              </a:buClr>
              <a:buSzPts val="2800"/>
              <a:buChar char="•"/>
            </a:pPr>
            <a:r>
              <a:rPr lang="en-US" sz="2800">
                <a:solidFill>
                  <a:schemeClr val="dk1"/>
                </a:solidFill>
              </a:rPr>
              <a:t>Provide a data backup solution.</a:t>
            </a:r>
            <a:endParaRPr sz="2400">
              <a:solidFill>
                <a:schemeClr val="dk1"/>
              </a:solidFill>
            </a:endParaRPr>
          </a:p>
        </p:txBody>
      </p:sp>
      <p:pic>
        <p:nvPicPr>
          <p:cNvPr id="2012" name="Google Shape;2012;p20"/>
          <p:cNvPicPr preferRelativeResize="0"/>
          <p:nvPr/>
        </p:nvPicPr>
        <p:blipFill rotWithShape="1">
          <a:blip r:embed="rId3">
            <a:alphaModFix/>
          </a:blip>
          <a:srcRect b="0" l="0" r="0" t="0"/>
          <a:stretch/>
        </p:blipFill>
        <p:spPr>
          <a:xfrm>
            <a:off x="968565" y="2892425"/>
            <a:ext cx="2511045" cy="27432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6" name="Shape 2016"/>
        <p:cNvGrpSpPr/>
        <p:nvPr/>
      </p:nvGrpSpPr>
      <p:grpSpPr>
        <a:xfrm>
          <a:off x="0" y="0"/>
          <a:ext cx="0" cy="0"/>
          <a:chOff x="0" y="0"/>
          <a:chExt cx="0" cy="0"/>
        </a:xfrm>
      </p:grpSpPr>
      <p:sp>
        <p:nvSpPr>
          <p:cNvPr id="2017" name="Google Shape;2017;p21"/>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018" name="Google Shape;2018;p21"/>
          <p:cNvSpPr txBox="1"/>
          <p:nvPr>
            <p:ph type="title"/>
          </p:nvPr>
        </p:nvSpPr>
        <p:spPr>
          <a:xfrm>
            <a:off x="457200" y="2545492"/>
            <a:ext cx="11375136" cy="244687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4800"/>
              <a:buFont typeface="Play"/>
              <a:buNone/>
            </a:pPr>
            <a:r>
              <a:rPr lang="en-US"/>
              <a:t>Moving data to and from Amazon S3</a:t>
            </a:r>
            <a:endParaRPr/>
          </a:p>
        </p:txBody>
      </p:sp>
      <p:sp>
        <p:nvSpPr>
          <p:cNvPr id="2019" name="Google Shape;2019;p21"/>
          <p:cNvSpPr txBox="1"/>
          <p:nvPr>
            <p:ph idx="1" type="subTitle"/>
          </p:nvPr>
        </p:nvSpPr>
        <p:spPr>
          <a:xfrm>
            <a:off x="457200" y="5040376"/>
            <a:ext cx="11375136" cy="99589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3200"/>
              <a:buNone/>
            </a:pPr>
            <a:r>
              <a:rPr lang="en-US"/>
              <a:t>Adding a Storage Layer with Amazon S3</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3" name="Shape 2023"/>
        <p:cNvGrpSpPr/>
        <p:nvPr/>
      </p:nvGrpSpPr>
      <p:grpSpPr>
        <a:xfrm>
          <a:off x="0" y="0"/>
          <a:ext cx="0" cy="0"/>
          <a:chOff x="0" y="0"/>
          <a:chExt cx="0" cy="0"/>
        </a:xfrm>
      </p:grpSpPr>
      <p:sp>
        <p:nvSpPr>
          <p:cNvPr id="2024" name="Google Shape;2024;p22"/>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025" name="Google Shape;2025;p22"/>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2F3E"/>
              </a:buClr>
              <a:buSzPts val="3600"/>
              <a:buFont typeface="Play"/>
              <a:buNone/>
            </a:pPr>
            <a:r>
              <a:rPr lang="en-US"/>
              <a:t>Storing objects in Amazon S3</a:t>
            </a:r>
            <a:endParaRPr/>
          </a:p>
        </p:txBody>
      </p:sp>
      <p:sp>
        <p:nvSpPr>
          <p:cNvPr id="2026" name="Google Shape;2026;p22"/>
          <p:cNvSpPr/>
          <p:nvPr/>
        </p:nvSpPr>
        <p:spPr>
          <a:xfrm>
            <a:off x="494797" y="1215962"/>
            <a:ext cx="11261775" cy="2954655"/>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2800"/>
              <a:buFont typeface="Arial"/>
              <a:buChar char="•"/>
            </a:pPr>
            <a:r>
              <a:rPr lang="en-US" sz="2800">
                <a:solidFill>
                  <a:schemeClr val="dk1"/>
                </a:solidFill>
                <a:latin typeface="Play"/>
                <a:ea typeface="Play"/>
                <a:cs typeface="Play"/>
                <a:sym typeface="Play"/>
              </a:rPr>
              <a:t>There is no limit to the number of objects in a bucket.</a:t>
            </a:r>
            <a:endParaRPr/>
          </a:p>
          <a:p>
            <a:pPr indent="-285750" lvl="0" marL="285750" marR="0" rtl="0" algn="l">
              <a:spcBef>
                <a:spcPts val="0"/>
              </a:spcBef>
              <a:spcAft>
                <a:spcPts val="0"/>
              </a:spcAft>
              <a:buClr>
                <a:schemeClr val="dk1"/>
              </a:buClr>
              <a:buSzPts val="2800"/>
              <a:buFont typeface="Arial"/>
              <a:buChar char="•"/>
            </a:pPr>
            <a:r>
              <a:rPr lang="en-US" sz="2800">
                <a:solidFill>
                  <a:schemeClr val="dk1"/>
                </a:solidFill>
                <a:latin typeface="Play"/>
                <a:ea typeface="Play"/>
                <a:cs typeface="Play"/>
                <a:sym typeface="Play"/>
              </a:rPr>
              <a:t>Uploading an object requires write permission to the bucket.</a:t>
            </a:r>
            <a:endParaRPr/>
          </a:p>
          <a:p>
            <a:pPr indent="-285750" lvl="0" marL="285750" marR="0" rtl="0" algn="l">
              <a:spcBef>
                <a:spcPts val="0"/>
              </a:spcBef>
              <a:spcAft>
                <a:spcPts val="0"/>
              </a:spcAft>
              <a:buClr>
                <a:schemeClr val="dk1"/>
              </a:buClr>
              <a:buSzPts val="2800"/>
              <a:buFont typeface="Arial"/>
              <a:buChar char="•"/>
            </a:pPr>
            <a:r>
              <a:rPr lang="en-US" sz="2800">
                <a:solidFill>
                  <a:schemeClr val="dk1"/>
                </a:solidFill>
                <a:latin typeface="Play"/>
                <a:ea typeface="Play"/>
                <a:cs typeface="Play"/>
                <a:sym typeface="Play"/>
              </a:rPr>
              <a:t>Objects are encrypted by default.</a:t>
            </a:r>
            <a:endParaRPr/>
          </a:p>
          <a:p>
            <a:pPr indent="-342900" lvl="1" marL="800100" marR="0" rtl="0" algn="l">
              <a:spcBef>
                <a:spcPts val="0"/>
              </a:spcBef>
              <a:spcAft>
                <a:spcPts val="0"/>
              </a:spcAft>
              <a:buClr>
                <a:schemeClr val="dk1"/>
              </a:buClr>
              <a:buSzPts val="2800"/>
              <a:buFont typeface="Arial"/>
              <a:buChar char="•"/>
            </a:pPr>
            <a:r>
              <a:rPr b="0" i="0" lang="en-US" sz="2800" u="none" cap="none" strike="noStrike">
                <a:solidFill>
                  <a:schemeClr val="dk1"/>
                </a:solidFill>
                <a:latin typeface="Play"/>
                <a:ea typeface="Play"/>
                <a:cs typeface="Play"/>
                <a:sym typeface="Play"/>
              </a:rPr>
              <a:t>During upload, objects are automatically encrypted by using server-side encryption.</a:t>
            </a:r>
            <a:endParaRPr/>
          </a:p>
          <a:p>
            <a:pPr indent="-342900" lvl="1" marL="800100" marR="0" rtl="0" algn="l">
              <a:spcBef>
                <a:spcPts val="0"/>
              </a:spcBef>
              <a:spcAft>
                <a:spcPts val="0"/>
              </a:spcAft>
              <a:buClr>
                <a:schemeClr val="dk1"/>
              </a:buClr>
              <a:buSzPts val="2800"/>
              <a:buFont typeface="Arial"/>
              <a:buChar char="•"/>
            </a:pPr>
            <a:r>
              <a:rPr b="0" i="0" lang="en-US" sz="2800" u="none" cap="none" strike="noStrike">
                <a:solidFill>
                  <a:schemeClr val="dk1"/>
                </a:solidFill>
                <a:latin typeface="Play"/>
                <a:ea typeface="Play"/>
                <a:cs typeface="Play"/>
                <a:sym typeface="Play"/>
              </a:rPr>
              <a:t>During download, objects are decrypted. </a:t>
            </a:r>
            <a:endParaRPr/>
          </a:p>
          <a:p>
            <a:pPr indent="0" lvl="0" marL="0" marR="0" rtl="0" algn="l">
              <a:spcBef>
                <a:spcPts val="0"/>
              </a:spcBef>
              <a:spcAft>
                <a:spcPts val="0"/>
              </a:spcAft>
              <a:buNone/>
            </a:pPr>
            <a:r>
              <a:t/>
            </a:r>
            <a:endParaRPr sz="1800">
              <a:solidFill>
                <a:schemeClr val="dk1"/>
              </a:solidFill>
              <a:latin typeface="Play"/>
              <a:ea typeface="Play"/>
              <a:cs typeface="Play"/>
              <a:sym typeface="Play"/>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0" name="Shape 2030"/>
        <p:cNvGrpSpPr/>
        <p:nvPr/>
      </p:nvGrpSpPr>
      <p:grpSpPr>
        <a:xfrm>
          <a:off x="0" y="0"/>
          <a:ext cx="0" cy="0"/>
          <a:chOff x="0" y="0"/>
          <a:chExt cx="0" cy="0"/>
        </a:xfrm>
      </p:grpSpPr>
      <p:sp>
        <p:nvSpPr>
          <p:cNvPr id="2031" name="Google Shape;2031;p23"/>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032" name="Google Shape;2032;p23"/>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2F3E"/>
              </a:buClr>
              <a:buSzPts val="3600"/>
              <a:buFont typeface="Play"/>
              <a:buNone/>
            </a:pPr>
            <a:r>
              <a:rPr lang="en-US"/>
              <a:t>Options for uploading objects to Amazon S3</a:t>
            </a:r>
            <a:endParaRPr/>
          </a:p>
        </p:txBody>
      </p:sp>
      <p:graphicFrame>
        <p:nvGraphicFramePr>
          <p:cNvPr id="2033" name="Google Shape;2033;p23"/>
          <p:cNvGraphicFramePr/>
          <p:nvPr/>
        </p:nvGraphicFramePr>
        <p:xfrm>
          <a:off x="353567" y="1300266"/>
          <a:ext cx="3000000" cy="3000000"/>
        </p:xfrm>
        <a:graphic>
          <a:graphicData uri="http://schemas.openxmlformats.org/drawingml/2006/table">
            <a:tbl>
              <a:tblPr bandRow="1" firstRow="1">
                <a:noFill/>
                <a:tableStyleId>{60223444-1132-4FAA-9405-773630814508}</a:tableStyleId>
              </a:tblPr>
              <a:tblGrid>
                <a:gridCol w="2891650"/>
                <a:gridCol w="8745875"/>
              </a:tblGrid>
              <a:tr h="696875">
                <a:tc>
                  <a:txBody>
                    <a:bodyPr/>
                    <a:lstStyle/>
                    <a:p>
                      <a:pPr indent="0" lvl="0" marL="0" marR="0" rtl="0" algn="ctr">
                        <a:spcBef>
                          <a:spcPts val="0"/>
                        </a:spcBef>
                        <a:spcAft>
                          <a:spcPts val="0"/>
                        </a:spcAft>
                        <a:buNone/>
                      </a:pPr>
                      <a:r>
                        <a:rPr lang="en-US" sz="1800">
                          <a:solidFill>
                            <a:schemeClr val="lt1"/>
                          </a:solidFill>
                          <a:latin typeface="Play"/>
                          <a:ea typeface="Play"/>
                          <a:cs typeface="Play"/>
                          <a:sym typeface="Play"/>
                        </a:rPr>
                        <a:t>Uploading Amazon S3</a:t>
                      </a:r>
                      <a:endParaRPr b="0" sz="1800">
                        <a:solidFill>
                          <a:schemeClr val="lt1"/>
                        </a:solidFill>
                        <a:latin typeface="Play"/>
                        <a:ea typeface="Play"/>
                        <a:cs typeface="Play"/>
                        <a:sym typeface="Play"/>
                      </a:endParaRPr>
                    </a:p>
                  </a:txBody>
                  <a:tcPr marT="37675" marB="37675" marR="75325" marL="150650" anchor="ctr"/>
                </a:tc>
                <a:tc>
                  <a:txBody>
                    <a:bodyPr/>
                    <a:lstStyle/>
                    <a:p>
                      <a:pPr indent="0" lvl="0" marL="0" marR="0" rtl="0" algn="l">
                        <a:spcBef>
                          <a:spcPts val="0"/>
                        </a:spcBef>
                        <a:spcAft>
                          <a:spcPts val="0"/>
                        </a:spcAft>
                        <a:buNone/>
                      </a:pPr>
                      <a:r>
                        <a:rPr lang="en-US" sz="1800">
                          <a:solidFill>
                            <a:schemeClr val="lt1"/>
                          </a:solidFill>
                          <a:latin typeface="Play"/>
                          <a:ea typeface="Play"/>
                          <a:cs typeface="Play"/>
                          <a:sym typeface="Play"/>
                        </a:rPr>
                        <a:t>Description</a:t>
                      </a:r>
                      <a:endParaRPr b="1" sz="1800">
                        <a:solidFill>
                          <a:schemeClr val="lt1"/>
                        </a:solidFill>
                        <a:latin typeface="Play"/>
                        <a:ea typeface="Play"/>
                        <a:cs typeface="Play"/>
                        <a:sym typeface="Play"/>
                      </a:endParaRPr>
                    </a:p>
                  </a:txBody>
                  <a:tcPr marT="37675" marB="37675" marR="75325" marL="150650" anchor="ctr"/>
                </a:tc>
              </a:tr>
              <a:tr h="1003225">
                <a:tc>
                  <a:txBody>
                    <a:bodyPr/>
                    <a:lstStyle/>
                    <a:p>
                      <a:pPr indent="0" lvl="0" marL="0" marR="0" rtl="0" algn="ctr">
                        <a:spcBef>
                          <a:spcPts val="0"/>
                        </a:spcBef>
                        <a:spcAft>
                          <a:spcPts val="0"/>
                        </a:spcAft>
                        <a:buNone/>
                      </a:pPr>
                      <a:r>
                        <a:rPr lang="en-US" sz="1800">
                          <a:latin typeface="Play"/>
                          <a:ea typeface="Play"/>
                          <a:cs typeface="Play"/>
                          <a:sym typeface="Play"/>
                        </a:rPr>
                        <a:t>AWS              Management Console</a:t>
                      </a:r>
                      <a:endParaRPr/>
                    </a:p>
                  </a:txBody>
                  <a:tcPr marT="37675" marB="37675" marR="75325" marL="150650" anchor="ctr"/>
                </a:tc>
                <a:tc>
                  <a:txBody>
                    <a:bodyPr/>
                    <a:lstStyle/>
                    <a:p>
                      <a:pPr indent="0" lvl="0" marL="0" marR="0" rtl="0" algn="l">
                        <a:lnSpc>
                          <a:spcPct val="100000"/>
                        </a:lnSpc>
                        <a:spcBef>
                          <a:spcPts val="0"/>
                        </a:spcBef>
                        <a:spcAft>
                          <a:spcPts val="0"/>
                        </a:spcAft>
                        <a:buClr>
                          <a:schemeClr val="dk1"/>
                        </a:buClr>
                        <a:buSzPts val="1800"/>
                        <a:buFont typeface="Arial"/>
                        <a:buNone/>
                      </a:pPr>
                      <a:r>
                        <a:rPr lang="en-US" sz="1800">
                          <a:latin typeface="Play"/>
                          <a:ea typeface="Play"/>
                          <a:cs typeface="Play"/>
                          <a:sym typeface="Play"/>
                        </a:rPr>
                        <a:t>Use a wizard-based approach to move data into or out of Amazon S3, including the option to drag and drop files. (maximum size is 160 GB). </a:t>
                      </a:r>
                      <a:endParaRPr/>
                    </a:p>
                  </a:txBody>
                  <a:tcPr marT="37675" marB="37675" marR="75325" marL="150650" anchor="ctr"/>
                </a:tc>
              </a:tr>
              <a:tr h="1309600">
                <a:tc>
                  <a:txBody>
                    <a:bodyPr/>
                    <a:lstStyle/>
                    <a:p>
                      <a:pPr indent="0" lvl="0" marL="0" marR="0" rtl="0" algn="ctr">
                        <a:lnSpc>
                          <a:spcPct val="100000"/>
                        </a:lnSpc>
                        <a:spcBef>
                          <a:spcPts val="0"/>
                        </a:spcBef>
                        <a:spcAft>
                          <a:spcPts val="0"/>
                        </a:spcAft>
                        <a:buClr>
                          <a:schemeClr val="dk1"/>
                        </a:buClr>
                        <a:buSzPts val="1800"/>
                        <a:buFont typeface="Play"/>
                        <a:buNone/>
                      </a:pPr>
                      <a:r>
                        <a:rPr lang="en-US" sz="1800">
                          <a:latin typeface="Play"/>
                          <a:ea typeface="Play"/>
                          <a:cs typeface="Play"/>
                          <a:sym typeface="Play"/>
                        </a:rPr>
                        <a:t>AWS Command </a:t>
                      </a:r>
                      <a:br>
                        <a:rPr lang="en-US" sz="1800">
                          <a:latin typeface="Play"/>
                          <a:ea typeface="Play"/>
                          <a:cs typeface="Play"/>
                          <a:sym typeface="Play"/>
                        </a:rPr>
                      </a:br>
                      <a:r>
                        <a:rPr lang="en-US" sz="1800">
                          <a:latin typeface="Play"/>
                          <a:ea typeface="Play"/>
                          <a:cs typeface="Play"/>
                          <a:sym typeface="Play"/>
                        </a:rPr>
                        <a:t>Line Interface </a:t>
                      </a:r>
                      <a:r>
                        <a:rPr b="0" i="0" lang="en-US" sz="1800">
                          <a:solidFill>
                            <a:schemeClr val="dk1"/>
                          </a:solidFill>
                          <a:latin typeface="Play"/>
                          <a:ea typeface="Play"/>
                          <a:cs typeface="Play"/>
                          <a:sym typeface="Play"/>
                        </a:rPr>
                        <a:t>(AWS CLI)</a:t>
                      </a:r>
                      <a:endParaRPr sz="1800">
                        <a:latin typeface="Play"/>
                        <a:ea typeface="Play"/>
                        <a:cs typeface="Play"/>
                        <a:sym typeface="Play"/>
                      </a:endParaRPr>
                    </a:p>
                  </a:txBody>
                  <a:tcPr marT="37675" marB="37675" marR="75325" marL="150650" anchor="ctr"/>
                </a:tc>
                <a:tc>
                  <a:txBody>
                    <a:bodyPr/>
                    <a:lstStyle/>
                    <a:p>
                      <a:pPr indent="0" lvl="0" marL="0" marR="0" rtl="0" algn="l">
                        <a:spcBef>
                          <a:spcPts val="0"/>
                        </a:spcBef>
                        <a:spcAft>
                          <a:spcPts val="0"/>
                        </a:spcAft>
                        <a:buClr>
                          <a:schemeClr val="dk1"/>
                        </a:buClr>
                        <a:buSzPts val="1800"/>
                        <a:buFont typeface="Play"/>
                        <a:buNone/>
                      </a:pPr>
                      <a:r>
                        <a:t/>
                      </a:r>
                      <a:endParaRPr sz="1800">
                        <a:latin typeface="Play"/>
                        <a:ea typeface="Play"/>
                        <a:cs typeface="Play"/>
                        <a:sym typeface="Play"/>
                      </a:endParaRPr>
                    </a:p>
                    <a:p>
                      <a:pPr indent="0" lvl="0" marL="0" marR="0" rtl="0" algn="l">
                        <a:spcBef>
                          <a:spcPts val="0"/>
                        </a:spcBef>
                        <a:spcAft>
                          <a:spcPts val="0"/>
                        </a:spcAft>
                        <a:buClr>
                          <a:schemeClr val="dk1"/>
                        </a:buClr>
                        <a:buSzPts val="1800"/>
                        <a:buFont typeface="Play"/>
                        <a:buNone/>
                      </a:pPr>
                      <a:r>
                        <a:rPr lang="en-US" sz="1800">
                          <a:latin typeface="Play"/>
                          <a:ea typeface="Play"/>
                          <a:cs typeface="Play"/>
                          <a:sym typeface="Play"/>
                        </a:rPr>
                        <a:t>Upload or download from a terminal command prompt or in a call from a script.</a:t>
                      </a:r>
                      <a:br>
                        <a:rPr lang="en-US" sz="1800">
                          <a:latin typeface="Play"/>
                          <a:ea typeface="Play"/>
                          <a:cs typeface="Play"/>
                          <a:sym typeface="Play"/>
                        </a:rPr>
                      </a:br>
                      <a:endParaRPr sz="1800">
                        <a:latin typeface="Play"/>
                        <a:ea typeface="Play"/>
                        <a:cs typeface="Play"/>
                        <a:sym typeface="Play"/>
                      </a:endParaRPr>
                    </a:p>
                  </a:txBody>
                  <a:tcPr marT="37675" marB="37675" marR="75325" marL="150650" anchor="ctr"/>
                </a:tc>
              </a:tr>
              <a:tr h="619875">
                <a:tc>
                  <a:txBody>
                    <a:bodyPr/>
                    <a:lstStyle/>
                    <a:p>
                      <a:pPr indent="0" lvl="0" marL="0" marR="0" rtl="0" algn="ctr">
                        <a:lnSpc>
                          <a:spcPct val="100000"/>
                        </a:lnSpc>
                        <a:spcBef>
                          <a:spcPts val="0"/>
                        </a:spcBef>
                        <a:spcAft>
                          <a:spcPts val="0"/>
                        </a:spcAft>
                        <a:buClr>
                          <a:schemeClr val="dk1"/>
                        </a:buClr>
                        <a:buSzPts val="1800"/>
                        <a:buFont typeface="Play"/>
                        <a:buNone/>
                      </a:pPr>
                      <a:r>
                        <a:rPr lang="en-US" sz="1800">
                          <a:latin typeface="Play"/>
                          <a:ea typeface="Play"/>
                          <a:cs typeface="Play"/>
                          <a:sym typeface="Play"/>
                        </a:rPr>
                        <a:t>AWS SDKs</a:t>
                      </a:r>
                      <a:endParaRPr/>
                    </a:p>
                  </a:txBody>
                  <a:tcPr marT="37675" marB="37675" marR="75325" marL="150650" anchor="ctr"/>
                </a:tc>
                <a:tc>
                  <a:txBody>
                    <a:bodyPr/>
                    <a:lstStyle/>
                    <a:p>
                      <a:pPr indent="0" lvl="0" marL="0" marR="0" rtl="0" algn="l">
                        <a:spcBef>
                          <a:spcPts val="0"/>
                        </a:spcBef>
                        <a:spcAft>
                          <a:spcPts val="0"/>
                        </a:spcAft>
                        <a:buClr>
                          <a:schemeClr val="dk1"/>
                        </a:buClr>
                        <a:buSzPts val="1800"/>
                        <a:buFont typeface="Arial"/>
                        <a:buNone/>
                      </a:pPr>
                      <a:r>
                        <a:rPr lang="en-US" sz="1800">
                          <a:latin typeface="Play"/>
                          <a:ea typeface="Play"/>
                          <a:cs typeface="Play"/>
                          <a:sym typeface="Play"/>
                        </a:rPr>
                        <a:t>Use AWS SDKs to upload objects programmatically.</a:t>
                      </a:r>
                      <a:endParaRPr/>
                    </a:p>
                  </a:txBody>
                  <a:tcPr marT="37675" marB="37675" marR="75325" marL="150650" anchor="ctr"/>
                </a:tc>
              </a:tr>
              <a:tr h="1309600">
                <a:tc>
                  <a:txBody>
                    <a:bodyPr/>
                    <a:lstStyle/>
                    <a:p>
                      <a:pPr indent="0" lvl="0" marL="0" marR="0" rtl="0" algn="ctr">
                        <a:lnSpc>
                          <a:spcPct val="100000"/>
                        </a:lnSpc>
                        <a:spcBef>
                          <a:spcPts val="0"/>
                        </a:spcBef>
                        <a:spcAft>
                          <a:spcPts val="0"/>
                        </a:spcAft>
                        <a:buClr>
                          <a:schemeClr val="dk1"/>
                        </a:buClr>
                        <a:buSzPts val="1800"/>
                        <a:buFont typeface="Play"/>
                        <a:buNone/>
                      </a:pPr>
                      <a:r>
                        <a:rPr lang="en-US" sz="1800">
                          <a:latin typeface="Play"/>
                          <a:ea typeface="Play"/>
                          <a:cs typeface="Play"/>
                          <a:sym typeface="Play"/>
                        </a:rPr>
                        <a:t>Amazon S3 REST API</a:t>
                      </a:r>
                      <a:endParaRPr sz="1800">
                        <a:latin typeface="Play"/>
                        <a:ea typeface="Play"/>
                        <a:cs typeface="Play"/>
                        <a:sym typeface="Play"/>
                      </a:endParaRPr>
                    </a:p>
                  </a:txBody>
                  <a:tcPr marT="37675" marB="37675" marR="75325" marL="150650" anchor="ctr"/>
                </a:tc>
                <a:tc>
                  <a:txBody>
                    <a:bodyPr/>
                    <a:lstStyle/>
                    <a:p>
                      <a:pPr indent="0" lvl="0" marL="0" marR="0" rtl="0" algn="l">
                        <a:spcBef>
                          <a:spcPts val="0"/>
                        </a:spcBef>
                        <a:spcAft>
                          <a:spcPts val="0"/>
                        </a:spcAft>
                        <a:buClr>
                          <a:schemeClr val="dk1"/>
                        </a:buClr>
                        <a:buSzPts val="1800"/>
                        <a:buFont typeface="Arial"/>
                        <a:buNone/>
                      </a:pPr>
                      <a:r>
                        <a:rPr b="0" i="0" lang="en-US" sz="1800">
                          <a:solidFill>
                            <a:schemeClr val="dk1"/>
                          </a:solidFill>
                          <a:latin typeface="Play"/>
                          <a:ea typeface="Play"/>
                          <a:cs typeface="Play"/>
                          <a:sym typeface="Play"/>
                        </a:rPr>
                        <a:t>Send a </a:t>
                      </a:r>
                      <a:r>
                        <a:rPr lang="en-US" sz="1800">
                          <a:latin typeface="Play"/>
                          <a:ea typeface="Play"/>
                          <a:cs typeface="Play"/>
                          <a:sym typeface="Play"/>
                        </a:rPr>
                        <a:t>PUT</a:t>
                      </a:r>
                      <a:r>
                        <a:rPr b="0" i="0" lang="en-US" sz="1800">
                          <a:solidFill>
                            <a:schemeClr val="dk1"/>
                          </a:solidFill>
                          <a:latin typeface="Play"/>
                          <a:ea typeface="Play"/>
                          <a:cs typeface="Play"/>
                          <a:sym typeface="Play"/>
                        </a:rPr>
                        <a:t> request to upload data in a single operation.</a:t>
                      </a:r>
                      <a:endParaRPr sz="1800">
                        <a:latin typeface="Play"/>
                        <a:ea typeface="Play"/>
                        <a:cs typeface="Play"/>
                        <a:sym typeface="Play"/>
                      </a:endParaRPr>
                    </a:p>
                  </a:txBody>
                  <a:tcPr marT="37675" marB="37675" marR="75325" marL="150650" anchor="ct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7" name="Shape 2037"/>
        <p:cNvGrpSpPr/>
        <p:nvPr/>
      </p:nvGrpSpPr>
      <p:grpSpPr>
        <a:xfrm>
          <a:off x="0" y="0"/>
          <a:ext cx="0" cy="0"/>
          <a:chOff x="0" y="0"/>
          <a:chExt cx="0" cy="0"/>
        </a:xfrm>
      </p:grpSpPr>
      <p:sp>
        <p:nvSpPr>
          <p:cNvPr id="2038" name="Google Shape;2038;p24"/>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039" name="Google Shape;2039;p24"/>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2F3E"/>
              </a:buClr>
              <a:buSzPts val="3600"/>
              <a:buFont typeface="Play"/>
              <a:buNone/>
            </a:pPr>
            <a:r>
              <a:rPr lang="en-US"/>
              <a:t>Amazon S3 feature: Multipart upload</a:t>
            </a:r>
            <a:endParaRPr/>
          </a:p>
        </p:txBody>
      </p:sp>
      <p:sp>
        <p:nvSpPr>
          <p:cNvPr id="2040" name="Google Shape;2040;p24"/>
          <p:cNvSpPr txBox="1"/>
          <p:nvPr>
            <p:ph idx="1" type="body"/>
          </p:nvPr>
        </p:nvSpPr>
        <p:spPr>
          <a:xfrm>
            <a:off x="365760" y="1097280"/>
            <a:ext cx="11466576" cy="265995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232F3E"/>
              </a:buClr>
              <a:buSzPts val="2800"/>
              <a:buNone/>
            </a:pPr>
            <a:r>
              <a:rPr lang="en-US"/>
              <a:t>Multipart uploads have the following advantages:</a:t>
            </a:r>
            <a:endParaRPr/>
          </a:p>
          <a:p>
            <a:pPr indent="-228600" lvl="1" marL="457200" rtl="0" algn="l">
              <a:lnSpc>
                <a:spcPct val="100000"/>
              </a:lnSpc>
              <a:spcBef>
                <a:spcPts val="1200"/>
              </a:spcBef>
              <a:spcAft>
                <a:spcPts val="0"/>
              </a:spcAft>
              <a:buClr>
                <a:srgbClr val="232F3E"/>
              </a:buClr>
              <a:buSzPts val="2400"/>
              <a:buChar char="•"/>
            </a:pPr>
            <a:r>
              <a:rPr lang="en-US"/>
              <a:t>Improve throughput.</a:t>
            </a:r>
            <a:endParaRPr/>
          </a:p>
          <a:p>
            <a:pPr indent="-228600" lvl="1" marL="457200" rtl="0" algn="l">
              <a:lnSpc>
                <a:spcPct val="100000"/>
              </a:lnSpc>
              <a:spcBef>
                <a:spcPts val="1200"/>
              </a:spcBef>
              <a:spcAft>
                <a:spcPts val="0"/>
              </a:spcAft>
              <a:buClr>
                <a:srgbClr val="232F3E"/>
              </a:buClr>
              <a:buSzPts val="2400"/>
              <a:buChar char="•"/>
            </a:pPr>
            <a:r>
              <a:rPr lang="en-US"/>
              <a:t>Recover quickly from any network issues.</a:t>
            </a:r>
            <a:endParaRPr/>
          </a:p>
          <a:p>
            <a:pPr indent="-228600" lvl="1" marL="457200" rtl="0" algn="l">
              <a:lnSpc>
                <a:spcPct val="100000"/>
              </a:lnSpc>
              <a:spcBef>
                <a:spcPts val="1200"/>
              </a:spcBef>
              <a:spcAft>
                <a:spcPts val="0"/>
              </a:spcAft>
              <a:buClr>
                <a:srgbClr val="232F3E"/>
              </a:buClr>
              <a:buSzPts val="2400"/>
              <a:buChar char="•"/>
            </a:pPr>
            <a:r>
              <a:rPr lang="en-US"/>
              <a:t>Pause and resume object uploads.</a:t>
            </a:r>
            <a:endParaRPr/>
          </a:p>
          <a:p>
            <a:pPr indent="-228600" lvl="1" marL="457200" rtl="0" algn="l">
              <a:lnSpc>
                <a:spcPct val="100000"/>
              </a:lnSpc>
              <a:spcBef>
                <a:spcPts val="1200"/>
              </a:spcBef>
              <a:spcAft>
                <a:spcPts val="0"/>
              </a:spcAft>
              <a:buClr>
                <a:srgbClr val="232F3E"/>
              </a:buClr>
              <a:buSzPts val="2400"/>
              <a:buChar char="•"/>
            </a:pPr>
            <a:r>
              <a:rPr lang="en-US"/>
              <a:t>Begin an upload before you know the final object size.</a:t>
            </a:r>
            <a:endParaRPr/>
          </a:p>
        </p:txBody>
      </p:sp>
      <p:grpSp>
        <p:nvGrpSpPr>
          <p:cNvPr descr="The three steps in the process with a file that is split into three parts and then reassembled before it is stored in Amazon S3." id="2041" name="Google Shape;2041;p24"/>
          <p:cNvGrpSpPr/>
          <p:nvPr/>
        </p:nvGrpSpPr>
        <p:grpSpPr>
          <a:xfrm>
            <a:off x="386076" y="3926335"/>
            <a:ext cx="10626446" cy="2403001"/>
            <a:chOff x="386076" y="3926335"/>
            <a:chExt cx="10626446" cy="2403001"/>
          </a:xfrm>
        </p:grpSpPr>
        <p:sp>
          <p:nvSpPr>
            <p:cNvPr id="2042" name="Google Shape;2042;p24"/>
            <p:cNvSpPr/>
            <p:nvPr/>
          </p:nvSpPr>
          <p:spPr>
            <a:xfrm>
              <a:off x="4598825" y="4886787"/>
              <a:ext cx="770874" cy="338207"/>
            </a:xfrm>
            <a:prstGeom prst="rect">
              <a:avLst/>
            </a:prstGeom>
            <a:solidFill>
              <a:srgbClr val="F9F9F9"/>
            </a:solidFill>
            <a:ln cap="flat" cmpd="sng" w="28575">
              <a:solidFill>
                <a:srgbClr val="6161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Play"/>
                <a:ea typeface="Play"/>
                <a:cs typeface="Play"/>
                <a:sym typeface="Play"/>
              </a:endParaRPr>
            </a:p>
          </p:txBody>
        </p:sp>
        <p:sp>
          <p:nvSpPr>
            <p:cNvPr id="2043" name="Google Shape;2043;p24"/>
            <p:cNvSpPr txBox="1"/>
            <p:nvPr/>
          </p:nvSpPr>
          <p:spPr>
            <a:xfrm>
              <a:off x="9041812" y="5896788"/>
              <a:ext cx="1970710"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Play"/>
                  <a:ea typeface="Play"/>
                  <a:cs typeface="Play"/>
                  <a:sym typeface="Play"/>
                </a:rPr>
                <a:t>S3 bucket</a:t>
              </a:r>
              <a:endParaRPr/>
            </a:p>
          </p:txBody>
        </p:sp>
        <p:pic>
          <p:nvPicPr>
            <p:cNvPr id="2044" name="Google Shape;2044;p24"/>
            <p:cNvPicPr preferRelativeResize="0"/>
            <p:nvPr/>
          </p:nvPicPr>
          <p:blipFill rotWithShape="1">
            <a:blip r:embed="rId3">
              <a:alphaModFix/>
            </a:blip>
            <a:srcRect b="0" l="0" r="0" t="0"/>
            <a:stretch/>
          </p:blipFill>
          <p:spPr>
            <a:xfrm>
              <a:off x="1416093" y="4901061"/>
              <a:ext cx="828208" cy="1070814"/>
            </a:xfrm>
            <a:prstGeom prst="rect">
              <a:avLst/>
            </a:prstGeom>
            <a:noFill/>
            <a:ln>
              <a:noFill/>
            </a:ln>
          </p:spPr>
        </p:pic>
        <p:sp>
          <p:nvSpPr>
            <p:cNvPr id="2045" name="Google Shape;2045;p24"/>
            <p:cNvSpPr txBox="1"/>
            <p:nvPr/>
          </p:nvSpPr>
          <p:spPr>
            <a:xfrm>
              <a:off x="386076" y="5979353"/>
              <a:ext cx="2888242"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Play"/>
                  <a:ea typeface="Play"/>
                  <a:cs typeface="Play"/>
                  <a:sym typeface="Play"/>
                </a:rPr>
                <a:t>Object </a:t>
              </a:r>
              <a:endParaRPr/>
            </a:p>
          </p:txBody>
        </p:sp>
        <p:sp>
          <p:nvSpPr>
            <p:cNvPr id="2046" name="Google Shape;2046;p24"/>
            <p:cNvSpPr/>
            <p:nvPr/>
          </p:nvSpPr>
          <p:spPr>
            <a:xfrm>
              <a:off x="4598825" y="5267365"/>
              <a:ext cx="770874" cy="338207"/>
            </a:xfrm>
            <a:prstGeom prst="rect">
              <a:avLst/>
            </a:prstGeom>
            <a:solidFill>
              <a:srgbClr val="F9F9F9"/>
            </a:solidFill>
            <a:ln cap="flat" cmpd="sng" w="28575">
              <a:solidFill>
                <a:srgbClr val="6161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Play"/>
                <a:ea typeface="Play"/>
                <a:cs typeface="Play"/>
                <a:sym typeface="Play"/>
              </a:endParaRPr>
            </a:p>
          </p:txBody>
        </p:sp>
        <p:sp>
          <p:nvSpPr>
            <p:cNvPr id="2047" name="Google Shape;2047;p24"/>
            <p:cNvSpPr/>
            <p:nvPr/>
          </p:nvSpPr>
          <p:spPr>
            <a:xfrm>
              <a:off x="4598825" y="5642948"/>
              <a:ext cx="770874" cy="338207"/>
            </a:xfrm>
            <a:prstGeom prst="rect">
              <a:avLst/>
            </a:prstGeom>
            <a:solidFill>
              <a:srgbClr val="F9F9F9"/>
            </a:solidFill>
            <a:ln cap="flat" cmpd="sng" w="28575">
              <a:solidFill>
                <a:srgbClr val="6161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Play"/>
                <a:ea typeface="Play"/>
                <a:cs typeface="Play"/>
                <a:sym typeface="Play"/>
              </a:endParaRPr>
            </a:p>
          </p:txBody>
        </p:sp>
        <p:pic>
          <p:nvPicPr>
            <p:cNvPr id="2048" name="Google Shape;2048;p24"/>
            <p:cNvPicPr preferRelativeResize="0"/>
            <p:nvPr/>
          </p:nvPicPr>
          <p:blipFill rotWithShape="1">
            <a:blip r:embed="rId3">
              <a:alphaModFix/>
            </a:blip>
            <a:srcRect b="0" l="0" r="0" t="0"/>
            <a:stretch/>
          </p:blipFill>
          <p:spPr>
            <a:xfrm>
              <a:off x="7218400" y="4901061"/>
              <a:ext cx="828208" cy="1070814"/>
            </a:xfrm>
            <a:prstGeom prst="rect">
              <a:avLst/>
            </a:prstGeom>
            <a:noFill/>
            <a:ln>
              <a:noFill/>
            </a:ln>
          </p:spPr>
        </p:pic>
        <p:sp>
          <p:nvSpPr>
            <p:cNvPr id="2049" name="Google Shape;2049;p24"/>
            <p:cNvSpPr/>
            <p:nvPr/>
          </p:nvSpPr>
          <p:spPr>
            <a:xfrm>
              <a:off x="3792852" y="3931920"/>
              <a:ext cx="6984060" cy="2397416"/>
            </a:xfrm>
            <a:prstGeom prst="rect">
              <a:avLst/>
            </a:prstGeom>
            <a:noFill/>
            <a:ln cap="flat" cmpd="sng" w="38100">
              <a:solidFill>
                <a:schemeClr val="accent1"/>
              </a:solidFill>
              <a:prstDash val="solid"/>
              <a:round/>
              <a:headEnd len="sm" w="sm" type="none"/>
              <a:tailEnd len="sm" w="sm" type="none"/>
            </a:ln>
          </p:spPr>
          <p:txBody>
            <a:bodyPr anchorCtr="0" anchor="t" bIns="45700" lIns="457200" spcFirstLastPara="1" rIns="91425" wrap="square" tIns="91425">
              <a:noAutofit/>
            </a:bodyPr>
            <a:lstStyle/>
            <a:p>
              <a:pPr indent="0" lvl="0" marL="0" marR="0" rtl="0" algn="l">
                <a:spcBef>
                  <a:spcPts val="0"/>
                </a:spcBef>
                <a:spcAft>
                  <a:spcPts val="0"/>
                </a:spcAft>
                <a:buNone/>
              </a:pPr>
              <a:r>
                <a:rPr lang="en-US" sz="1600">
                  <a:solidFill>
                    <a:srgbClr val="000000"/>
                  </a:solidFill>
                  <a:latin typeface="Play"/>
                  <a:ea typeface="Play"/>
                  <a:cs typeface="Play"/>
                  <a:sym typeface="Play"/>
                </a:rPr>
                <a:t>AWS Cloud</a:t>
              </a:r>
              <a:endParaRPr/>
            </a:p>
          </p:txBody>
        </p:sp>
        <p:pic>
          <p:nvPicPr>
            <p:cNvPr id="2050" name="Google Shape;2050;p24"/>
            <p:cNvPicPr preferRelativeResize="0"/>
            <p:nvPr/>
          </p:nvPicPr>
          <p:blipFill rotWithShape="1">
            <a:blip r:embed="rId4">
              <a:alphaModFix/>
            </a:blip>
            <a:srcRect b="0" l="0" r="0" t="0"/>
            <a:stretch/>
          </p:blipFill>
          <p:spPr>
            <a:xfrm>
              <a:off x="3792852" y="3926335"/>
              <a:ext cx="410728" cy="410728"/>
            </a:xfrm>
            <a:prstGeom prst="rect">
              <a:avLst/>
            </a:prstGeom>
            <a:noFill/>
            <a:ln>
              <a:noFill/>
            </a:ln>
          </p:spPr>
        </p:pic>
        <p:sp>
          <p:nvSpPr>
            <p:cNvPr id="2051" name="Google Shape;2051;p24"/>
            <p:cNvSpPr/>
            <p:nvPr/>
          </p:nvSpPr>
          <p:spPr>
            <a:xfrm>
              <a:off x="2631408" y="4953541"/>
              <a:ext cx="365760" cy="365760"/>
            </a:xfrm>
            <a:prstGeom prst="ellipse">
              <a:avLst/>
            </a:prstGeom>
            <a:solidFill>
              <a:schemeClr val="accent2"/>
            </a:solidFill>
            <a:ln>
              <a:noFill/>
            </a:ln>
            <a:effectLst>
              <a:outerShdw blurRad="44450" rotWithShape="0" algn="ctr" dir="5400000" dist="13970">
                <a:srgbClr val="000000">
                  <a:alpha val="44705"/>
                </a:srgbClr>
              </a:outerShdw>
            </a:effectLst>
          </p:spPr>
          <p:txBody>
            <a:bodyPr anchorCtr="0" anchor="ctr" bIns="45700" lIns="45700" spcFirstLastPara="1" rIns="45700" wrap="square" tIns="45700">
              <a:noAutofit/>
            </a:bodyPr>
            <a:lstStyle/>
            <a:p>
              <a:pPr indent="0" lvl="0" marL="0" marR="0" rtl="0" algn="ctr">
                <a:spcBef>
                  <a:spcPts val="0"/>
                </a:spcBef>
                <a:spcAft>
                  <a:spcPts val="0"/>
                </a:spcAft>
                <a:buNone/>
              </a:pPr>
              <a:r>
                <a:rPr lang="en-US" sz="1600">
                  <a:solidFill>
                    <a:schemeClr val="lt1"/>
                  </a:solidFill>
                  <a:latin typeface="Play"/>
                  <a:ea typeface="Play"/>
                  <a:cs typeface="Play"/>
                  <a:sym typeface="Play"/>
                </a:rPr>
                <a:t>1</a:t>
              </a:r>
              <a:endParaRPr/>
            </a:p>
          </p:txBody>
        </p:sp>
        <p:sp>
          <p:nvSpPr>
            <p:cNvPr id="2052" name="Google Shape;2052;p24"/>
            <p:cNvSpPr/>
            <p:nvPr/>
          </p:nvSpPr>
          <p:spPr>
            <a:xfrm>
              <a:off x="4801382" y="4437377"/>
              <a:ext cx="365760" cy="365760"/>
            </a:xfrm>
            <a:prstGeom prst="ellipse">
              <a:avLst/>
            </a:prstGeom>
            <a:solidFill>
              <a:schemeClr val="accent2"/>
            </a:solidFill>
            <a:ln>
              <a:noFill/>
            </a:ln>
            <a:effectLst>
              <a:outerShdw blurRad="44450" rotWithShape="0" algn="ctr" dir="5400000" dist="13970">
                <a:srgbClr val="000000">
                  <a:alpha val="44705"/>
                </a:srgbClr>
              </a:outerShdw>
            </a:effectLst>
          </p:spPr>
          <p:txBody>
            <a:bodyPr anchorCtr="0" anchor="ctr" bIns="45700" lIns="45700" spcFirstLastPara="1" rIns="45700" wrap="square" tIns="45700">
              <a:noAutofit/>
            </a:bodyPr>
            <a:lstStyle/>
            <a:p>
              <a:pPr indent="0" lvl="0" marL="0" marR="0" rtl="0" algn="ctr">
                <a:spcBef>
                  <a:spcPts val="0"/>
                </a:spcBef>
                <a:spcAft>
                  <a:spcPts val="0"/>
                </a:spcAft>
                <a:buNone/>
              </a:pPr>
              <a:r>
                <a:rPr lang="en-US" sz="1600">
                  <a:solidFill>
                    <a:schemeClr val="lt1"/>
                  </a:solidFill>
                  <a:latin typeface="Play"/>
                  <a:ea typeface="Play"/>
                  <a:cs typeface="Play"/>
                  <a:sym typeface="Play"/>
                </a:rPr>
                <a:t>2</a:t>
              </a:r>
              <a:endParaRPr/>
            </a:p>
          </p:txBody>
        </p:sp>
        <p:sp>
          <p:nvSpPr>
            <p:cNvPr id="2053" name="Google Shape;2053;p24"/>
            <p:cNvSpPr/>
            <p:nvPr/>
          </p:nvSpPr>
          <p:spPr>
            <a:xfrm>
              <a:off x="6593155" y="4952265"/>
              <a:ext cx="365760" cy="365760"/>
            </a:xfrm>
            <a:prstGeom prst="ellipse">
              <a:avLst/>
            </a:prstGeom>
            <a:solidFill>
              <a:schemeClr val="accent2"/>
            </a:solidFill>
            <a:ln>
              <a:noFill/>
            </a:ln>
            <a:effectLst>
              <a:outerShdw blurRad="44450" rotWithShape="0" algn="ctr" dir="5400000" dist="13970">
                <a:srgbClr val="000000">
                  <a:alpha val="44705"/>
                </a:srgbClr>
              </a:outerShdw>
            </a:effectLst>
          </p:spPr>
          <p:txBody>
            <a:bodyPr anchorCtr="0" anchor="ctr" bIns="45700" lIns="45700" spcFirstLastPara="1" rIns="45700" wrap="square" tIns="45700">
              <a:noAutofit/>
            </a:bodyPr>
            <a:lstStyle/>
            <a:p>
              <a:pPr indent="0" lvl="0" marL="0" marR="0" rtl="0" algn="ctr">
                <a:spcBef>
                  <a:spcPts val="0"/>
                </a:spcBef>
                <a:spcAft>
                  <a:spcPts val="0"/>
                </a:spcAft>
                <a:buNone/>
              </a:pPr>
              <a:r>
                <a:rPr lang="en-US" sz="1600">
                  <a:solidFill>
                    <a:schemeClr val="lt1"/>
                  </a:solidFill>
                  <a:latin typeface="Play"/>
                  <a:ea typeface="Play"/>
                  <a:cs typeface="Play"/>
                  <a:sym typeface="Play"/>
                </a:rPr>
                <a:t>3</a:t>
              </a:r>
              <a:endParaRPr/>
            </a:p>
          </p:txBody>
        </p:sp>
        <p:cxnSp>
          <p:nvCxnSpPr>
            <p:cNvPr id="2054" name="Google Shape;2054;p24"/>
            <p:cNvCxnSpPr>
              <a:stCxn id="2044" idx="3"/>
              <a:endCxn id="2042" idx="1"/>
            </p:cNvCxnSpPr>
            <p:nvPr/>
          </p:nvCxnSpPr>
          <p:spPr>
            <a:xfrm flipH="1" rot="10800000">
              <a:off x="2244301" y="5055768"/>
              <a:ext cx="2354400" cy="380700"/>
            </a:xfrm>
            <a:prstGeom prst="bentConnector3">
              <a:avLst>
                <a:gd fmla="val 50000" name="adj1"/>
              </a:avLst>
            </a:prstGeom>
            <a:noFill/>
            <a:ln cap="flat" cmpd="sng" w="12700">
              <a:solidFill>
                <a:srgbClr val="232F3E"/>
              </a:solidFill>
              <a:prstDash val="solid"/>
              <a:round/>
              <a:headEnd len="sm" w="sm" type="none"/>
              <a:tailEnd len="lg" w="lg" type="stealth"/>
            </a:ln>
          </p:spPr>
        </p:cxnSp>
        <p:cxnSp>
          <p:nvCxnSpPr>
            <p:cNvPr id="2055" name="Google Shape;2055;p24"/>
            <p:cNvCxnSpPr>
              <a:stCxn id="2044" idx="3"/>
              <a:endCxn id="2046" idx="1"/>
            </p:cNvCxnSpPr>
            <p:nvPr/>
          </p:nvCxnSpPr>
          <p:spPr>
            <a:xfrm>
              <a:off x="2244301" y="5436468"/>
              <a:ext cx="2354400" cy="600"/>
            </a:xfrm>
            <a:prstGeom prst="bentConnector3">
              <a:avLst>
                <a:gd fmla="val 50000" name="adj1"/>
              </a:avLst>
            </a:prstGeom>
            <a:noFill/>
            <a:ln cap="flat" cmpd="sng" w="12700">
              <a:solidFill>
                <a:srgbClr val="232F3E"/>
              </a:solidFill>
              <a:prstDash val="solid"/>
              <a:round/>
              <a:headEnd len="sm" w="sm" type="none"/>
              <a:tailEnd len="lg" w="lg" type="stealth"/>
            </a:ln>
          </p:spPr>
        </p:cxnSp>
        <p:cxnSp>
          <p:nvCxnSpPr>
            <p:cNvPr id="2056" name="Google Shape;2056;p24"/>
            <p:cNvCxnSpPr>
              <a:stCxn id="2044" idx="3"/>
              <a:endCxn id="2047" idx="1"/>
            </p:cNvCxnSpPr>
            <p:nvPr/>
          </p:nvCxnSpPr>
          <p:spPr>
            <a:xfrm>
              <a:off x="2244301" y="5436468"/>
              <a:ext cx="2354400" cy="375600"/>
            </a:xfrm>
            <a:prstGeom prst="bentConnector3">
              <a:avLst>
                <a:gd fmla="val 50000" name="adj1"/>
              </a:avLst>
            </a:prstGeom>
            <a:noFill/>
            <a:ln cap="flat" cmpd="sng" w="12700">
              <a:solidFill>
                <a:srgbClr val="232F3E"/>
              </a:solidFill>
              <a:prstDash val="solid"/>
              <a:round/>
              <a:headEnd len="sm" w="sm" type="none"/>
              <a:tailEnd len="lg" w="lg" type="stealth"/>
            </a:ln>
          </p:spPr>
        </p:cxnSp>
        <p:cxnSp>
          <p:nvCxnSpPr>
            <p:cNvPr id="2057" name="Google Shape;2057;p24"/>
            <p:cNvCxnSpPr>
              <a:stCxn id="2046" idx="3"/>
              <a:endCxn id="2048" idx="1"/>
            </p:cNvCxnSpPr>
            <p:nvPr/>
          </p:nvCxnSpPr>
          <p:spPr>
            <a:xfrm>
              <a:off x="5369699" y="5436469"/>
              <a:ext cx="1848600" cy="0"/>
            </a:xfrm>
            <a:prstGeom prst="straightConnector1">
              <a:avLst/>
            </a:prstGeom>
            <a:noFill/>
            <a:ln cap="flat" cmpd="sng" w="12700">
              <a:solidFill>
                <a:srgbClr val="232F3E"/>
              </a:solidFill>
              <a:prstDash val="solid"/>
              <a:round/>
              <a:headEnd len="sm" w="sm" type="none"/>
              <a:tailEnd len="lg" w="lg" type="stealth"/>
            </a:ln>
          </p:spPr>
        </p:cxnSp>
        <p:cxnSp>
          <p:nvCxnSpPr>
            <p:cNvPr id="2058" name="Google Shape;2058;p24"/>
            <p:cNvCxnSpPr>
              <a:stCxn id="2048" idx="3"/>
            </p:cNvCxnSpPr>
            <p:nvPr/>
          </p:nvCxnSpPr>
          <p:spPr>
            <a:xfrm>
              <a:off x="8046608" y="5436468"/>
              <a:ext cx="1480200" cy="0"/>
            </a:xfrm>
            <a:prstGeom prst="straightConnector1">
              <a:avLst/>
            </a:prstGeom>
            <a:noFill/>
            <a:ln cap="flat" cmpd="sng" w="12700">
              <a:solidFill>
                <a:srgbClr val="232F3E"/>
              </a:solidFill>
              <a:prstDash val="solid"/>
              <a:round/>
              <a:headEnd len="sm" w="sm" type="none"/>
              <a:tailEnd len="lg" w="lg" type="stealth"/>
            </a:ln>
          </p:spPr>
        </p:cxnSp>
        <p:cxnSp>
          <p:nvCxnSpPr>
            <p:cNvPr id="2059" name="Google Shape;2059;p24"/>
            <p:cNvCxnSpPr>
              <a:stCxn id="2042" idx="3"/>
              <a:endCxn id="2048" idx="1"/>
            </p:cNvCxnSpPr>
            <p:nvPr/>
          </p:nvCxnSpPr>
          <p:spPr>
            <a:xfrm>
              <a:off x="5369699" y="5055891"/>
              <a:ext cx="1848600" cy="380700"/>
            </a:xfrm>
            <a:prstGeom prst="bentConnector3">
              <a:avLst>
                <a:gd fmla="val 50000" name="adj1"/>
              </a:avLst>
            </a:prstGeom>
            <a:noFill/>
            <a:ln cap="flat" cmpd="sng" w="12700">
              <a:solidFill>
                <a:srgbClr val="232F3E"/>
              </a:solidFill>
              <a:prstDash val="solid"/>
              <a:round/>
              <a:headEnd len="sm" w="sm" type="none"/>
              <a:tailEnd len="lg" w="lg" type="stealth"/>
            </a:ln>
          </p:spPr>
        </p:cxnSp>
        <p:cxnSp>
          <p:nvCxnSpPr>
            <p:cNvPr id="2060" name="Google Shape;2060;p24"/>
            <p:cNvCxnSpPr>
              <a:stCxn id="2047" idx="3"/>
              <a:endCxn id="2048" idx="1"/>
            </p:cNvCxnSpPr>
            <p:nvPr/>
          </p:nvCxnSpPr>
          <p:spPr>
            <a:xfrm flipH="1" rot="10800000">
              <a:off x="5369699" y="5436452"/>
              <a:ext cx="1848600" cy="375600"/>
            </a:xfrm>
            <a:prstGeom prst="bentConnector3">
              <a:avLst>
                <a:gd fmla="val 50000" name="adj1"/>
              </a:avLst>
            </a:prstGeom>
            <a:noFill/>
            <a:ln cap="flat" cmpd="sng" w="12700">
              <a:solidFill>
                <a:srgbClr val="232F3E"/>
              </a:solidFill>
              <a:prstDash val="solid"/>
              <a:round/>
              <a:headEnd len="sm" w="sm" type="none"/>
              <a:tailEnd len="lg" w="lg" type="stealth"/>
            </a:ln>
          </p:spPr>
        </p:cxnSp>
        <p:sp>
          <p:nvSpPr>
            <p:cNvPr id="2061" name="Google Shape;2061;p24"/>
            <p:cNvSpPr txBox="1"/>
            <p:nvPr/>
          </p:nvSpPr>
          <p:spPr>
            <a:xfrm>
              <a:off x="3540141" y="5979353"/>
              <a:ext cx="2888242"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Play"/>
                  <a:ea typeface="Play"/>
                  <a:cs typeface="Play"/>
                  <a:sym typeface="Play"/>
                </a:rPr>
                <a:t>Object parts</a:t>
              </a:r>
              <a:endParaRPr/>
            </a:p>
          </p:txBody>
        </p:sp>
        <p:sp>
          <p:nvSpPr>
            <p:cNvPr id="2062" name="Google Shape;2062;p24"/>
            <p:cNvSpPr txBox="1"/>
            <p:nvPr/>
          </p:nvSpPr>
          <p:spPr>
            <a:xfrm>
              <a:off x="6188383" y="5979353"/>
              <a:ext cx="2888242"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Play"/>
                  <a:ea typeface="Play"/>
                  <a:cs typeface="Play"/>
                  <a:sym typeface="Play"/>
                </a:rPr>
                <a:t>Reassembled object</a:t>
              </a:r>
              <a:endParaRPr/>
            </a:p>
          </p:txBody>
        </p:sp>
        <p:pic>
          <p:nvPicPr>
            <p:cNvPr descr="Bucket with objects resource icon for the Amazon S3 service." id="2063" name="Google Shape;2063;p24"/>
            <p:cNvPicPr preferRelativeResize="0"/>
            <p:nvPr/>
          </p:nvPicPr>
          <p:blipFill rotWithShape="1">
            <a:blip r:embed="rId5">
              <a:alphaModFix/>
            </a:blip>
            <a:srcRect b="0" l="0" r="0" t="0"/>
            <a:stretch/>
          </p:blipFill>
          <p:spPr>
            <a:xfrm>
              <a:off x="9529304" y="4914185"/>
              <a:ext cx="995725" cy="995725"/>
            </a:xfrm>
            <a:prstGeom prst="rect">
              <a:avLst/>
            </a:prstGeom>
            <a:noFill/>
            <a:ln>
              <a:noFill/>
            </a:ln>
          </p:spPr>
        </p:pic>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7" name="Shape 2067"/>
        <p:cNvGrpSpPr/>
        <p:nvPr/>
      </p:nvGrpSpPr>
      <p:grpSpPr>
        <a:xfrm>
          <a:off x="0" y="0"/>
          <a:ext cx="0" cy="0"/>
          <a:chOff x="0" y="0"/>
          <a:chExt cx="0" cy="0"/>
        </a:xfrm>
      </p:grpSpPr>
      <p:sp>
        <p:nvSpPr>
          <p:cNvPr id="2068" name="Google Shape;2068;p25"/>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069" name="Google Shape;2069;p25"/>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2F3E"/>
              </a:buClr>
              <a:buSzPts val="3600"/>
              <a:buFont typeface="Play"/>
              <a:buNone/>
            </a:pPr>
            <a:r>
              <a:rPr lang="en-US"/>
              <a:t>S3 Transfer Acceleration </a:t>
            </a:r>
            <a:endParaRPr sz="6600"/>
          </a:p>
        </p:txBody>
      </p:sp>
      <p:sp>
        <p:nvSpPr>
          <p:cNvPr id="2070" name="Google Shape;2070;p25"/>
          <p:cNvSpPr txBox="1"/>
          <p:nvPr>
            <p:ph idx="1" type="body"/>
          </p:nvPr>
        </p:nvSpPr>
        <p:spPr>
          <a:xfrm>
            <a:off x="380048" y="1325880"/>
            <a:ext cx="5263515" cy="4289108"/>
          </a:xfrm>
          <a:prstGeom prst="rect">
            <a:avLst/>
          </a:prstGeom>
          <a:noFill/>
          <a:ln>
            <a:noFill/>
          </a:ln>
        </p:spPr>
        <p:txBody>
          <a:bodyPr anchorCtr="0" anchor="t" bIns="45700" lIns="91425" spcFirstLastPara="1" rIns="91425" wrap="square" tIns="45700">
            <a:noAutofit/>
          </a:bodyPr>
          <a:lstStyle/>
          <a:p>
            <a:pPr indent="-285750" lvl="0" marL="285750" rtl="0" algn="l">
              <a:lnSpc>
                <a:spcPct val="90000"/>
              </a:lnSpc>
              <a:spcBef>
                <a:spcPts val="0"/>
              </a:spcBef>
              <a:spcAft>
                <a:spcPts val="0"/>
              </a:spcAft>
              <a:buClr>
                <a:schemeClr val="dk1"/>
              </a:buClr>
              <a:buSzPts val="2000"/>
              <a:buFont typeface="Arial"/>
              <a:buChar char="•"/>
            </a:pPr>
            <a:r>
              <a:rPr lang="en-US" sz="2000">
                <a:solidFill>
                  <a:schemeClr val="dk1"/>
                </a:solidFill>
                <a:latin typeface="Play"/>
                <a:ea typeface="Play"/>
                <a:cs typeface="Play"/>
                <a:sym typeface="Play"/>
              </a:rPr>
              <a:t>Provides fast and secure transfers of files over long distances.</a:t>
            </a:r>
            <a:endParaRPr/>
          </a:p>
          <a:p>
            <a:pPr indent="-285750" lvl="0" marL="285750" rtl="0" algn="l">
              <a:lnSpc>
                <a:spcPct val="90000"/>
              </a:lnSpc>
              <a:spcBef>
                <a:spcPts val="2400"/>
              </a:spcBef>
              <a:spcAft>
                <a:spcPts val="0"/>
              </a:spcAft>
              <a:buClr>
                <a:schemeClr val="dk1"/>
              </a:buClr>
              <a:buSzPts val="2000"/>
              <a:buFont typeface="Arial"/>
              <a:buChar char="•"/>
            </a:pPr>
            <a:r>
              <a:rPr lang="en-US" sz="2000">
                <a:solidFill>
                  <a:schemeClr val="dk1"/>
                </a:solidFill>
                <a:latin typeface="Play"/>
                <a:ea typeface="Play"/>
                <a:cs typeface="Play"/>
                <a:sym typeface="Play"/>
              </a:rPr>
              <a:t>Optimizes transfer speeds from across the world into S3 buckets. </a:t>
            </a:r>
            <a:endParaRPr/>
          </a:p>
          <a:p>
            <a:pPr indent="-285750" lvl="0" marL="285750" rtl="0" algn="l">
              <a:lnSpc>
                <a:spcPct val="90000"/>
              </a:lnSpc>
              <a:spcBef>
                <a:spcPts val="2400"/>
              </a:spcBef>
              <a:spcAft>
                <a:spcPts val="0"/>
              </a:spcAft>
              <a:buClr>
                <a:schemeClr val="dk1"/>
              </a:buClr>
              <a:buSzPts val="2000"/>
              <a:buFont typeface="Arial"/>
              <a:buChar char="•"/>
            </a:pPr>
            <a:r>
              <a:rPr lang="en-US" sz="2000">
                <a:solidFill>
                  <a:schemeClr val="dk1"/>
                </a:solidFill>
                <a:latin typeface="Play"/>
                <a:ea typeface="Play"/>
                <a:cs typeface="Play"/>
                <a:sym typeface="Play"/>
              </a:rPr>
              <a:t>Uses globally distributed edge locations in CloudFront. </a:t>
            </a:r>
            <a:endParaRPr/>
          </a:p>
          <a:p>
            <a:pPr indent="-285750" lvl="0" marL="285750" rtl="0" algn="l">
              <a:lnSpc>
                <a:spcPct val="90000"/>
              </a:lnSpc>
              <a:spcBef>
                <a:spcPts val="2400"/>
              </a:spcBef>
              <a:spcAft>
                <a:spcPts val="0"/>
              </a:spcAft>
              <a:buClr>
                <a:schemeClr val="dk1"/>
              </a:buClr>
              <a:buSzPts val="2000"/>
              <a:buFont typeface="Arial"/>
              <a:buChar char="•"/>
            </a:pPr>
            <a:r>
              <a:rPr lang="en-US" sz="2000">
                <a:solidFill>
                  <a:schemeClr val="dk1"/>
                </a:solidFill>
                <a:latin typeface="Play"/>
                <a:ea typeface="Play"/>
                <a:cs typeface="Play"/>
                <a:sym typeface="Play"/>
              </a:rPr>
              <a:t>Improves speed by 50–500 percent on average for cross-country transfer of larger objects.</a:t>
            </a:r>
            <a:endParaRPr/>
          </a:p>
          <a:p>
            <a:pPr indent="0" lvl="0" marL="0" rtl="0" algn="l">
              <a:lnSpc>
                <a:spcPct val="90000"/>
              </a:lnSpc>
              <a:spcBef>
                <a:spcPts val="1200"/>
              </a:spcBef>
              <a:spcAft>
                <a:spcPts val="0"/>
              </a:spcAft>
              <a:buClr>
                <a:srgbClr val="232F3E"/>
              </a:buClr>
              <a:buSzPts val="1800"/>
              <a:buNone/>
            </a:pPr>
            <a:r>
              <a:t/>
            </a:r>
            <a:endParaRPr sz="1800"/>
          </a:p>
        </p:txBody>
      </p:sp>
      <p:grpSp>
        <p:nvGrpSpPr>
          <p:cNvPr descr="Diagram comparing standard S3 upload and S3 Transfer Acceleration. See the notes for additional information." id="2071" name="Google Shape;2071;p25"/>
          <p:cNvGrpSpPr/>
          <p:nvPr/>
        </p:nvGrpSpPr>
        <p:grpSpPr>
          <a:xfrm>
            <a:off x="6129338" y="1143000"/>
            <a:ext cx="5715001" cy="5544184"/>
            <a:chOff x="6129338" y="1143000"/>
            <a:chExt cx="5715001" cy="5544184"/>
          </a:xfrm>
        </p:grpSpPr>
        <p:pic>
          <p:nvPicPr>
            <p:cNvPr id="2072" name="Google Shape;2072;p25"/>
            <p:cNvPicPr preferRelativeResize="0"/>
            <p:nvPr/>
          </p:nvPicPr>
          <p:blipFill rotWithShape="1">
            <a:blip r:embed="rId3">
              <a:alphaModFix/>
            </a:blip>
            <a:srcRect b="0" l="0" r="0" t="0"/>
            <a:stretch/>
          </p:blipFill>
          <p:spPr>
            <a:xfrm>
              <a:off x="8431684" y="2525771"/>
              <a:ext cx="469900" cy="469900"/>
            </a:xfrm>
            <a:prstGeom prst="rect">
              <a:avLst/>
            </a:prstGeom>
            <a:noFill/>
            <a:ln>
              <a:noFill/>
            </a:ln>
          </p:spPr>
        </p:pic>
        <p:sp>
          <p:nvSpPr>
            <p:cNvPr id="2073" name="Google Shape;2073;p25"/>
            <p:cNvSpPr/>
            <p:nvPr/>
          </p:nvSpPr>
          <p:spPr>
            <a:xfrm>
              <a:off x="6129339" y="1143000"/>
              <a:ext cx="5715000" cy="442913"/>
            </a:xfrm>
            <a:prstGeom prst="rect">
              <a:avLst/>
            </a:prstGeom>
            <a:solidFill>
              <a:srgbClr val="19594E"/>
            </a:solidFill>
            <a:ln cap="flat" cmpd="sng" w="10775">
              <a:solidFill>
                <a:srgbClr val="003B5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800">
                  <a:solidFill>
                    <a:schemeClr val="lt1"/>
                  </a:solidFill>
                  <a:latin typeface="Play"/>
                  <a:ea typeface="Play"/>
                  <a:cs typeface="Play"/>
                  <a:sym typeface="Play"/>
                </a:rPr>
                <a:t> Without  S3 Transfer Acceleration</a:t>
              </a:r>
              <a:endParaRPr/>
            </a:p>
          </p:txBody>
        </p:sp>
        <p:pic>
          <p:nvPicPr>
            <p:cNvPr id="2074" name="Google Shape;2074;p25"/>
            <p:cNvPicPr preferRelativeResize="0"/>
            <p:nvPr/>
          </p:nvPicPr>
          <p:blipFill rotWithShape="1">
            <a:blip r:embed="rId4">
              <a:alphaModFix/>
            </a:blip>
            <a:srcRect b="0" l="0" r="0" t="0"/>
            <a:stretch/>
          </p:blipFill>
          <p:spPr>
            <a:xfrm>
              <a:off x="6728072" y="2019848"/>
              <a:ext cx="678986" cy="852680"/>
            </a:xfrm>
            <a:prstGeom prst="rect">
              <a:avLst/>
            </a:prstGeom>
            <a:noFill/>
            <a:ln>
              <a:noFill/>
            </a:ln>
          </p:spPr>
        </p:pic>
        <p:sp>
          <p:nvSpPr>
            <p:cNvPr id="2075" name="Google Shape;2075;p25"/>
            <p:cNvSpPr txBox="1"/>
            <p:nvPr/>
          </p:nvSpPr>
          <p:spPr>
            <a:xfrm>
              <a:off x="6275400" y="2900617"/>
              <a:ext cx="1584330"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Play"/>
                  <a:ea typeface="Play"/>
                  <a:cs typeface="Play"/>
                  <a:sym typeface="Play"/>
                </a:rPr>
                <a:t>Any file types</a:t>
              </a:r>
              <a:endParaRPr/>
            </a:p>
          </p:txBody>
        </p:sp>
        <p:sp>
          <p:nvSpPr>
            <p:cNvPr id="2076" name="Google Shape;2076;p25"/>
            <p:cNvSpPr/>
            <p:nvPr/>
          </p:nvSpPr>
          <p:spPr>
            <a:xfrm>
              <a:off x="8091592" y="2100136"/>
              <a:ext cx="102784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Play"/>
                  <a:ea typeface="Play"/>
                  <a:cs typeface="Play"/>
                  <a:sym typeface="Play"/>
                </a:rPr>
                <a:t>Internet</a:t>
              </a:r>
              <a:endParaRPr/>
            </a:p>
          </p:txBody>
        </p:sp>
        <p:cxnSp>
          <p:nvCxnSpPr>
            <p:cNvPr id="2077" name="Google Shape;2077;p25"/>
            <p:cNvCxnSpPr/>
            <p:nvPr/>
          </p:nvCxnSpPr>
          <p:spPr>
            <a:xfrm>
              <a:off x="7421156" y="2474763"/>
              <a:ext cx="2835910" cy="0"/>
            </a:xfrm>
            <a:prstGeom prst="straightConnector1">
              <a:avLst/>
            </a:prstGeom>
            <a:noFill/>
            <a:ln cap="flat" cmpd="sng" w="38100">
              <a:solidFill>
                <a:schemeClr val="accent1"/>
              </a:solidFill>
              <a:prstDash val="solid"/>
              <a:round/>
              <a:headEnd len="sm" w="sm" type="none"/>
              <a:tailEnd len="med" w="med" type="triangle"/>
            </a:ln>
          </p:spPr>
        </p:cxnSp>
        <p:pic>
          <p:nvPicPr>
            <p:cNvPr id="2078" name="Google Shape;2078;p25"/>
            <p:cNvPicPr preferRelativeResize="0"/>
            <p:nvPr/>
          </p:nvPicPr>
          <p:blipFill rotWithShape="1">
            <a:blip r:embed="rId5">
              <a:alphaModFix/>
            </a:blip>
            <a:srcRect b="0" l="0" r="0" t="0"/>
            <a:stretch/>
          </p:blipFill>
          <p:spPr>
            <a:xfrm>
              <a:off x="9784986" y="1755848"/>
              <a:ext cx="330200" cy="330200"/>
            </a:xfrm>
            <a:prstGeom prst="rect">
              <a:avLst/>
            </a:prstGeom>
            <a:noFill/>
            <a:ln>
              <a:noFill/>
            </a:ln>
          </p:spPr>
        </p:pic>
        <p:sp>
          <p:nvSpPr>
            <p:cNvPr id="2079" name="Google Shape;2079;p25"/>
            <p:cNvSpPr txBox="1"/>
            <p:nvPr/>
          </p:nvSpPr>
          <p:spPr>
            <a:xfrm>
              <a:off x="9797563" y="2961011"/>
              <a:ext cx="1584330"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Play"/>
                  <a:ea typeface="Play"/>
                  <a:cs typeface="Play"/>
                  <a:sym typeface="Play"/>
                </a:rPr>
                <a:t>S3 bucket</a:t>
              </a:r>
              <a:endParaRPr/>
            </a:p>
          </p:txBody>
        </p:sp>
        <p:sp>
          <p:nvSpPr>
            <p:cNvPr id="2080" name="Google Shape;2080;p25"/>
            <p:cNvSpPr/>
            <p:nvPr/>
          </p:nvSpPr>
          <p:spPr>
            <a:xfrm>
              <a:off x="9773128" y="1740989"/>
              <a:ext cx="1633200" cy="1545135"/>
            </a:xfrm>
            <a:prstGeom prst="rect">
              <a:avLst/>
            </a:prstGeom>
            <a:noFill/>
            <a:ln cap="flat" cmpd="sng" w="38100">
              <a:solidFill>
                <a:schemeClr val="accent1"/>
              </a:solidFill>
              <a:prstDash val="solid"/>
              <a:round/>
              <a:headEnd len="sm" w="sm" type="none"/>
              <a:tailEnd len="sm" w="sm" type="none"/>
            </a:ln>
          </p:spPr>
          <p:txBody>
            <a:bodyPr anchorCtr="0" anchor="t" bIns="45700" lIns="457200" spcFirstLastPara="1" rIns="91425" wrap="square" tIns="91425">
              <a:noAutofit/>
            </a:bodyPr>
            <a:lstStyle/>
            <a:p>
              <a:pPr indent="0" lvl="0" marL="0" marR="0" rtl="0" algn="l">
                <a:spcBef>
                  <a:spcPts val="0"/>
                </a:spcBef>
                <a:spcAft>
                  <a:spcPts val="0"/>
                </a:spcAft>
                <a:buNone/>
              </a:pPr>
              <a:r>
                <a:rPr lang="en-US" sz="1600">
                  <a:solidFill>
                    <a:srgbClr val="000000"/>
                  </a:solidFill>
                  <a:latin typeface="Play"/>
                  <a:ea typeface="Play"/>
                  <a:cs typeface="Play"/>
                  <a:sym typeface="Play"/>
                </a:rPr>
                <a:t>AWS Cloud</a:t>
              </a:r>
              <a:endParaRPr/>
            </a:p>
          </p:txBody>
        </p:sp>
        <p:sp>
          <p:nvSpPr>
            <p:cNvPr id="2081" name="Google Shape;2081;p25"/>
            <p:cNvSpPr txBox="1"/>
            <p:nvPr/>
          </p:nvSpPr>
          <p:spPr>
            <a:xfrm>
              <a:off x="9819321" y="6348630"/>
              <a:ext cx="1584330"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Play"/>
                  <a:ea typeface="Play"/>
                  <a:cs typeface="Play"/>
                  <a:sym typeface="Play"/>
                </a:rPr>
                <a:t>S3 bucket</a:t>
              </a:r>
              <a:endParaRPr/>
            </a:p>
          </p:txBody>
        </p:sp>
        <p:sp>
          <p:nvSpPr>
            <p:cNvPr id="2082" name="Google Shape;2082;p25"/>
            <p:cNvSpPr/>
            <p:nvPr/>
          </p:nvSpPr>
          <p:spPr>
            <a:xfrm>
              <a:off x="6129338" y="3335019"/>
              <a:ext cx="5710237" cy="419101"/>
            </a:xfrm>
            <a:prstGeom prst="rect">
              <a:avLst/>
            </a:prstGeom>
            <a:solidFill>
              <a:srgbClr val="19594E"/>
            </a:solidFill>
            <a:ln cap="flat" cmpd="sng" w="10775">
              <a:solidFill>
                <a:srgbClr val="003B5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800">
                  <a:solidFill>
                    <a:schemeClr val="lt1"/>
                  </a:solidFill>
                  <a:latin typeface="Play"/>
                  <a:ea typeface="Play"/>
                  <a:cs typeface="Play"/>
                  <a:sym typeface="Play"/>
                </a:rPr>
                <a:t>With S3 Transfer Acceleration</a:t>
              </a:r>
              <a:endParaRPr/>
            </a:p>
          </p:txBody>
        </p:sp>
        <p:pic>
          <p:nvPicPr>
            <p:cNvPr id="2083" name="Google Shape;2083;p25"/>
            <p:cNvPicPr preferRelativeResize="0"/>
            <p:nvPr/>
          </p:nvPicPr>
          <p:blipFill rotWithShape="1">
            <a:blip r:embed="rId4">
              <a:alphaModFix/>
            </a:blip>
            <a:srcRect b="0" l="0" r="0" t="0"/>
            <a:stretch/>
          </p:blipFill>
          <p:spPr>
            <a:xfrm>
              <a:off x="6728072" y="4743989"/>
              <a:ext cx="678986" cy="852680"/>
            </a:xfrm>
            <a:prstGeom prst="rect">
              <a:avLst/>
            </a:prstGeom>
            <a:noFill/>
            <a:ln>
              <a:noFill/>
            </a:ln>
          </p:spPr>
        </p:pic>
        <p:sp>
          <p:nvSpPr>
            <p:cNvPr id="2084" name="Google Shape;2084;p25"/>
            <p:cNvSpPr txBox="1"/>
            <p:nvPr/>
          </p:nvSpPr>
          <p:spPr>
            <a:xfrm>
              <a:off x="6275400" y="5624758"/>
              <a:ext cx="1584330"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Play"/>
                  <a:ea typeface="Play"/>
                  <a:cs typeface="Play"/>
                  <a:sym typeface="Play"/>
                </a:rPr>
                <a:t>Any file types</a:t>
              </a:r>
              <a:endParaRPr/>
            </a:p>
          </p:txBody>
        </p:sp>
        <p:sp>
          <p:nvSpPr>
            <p:cNvPr id="2085" name="Google Shape;2085;p25"/>
            <p:cNvSpPr/>
            <p:nvPr/>
          </p:nvSpPr>
          <p:spPr>
            <a:xfrm>
              <a:off x="8091592" y="4857615"/>
              <a:ext cx="102784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Play"/>
                  <a:ea typeface="Play"/>
                  <a:cs typeface="Play"/>
                  <a:sym typeface="Play"/>
                </a:rPr>
                <a:t>Internet</a:t>
              </a:r>
              <a:endParaRPr/>
            </a:p>
          </p:txBody>
        </p:sp>
        <p:pic>
          <p:nvPicPr>
            <p:cNvPr id="2086" name="Google Shape;2086;p25"/>
            <p:cNvPicPr preferRelativeResize="0"/>
            <p:nvPr/>
          </p:nvPicPr>
          <p:blipFill rotWithShape="1">
            <a:blip r:embed="rId3">
              <a:alphaModFix/>
            </a:blip>
            <a:srcRect b="0" l="0" r="0" t="0"/>
            <a:stretch/>
          </p:blipFill>
          <p:spPr>
            <a:xfrm>
              <a:off x="8445970" y="5254675"/>
              <a:ext cx="469900" cy="469900"/>
            </a:xfrm>
            <a:prstGeom prst="rect">
              <a:avLst/>
            </a:prstGeom>
            <a:noFill/>
            <a:ln>
              <a:noFill/>
            </a:ln>
          </p:spPr>
        </p:pic>
        <p:cxnSp>
          <p:nvCxnSpPr>
            <p:cNvPr id="2087" name="Google Shape;2087;p25"/>
            <p:cNvCxnSpPr/>
            <p:nvPr/>
          </p:nvCxnSpPr>
          <p:spPr>
            <a:xfrm>
              <a:off x="7449730" y="5203667"/>
              <a:ext cx="2793048" cy="0"/>
            </a:xfrm>
            <a:prstGeom prst="straightConnector1">
              <a:avLst/>
            </a:prstGeom>
            <a:noFill/>
            <a:ln cap="flat" cmpd="sng" w="38100">
              <a:solidFill>
                <a:schemeClr val="accent1"/>
              </a:solidFill>
              <a:prstDash val="solid"/>
              <a:round/>
              <a:headEnd len="sm" w="sm" type="none"/>
              <a:tailEnd len="med" w="med" type="triangle"/>
            </a:ln>
          </p:spPr>
        </p:cxnSp>
        <p:sp>
          <p:nvSpPr>
            <p:cNvPr id="2088" name="Google Shape;2088;p25"/>
            <p:cNvSpPr/>
            <p:nvPr/>
          </p:nvSpPr>
          <p:spPr>
            <a:xfrm>
              <a:off x="9797034" y="3815397"/>
              <a:ext cx="1628905" cy="2837708"/>
            </a:xfrm>
            <a:prstGeom prst="rect">
              <a:avLst/>
            </a:prstGeom>
            <a:noFill/>
            <a:ln cap="flat" cmpd="sng" w="38100">
              <a:solidFill>
                <a:schemeClr val="accent1"/>
              </a:solidFill>
              <a:prstDash val="solid"/>
              <a:round/>
              <a:headEnd len="sm" w="sm" type="none"/>
              <a:tailEnd len="sm" w="sm" type="none"/>
            </a:ln>
          </p:spPr>
          <p:txBody>
            <a:bodyPr anchorCtr="0" anchor="t" bIns="45700" lIns="457200" spcFirstLastPara="1" rIns="91425" wrap="square" tIns="91425">
              <a:noAutofit/>
            </a:bodyPr>
            <a:lstStyle/>
            <a:p>
              <a:pPr indent="0" lvl="0" marL="0" marR="0" rtl="0" algn="l">
                <a:spcBef>
                  <a:spcPts val="0"/>
                </a:spcBef>
                <a:spcAft>
                  <a:spcPts val="0"/>
                </a:spcAft>
                <a:buNone/>
              </a:pPr>
              <a:r>
                <a:rPr lang="en-US" sz="1600">
                  <a:solidFill>
                    <a:srgbClr val="000000"/>
                  </a:solidFill>
                  <a:latin typeface="Play"/>
                  <a:ea typeface="Play"/>
                  <a:cs typeface="Play"/>
                  <a:sym typeface="Play"/>
                </a:rPr>
                <a:t>AWS Cloud</a:t>
              </a:r>
              <a:endParaRPr/>
            </a:p>
          </p:txBody>
        </p:sp>
        <p:pic>
          <p:nvPicPr>
            <p:cNvPr id="2089" name="Google Shape;2089;p25"/>
            <p:cNvPicPr preferRelativeResize="0"/>
            <p:nvPr/>
          </p:nvPicPr>
          <p:blipFill rotWithShape="1">
            <a:blip r:embed="rId5">
              <a:alphaModFix/>
            </a:blip>
            <a:srcRect b="0" l="0" r="0" t="0"/>
            <a:stretch/>
          </p:blipFill>
          <p:spPr>
            <a:xfrm>
              <a:off x="9792250" y="3815106"/>
              <a:ext cx="330200" cy="330200"/>
            </a:xfrm>
            <a:prstGeom prst="rect">
              <a:avLst/>
            </a:prstGeom>
            <a:noFill/>
            <a:ln>
              <a:noFill/>
            </a:ln>
          </p:spPr>
        </p:pic>
        <p:sp>
          <p:nvSpPr>
            <p:cNvPr id="2090" name="Google Shape;2090;p25"/>
            <p:cNvSpPr txBox="1"/>
            <p:nvPr/>
          </p:nvSpPr>
          <p:spPr>
            <a:xfrm>
              <a:off x="9801034" y="4206983"/>
              <a:ext cx="1620905"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Play"/>
                  <a:ea typeface="Play"/>
                  <a:cs typeface="Play"/>
                  <a:sym typeface="Play"/>
                </a:rPr>
                <a:t>CloudFront </a:t>
              </a:r>
              <a:br>
                <a:rPr lang="en-US" sz="1600">
                  <a:solidFill>
                    <a:schemeClr val="dk1"/>
                  </a:solidFill>
                  <a:latin typeface="Play"/>
                  <a:ea typeface="Play"/>
                  <a:cs typeface="Play"/>
                  <a:sym typeface="Play"/>
                </a:rPr>
              </a:br>
              <a:r>
                <a:rPr lang="en-US" sz="1600">
                  <a:solidFill>
                    <a:schemeClr val="dk1"/>
                  </a:solidFill>
                  <a:latin typeface="Play"/>
                  <a:ea typeface="Play"/>
                  <a:cs typeface="Play"/>
                  <a:sym typeface="Play"/>
                </a:rPr>
                <a:t>edge location</a:t>
              </a:r>
              <a:endParaRPr/>
            </a:p>
          </p:txBody>
        </p:sp>
        <p:cxnSp>
          <p:nvCxnSpPr>
            <p:cNvPr id="2091" name="Google Shape;2091;p25"/>
            <p:cNvCxnSpPr/>
            <p:nvPr/>
          </p:nvCxnSpPr>
          <p:spPr>
            <a:xfrm flipH="1">
              <a:off x="10610548" y="5353537"/>
              <a:ext cx="1877" cy="328100"/>
            </a:xfrm>
            <a:prstGeom prst="straightConnector1">
              <a:avLst/>
            </a:prstGeom>
            <a:noFill/>
            <a:ln cap="flat" cmpd="sng" w="38100">
              <a:solidFill>
                <a:schemeClr val="accent1"/>
              </a:solidFill>
              <a:prstDash val="solid"/>
              <a:round/>
              <a:headEnd len="sm" w="sm" type="none"/>
              <a:tailEnd len="med" w="med" type="triangle"/>
            </a:ln>
          </p:spPr>
        </p:cxnSp>
        <p:pic>
          <p:nvPicPr>
            <p:cNvPr descr="Bucket with objects resource icon for the Amazon S3 service." id="2092" name="Google Shape;2092;p25"/>
            <p:cNvPicPr preferRelativeResize="0"/>
            <p:nvPr/>
          </p:nvPicPr>
          <p:blipFill rotWithShape="1">
            <a:blip r:embed="rId6">
              <a:alphaModFix/>
            </a:blip>
            <a:srcRect b="0" l="0" r="0" t="0"/>
            <a:stretch/>
          </p:blipFill>
          <p:spPr>
            <a:xfrm>
              <a:off x="10186601" y="2126865"/>
              <a:ext cx="806255" cy="806255"/>
            </a:xfrm>
            <a:prstGeom prst="rect">
              <a:avLst/>
            </a:prstGeom>
            <a:noFill/>
            <a:ln>
              <a:noFill/>
            </a:ln>
          </p:spPr>
        </p:pic>
        <p:pic>
          <p:nvPicPr>
            <p:cNvPr descr="Bucket with objects resource icon for the Amazon S3 service." id="2093" name="Google Shape;2093;p25"/>
            <p:cNvPicPr preferRelativeResize="0"/>
            <p:nvPr/>
          </p:nvPicPr>
          <p:blipFill rotWithShape="1">
            <a:blip r:embed="rId6">
              <a:alphaModFix/>
            </a:blip>
            <a:srcRect b="0" l="0" r="0" t="0"/>
            <a:stretch/>
          </p:blipFill>
          <p:spPr>
            <a:xfrm>
              <a:off x="10208359" y="5645712"/>
              <a:ext cx="806255" cy="806255"/>
            </a:xfrm>
            <a:prstGeom prst="rect">
              <a:avLst/>
            </a:prstGeom>
            <a:noFill/>
            <a:ln>
              <a:noFill/>
            </a:ln>
          </p:spPr>
        </p:pic>
        <p:pic>
          <p:nvPicPr>
            <p:cNvPr descr="Edge location resource icon for the Amazon CloudFront service." id="2094" name="Google Shape;2094;p25"/>
            <p:cNvPicPr preferRelativeResize="0"/>
            <p:nvPr/>
          </p:nvPicPr>
          <p:blipFill rotWithShape="1">
            <a:blip r:embed="rId7">
              <a:alphaModFix/>
            </a:blip>
            <a:srcRect b="0" l="0" r="0" t="0"/>
            <a:stretch/>
          </p:blipFill>
          <p:spPr>
            <a:xfrm>
              <a:off x="10308832" y="4773500"/>
              <a:ext cx="631327" cy="631327"/>
            </a:xfrm>
            <a:prstGeom prst="rect">
              <a:avLst/>
            </a:prstGeom>
            <a:noFill/>
            <a:ln>
              <a:noFill/>
            </a:ln>
          </p:spPr>
        </p:pic>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8" name="Shape 2098"/>
        <p:cNvGrpSpPr/>
        <p:nvPr/>
      </p:nvGrpSpPr>
      <p:grpSpPr>
        <a:xfrm>
          <a:off x="0" y="0"/>
          <a:ext cx="0" cy="0"/>
          <a:chOff x="0" y="0"/>
          <a:chExt cx="0" cy="0"/>
        </a:xfrm>
      </p:grpSpPr>
      <p:sp>
        <p:nvSpPr>
          <p:cNvPr id="2099" name="Google Shape;2099;p26"/>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100" name="Google Shape;2100;p26"/>
          <p:cNvSpPr txBox="1"/>
          <p:nvPr>
            <p:ph type="title"/>
          </p:nvPr>
        </p:nvSpPr>
        <p:spPr>
          <a:xfrm>
            <a:off x="243242" y="292099"/>
            <a:ext cx="4062057" cy="1866901"/>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lt1"/>
              </a:buClr>
              <a:buSzPts val="3600"/>
              <a:buFont typeface="Play"/>
              <a:buNone/>
            </a:pPr>
            <a:r>
              <a:rPr lang="en-US"/>
              <a:t>Demo: Amazon S3 Transfer Acceleration</a:t>
            </a:r>
            <a:endParaRPr/>
          </a:p>
        </p:txBody>
      </p:sp>
      <p:sp>
        <p:nvSpPr>
          <p:cNvPr id="2101" name="Google Shape;2101;p26"/>
          <p:cNvSpPr txBox="1"/>
          <p:nvPr>
            <p:ph idx="1" type="body"/>
          </p:nvPr>
        </p:nvSpPr>
        <p:spPr>
          <a:xfrm>
            <a:off x="4592635" y="292099"/>
            <a:ext cx="7239701" cy="6142651"/>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400"/>
              <a:buChar char="•"/>
            </a:pPr>
            <a:r>
              <a:rPr lang="en-US" sz="2400">
                <a:solidFill>
                  <a:schemeClr val="dk1"/>
                </a:solidFill>
              </a:rPr>
              <a:t>This demo uses Amazon S3 Transfer Acceleration.</a:t>
            </a:r>
            <a:endParaRPr/>
          </a:p>
          <a:p>
            <a:pPr indent="-228600" lvl="0" marL="228600" rtl="0" algn="l">
              <a:lnSpc>
                <a:spcPct val="100000"/>
              </a:lnSpc>
              <a:spcBef>
                <a:spcPts val="2400"/>
              </a:spcBef>
              <a:spcAft>
                <a:spcPts val="0"/>
              </a:spcAft>
              <a:buClr>
                <a:schemeClr val="dk1"/>
              </a:buClr>
              <a:buSzPts val="2400"/>
              <a:buChar char="•"/>
            </a:pPr>
            <a:r>
              <a:rPr lang="en-US" sz="2400">
                <a:solidFill>
                  <a:schemeClr val="dk1"/>
                </a:solidFill>
              </a:rPr>
              <a:t>In this demonstration, you will see how to enable transfer acceleration for an S3 bucket and access accelerated data transfers.</a:t>
            </a:r>
            <a:endParaRPr>
              <a:solidFill>
                <a:schemeClr val="dk1"/>
              </a:solidFill>
            </a:endParaRPr>
          </a:p>
          <a:p>
            <a:pPr indent="-50800" lvl="0" marL="228600" rtl="0" algn="l">
              <a:lnSpc>
                <a:spcPct val="100000"/>
              </a:lnSpc>
              <a:spcBef>
                <a:spcPts val="1200"/>
              </a:spcBef>
              <a:spcAft>
                <a:spcPts val="0"/>
              </a:spcAft>
              <a:buClr>
                <a:srgbClr val="232F3E"/>
              </a:buClr>
              <a:buSzPts val="2800"/>
              <a:buNone/>
            </a:pPr>
            <a:r>
              <a:t/>
            </a:r>
            <a:endParaRPr/>
          </a:p>
        </p:txBody>
      </p:sp>
      <p:pic>
        <p:nvPicPr>
          <p:cNvPr id="2102" name="Google Shape;2102;p26"/>
          <p:cNvPicPr preferRelativeResize="0"/>
          <p:nvPr/>
        </p:nvPicPr>
        <p:blipFill rotWithShape="1">
          <a:blip r:embed="rId3">
            <a:alphaModFix/>
          </a:blip>
          <a:srcRect b="0" l="0" r="0" t="0"/>
          <a:stretch/>
        </p:blipFill>
        <p:spPr>
          <a:xfrm>
            <a:off x="835529" y="3338320"/>
            <a:ext cx="2777117" cy="185141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6" name="Shape 2106"/>
        <p:cNvGrpSpPr/>
        <p:nvPr/>
      </p:nvGrpSpPr>
      <p:grpSpPr>
        <a:xfrm>
          <a:off x="0" y="0"/>
          <a:ext cx="0" cy="0"/>
          <a:chOff x="0" y="0"/>
          <a:chExt cx="0" cy="0"/>
        </a:xfrm>
      </p:grpSpPr>
      <p:sp>
        <p:nvSpPr>
          <p:cNvPr id="2107" name="Google Shape;2107;p27"/>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108" name="Google Shape;2108;p27"/>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2F3E"/>
              </a:buClr>
              <a:buSzPts val="3600"/>
              <a:buFont typeface="Play"/>
              <a:buNone/>
            </a:pPr>
            <a:r>
              <a:rPr lang="en-US"/>
              <a:t>AWS Transfer Family</a:t>
            </a:r>
            <a:endParaRPr/>
          </a:p>
        </p:txBody>
      </p:sp>
      <p:sp>
        <p:nvSpPr>
          <p:cNvPr id="2109" name="Google Shape;2109;p27"/>
          <p:cNvSpPr txBox="1"/>
          <p:nvPr>
            <p:ph idx="1" type="body"/>
          </p:nvPr>
        </p:nvSpPr>
        <p:spPr>
          <a:xfrm>
            <a:off x="531884" y="4508261"/>
            <a:ext cx="2286001" cy="914400"/>
          </a:xfrm>
          <a:prstGeom prst="rect">
            <a:avLst/>
          </a:prstGeom>
          <a:noFill/>
          <a:ln>
            <a:noFill/>
          </a:ln>
        </p:spPr>
        <p:txBody>
          <a:bodyPr anchorCtr="0" anchor="t" bIns="45700" lIns="91425" spcFirstLastPara="1" rIns="91425" wrap="square" tIns="45700">
            <a:noAutofit/>
          </a:bodyPr>
          <a:lstStyle/>
          <a:p>
            <a:pPr indent="-228600" lvl="0" marL="228600" rtl="0" algn="ctr">
              <a:lnSpc>
                <a:spcPct val="90000"/>
              </a:lnSpc>
              <a:spcBef>
                <a:spcPts val="0"/>
              </a:spcBef>
              <a:spcAft>
                <a:spcPts val="0"/>
              </a:spcAft>
              <a:buClr>
                <a:srgbClr val="232F3E"/>
              </a:buClr>
              <a:buSzPts val="2000"/>
              <a:buNone/>
            </a:pPr>
            <a:r>
              <a:rPr lang="en-US"/>
              <a:t>AWS Transfer Family</a:t>
            </a:r>
            <a:endParaRPr/>
          </a:p>
        </p:txBody>
      </p:sp>
      <p:sp>
        <p:nvSpPr>
          <p:cNvPr id="2110" name="Google Shape;2110;p27"/>
          <p:cNvSpPr txBox="1"/>
          <p:nvPr>
            <p:ph idx="3" type="body"/>
          </p:nvPr>
        </p:nvSpPr>
        <p:spPr>
          <a:xfrm>
            <a:off x="3251454" y="1390650"/>
            <a:ext cx="8714232" cy="480695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chemeClr val="dk1"/>
              </a:buClr>
              <a:buSzPts val="2400"/>
              <a:buChar char="•"/>
            </a:pPr>
            <a:r>
              <a:rPr lang="en-US" sz="2400">
                <a:solidFill>
                  <a:schemeClr val="dk1"/>
                </a:solidFill>
              </a:rPr>
              <a:t>Is a fully managed AWS service </a:t>
            </a:r>
            <a:endParaRPr/>
          </a:p>
          <a:p>
            <a:pPr indent="-228600" lvl="0" marL="228600" rtl="0" algn="l">
              <a:lnSpc>
                <a:spcPct val="100000"/>
              </a:lnSpc>
              <a:spcBef>
                <a:spcPts val="1200"/>
              </a:spcBef>
              <a:spcAft>
                <a:spcPts val="0"/>
              </a:spcAft>
              <a:buClr>
                <a:schemeClr val="dk1"/>
              </a:buClr>
              <a:buSzPts val="2400"/>
              <a:buChar char="•"/>
            </a:pPr>
            <a:r>
              <a:rPr lang="en-US" sz="2400">
                <a:solidFill>
                  <a:schemeClr val="dk1"/>
                </a:solidFill>
              </a:rPr>
              <a:t>Is used to transfer files into and out of Amazon S3 storage or Amazon Elastic File System (Amazon EFS) file systems over the following protocols:</a:t>
            </a:r>
            <a:endParaRPr/>
          </a:p>
          <a:p>
            <a:pPr indent="-285750" lvl="1" marL="742950" rtl="0" algn="l">
              <a:lnSpc>
                <a:spcPct val="100000"/>
              </a:lnSpc>
              <a:spcBef>
                <a:spcPts val="1200"/>
              </a:spcBef>
              <a:spcAft>
                <a:spcPts val="0"/>
              </a:spcAft>
              <a:buClr>
                <a:schemeClr val="dk1"/>
              </a:buClr>
              <a:buSzPts val="2000"/>
              <a:buFont typeface="Arial"/>
              <a:buChar char="•"/>
            </a:pPr>
            <a:r>
              <a:rPr lang="en-US" sz="2000">
                <a:solidFill>
                  <a:schemeClr val="dk1"/>
                </a:solidFill>
              </a:rPr>
              <a:t>Secure Shell (SSH) File Transfer Protocol (SFTP) version 3</a:t>
            </a:r>
            <a:endParaRPr/>
          </a:p>
          <a:p>
            <a:pPr indent="-285750" lvl="1" marL="742950" rtl="0" algn="l">
              <a:lnSpc>
                <a:spcPct val="100000"/>
              </a:lnSpc>
              <a:spcBef>
                <a:spcPts val="1200"/>
              </a:spcBef>
              <a:spcAft>
                <a:spcPts val="0"/>
              </a:spcAft>
              <a:buClr>
                <a:schemeClr val="dk1"/>
              </a:buClr>
              <a:buSzPts val="2000"/>
              <a:buFont typeface="Arial"/>
              <a:buChar char="•"/>
            </a:pPr>
            <a:r>
              <a:rPr lang="en-US" sz="2000">
                <a:solidFill>
                  <a:schemeClr val="dk1"/>
                </a:solidFill>
              </a:rPr>
              <a:t>File Transfer Protocol Secure (FTPS)</a:t>
            </a:r>
            <a:endParaRPr/>
          </a:p>
          <a:p>
            <a:pPr indent="-285750" lvl="1" marL="742950" rtl="0" algn="l">
              <a:lnSpc>
                <a:spcPct val="100000"/>
              </a:lnSpc>
              <a:spcBef>
                <a:spcPts val="1200"/>
              </a:spcBef>
              <a:spcAft>
                <a:spcPts val="0"/>
              </a:spcAft>
              <a:buClr>
                <a:schemeClr val="dk1"/>
              </a:buClr>
              <a:buSzPts val="2000"/>
              <a:buFont typeface="Arial"/>
              <a:buChar char="•"/>
            </a:pPr>
            <a:r>
              <a:rPr lang="en-US" sz="2000">
                <a:solidFill>
                  <a:schemeClr val="dk1"/>
                </a:solidFill>
              </a:rPr>
              <a:t>File Transfer Protocol (FTP)</a:t>
            </a:r>
            <a:endParaRPr/>
          </a:p>
          <a:p>
            <a:pPr indent="-285750" lvl="1" marL="742950" rtl="0" algn="l">
              <a:lnSpc>
                <a:spcPct val="100000"/>
              </a:lnSpc>
              <a:spcBef>
                <a:spcPts val="1200"/>
              </a:spcBef>
              <a:spcAft>
                <a:spcPts val="0"/>
              </a:spcAft>
              <a:buClr>
                <a:schemeClr val="dk1"/>
              </a:buClr>
              <a:buSzPts val="2000"/>
              <a:buFont typeface="Arial"/>
              <a:buChar char="•"/>
            </a:pPr>
            <a:r>
              <a:rPr lang="en-US" sz="2000">
                <a:solidFill>
                  <a:schemeClr val="dk1"/>
                </a:solidFill>
              </a:rPr>
              <a:t>Applicability Statement 2 (AS2)</a:t>
            </a:r>
            <a:endParaRPr/>
          </a:p>
          <a:p>
            <a:pPr indent="0" lvl="0" marL="0" rtl="0" algn="l">
              <a:lnSpc>
                <a:spcPct val="100000"/>
              </a:lnSpc>
              <a:spcBef>
                <a:spcPts val="1200"/>
              </a:spcBef>
              <a:spcAft>
                <a:spcPts val="0"/>
              </a:spcAft>
              <a:buClr>
                <a:srgbClr val="232F3E"/>
              </a:buClr>
              <a:buSzPts val="2400"/>
              <a:buNone/>
            </a:pPr>
            <a:r>
              <a:t/>
            </a:r>
            <a:endParaRPr sz="2400">
              <a:solidFill>
                <a:schemeClr val="dk1"/>
              </a:solidFill>
            </a:endParaRPr>
          </a:p>
        </p:txBody>
      </p:sp>
      <p:pic>
        <p:nvPicPr>
          <p:cNvPr id="2111" name="Google Shape;2111;p27"/>
          <p:cNvPicPr preferRelativeResize="0"/>
          <p:nvPr>
            <p:ph idx="2" type="pic"/>
          </p:nvPr>
        </p:nvPicPr>
        <p:blipFill rotWithShape="1">
          <a:blip r:embed="rId3">
            <a:alphaModFix/>
          </a:blip>
          <a:srcRect b="0" l="0" r="0" t="0"/>
          <a:stretch/>
        </p:blipFill>
        <p:spPr>
          <a:xfrm>
            <a:off x="531813" y="2182813"/>
            <a:ext cx="2286000" cy="22860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5" name="Shape 2115"/>
        <p:cNvGrpSpPr/>
        <p:nvPr/>
      </p:nvGrpSpPr>
      <p:grpSpPr>
        <a:xfrm>
          <a:off x="0" y="0"/>
          <a:ext cx="0" cy="0"/>
          <a:chOff x="0" y="0"/>
          <a:chExt cx="0" cy="0"/>
        </a:xfrm>
      </p:grpSpPr>
      <p:sp>
        <p:nvSpPr>
          <p:cNvPr id="2116" name="Google Shape;2116;p28"/>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117" name="Google Shape;2117;p28"/>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2F3E"/>
              </a:buClr>
              <a:buSzPts val="3600"/>
              <a:buFont typeface="Play"/>
              <a:buNone/>
            </a:pPr>
            <a:r>
              <a:rPr lang="en-US"/>
              <a:t>Transfer Family benefits</a:t>
            </a:r>
            <a:endParaRPr/>
          </a:p>
        </p:txBody>
      </p:sp>
      <p:sp>
        <p:nvSpPr>
          <p:cNvPr id="2118" name="Google Shape;2118;p28"/>
          <p:cNvSpPr/>
          <p:nvPr/>
        </p:nvSpPr>
        <p:spPr>
          <a:xfrm>
            <a:off x="450272" y="1264054"/>
            <a:ext cx="11395364" cy="4401205"/>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2000"/>
              <a:buFont typeface="Arial"/>
              <a:buChar char="•"/>
            </a:pPr>
            <a:r>
              <a:rPr lang="en-US" sz="2000">
                <a:solidFill>
                  <a:schemeClr val="dk1"/>
                </a:solidFill>
                <a:latin typeface="Play"/>
                <a:ea typeface="Play"/>
                <a:cs typeface="Play"/>
                <a:sym typeface="Play"/>
              </a:rPr>
              <a:t>Transfer Family is a managed service that scales in real time to meet your needs.</a:t>
            </a:r>
            <a:endParaRPr/>
          </a:p>
          <a:p>
            <a:pPr indent="-171450" lvl="0" marL="171450" marR="0" rtl="0" algn="l">
              <a:spcBef>
                <a:spcPts val="2400"/>
              </a:spcBef>
              <a:spcAft>
                <a:spcPts val="0"/>
              </a:spcAft>
              <a:buClr>
                <a:schemeClr val="dk1"/>
              </a:buClr>
              <a:buSzPts val="2000"/>
              <a:buFont typeface="Arial"/>
              <a:buChar char="•"/>
            </a:pPr>
            <a:r>
              <a:rPr lang="en-US" sz="2000">
                <a:solidFill>
                  <a:schemeClr val="dk1"/>
                </a:solidFill>
                <a:latin typeface="Play"/>
                <a:ea typeface="Play"/>
                <a:cs typeface="Play"/>
                <a:sym typeface="Play"/>
              </a:rPr>
              <a:t>You don't need to modify your applications or run any file transfer protocol infrastructure.</a:t>
            </a:r>
            <a:endParaRPr/>
          </a:p>
          <a:p>
            <a:pPr indent="-171450" lvl="0" marL="171450" marR="0" rtl="0" algn="l">
              <a:spcBef>
                <a:spcPts val="2400"/>
              </a:spcBef>
              <a:spcAft>
                <a:spcPts val="0"/>
              </a:spcAft>
              <a:buClr>
                <a:schemeClr val="dk1"/>
              </a:buClr>
              <a:buSzPts val="2000"/>
              <a:buFont typeface="Arial"/>
              <a:buChar char="•"/>
            </a:pPr>
            <a:r>
              <a:rPr lang="en-US" sz="2000">
                <a:solidFill>
                  <a:schemeClr val="dk1"/>
                </a:solidFill>
                <a:latin typeface="Play"/>
                <a:ea typeface="Play"/>
                <a:cs typeface="Play"/>
                <a:sym typeface="Play"/>
              </a:rPr>
              <a:t>With Transfer Family, you use native AWS services for processing, analytics, reporting, auditing, and archival functions with your data in durable Amazon S3 storage.</a:t>
            </a:r>
            <a:endParaRPr/>
          </a:p>
          <a:p>
            <a:pPr indent="-171450" lvl="0" marL="171450" marR="0" rtl="0" algn="l">
              <a:spcBef>
                <a:spcPts val="2400"/>
              </a:spcBef>
              <a:spcAft>
                <a:spcPts val="0"/>
              </a:spcAft>
              <a:buClr>
                <a:schemeClr val="dk1"/>
              </a:buClr>
              <a:buSzPts val="2000"/>
              <a:buFont typeface="Arial"/>
              <a:buChar char="•"/>
            </a:pPr>
            <a:r>
              <a:rPr lang="en-US" sz="2000">
                <a:solidFill>
                  <a:schemeClr val="dk1"/>
                </a:solidFill>
                <a:latin typeface="Play"/>
                <a:ea typeface="Play"/>
                <a:cs typeface="Play"/>
                <a:sym typeface="Play"/>
              </a:rPr>
              <a:t>Transfer Family is a managed elastic file system (with Amazon EFS) for use with AWS Cloud services and on-premises resources. </a:t>
            </a:r>
            <a:endParaRPr/>
          </a:p>
          <a:p>
            <a:pPr indent="-171450" lvl="0" marL="171450" marR="0" rtl="0" algn="l">
              <a:spcBef>
                <a:spcPts val="2400"/>
              </a:spcBef>
              <a:spcAft>
                <a:spcPts val="0"/>
              </a:spcAft>
              <a:buClr>
                <a:schemeClr val="dk1"/>
              </a:buClr>
              <a:buSzPts val="2000"/>
              <a:buFont typeface="Arial"/>
              <a:buChar char="•"/>
            </a:pPr>
            <a:r>
              <a:rPr lang="en-US" sz="2000">
                <a:solidFill>
                  <a:schemeClr val="dk1"/>
                </a:solidFill>
                <a:latin typeface="Play"/>
                <a:ea typeface="Play"/>
                <a:cs typeface="Play"/>
                <a:sym typeface="Play"/>
              </a:rPr>
              <a:t>Transfer Family is a managed, serverless file transfer workflow service that you can use to set up, run, automate, and monitor file uploads.</a:t>
            </a:r>
            <a:endParaRPr/>
          </a:p>
          <a:p>
            <a:pPr indent="-171450" lvl="0" marL="171450" marR="0" rtl="0" algn="l">
              <a:spcBef>
                <a:spcPts val="2400"/>
              </a:spcBef>
              <a:spcAft>
                <a:spcPts val="0"/>
              </a:spcAft>
              <a:buClr>
                <a:schemeClr val="dk1"/>
              </a:buClr>
              <a:buSzPts val="2000"/>
              <a:buFont typeface="Arial"/>
              <a:buChar char="•"/>
            </a:pPr>
            <a:r>
              <a:rPr lang="en-US" sz="2000">
                <a:solidFill>
                  <a:schemeClr val="dk1"/>
                </a:solidFill>
                <a:latin typeface="Play"/>
                <a:ea typeface="Play"/>
                <a:cs typeface="Play"/>
                <a:sym typeface="Play"/>
              </a:rPr>
              <a:t>You pay for only the use of the service, and there are no upfront costs.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2" name="Shape 2122"/>
        <p:cNvGrpSpPr/>
        <p:nvPr/>
      </p:nvGrpSpPr>
      <p:grpSpPr>
        <a:xfrm>
          <a:off x="0" y="0"/>
          <a:ext cx="0" cy="0"/>
          <a:chOff x="0" y="0"/>
          <a:chExt cx="0" cy="0"/>
        </a:xfrm>
      </p:grpSpPr>
      <p:sp>
        <p:nvSpPr>
          <p:cNvPr id="2123" name="Google Shape;2123;p29"/>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124" name="Google Shape;2124;p29"/>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Play"/>
              <a:buNone/>
            </a:pPr>
            <a:r>
              <a:rPr lang="en-US">
                <a:solidFill>
                  <a:schemeClr val="dk1"/>
                </a:solidFill>
              </a:rPr>
              <a:t>Use cases for Transfer Family</a:t>
            </a:r>
            <a:endParaRPr/>
          </a:p>
        </p:txBody>
      </p:sp>
      <p:sp>
        <p:nvSpPr>
          <p:cNvPr id="2125" name="Google Shape;2125;p29"/>
          <p:cNvSpPr txBox="1"/>
          <p:nvPr>
            <p:ph idx="1" type="body"/>
          </p:nvPr>
        </p:nvSpPr>
        <p:spPr>
          <a:xfrm>
            <a:off x="365760" y="1097280"/>
            <a:ext cx="5669280" cy="533095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2800"/>
              <a:buNone/>
            </a:pPr>
            <a:r>
              <a:rPr lang="en-US">
                <a:solidFill>
                  <a:schemeClr val="dk1"/>
                </a:solidFill>
              </a:rPr>
              <a:t>Amazon S3</a:t>
            </a:r>
            <a:endParaRPr/>
          </a:p>
          <a:p>
            <a:pPr indent="-177800" lvl="0" marL="171450" rtl="0" algn="l">
              <a:lnSpc>
                <a:spcPct val="100000"/>
              </a:lnSpc>
              <a:spcBef>
                <a:spcPts val="1200"/>
              </a:spcBef>
              <a:spcAft>
                <a:spcPts val="0"/>
              </a:spcAft>
              <a:buClr>
                <a:schemeClr val="dk1"/>
              </a:buClr>
              <a:buSzPts val="2800"/>
              <a:buFont typeface="Arial"/>
              <a:buChar char="•"/>
            </a:pPr>
            <a:r>
              <a:rPr lang="en-US">
                <a:solidFill>
                  <a:schemeClr val="dk1"/>
                </a:solidFill>
              </a:rPr>
              <a:t>Data lakes in AWS for uploads from third parties  </a:t>
            </a:r>
            <a:endParaRPr/>
          </a:p>
          <a:p>
            <a:pPr indent="-177800" lvl="0" marL="171450" rtl="0" algn="l">
              <a:lnSpc>
                <a:spcPct val="100000"/>
              </a:lnSpc>
              <a:spcBef>
                <a:spcPts val="1200"/>
              </a:spcBef>
              <a:spcAft>
                <a:spcPts val="0"/>
              </a:spcAft>
              <a:buClr>
                <a:schemeClr val="dk1"/>
              </a:buClr>
              <a:buSzPts val="2800"/>
              <a:buFont typeface="Arial"/>
              <a:buChar char="•"/>
            </a:pPr>
            <a:r>
              <a:rPr lang="en-US">
                <a:solidFill>
                  <a:schemeClr val="dk1"/>
                </a:solidFill>
              </a:rPr>
              <a:t>Subscription-based data distribution with customers</a:t>
            </a:r>
            <a:endParaRPr/>
          </a:p>
          <a:p>
            <a:pPr indent="-177800" lvl="0" marL="171450" rtl="0" algn="l">
              <a:lnSpc>
                <a:spcPct val="100000"/>
              </a:lnSpc>
              <a:spcBef>
                <a:spcPts val="1200"/>
              </a:spcBef>
              <a:spcAft>
                <a:spcPts val="0"/>
              </a:spcAft>
              <a:buClr>
                <a:schemeClr val="dk1"/>
              </a:buClr>
              <a:buSzPts val="2800"/>
              <a:buFont typeface="Arial"/>
              <a:buChar char="•"/>
            </a:pPr>
            <a:r>
              <a:rPr lang="en-US">
                <a:solidFill>
                  <a:schemeClr val="dk1"/>
                </a:solidFill>
              </a:rPr>
              <a:t>Internal transfers within your organization</a:t>
            </a:r>
            <a:endParaRPr/>
          </a:p>
        </p:txBody>
      </p:sp>
      <p:sp>
        <p:nvSpPr>
          <p:cNvPr id="2126" name="Google Shape;2126;p29"/>
          <p:cNvSpPr txBox="1"/>
          <p:nvPr>
            <p:ph idx="2" type="body"/>
          </p:nvPr>
        </p:nvSpPr>
        <p:spPr>
          <a:xfrm>
            <a:off x="6163056" y="1097280"/>
            <a:ext cx="5669280" cy="533095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2800"/>
              <a:buNone/>
            </a:pPr>
            <a:r>
              <a:rPr lang="en-US">
                <a:solidFill>
                  <a:schemeClr val="dk1"/>
                </a:solidFill>
              </a:rPr>
              <a:t>Amazon EFS </a:t>
            </a:r>
            <a:endParaRPr/>
          </a:p>
          <a:p>
            <a:pPr indent="-177800" lvl="0" marL="171450" rtl="0" algn="l">
              <a:lnSpc>
                <a:spcPct val="100000"/>
              </a:lnSpc>
              <a:spcBef>
                <a:spcPts val="1200"/>
              </a:spcBef>
              <a:spcAft>
                <a:spcPts val="0"/>
              </a:spcAft>
              <a:buClr>
                <a:schemeClr val="dk1"/>
              </a:buClr>
              <a:buSzPts val="2800"/>
              <a:buFont typeface="Arial"/>
              <a:buChar char="•"/>
            </a:pPr>
            <a:r>
              <a:rPr lang="en-US">
                <a:solidFill>
                  <a:schemeClr val="dk1"/>
                </a:solidFill>
              </a:rPr>
              <a:t>Data distribution</a:t>
            </a:r>
            <a:endParaRPr/>
          </a:p>
          <a:p>
            <a:pPr indent="-177800" lvl="0" marL="171450" rtl="0" algn="l">
              <a:lnSpc>
                <a:spcPct val="100000"/>
              </a:lnSpc>
              <a:spcBef>
                <a:spcPts val="1200"/>
              </a:spcBef>
              <a:spcAft>
                <a:spcPts val="0"/>
              </a:spcAft>
              <a:buClr>
                <a:schemeClr val="dk1"/>
              </a:buClr>
              <a:buSzPts val="2800"/>
              <a:buFont typeface="Arial"/>
              <a:buChar char="•"/>
            </a:pPr>
            <a:r>
              <a:rPr lang="en-US">
                <a:solidFill>
                  <a:schemeClr val="dk1"/>
                </a:solidFill>
              </a:rPr>
              <a:t>Supply chain</a:t>
            </a:r>
            <a:endParaRPr/>
          </a:p>
          <a:p>
            <a:pPr indent="-177800" lvl="0" marL="171450" rtl="0" algn="l">
              <a:lnSpc>
                <a:spcPct val="100000"/>
              </a:lnSpc>
              <a:spcBef>
                <a:spcPts val="1200"/>
              </a:spcBef>
              <a:spcAft>
                <a:spcPts val="0"/>
              </a:spcAft>
              <a:buClr>
                <a:schemeClr val="dk1"/>
              </a:buClr>
              <a:buSzPts val="2800"/>
              <a:buFont typeface="Arial"/>
              <a:buChar char="•"/>
            </a:pPr>
            <a:r>
              <a:rPr lang="en-US">
                <a:solidFill>
                  <a:schemeClr val="dk1"/>
                </a:solidFill>
              </a:rPr>
              <a:t>Content management</a:t>
            </a:r>
            <a:endParaRPr/>
          </a:p>
          <a:p>
            <a:pPr indent="-177800" lvl="0" marL="171450" rtl="0" algn="l">
              <a:lnSpc>
                <a:spcPct val="100000"/>
              </a:lnSpc>
              <a:spcBef>
                <a:spcPts val="1200"/>
              </a:spcBef>
              <a:spcAft>
                <a:spcPts val="0"/>
              </a:spcAft>
              <a:buClr>
                <a:schemeClr val="dk1"/>
              </a:buClr>
              <a:buSzPts val="2800"/>
              <a:buFont typeface="Arial"/>
              <a:buChar char="•"/>
            </a:pPr>
            <a:r>
              <a:rPr lang="en-US">
                <a:solidFill>
                  <a:schemeClr val="dk1"/>
                </a:solidFill>
              </a:rPr>
              <a:t>Web-serving applications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0" name="Shape 2130"/>
        <p:cNvGrpSpPr/>
        <p:nvPr/>
      </p:nvGrpSpPr>
      <p:grpSpPr>
        <a:xfrm>
          <a:off x="0" y="0"/>
          <a:ext cx="0" cy="0"/>
          <a:chOff x="0" y="0"/>
          <a:chExt cx="0" cy="0"/>
        </a:xfrm>
      </p:grpSpPr>
      <p:sp>
        <p:nvSpPr>
          <p:cNvPr id="2131" name="Google Shape;2131;p30"/>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132" name="Google Shape;2132;p30"/>
          <p:cNvSpPr txBox="1"/>
          <p:nvPr>
            <p:ph type="title"/>
          </p:nvPr>
        </p:nvSpPr>
        <p:spPr>
          <a:xfrm>
            <a:off x="243242" y="292099"/>
            <a:ext cx="4062057" cy="1866901"/>
          </a:xfrm>
          <a:prstGeom prst="rect">
            <a:avLst/>
          </a:prstGeom>
          <a:noFill/>
          <a:ln>
            <a:noFill/>
          </a:ln>
        </p:spPr>
        <p:txBody>
          <a:bodyPr anchorCtr="0" anchor="t" bIns="45700" lIns="91425" spcFirstLastPara="1" rIns="91425" wrap="square" tIns="45700">
            <a:normAutofit fontScale="90000"/>
          </a:bodyPr>
          <a:lstStyle/>
          <a:p>
            <a:pPr indent="0" lvl="0" marL="0" rtl="0" algn="ctr">
              <a:lnSpc>
                <a:spcPct val="90000"/>
              </a:lnSpc>
              <a:spcBef>
                <a:spcPts val="0"/>
              </a:spcBef>
              <a:spcAft>
                <a:spcPts val="0"/>
              </a:spcAft>
              <a:buClr>
                <a:schemeClr val="lt1"/>
              </a:buClr>
              <a:buSzPct val="100000"/>
              <a:buFont typeface="Play"/>
              <a:buNone/>
            </a:pPr>
            <a:r>
              <a:rPr lang="en-US"/>
              <a:t>Key takeaways: Moving data to and from Amazon S3</a:t>
            </a:r>
            <a:endParaRPr/>
          </a:p>
        </p:txBody>
      </p:sp>
      <p:sp>
        <p:nvSpPr>
          <p:cNvPr id="2133" name="Google Shape;2133;p30"/>
          <p:cNvSpPr txBox="1"/>
          <p:nvPr>
            <p:ph idx="1" type="body"/>
          </p:nvPr>
        </p:nvSpPr>
        <p:spPr>
          <a:xfrm>
            <a:off x="4592635" y="292099"/>
            <a:ext cx="7239701" cy="6142651"/>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400"/>
              <a:buChar char="•"/>
            </a:pPr>
            <a:r>
              <a:rPr lang="en-US" sz="2400">
                <a:solidFill>
                  <a:schemeClr val="dk1"/>
                </a:solidFill>
              </a:rPr>
              <a:t>Upload objects to Amazon S3 by using the AWS Management Console, AWS CLI, AWS SDKs, or Amazon S3 REST API. </a:t>
            </a:r>
            <a:endParaRPr/>
          </a:p>
          <a:p>
            <a:pPr indent="-228600" lvl="0" marL="228600" rtl="0" algn="l">
              <a:lnSpc>
                <a:spcPct val="100000"/>
              </a:lnSpc>
              <a:spcBef>
                <a:spcPts val="1200"/>
              </a:spcBef>
              <a:spcAft>
                <a:spcPts val="0"/>
              </a:spcAft>
              <a:buClr>
                <a:schemeClr val="dk1"/>
              </a:buClr>
              <a:buSzPts val="2400"/>
              <a:buChar char="•"/>
            </a:pPr>
            <a:r>
              <a:rPr lang="en-US" sz="2400">
                <a:solidFill>
                  <a:schemeClr val="dk1"/>
                </a:solidFill>
              </a:rPr>
              <a:t>Use multipart upload to upload a single object as a set of parts when the object size reaches 100 MB or greater. </a:t>
            </a:r>
            <a:endParaRPr/>
          </a:p>
          <a:p>
            <a:pPr indent="-228600" lvl="0" marL="228600" rtl="0" algn="l">
              <a:lnSpc>
                <a:spcPct val="100000"/>
              </a:lnSpc>
              <a:spcBef>
                <a:spcPts val="1200"/>
              </a:spcBef>
              <a:spcAft>
                <a:spcPts val="0"/>
              </a:spcAft>
              <a:buClr>
                <a:schemeClr val="dk1"/>
              </a:buClr>
              <a:buSzPts val="2400"/>
              <a:buChar char="•"/>
            </a:pPr>
            <a:r>
              <a:rPr lang="en-US" sz="2400">
                <a:solidFill>
                  <a:schemeClr val="dk1"/>
                </a:solidFill>
              </a:rPr>
              <a:t>Use S3 Transfer Acceleration on an S3 bucket to provide fast and secure transfers of files over long distances between your client and an S3 bucket. </a:t>
            </a:r>
            <a:endParaRPr/>
          </a:p>
          <a:p>
            <a:pPr indent="-228600" lvl="0" marL="228600" rtl="0" algn="l">
              <a:lnSpc>
                <a:spcPct val="100000"/>
              </a:lnSpc>
              <a:spcBef>
                <a:spcPts val="1200"/>
              </a:spcBef>
              <a:spcAft>
                <a:spcPts val="0"/>
              </a:spcAft>
              <a:buClr>
                <a:schemeClr val="dk1"/>
              </a:buClr>
              <a:buSzPts val="2400"/>
              <a:buChar char="•"/>
            </a:pPr>
            <a:r>
              <a:rPr lang="en-US" sz="2400">
                <a:solidFill>
                  <a:schemeClr val="dk1"/>
                </a:solidFill>
              </a:rPr>
              <a:t>Use Transfer Family to provide a secure transfer of files into and out of AWS storage services.</a:t>
            </a:r>
            <a:endParaRPr/>
          </a:p>
        </p:txBody>
      </p:sp>
      <p:pic>
        <p:nvPicPr>
          <p:cNvPr id="2134" name="Google Shape;2134;p30"/>
          <p:cNvPicPr preferRelativeResize="0"/>
          <p:nvPr/>
        </p:nvPicPr>
        <p:blipFill rotWithShape="1">
          <a:blip r:embed="rId3">
            <a:alphaModFix/>
          </a:blip>
          <a:srcRect b="0" l="0" r="0" t="0"/>
          <a:stretch/>
        </p:blipFill>
        <p:spPr>
          <a:xfrm>
            <a:off x="968565" y="2892425"/>
            <a:ext cx="2511045" cy="27432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8" name="Shape 2138"/>
        <p:cNvGrpSpPr/>
        <p:nvPr/>
      </p:nvGrpSpPr>
      <p:grpSpPr>
        <a:xfrm>
          <a:off x="0" y="0"/>
          <a:ext cx="0" cy="0"/>
          <a:chOff x="0" y="0"/>
          <a:chExt cx="0" cy="0"/>
        </a:xfrm>
      </p:grpSpPr>
      <p:sp>
        <p:nvSpPr>
          <p:cNvPr id="2139" name="Google Shape;2139;p31"/>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140" name="Google Shape;2140;p31"/>
          <p:cNvSpPr txBox="1"/>
          <p:nvPr>
            <p:ph type="title"/>
          </p:nvPr>
        </p:nvSpPr>
        <p:spPr>
          <a:xfrm>
            <a:off x="457200" y="2545492"/>
            <a:ext cx="11375136" cy="244687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4800"/>
              <a:buFont typeface="Play"/>
              <a:buNone/>
            </a:pPr>
            <a:r>
              <a:rPr lang="en-US"/>
              <a:t>Storing content with Amazon S3</a:t>
            </a:r>
            <a:endParaRPr/>
          </a:p>
        </p:txBody>
      </p:sp>
      <p:sp>
        <p:nvSpPr>
          <p:cNvPr id="2141" name="Google Shape;2141;p31"/>
          <p:cNvSpPr txBox="1"/>
          <p:nvPr>
            <p:ph idx="1" type="subTitle"/>
          </p:nvPr>
        </p:nvSpPr>
        <p:spPr>
          <a:xfrm>
            <a:off x="457200" y="5040376"/>
            <a:ext cx="11375136" cy="99589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3200"/>
              <a:buNone/>
            </a:pPr>
            <a:r>
              <a:rPr lang="en-US"/>
              <a:t>Adding a Storage Layer with Amazon S3</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5" name="Shape 2145"/>
        <p:cNvGrpSpPr/>
        <p:nvPr/>
      </p:nvGrpSpPr>
      <p:grpSpPr>
        <a:xfrm>
          <a:off x="0" y="0"/>
          <a:ext cx="0" cy="0"/>
          <a:chOff x="0" y="0"/>
          <a:chExt cx="0" cy="0"/>
        </a:xfrm>
      </p:grpSpPr>
      <p:sp>
        <p:nvSpPr>
          <p:cNvPr id="2146" name="Google Shape;2146;p32"/>
          <p:cNvSpPr txBox="1"/>
          <p:nvPr>
            <p:ph idx="12" type="sldNum"/>
          </p:nvPr>
        </p:nvSpPr>
        <p:spPr>
          <a:xfrm>
            <a:off x="11347704" y="6417492"/>
            <a:ext cx="484632"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232F3E"/>
              </a:buClr>
              <a:buSzPts val="1200"/>
              <a:buFont typeface="Play"/>
              <a:buNone/>
            </a:pPr>
            <a:fld id="{00000000-1234-1234-1234-123412341234}" type="slidenum">
              <a:rPr b="0" i="0" lang="en-US" u="none" cap="none" strike="noStrike"/>
              <a:t>‹#›</a:t>
            </a:fld>
            <a:endParaRPr b="0" i="0" u="none" cap="none" strike="noStrike"/>
          </a:p>
        </p:txBody>
      </p:sp>
      <p:sp>
        <p:nvSpPr>
          <p:cNvPr id="2147" name="Google Shape;2147;p32"/>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2F3E"/>
              </a:buClr>
              <a:buSzPts val="3600"/>
              <a:buFont typeface="Play"/>
              <a:buNone/>
            </a:pPr>
            <a:r>
              <a:rPr lang="en-US"/>
              <a:t>Object storage classes</a:t>
            </a:r>
            <a:endParaRPr/>
          </a:p>
        </p:txBody>
      </p:sp>
      <p:sp>
        <p:nvSpPr>
          <p:cNvPr id="2148" name="Google Shape;2148;p32"/>
          <p:cNvSpPr txBox="1"/>
          <p:nvPr>
            <p:ph idx="1" type="body"/>
          </p:nvPr>
        </p:nvSpPr>
        <p:spPr>
          <a:xfrm>
            <a:off x="365760" y="1051560"/>
            <a:ext cx="2788920" cy="440329"/>
          </a:xfrm>
          <a:prstGeom prst="rect">
            <a:avLst/>
          </a:prstGeom>
          <a:solidFill>
            <a:schemeClr val="accent1"/>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2400"/>
              <a:buNone/>
            </a:pPr>
            <a:r>
              <a:rPr lang="en-US"/>
              <a:t>General purpose</a:t>
            </a:r>
            <a:endParaRPr/>
          </a:p>
        </p:txBody>
      </p:sp>
      <p:sp>
        <p:nvSpPr>
          <p:cNvPr id="2149" name="Google Shape;2149;p32"/>
          <p:cNvSpPr/>
          <p:nvPr/>
        </p:nvSpPr>
        <p:spPr>
          <a:xfrm>
            <a:off x="428016" y="1692612"/>
            <a:ext cx="2645924" cy="4299625"/>
          </a:xfrm>
          <a:prstGeom prst="roundRect">
            <a:avLst>
              <a:gd fmla="val 16667" name="adj"/>
            </a:avLst>
          </a:prstGeom>
          <a:noFill/>
          <a:ln cap="flat" cmpd="sng" w="76200">
            <a:solidFill>
              <a:srgbClr val="00527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Play"/>
                <a:ea typeface="Play"/>
                <a:cs typeface="Play"/>
                <a:sym typeface="Play"/>
              </a:rPr>
              <a:t>S3 Standard</a:t>
            </a:r>
            <a:endParaRPr sz="2400">
              <a:solidFill>
                <a:schemeClr val="dk1"/>
              </a:solidFill>
              <a:latin typeface="Play"/>
              <a:ea typeface="Play"/>
              <a:cs typeface="Play"/>
              <a:sym typeface="Play"/>
            </a:endParaRPr>
          </a:p>
        </p:txBody>
      </p:sp>
      <p:sp>
        <p:nvSpPr>
          <p:cNvPr id="2150" name="Google Shape;2150;p32"/>
          <p:cNvSpPr txBox="1"/>
          <p:nvPr>
            <p:ph idx="3" type="body"/>
          </p:nvPr>
        </p:nvSpPr>
        <p:spPr>
          <a:xfrm>
            <a:off x="3264408" y="1051560"/>
            <a:ext cx="2788920" cy="440329"/>
          </a:xfrm>
          <a:prstGeom prst="rect">
            <a:avLst/>
          </a:prstGeom>
          <a:solidFill>
            <a:schemeClr val="accent1"/>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2400"/>
              <a:buNone/>
            </a:pPr>
            <a:r>
              <a:rPr lang="en-US"/>
              <a:t>Intelligent tiering</a:t>
            </a:r>
            <a:endParaRPr sz="1800"/>
          </a:p>
        </p:txBody>
      </p:sp>
      <p:sp>
        <p:nvSpPr>
          <p:cNvPr id="2151" name="Google Shape;2151;p32"/>
          <p:cNvSpPr/>
          <p:nvPr/>
        </p:nvSpPr>
        <p:spPr>
          <a:xfrm>
            <a:off x="3365770" y="1692612"/>
            <a:ext cx="2645924" cy="4299625"/>
          </a:xfrm>
          <a:prstGeom prst="roundRect">
            <a:avLst>
              <a:gd fmla="val 16667" name="adj"/>
            </a:avLst>
          </a:prstGeom>
          <a:noFill/>
          <a:ln cap="flat" cmpd="sng" w="76200">
            <a:solidFill>
              <a:srgbClr val="00527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Play"/>
                <a:ea typeface="Play"/>
                <a:cs typeface="Play"/>
                <a:sym typeface="Play"/>
              </a:rPr>
              <a:t>S3 Intelligent- Tiering</a:t>
            </a:r>
            <a:endParaRPr sz="2400">
              <a:solidFill>
                <a:schemeClr val="dk1"/>
              </a:solidFill>
              <a:latin typeface="Play"/>
              <a:ea typeface="Play"/>
              <a:cs typeface="Play"/>
              <a:sym typeface="Play"/>
            </a:endParaRPr>
          </a:p>
        </p:txBody>
      </p:sp>
      <p:sp>
        <p:nvSpPr>
          <p:cNvPr id="2152" name="Google Shape;2152;p32"/>
          <p:cNvSpPr txBox="1"/>
          <p:nvPr>
            <p:ph idx="5" type="body"/>
          </p:nvPr>
        </p:nvSpPr>
        <p:spPr>
          <a:xfrm>
            <a:off x="6163056" y="1051560"/>
            <a:ext cx="2788920" cy="440329"/>
          </a:xfrm>
          <a:prstGeom prst="rect">
            <a:avLst/>
          </a:prstGeom>
          <a:solidFill>
            <a:schemeClr val="accent1"/>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2400"/>
              <a:buNone/>
            </a:pPr>
            <a:r>
              <a:rPr lang="en-US"/>
              <a:t>Infrequent access</a:t>
            </a:r>
            <a:endParaRPr/>
          </a:p>
        </p:txBody>
      </p:sp>
      <p:sp>
        <p:nvSpPr>
          <p:cNvPr id="2153" name="Google Shape;2153;p32"/>
          <p:cNvSpPr/>
          <p:nvPr/>
        </p:nvSpPr>
        <p:spPr>
          <a:xfrm>
            <a:off x="6261370" y="1692612"/>
            <a:ext cx="2645924" cy="2007139"/>
          </a:xfrm>
          <a:prstGeom prst="roundRect">
            <a:avLst>
              <a:gd fmla="val 16667" name="adj"/>
            </a:avLst>
          </a:prstGeom>
          <a:noFill/>
          <a:ln cap="flat" cmpd="sng" w="76200">
            <a:solidFill>
              <a:srgbClr val="00527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Play"/>
                <a:ea typeface="Play"/>
                <a:cs typeface="Play"/>
                <a:sym typeface="Play"/>
              </a:rPr>
              <a:t>S3 Standard-IA</a:t>
            </a:r>
            <a:endParaRPr/>
          </a:p>
        </p:txBody>
      </p:sp>
      <p:sp>
        <p:nvSpPr>
          <p:cNvPr id="2154" name="Google Shape;2154;p32"/>
          <p:cNvSpPr/>
          <p:nvPr/>
        </p:nvSpPr>
        <p:spPr>
          <a:xfrm>
            <a:off x="6261370" y="3988338"/>
            <a:ext cx="2645924" cy="2003899"/>
          </a:xfrm>
          <a:prstGeom prst="roundRect">
            <a:avLst>
              <a:gd fmla="val 16667" name="adj"/>
            </a:avLst>
          </a:prstGeom>
          <a:noFill/>
          <a:ln cap="flat" cmpd="sng" w="76200">
            <a:solidFill>
              <a:srgbClr val="00527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Play"/>
                <a:ea typeface="Play"/>
                <a:cs typeface="Play"/>
                <a:sym typeface="Play"/>
              </a:rPr>
              <a:t>S3 One Zone-IA</a:t>
            </a:r>
            <a:endParaRPr sz="2400">
              <a:solidFill>
                <a:schemeClr val="dk1"/>
              </a:solidFill>
              <a:latin typeface="Play"/>
              <a:ea typeface="Play"/>
              <a:cs typeface="Play"/>
              <a:sym typeface="Play"/>
            </a:endParaRPr>
          </a:p>
        </p:txBody>
      </p:sp>
      <p:sp>
        <p:nvSpPr>
          <p:cNvPr id="2155" name="Google Shape;2155;p32"/>
          <p:cNvSpPr txBox="1"/>
          <p:nvPr>
            <p:ph idx="7" type="body"/>
          </p:nvPr>
        </p:nvSpPr>
        <p:spPr>
          <a:xfrm>
            <a:off x="9061704" y="1051560"/>
            <a:ext cx="2788920" cy="440329"/>
          </a:xfrm>
          <a:prstGeom prst="rect">
            <a:avLst/>
          </a:prstGeom>
          <a:solidFill>
            <a:schemeClr val="accent1"/>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2400"/>
              <a:buNone/>
            </a:pPr>
            <a:r>
              <a:rPr lang="en-US"/>
              <a:t>Archive</a:t>
            </a:r>
            <a:endParaRPr/>
          </a:p>
        </p:txBody>
      </p:sp>
      <p:sp>
        <p:nvSpPr>
          <p:cNvPr id="2156" name="Google Shape;2156;p32"/>
          <p:cNvSpPr/>
          <p:nvPr/>
        </p:nvSpPr>
        <p:spPr>
          <a:xfrm>
            <a:off x="9156970" y="1692612"/>
            <a:ext cx="2734056" cy="951197"/>
          </a:xfrm>
          <a:prstGeom prst="roundRect">
            <a:avLst>
              <a:gd fmla="val 16667" name="adj"/>
            </a:avLst>
          </a:prstGeom>
          <a:noFill/>
          <a:ln cap="flat" cmpd="sng" w="76200">
            <a:solidFill>
              <a:srgbClr val="00527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Play"/>
                <a:ea typeface="Play"/>
                <a:cs typeface="Play"/>
                <a:sym typeface="Play"/>
              </a:rPr>
              <a:t>S3 Glacier Instant Retrieval</a:t>
            </a:r>
            <a:endParaRPr sz="2400">
              <a:solidFill>
                <a:schemeClr val="dk1"/>
              </a:solidFill>
              <a:latin typeface="Play"/>
              <a:ea typeface="Play"/>
              <a:cs typeface="Play"/>
              <a:sym typeface="Play"/>
            </a:endParaRPr>
          </a:p>
        </p:txBody>
      </p:sp>
      <p:sp>
        <p:nvSpPr>
          <p:cNvPr id="2157" name="Google Shape;2157;p32"/>
          <p:cNvSpPr/>
          <p:nvPr/>
        </p:nvSpPr>
        <p:spPr>
          <a:xfrm>
            <a:off x="9137514" y="2858099"/>
            <a:ext cx="2729807" cy="1037759"/>
          </a:xfrm>
          <a:prstGeom prst="roundRect">
            <a:avLst>
              <a:gd fmla="val 16667" name="adj"/>
            </a:avLst>
          </a:prstGeom>
          <a:noFill/>
          <a:ln cap="flat" cmpd="sng" w="76200">
            <a:solidFill>
              <a:srgbClr val="00527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Play"/>
                <a:ea typeface="Play"/>
                <a:cs typeface="Play"/>
                <a:sym typeface="Play"/>
              </a:rPr>
              <a:t>S3 Glacier Flexible Retrieval</a:t>
            </a:r>
            <a:endParaRPr sz="2400">
              <a:solidFill>
                <a:schemeClr val="dk1"/>
              </a:solidFill>
              <a:latin typeface="Play"/>
              <a:ea typeface="Play"/>
              <a:cs typeface="Play"/>
              <a:sym typeface="Play"/>
            </a:endParaRPr>
          </a:p>
        </p:txBody>
      </p:sp>
      <p:sp>
        <p:nvSpPr>
          <p:cNvPr id="2158" name="Google Shape;2158;p32"/>
          <p:cNvSpPr/>
          <p:nvPr/>
        </p:nvSpPr>
        <p:spPr>
          <a:xfrm>
            <a:off x="9118060" y="4110148"/>
            <a:ext cx="2734056" cy="846025"/>
          </a:xfrm>
          <a:prstGeom prst="roundRect">
            <a:avLst>
              <a:gd fmla="val 16667" name="adj"/>
            </a:avLst>
          </a:prstGeom>
          <a:noFill/>
          <a:ln cap="flat" cmpd="sng" w="76200">
            <a:solidFill>
              <a:srgbClr val="00527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Play"/>
                <a:ea typeface="Play"/>
                <a:cs typeface="Play"/>
                <a:sym typeface="Play"/>
              </a:rPr>
              <a:t>S3 Glacier Deep Archive</a:t>
            </a:r>
            <a:endParaRPr sz="2400">
              <a:solidFill>
                <a:schemeClr val="dk1"/>
              </a:solidFill>
              <a:latin typeface="Play"/>
              <a:ea typeface="Play"/>
              <a:cs typeface="Play"/>
              <a:sym typeface="Play"/>
            </a:endParaRPr>
          </a:p>
        </p:txBody>
      </p:sp>
      <p:sp>
        <p:nvSpPr>
          <p:cNvPr id="2159" name="Google Shape;2159;p32"/>
          <p:cNvSpPr/>
          <p:nvPr/>
        </p:nvSpPr>
        <p:spPr>
          <a:xfrm>
            <a:off x="9131312" y="5170462"/>
            <a:ext cx="2734056" cy="773138"/>
          </a:xfrm>
          <a:prstGeom prst="roundRect">
            <a:avLst>
              <a:gd fmla="val 16667" name="adj"/>
            </a:avLst>
          </a:prstGeom>
          <a:noFill/>
          <a:ln cap="flat" cmpd="sng" w="76200">
            <a:solidFill>
              <a:srgbClr val="00527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Play"/>
                <a:ea typeface="Play"/>
                <a:cs typeface="Play"/>
                <a:sym typeface="Play"/>
              </a:rPr>
              <a:t>S3 on Outposts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3" name="Shape 2163"/>
        <p:cNvGrpSpPr/>
        <p:nvPr/>
      </p:nvGrpSpPr>
      <p:grpSpPr>
        <a:xfrm>
          <a:off x="0" y="0"/>
          <a:ext cx="0" cy="0"/>
          <a:chOff x="0" y="0"/>
          <a:chExt cx="0" cy="0"/>
        </a:xfrm>
      </p:grpSpPr>
      <p:sp>
        <p:nvSpPr>
          <p:cNvPr id="2164" name="Google Shape;2164;p33"/>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165" name="Google Shape;2165;p33"/>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2F3E"/>
              </a:buClr>
              <a:buSzPts val="3600"/>
              <a:buFont typeface="Play"/>
              <a:buNone/>
            </a:pPr>
            <a:r>
              <a:rPr lang="en-US"/>
              <a:t>S3 storage classes breakdown</a:t>
            </a:r>
            <a:endParaRPr/>
          </a:p>
        </p:txBody>
      </p:sp>
      <p:graphicFrame>
        <p:nvGraphicFramePr>
          <p:cNvPr id="2166" name="Google Shape;2166;p33"/>
          <p:cNvGraphicFramePr/>
          <p:nvPr/>
        </p:nvGraphicFramePr>
        <p:xfrm>
          <a:off x="168052" y="1443808"/>
          <a:ext cx="3000000" cy="3000000"/>
        </p:xfrm>
        <a:graphic>
          <a:graphicData uri="http://schemas.openxmlformats.org/drawingml/2006/table">
            <a:tbl>
              <a:tblPr bandRow="1" firstRow="1">
                <a:noFill/>
                <a:tableStyleId>{60223444-1132-4FAA-9405-773630814508}</a:tableStyleId>
              </a:tblPr>
              <a:tblGrid>
                <a:gridCol w="1325475"/>
                <a:gridCol w="1028700"/>
                <a:gridCol w="1243025"/>
                <a:gridCol w="1728775"/>
                <a:gridCol w="1668375"/>
                <a:gridCol w="1703475"/>
                <a:gridCol w="1800225"/>
                <a:gridCol w="1389150"/>
              </a:tblGrid>
              <a:tr h="417775">
                <a:tc>
                  <a:txBody>
                    <a:bodyPr/>
                    <a:lstStyle/>
                    <a:p>
                      <a:pPr indent="0" lvl="0" marL="0" marR="0" rtl="0" algn="ctr">
                        <a:spcBef>
                          <a:spcPts val="0"/>
                        </a:spcBef>
                        <a:spcAft>
                          <a:spcPts val="0"/>
                        </a:spcAft>
                        <a:buNone/>
                      </a:pPr>
                      <a:r>
                        <a:t/>
                      </a:r>
                      <a:endParaRPr sz="1600">
                        <a:latin typeface="Play"/>
                        <a:ea typeface="Play"/>
                        <a:cs typeface="Play"/>
                        <a:sym typeface="Play"/>
                      </a:endParaRPr>
                    </a:p>
                  </a:txBody>
                  <a:tcPr marT="63500" marB="63500" marR="50800" marL="50800" anchor="ctr"/>
                </a:tc>
                <a:tc>
                  <a:txBody>
                    <a:bodyPr/>
                    <a:lstStyle/>
                    <a:p>
                      <a:pPr indent="0" lvl="0" marL="0" marR="0" rtl="0" algn="ctr">
                        <a:spcBef>
                          <a:spcPts val="0"/>
                        </a:spcBef>
                        <a:spcAft>
                          <a:spcPts val="0"/>
                        </a:spcAft>
                        <a:buNone/>
                      </a:pPr>
                      <a:r>
                        <a:rPr lang="en-US" sz="1600">
                          <a:latin typeface="Play"/>
                          <a:ea typeface="Play"/>
                          <a:cs typeface="Play"/>
                          <a:sym typeface="Play"/>
                        </a:rPr>
                        <a:t>S3 Standard</a:t>
                      </a:r>
                      <a:endParaRPr/>
                    </a:p>
                  </a:txBody>
                  <a:tcPr marT="63500" marB="63500" marR="50800" marL="50800" anchor="ctr"/>
                </a:tc>
                <a:tc>
                  <a:txBody>
                    <a:bodyPr/>
                    <a:lstStyle/>
                    <a:p>
                      <a:pPr indent="0" lvl="0" marL="0" marR="0" rtl="0" algn="ctr">
                        <a:spcBef>
                          <a:spcPts val="0"/>
                        </a:spcBef>
                        <a:spcAft>
                          <a:spcPts val="0"/>
                        </a:spcAft>
                        <a:buNone/>
                      </a:pPr>
                      <a:r>
                        <a:rPr lang="en-US" sz="1600">
                          <a:latin typeface="Play"/>
                          <a:ea typeface="Play"/>
                          <a:cs typeface="Play"/>
                          <a:sym typeface="Play"/>
                        </a:rPr>
                        <a:t>S3 Intelligent-Tiering</a:t>
                      </a:r>
                      <a:endParaRPr/>
                    </a:p>
                  </a:txBody>
                  <a:tcPr marT="63500" marB="63500" marR="50800" marL="50800" anchor="ctr"/>
                </a:tc>
                <a:tc>
                  <a:txBody>
                    <a:bodyPr/>
                    <a:lstStyle/>
                    <a:p>
                      <a:pPr indent="0" lvl="0" marL="0" marR="0" rtl="0" algn="ctr">
                        <a:spcBef>
                          <a:spcPts val="0"/>
                        </a:spcBef>
                        <a:spcAft>
                          <a:spcPts val="0"/>
                        </a:spcAft>
                        <a:buNone/>
                      </a:pPr>
                      <a:r>
                        <a:rPr lang="en-US" sz="1600">
                          <a:latin typeface="Play"/>
                          <a:ea typeface="Play"/>
                          <a:cs typeface="Play"/>
                          <a:sym typeface="Play"/>
                        </a:rPr>
                        <a:t>S3 Standard-IA</a:t>
                      </a:r>
                      <a:endParaRPr/>
                    </a:p>
                  </a:txBody>
                  <a:tcPr marT="63500" marB="63500" marR="50800" marL="50800" anchor="ctr"/>
                </a:tc>
                <a:tc>
                  <a:txBody>
                    <a:bodyPr/>
                    <a:lstStyle/>
                    <a:p>
                      <a:pPr indent="0" lvl="0" marL="0" marR="0" rtl="0" algn="ctr">
                        <a:spcBef>
                          <a:spcPts val="0"/>
                        </a:spcBef>
                        <a:spcAft>
                          <a:spcPts val="0"/>
                        </a:spcAft>
                        <a:buNone/>
                      </a:pPr>
                      <a:r>
                        <a:rPr lang="en-US" sz="1600">
                          <a:latin typeface="Play"/>
                          <a:ea typeface="Play"/>
                          <a:cs typeface="Play"/>
                          <a:sym typeface="Play"/>
                        </a:rPr>
                        <a:t>S3 One Zone-IA</a:t>
                      </a:r>
                      <a:endParaRPr/>
                    </a:p>
                  </a:txBody>
                  <a:tcPr marT="63500" marB="63500" marR="50800" marL="50800" anchor="ctr"/>
                </a:tc>
                <a:tc>
                  <a:txBody>
                    <a:bodyPr/>
                    <a:lstStyle/>
                    <a:p>
                      <a:pPr indent="0" lvl="0" marL="0" marR="0" rtl="0" algn="ctr">
                        <a:spcBef>
                          <a:spcPts val="0"/>
                        </a:spcBef>
                        <a:spcAft>
                          <a:spcPts val="0"/>
                        </a:spcAft>
                        <a:buNone/>
                      </a:pPr>
                      <a:r>
                        <a:rPr lang="en-US" sz="1600">
                          <a:latin typeface="Play"/>
                          <a:ea typeface="Play"/>
                          <a:cs typeface="Play"/>
                          <a:sym typeface="Play"/>
                        </a:rPr>
                        <a:t>S3 Glacier</a:t>
                      </a:r>
                      <a:br>
                        <a:rPr lang="en-US" sz="1600">
                          <a:latin typeface="Play"/>
                          <a:ea typeface="Play"/>
                          <a:cs typeface="Play"/>
                          <a:sym typeface="Play"/>
                        </a:rPr>
                      </a:br>
                      <a:r>
                        <a:rPr lang="en-US" sz="1600">
                          <a:latin typeface="Play"/>
                          <a:ea typeface="Play"/>
                          <a:cs typeface="Play"/>
                          <a:sym typeface="Play"/>
                        </a:rPr>
                        <a:t>Instant Retrieval</a:t>
                      </a:r>
                      <a:endParaRPr/>
                    </a:p>
                  </a:txBody>
                  <a:tcPr marT="63500" marB="63500" marR="50800" marL="50800" anchor="ctr"/>
                </a:tc>
                <a:tc>
                  <a:txBody>
                    <a:bodyPr/>
                    <a:lstStyle/>
                    <a:p>
                      <a:pPr indent="0" lvl="0" marL="0" marR="0" rtl="0" algn="ctr">
                        <a:spcBef>
                          <a:spcPts val="0"/>
                        </a:spcBef>
                        <a:spcAft>
                          <a:spcPts val="0"/>
                        </a:spcAft>
                        <a:buNone/>
                      </a:pPr>
                      <a:r>
                        <a:rPr lang="en-US" sz="1600">
                          <a:latin typeface="Play"/>
                          <a:ea typeface="Play"/>
                          <a:cs typeface="Play"/>
                          <a:sym typeface="Play"/>
                        </a:rPr>
                        <a:t>S3 Glacier Flexible Retrieval</a:t>
                      </a:r>
                      <a:endParaRPr/>
                    </a:p>
                  </a:txBody>
                  <a:tcPr marT="63500" marB="63500" marR="50800" marL="50800" anchor="ctr"/>
                </a:tc>
                <a:tc>
                  <a:txBody>
                    <a:bodyPr/>
                    <a:lstStyle/>
                    <a:p>
                      <a:pPr indent="0" lvl="0" marL="0" marR="0" rtl="0" algn="ctr">
                        <a:spcBef>
                          <a:spcPts val="0"/>
                        </a:spcBef>
                        <a:spcAft>
                          <a:spcPts val="0"/>
                        </a:spcAft>
                        <a:buNone/>
                      </a:pPr>
                      <a:r>
                        <a:rPr lang="en-US" sz="1600">
                          <a:latin typeface="Play"/>
                          <a:ea typeface="Play"/>
                          <a:cs typeface="Play"/>
                          <a:sym typeface="Play"/>
                        </a:rPr>
                        <a:t>S3 Glacier</a:t>
                      </a:r>
                      <a:br>
                        <a:rPr lang="en-US" sz="1600">
                          <a:latin typeface="Play"/>
                          <a:ea typeface="Play"/>
                          <a:cs typeface="Play"/>
                          <a:sym typeface="Play"/>
                        </a:rPr>
                      </a:br>
                      <a:r>
                        <a:rPr lang="en-US" sz="1600">
                          <a:latin typeface="Play"/>
                          <a:ea typeface="Play"/>
                          <a:cs typeface="Play"/>
                          <a:sym typeface="Play"/>
                        </a:rPr>
                        <a:t>Deep Archive</a:t>
                      </a:r>
                      <a:endParaRPr/>
                    </a:p>
                  </a:txBody>
                  <a:tcPr marT="63500" marB="63500" marR="50800" marL="50800" anchor="ctr"/>
                </a:tc>
              </a:tr>
              <a:tr h="640850">
                <a:tc>
                  <a:txBody>
                    <a:bodyPr/>
                    <a:lstStyle/>
                    <a:p>
                      <a:pPr indent="0" lvl="0" marL="0" marR="0" rtl="0" algn="l">
                        <a:spcBef>
                          <a:spcPts val="0"/>
                        </a:spcBef>
                        <a:spcAft>
                          <a:spcPts val="0"/>
                        </a:spcAft>
                        <a:buNone/>
                      </a:pPr>
                      <a:r>
                        <a:rPr b="0" i="0" lang="en-US" sz="1600">
                          <a:solidFill>
                            <a:schemeClr val="dk1"/>
                          </a:solidFill>
                          <a:latin typeface="Play"/>
                          <a:ea typeface="Play"/>
                          <a:cs typeface="Play"/>
                          <a:sym typeface="Play"/>
                        </a:rPr>
                        <a:t>Availability Zones</a:t>
                      </a:r>
                      <a:endParaRPr sz="1600">
                        <a:solidFill>
                          <a:srgbClr val="232F3E"/>
                        </a:solidFill>
                        <a:latin typeface="Play"/>
                        <a:ea typeface="Play"/>
                        <a:cs typeface="Play"/>
                        <a:sym typeface="Play"/>
                      </a:endParaRPr>
                    </a:p>
                  </a:txBody>
                  <a:tcPr marT="37675" marB="37675" marR="75325" marL="150650" anchor="ctr"/>
                </a:tc>
                <a:tc>
                  <a:txBody>
                    <a:bodyPr/>
                    <a:lstStyle/>
                    <a:p>
                      <a:pPr indent="0" lvl="0" marL="0" marR="0" rtl="0" algn="ctr">
                        <a:spcBef>
                          <a:spcPts val="0"/>
                        </a:spcBef>
                        <a:spcAft>
                          <a:spcPts val="0"/>
                        </a:spcAft>
                        <a:buNone/>
                      </a:pPr>
                      <a:r>
                        <a:rPr lang="en-US" sz="1600">
                          <a:latin typeface="Play"/>
                          <a:ea typeface="Play"/>
                          <a:cs typeface="Play"/>
                          <a:sym typeface="Play"/>
                        </a:rPr>
                        <a:t>≥3</a:t>
                      </a:r>
                      <a:endParaRPr/>
                    </a:p>
                  </a:txBody>
                  <a:tcPr marT="50800" marB="50800" marR="50800" marL="50800" anchor="ctr"/>
                </a:tc>
                <a:tc>
                  <a:txBody>
                    <a:bodyPr/>
                    <a:lstStyle/>
                    <a:p>
                      <a:pPr indent="0" lvl="0" marL="0" marR="0" rtl="0" algn="ctr">
                        <a:spcBef>
                          <a:spcPts val="0"/>
                        </a:spcBef>
                        <a:spcAft>
                          <a:spcPts val="0"/>
                        </a:spcAft>
                        <a:buNone/>
                      </a:pPr>
                      <a:r>
                        <a:rPr lang="en-US" sz="1600">
                          <a:latin typeface="Play"/>
                          <a:ea typeface="Play"/>
                          <a:cs typeface="Play"/>
                          <a:sym typeface="Play"/>
                        </a:rPr>
                        <a:t>≥3</a:t>
                      </a:r>
                      <a:endParaRPr/>
                    </a:p>
                  </a:txBody>
                  <a:tcPr marT="50800" marB="50800" marR="50800" marL="50800" anchor="ctr"/>
                </a:tc>
                <a:tc>
                  <a:txBody>
                    <a:bodyPr/>
                    <a:lstStyle/>
                    <a:p>
                      <a:pPr indent="0" lvl="0" marL="0" marR="0" rtl="0" algn="ctr">
                        <a:spcBef>
                          <a:spcPts val="0"/>
                        </a:spcBef>
                        <a:spcAft>
                          <a:spcPts val="0"/>
                        </a:spcAft>
                        <a:buNone/>
                      </a:pPr>
                      <a:r>
                        <a:rPr lang="en-US" sz="1600">
                          <a:latin typeface="Play"/>
                          <a:ea typeface="Play"/>
                          <a:cs typeface="Play"/>
                          <a:sym typeface="Play"/>
                        </a:rPr>
                        <a:t>≥3</a:t>
                      </a:r>
                      <a:endParaRPr/>
                    </a:p>
                  </a:txBody>
                  <a:tcPr marT="50800" marB="50800" marR="50800" marL="50800" anchor="ctr"/>
                </a:tc>
                <a:tc>
                  <a:txBody>
                    <a:bodyPr/>
                    <a:lstStyle/>
                    <a:p>
                      <a:pPr indent="0" lvl="0" marL="0" marR="0" rtl="0" algn="ctr">
                        <a:spcBef>
                          <a:spcPts val="0"/>
                        </a:spcBef>
                        <a:spcAft>
                          <a:spcPts val="0"/>
                        </a:spcAft>
                        <a:buNone/>
                      </a:pPr>
                      <a:r>
                        <a:rPr lang="en-US" sz="1600">
                          <a:latin typeface="Play"/>
                          <a:ea typeface="Play"/>
                          <a:cs typeface="Play"/>
                          <a:sym typeface="Play"/>
                        </a:rPr>
                        <a:t>1</a:t>
                      </a:r>
                      <a:endParaRPr sz="1600">
                        <a:latin typeface="Play"/>
                        <a:ea typeface="Play"/>
                        <a:cs typeface="Play"/>
                        <a:sym typeface="Play"/>
                      </a:endParaRPr>
                    </a:p>
                  </a:txBody>
                  <a:tcPr marT="50800" marB="50800" marR="50800" marL="50800" anchor="ctr"/>
                </a:tc>
                <a:tc>
                  <a:txBody>
                    <a:bodyPr/>
                    <a:lstStyle/>
                    <a:p>
                      <a:pPr indent="0" lvl="0" marL="0" marR="0" rtl="0" algn="ctr">
                        <a:spcBef>
                          <a:spcPts val="0"/>
                        </a:spcBef>
                        <a:spcAft>
                          <a:spcPts val="0"/>
                        </a:spcAft>
                        <a:buNone/>
                      </a:pPr>
                      <a:r>
                        <a:rPr lang="en-US" sz="1600">
                          <a:latin typeface="Play"/>
                          <a:ea typeface="Play"/>
                          <a:cs typeface="Play"/>
                          <a:sym typeface="Play"/>
                        </a:rPr>
                        <a:t>≥3</a:t>
                      </a:r>
                      <a:endParaRPr/>
                    </a:p>
                  </a:txBody>
                  <a:tcPr marT="50800" marB="50800" marR="50800" marL="50800" anchor="ctr"/>
                </a:tc>
                <a:tc>
                  <a:txBody>
                    <a:bodyPr/>
                    <a:lstStyle/>
                    <a:p>
                      <a:pPr indent="0" lvl="0" marL="0" marR="0" rtl="0" algn="ctr">
                        <a:spcBef>
                          <a:spcPts val="0"/>
                        </a:spcBef>
                        <a:spcAft>
                          <a:spcPts val="0"/>
                        </a:spcAft>
                        <a:buNone/>
                      </a:pPr>
                      <a:r>
                        <a:rPr lang="en-US" sz="1600">
                          <a:latin typeface="Play"/>
                          <a:ea typeface="Play"/>
                          <a:cs typeface="Play"/>
                          <a:sym typeface="Play"/>
                        </a:rPr>
                        <a:t>≥3</a:t>
                      </a:r>
                      <a:endParaRPr/>
                    </a:p>
                  </a:txBody>
                  <a:tcPr marT="50800" marB="50800" marR="50800" marL="50800" anchor="ctr"/>
                </a:tc>
                <a:tc>
                  <a:txBody>
                    <a:bodyPr/>
                    <a:lstStyle/>
                    <a:p>
                      <a:pPr indent="0" lvl="0" marL="0" marR="0" rtl="0" algn="ctr">
                        <a:spcBef>
                          <a:spcPts val="0"/>
                        </a:spcBef>
                        <a:spcAft>
                          <a:spcPts val="0"/>
                        </a:spcAft>
                        <a:buNone/>
                      </a:pPr>
                      <a:r>
                        <a:rPr lang="en-US" sz="1600">
                          <a:latin typeface="Play"/>
                          <a:ea typeface="Play"/>
                          <a:cs typeface="Play"/>
                          <a:sym typeface="Play"/>
                        </a:rPr>
                        <a:t>≥3</a:t>
                      </a:r>
                      <a:endParaRPr/>
                    </a:p>
                  </a:txBody>
                  <a:tcPr marT="50800" marB="50800" marR="50800" marL="50800" anchor="ctr"/>
                </a:tc>
              </a:tr>
              <a:tr h="769475">
                <a:tc>
                  <a:txBody>
                    <a:bodyPr/>
                    <a:lstStyle/>
                    <a:p>
                      <a:pPr indent="0" lvl="0" marL="0" marR="0" rtl="0" algn="l">
                        <a:lnSpc>
                          <a:spcPct val="100000"/>
                        </a:lnSpc>
                        <a:spcBef>
                          <a:spcPts val="0"/>
                        </a:spcBef>
                        <a:spcAft>
                          <a:spcPts val="0"/>
                        </a:spcAft>
                        <a:buClr>
                          <a:schemeClr val="dk1"/>
                        </a:buClr>
                        <a:buSzPts val="1600"/>
                        <a:buFont typeface="Play"/>
                        <a:buNone/>
                      </a:pPr>
                      <a:r>
                        <a:rPr b="0" i="0" lang="en-US" sz="1600">
                          <a:solidFill>
                            <a:schemeClr val="dk1"/>
                          </a:solidFill>
                          <a:latin typeface="Play"/>
                          <a:ea typeface="Play"/>
                          <a:cs typeface="Play"/>
                          <a:sym typeface="Play"/>
                        </a:rPr>
                        <a:t>Minimum capacity charge for each object</a:t>
                      </a:r>
                      <a:endParaRPr sz="1600">
                        <a:solidFill>
                          <a:srgbClr val="232F3E"/>
                        </a:solidFill>
                        <a:latin typeface="Play"/>
                        <a:ea typeface="Play"/>
                        <a:cs typeface="Play"/>
                        <a:sym typeface="Play"/>
                      </a:endParaRPr>
                    </a:p>
                  </a:txBody>
                  <a:tcPr marT="37675" marB="37675" marR="75325" marL="150650" anchor="ctr"/>
                </a:tc>
                <a:tc>
                  <a:txBody>
                    <a:bodyPr/>
                    <a:lstStyle/>
                    <a:p>
                      <a:pPr indent="0" lvl="0" marL="0" marR="0" rtl="0" algn="ctr">
                        <a:spcBef>
                          <a:spcPts val="0"/>
                        </a:spcBef>
                        <a:spcAft>
                          <a:spcPts val="0"/>
                        </a:spcAft>
                        <a:buNone/>
                      </a:pPr>
                      <a:r>
                        <a:rPr lang="en-US" sz="1600">
                          <a:latin typeface="Play"/>
                          <a:ea typeface="Play"/>
                          <a:cs typeface="Play"/>
                          <a:sym typeface="Play"/>
                        </a:rPr>
                        <a:t>N/A</a:t>
                      </a:r>
                      <a:endParaRPr/>
                    </a:p>
                  </a:txBody>
                  <a:tcPr marT="50800" marB="50800" marR="50800" marL="50800" anchor="ctr"/>
                </a:tc>
                <a:tc>
                  <a:txBody>
                    <a:bodyPr/>
                    <a:lstStyle/>
                    <a:p>
                      <a:pPr indent="0" lvl="0" marL="0" marR="0" rtl="0" algn="ctr">
                        <a:spcBef>
                          <a:spcPts val="0"/>
                        </a:spcBef>
                        <a:spcAft>
                          <a:spcPts val="0"/>
                        </a:spcAft>
                        <a:buNone/>
                      </a:pPr>
                      <a:r>
                        <a:rPr lang="en-US" sz="1600">
                          <a:latin typeface="Play"/>
                          <a:ea typeface="Play"/>
                          <a:cs typeface="Play"/>
                          <a:sym typeface="Play"/>
                        </a:rPr>
                        <a:t>N/A</a:t>
                      </a:r>
                      <a:endParaRPr/>
                    </a:p>
                  </a:txBody>
                  <a:tcPr marT="50800" marB="50800" marR="50800" marL="50800" anchor="ctr"/>
                </a:tc>
                <a:tc>
                  <a:txBody>
                    <a:bodyPr/>
                    <a:lstStyle/>
                    <a:p>
                      <a:pPr indent="0" lvl="0" marL="0" marR="0" rtl="0" algn="ctr">
                        <a:spcBef>
                          <a:spcPts val="0"/>
                        </a:spcBef>
                        <a:spcAft>
                          <a:spcPts val="0"/>
                        </a:spcAft>
                        <a:buNone/>
                      </a:pPr>
                      <a:r>
                        <a:rPr lang="en-US" sz="1600">
                          <a:latin typeface="Play"/>
                          <a:ea typeface="Play"/>
                          <a:cs typeface="Play"/>
                          <a:sym typeface="Play"/>
                        </a:rPr>
                        <a:t>128 KB</a:t>
                      </a:r>
                      <a:endParaRPr/>
                    </a:p>
                  </a:txBody>
                  <a:tcPr marT="50800" marB="50800" marR="50800" marL="50800" anchor="ctr"/>
                </a:tc>
                <a:tc>
                  <a:txBody>
                    <a:bodyPr/>
                    <a:lstStyle/>
                    <a:p>
                      <a:pPr indent="0" lvl="0" marL="0" marR="0" rtl="0" algn="ctr">
                        <a:spcBef>
                          <a:spcPts val="0"/>
                        </a:spcBef>
                        <a:spcAft>
                          <a:spcPts val="0"/>
                        </a:spcAft>
                        <a:buNone/>
                      </a:pPr>
                      <a:r>
                        <a:rPr lang="en-US" sz="1600">
                          <a:latin typeface="Play"/>
                          <a:ea typeface="Play"/>
                          <a:cs typeface="Play"/>
                          <a:sym typeface="Play"/>
                        </a:rPr>
                        <a:t>128 KB</a:t>
                      </a:r>
                      <a:endParaRPr sz="1600">
                        <a:latin typeface="Play"/>
                        <a:ea typeface="Play"/>
                        <a:cs typeface="Play"/>
                        <a:sym typeface="Play"/>
                      </a:endParaRPr>
                    </a:p>
                  </a:txBody>
                  <a:tcPr marT="50800" marB="50800" marR="50800" marL="50800" anchor="ctr"/>
                </a:tc>
                <a:tc>
                  <a:txBody>
                    <a:bodyPr/>
                    <a:lstStyle/>
                    <a:p>
                      <a:pPr indent="0" lvl="0" marL="0" marR="0" rtl="0" algn="ctr">
                        <a:spcBef>
                          <a:spcPts val="0"/>
                        </a:spcBef>
                        <a:spcAft>
                          <a:spcPts val="0"/>
                        </a:spcAft>
                        <a:buNone/>
                      </a:pPr>
                      <a:r>
                        <a:rPr lang="en-US" sz="1600">
                          <a:latin typeface="Play"/>
                          <a:ea typeface="Play"/>
                          <a:cs typeface="Play"/>
                          <a:sym typeface="Play"/>
                        </a:rPr>
                        <a:t>128 KB</a:t>
                      </a:r>
                      <a:endParaRPr/>
                    </a:p>
                  </a:txBody>
                  <a:tcPr marT="50800" marB="50800" marR="50800" marL="50800" anchor="ctr"/>
                </a:tc>
                <a:tc>
                  <a:txBody>
                    <a:bodyPr/>
                    <a:lstStyle/>
                    <a:p>
                      <a:pPr indent="0" lvl="0" marL="0" marR="0" rtl="0" algn="ctr">
                        <a:spcBef>
                          <a:spcPts val="0"/>
                        </a:spcBef>
                        <a:spcAft>
                          <a:spcPts val="0"/>
                        </a:spcAft>
                        <a:buNone/>
                      </a:pPr>
                      <a:r>
                        <a:rPr lang="en-US" sz="1600">
                          <a:latin typeface="Play"/>
                          <a:ea typeface="Play"/>
                          <a:cs typeface="Play"/>
                          <a:sym typeface="Play"/>
                        </a:rPr>
                        <a:t>N/A</a:t>
                      </a:r>
                      <a:endParaRPr/>
                    </a:p>
                  </a:txBody>
                  <a:tcPr marT="50800" marB="50800" marR="50800" marL="50800" anchor="ctr"/>
                </a:tc>
                <a:tc>
                  <a:txBody>
                    <a:bodyPr/>
                    <a:lstStyle/>
                    <a:p>
                      <a:pPr indent="0" lvl="0" marL="0" marR="0" rtl="0" algn="ctr">
                        <a:spcBef>
                          <a:spcPts val="0"/>
                        </a:spcBef>
                        <a:spcAft>
                          <a:spcPts val="0"/>
                        </a:spcAft>
                        <a:buNone/>
                      </a:pPr>
                      <a:r>
                        <a:rPr lang="en-US" sz="1600">
                          <a:latin typeface="Play"/>
                          <a:ea typeface="Play"/>
                          <a:cs typeface="Play"/>
                          <a:sym typeface="Play"/>
                        </a:rPr>
                        <a:t>N/A</a:t>
                      </a:r>
                      <a:endParaRPr/>
                    </a:p>
                  </a:txBody>
                  <a:tcPr marT="50800" marB="50800" marR="50800" marL="50800" anchor="ctr"/>
                </a:tc>
              </a:tr>
              <a:tr h="769475">
                <a:tc>
                  <a:txBody>
                    <a:bodyPr/>
                    <a:lstStyle/>
                    <a:p>
                      <a:pPr indent="0" lvl="0" marL="0" marR="0" rtl="0" algn="l">
                        <a:spcBef>
                          <a:spcPts val="0"/>
                        </a:spcBef>
                        <a:spcAft>
                          <a:spcPts val="0"/>
                        </a:spcAft>
                        <a:buNone/>
                      </a:pPr>
                      <a:r>
                        <a:rPr b="0" i="0" lang="en-US" sz="1600">
                          <a:solidFill>
                            <a:schemeClr val="dk1"/>
                          </a:solidFill>
                          <a:latin typeface="Play"/>
                          <a:ea typeface="Play"/>
                          <a:cs typeface="Play"/>
                          <a:sym typeface="Play"/>
                        </a:rPr>
                        <a:t>Minimum storage duration charge</a:t>
                      </a:r>
                      <a:endParaRPr sz="1600">
                        <a:solidFill>
                          <a:srgbClr val="232F3E"/>
                        </a:solidFill>
                        <a:latin typeface="Play"/>
                        <a:ea typeface="Play"/>
                        <a:cs typeface="Play"/>
                        <a:sym typeface="Play"/>
                      </a:endParaRPr>
                    </a:p>
                  </a:txBody>
                  <a:tcPr marT="37675" marB="37675" marR="75325" marL="150650" anchor="ctr"/>
                </a:tc>
                <a:tc>
                  <a:txBody>
                    <a:bodyPr/>
                    <a:lstStyle/>
                    <a:p>
                      <a:pPr indent="0" lvl="0" marL="0" marR="0" rtl="0" algn="ctr">
                        <a:spcBef>
                          <a:spcPts val="0"/>
                        </a:spcBef>
                        <a:spcAft>
                          <a:spcPts val="0"/>
                        </a:spcAft>
                        <a:buNone/>
                      </a:pPr>
                      <a:r>
                        <a:rPr lang="en-US" sz="1600">
                          <a:latin typeface="Play"/>
                          <a:ea typeface="Play"/>
                          <a:cs typeface="Play"/>
                          <a:sym typeface="Play"/>
                        </a:rPr>
                        <a:t>N/A</a:t>
                      </a:r>
                      <a:endParaRPr/>
                    </a:p>
                  </a:txBody>
                  <a:tcPr marT="50800" marB="50800" marR="50800" marL="50800" anchor="ctr"/>
                </a:tc>
                <a:tc>
                  <a:txBody>
                    <a:bodyPr/>
                    <a:lstStyle/>
                    <a:p>
                      <a:pPr indent="0" lvl="0" marL="0" marR="0" rtl="0" algn="ctr">
                        <a:spcBef>
                          <a:spcPts val="0"/>
                        </a:spcBef>
                        <a:spcAft>
                          <a:spcPts val="0"/>
                        </a:spcAft>
                        <a:buNone/>
                      </a:pPr>
                      <a:r>
                        <a:rPr lang="en-US" sz="1600">
                          <a:latin typeface="Play"/>
                          <a:ea typeface="Play"/>
                          <a:cs typeface="Play"/>
                          <a:sym typeface="Play"/>
                        </a:rPr>
                        <a:t>N/A</a:t>
                      </a:r>
                      <a:endParaRPr/>
                    </a:p>
                  </a:txBody>
                  <a:tcPr marT="50800" marB="50800" marR="50800" marL="50800" anchor="ctr"/>
                </a:tc>
                <a:tc>
                  <a:txBody>
                    <a:bodyPr/>
                    <a:lstStyle/>
                    <a:p>
                      <a:pPr indent="0" lvl="0" marL="0" marR="0" rtl="0" algn="ctr">
                        <a:spcBef>
                          <a:spcPts val="0"/>
                        </a:spcBef>
                        <a:spcAft>
                          <a:spcPts val="0"/>
                        </a:spcAft>
                        <a:buNone/>
                      </a:pPr>
                      <a:r>
                        <a:rPr lang="en-US" sz="1600">
                          <a:latin typeface="Play"/>
                          <a:ea typeface="Play"/>
                          <a:cs typeface="Play"/>
                          <a:sym typeface="Play"/>
                        </a:rPr>
                        <a:t>30 days</a:t>
                      </a:r>
                      <a:endParaRPr/>
                    </a:p>
                  </a:txBody>
                  <a:tcPr marT="50800" marB="50800" marR="50800" marL="50800" anchor="ctr"/>
                </a:tc>
                <a:tc>
                  <a:txBody>
                    <a:bodyPr/>
                    <a:lstStyle/>
                    <a:p>
                      <a:pPr indent="0" lvl="0" marL="0" marR="0" rtl="0" algn="ctr">
                        <a:spcBef>
                          <a:spcPts val="0"/>
                        </a:spcBef>
                        <a:spcAft>
                          <a:spcPts val="0"/>
                        </a:spcAft>
                        <a:buNone/>
                      </a:pPr>
                      <a:r>
                        <a:rPr lang="en-US" sz="1600">
                          <a:latin typeface="Play"/>
                          <a:ea typeface="Play"/>
                          <a:cs typeface="Play"/>
                          <a:sym typeface="Play"/>
                        </a:rPr>
                        <a:t>30 days</a:t>
                      </a:r>
                      <a:endParaRPr/>
                    </a:p>
                  </a:txBody>
                  <a:tcPr marT="50800" marB="50800" marR="50800" marL="50800" anchor="ctr"/>
                </a:tc>
                <a:tc>
                  <a:txBody>
                    <a:bodyPr/>
                    <a:lstStyle/>
                    <a:p>
                      <a:pPr indent="0" lvl="0" marL="0" marR="0" rtl="0" algn="ctr">
                        <a:spcBef>
                          <a:spcPts val="0"/>
                        </a:spcBef>
                        <a:spcAft>
                          <a:spcPts val="0"/>
                        </a:spcAft>
                        <a:buNone/>
                      </a:pPr>
                      <a:r>
                        <a:rPr lang="en-US" sz="1600">
                          <a:latin typeface="Play"/>
                          <a:ea typeface="Play"/>
                          <a:cs typeface="Play"/>
                          <a:sym typeface="Play"/>
                        </a:rPr>
                        <a:t>90 days</a:t>
                      </a:r>
                      <a:endParaRPr/>
                    </a:p>
                  </a:txBody>
                  <a:tcPr marT="50800" marB="50800" marR="50800" marL="50800" anchor="ctr"/>
                </a:tc>
                <a:tc>
                  <a:txBody>
                    <a:bodyPr/>
                    <a:lstStyle/>
                    <a:p>
                      <a:pPr indent="0" lvl="0" marL="0" marR="0" rtl="0" algn="ctr">
                        <a:spcBef>
                          <a:spcPts val="0"/>
                        </a:spcBef>
                        <a:spcAft>
                          <a:spcPts val="0"/>
                        </a:spcAft>
                        <a:buNone/>
                      </a:pPr>
                      <a:r>
                        <a:rPr lang="en-US" sz="1600">
                          <a:latin typeface="Play"/>
                          <a:ea typeface="Play"/>
                          <a:cs typeface="Play"/>
                          <a:sym typeface="Play"/>
                        </a:rPr>
                        <a:t>90 days</a:t>
                      </a:r>
                      <a:endParaRPr/>
                    </a:p>
                  </a:txBody>
                  <a:tcPr marT="50800" marB="50800" marR="50800" marL="50800" anchor="ctr"/>
                </a:tc>
                <a:tc>
                  <a:txBody>
                    <a:bodyPr/>
                    <a:lstStyle/>
                    <a:p>
                      <a:pPr indent="0" lvl="0" marL="0" marR="0" rtl="0" algn="ctr">
                        <a:spcBef>
                          <a:spcPts val="0"/>
                        </a:spcBef>
                        <a:spcAft>
                          <a:spcPts val="0"/>
                        </a:spcAft>
                        <a:buNone/>
                      </a:pPr>
                      <a:r>
                        <a:rPr lang="en-US" sz="1600">
                          <a:latin typeface="Play"/>
                          <a:ea typeface="Play"/>
                          <a:cs typeface="Play"/>
                          <a:sym typeface="Play"/>
                        </a:rPr>
                        <a:t>180 days</a:t>
                      </a:r>
                      <a:endParaRPr/>
                    </a:p>
                  </a:txBody>
                  <a:tcPr marT="50800" marB="50800" marR="50800" marL="50800" anchor="ctr"/>
                </a:tc>
              </a:tr>
              <a:tr h="769475">
                <a:tc>
                  <a:txBody>
                    <a:bodyPr/>
                    <a:lstStyle/>
                    <a:p>
                      <a:pPr indent="0" lvl="0" marL="0" marR="0" rtl="0" algn="l">
                        <a:spcBef>
                          <a:spcPts val="0"/>
                        </a:spcBef>
                        <a:spcAft>
                          <a:spcPts val="0"/>
                        </a:spcAft>
                        <a:buNone/>
                      </a:pPr>
                      <a:r>
                        <a:rPr b="0" i="0" lang="en-US" sz="1600">
                          <a:solidFill>
                            <a:schemeClr val="dk1"/>
                          </a:solidFill>
                          <a:latin typeface="Play"/>
                          <a:ea typeface="Play"/>
                          <a:cs typeface="Play"/>
                          <a:sym typeface="Play"/>
                        </a:rPr>
                        <a:t>Retrieval charge</a:t>
                      </a:r>
                      <a:endParaRPr sz="1600">
                        <a:solidFill>
                          <a:srgbClr val="232F3E"/>
                        </a:solidFill>
                        <a:latin typeface="Play"/>
                        <a:ea typeface="Play"/>
                        <a:cs typeface="Play"/>
                        <a:sym typeface="Play"/>
                      </a:endParaRPr>
                    </a:p>
                  </a:txBody>
                  <a:tcPr marT="37675" marB="37675" marR="75325" marL="150650" anchor="ctr"/>
                </a:tc>
                <a:tc>
                  <a:txBody>
                    <a:bodyPr/>
                    <a:lstStyle/>
                    <a:p>
                      <a:pPr indent="0" lvl="0" marL="0" marR="0" rtl="0" algn="ctr">
                        <a:spcBef>
                          <a:spcPts val="0"/>
                        </a:spcBef>
                        <a:spcAft>
                          <a:spcPts val="0"/>
                        </a:spcAft>
                        <a:buNone/>
                      </a:pPr>
                      <a:br>
                        <a:rPr lang="en-US" sz="1600">
                          <a:latin typeface="Play"/>
                          <a:ea typeface="Play"/>
                          <a:cs typeface="Play"/>
                          <a:sym typeface="Play"/>
                        </a:rPr>
                      </a:br>
                      <a:r>
                        <a:rPr lang="en-US" sz="1600">
                          <a:latin typeface="Play"/>
                          <a:ea typeface="Play"/>
                          <a:cs typeface="Play"/>
                          <a:sym typeface="Play"/>
                        </a:rPr>
                        <a:t>N/A</a:t>
                      </a:r>
                      <a:br>
                        <a:rPr lang="en-US" sz="1600">
                          <a:latin typeface="Play"/>
                          <a:ea typeface="Play"/>
                          <a:cs typeface="Play"/>
                          <a:sym typeface="Play"/>
                        </a:rPr>
                      </a:br>
                      <a:endParaRPr sz="1600">
                        <a:latin typeface="Play"/>
                        <a:ea typeface="Play"/>
                        <a:cs typeface="Play"/>
                        <a:sym typeface="Play"/>
                      </a:endParaRPr>
                    </a:p>
                  </a:txBody>
                  <a:tcPr marT="50800" marB="50800" marR="50800" marL="50800" anchor="ctr"/>
                </a:tc>
                <a:tc>
                  <a:txBody>
                    <a:bodyPr/>
                    <a:lstStyle/>
                    <a:p>
                      <a:pPr indent="0" lvl="0" marL="0" marR="0" rtl="0" algn="ctr">
                        <a:spcBef>
                          <a:spcPts val="0"/>
                        </a:spcBef>
                        <a:spcAft>
                          <a:spcPts val="0"/>
                        </a:spcAft>
                        <a:buNone/>
                      </a:pPr>
                      <a:br>
                        <a:rPr lang="en-US" sz="1600">
                          <a:latin typeface="Play"/>
                          <a:ea typeface="Play"/>
                          <a:cs typeface="Play"/>
                          <a:sym typeface="Play"/>
                        </a:rPr>
                      </a:br>
                      <a:r>
                        <a:rPr lang="en-US" sz="1600">
                          <a:latin typeface="Play"/>
                          <a:ea typeface="Play"/>
                          <a:cs typeface="Play"/>
                          <a:sym typeface="Play"/>
                        </a:rPr>
                        <a:t>N/A</a:t>
                      </a:r>
                      <a:br>
                        <a:rPr lang="en-US" sz="1600">
                          <a:latin typeface="Play"/>
                          <a:ea typeface="Play"/>
                          <a:cs typeface="Play"/>
                          <a:sym typeface="Play"/>
                        </a:rPr>
                      </a:br>
                      <a:endParaRPr sz="1600">
                        <a:latin typeface="Play"/>
                        <a:ea typeface="Play"/>
                        <a:cs typeface="Play"/>
                        <a:sym typeface="Play"/>
                      </a:endParaRPr>
                    </a:p>
                  </a:txBody>
                  <a:tcPr marT="50800" marB="50800" marR="50800" marL="50800" anchor="ctr"/>
                </a:tc>
                <a:tc>
                  <a:txBody>
                    <a:bodyPr/>
                    <a:lstStyle/>
                    <a:p>
                      <a:pPr indent="0" lvl="0" marL="0" marR="0" rtl="0" algn="ctr">
                        <a:spcBef>
                          <a:spcPts val="0"/>
                        </a:spcBef>
                        <a:spcAft>
                          <a:spcPts val="0"/>
                        </a:spcAft>
                        <a:buNone/>
                      </a:pPr>
                      <a:br>
                        <a:rPr lang="en-US" sz="1600">
                          <a:latin typeface="Play"/>
                          <a:ea typeface="Play"/>
                          <a:cs typeface="Play"/>
                          <a:sym typeface="Play"/>
                        </a:rPr>
                      </a:br>
                      <a:r>
                        <a:rPr lang="en-US" sz="1600">
                          <a:latin typeface="Play"/>
                          <a:ea typeface="Play"/>
                          <a:cs typeface="Play"/>
                          <a:sym typeface="Play"/>
                        </a:rPr>
                        <a:t>Per </a:t>
                      </a:r>
                      <a:endParaRPr/>
                    </a:p>
                    <a:p>
                      <a:pPr indent="0" lvl="0" marL="0" marR="0" rtl="0" algn="ctr">
                        <a:spcBef>
                          <a:spcPts val="0"/>
                        </a:spcBef>
                        <a:spcAft>
                          <a:spcPts val="0"/>
                        </a:spcAft>
                        <a:buNone/>
                      </a:pPr>
                      <a:r>
                        <a:rPr lang="en-US" sz="1600">
                          <a:latin typeface="Play"/>
                          <a:ea typeface="Play"/>
                          <a:cs typeface="Play"/>
                          <a:sym typeface="Play"/>
                        </a:rPr>
                        <a:t>GB retrieved</a:t>
                      </a:r>
                      <a:br>
                        <a:rPr lang="en-US" sz="1600">
                          <a:latin typeface="Play"/>
                          <a:ea typeface="Play"/>
                          <a:cs typeface="Play"/>
                          <a:sym typeface="Play"/>
                        </a:rPr>
                      </a:br>
                      <a:endParaRPr sz="1600">
                        <a:latin typeface="Play"/>
                        <a:ea typeface="Play"/>
                        <a:cs typeface="Play"/>
                        <a:sym typeface="Play"/>
                      </a:endParaRPr>
                    </a:p>
                  </a:txBody>
                  <a:tcPr marT="50800" marB="50800" marR="50800" marL="50800" anchor="ctr"/>
                </a:tc>
                <a:tc>
                  <a:txBody>
                    <a:bodyPr/>
                    <a:lstStyle/>
                    <a:p>
                      <a:pPr indent="0" lvl="0" marL="0" marR="0" rtl="0" algn="ctr">
                        <a:spcBef>
                          <a:spcPts val="0"/>
                        </a:spcBef>
                        <a:spcAft>
                          <a:spcPts val="0"/>
                        </a:spcAft>
                        <a:buNone/>
                      </a:pPr>
                      <a:r>
                        <a:rPr lang="en-US" sz="1600">
                          <a:latin typeface="Play"/>
                          <a:ea typeface="Play"/>
                          <a:cs typeface="Play"/>
                          <a:sym typeface="Play"/>
                        </a:rPr>
                        <a:t>Per </a:t>
                      </a:r>
                      <a:endParaRPr/>
                    </a:p>
                    <a:p>
                      <a:pPr indent="0" lvl="0" marL="0" marR="0" rtl="0" algn="ctr">
                        <a:spcBef>
                          <a:spcPts val="0"/>
                        </a:spcBef>
                        <a:spcAft>
                          <a:spcPts val="0"/>
                        </a:spcAft>
                        <a:buNone/>
                      </a:pPr>
                      <a:r>
                        <a:rPr lang="en-US" sz="1600">
                          <a:latin typeface="Play"/>
                          <a:ea typeface="Play"/>
                          <a:cs typeface="Play"/>
                          <a:sym typeface="Play"/>
                        </a:rPr>
                        <a:t>GB retrieved</a:t>
                      </a:r>
                      <a:endParaRPr/>
                    </a:p>
                  </a:txBody>
                  <a:tcPr marT="50800" marB="50800" marR="50800" marL="50800" anchor="ctr"/>
                </a:tc>
                <a:tc>
                  <a:txBody>
                    <a:bodyPr/>
                    <a:lstStyle/>
                    <a:p>
                      <a:pPr indent="0" lvl="0" marL="0" marR="0" rtl="0" algn="ctr">
                        <a:spcBef>
                          <a:spcPts val="0"/>
                        </a:spcBef>
                        <a:spcAft>
                          <a:spcPts val="0"/>
                        </a:spcAft>
                        <a:buNone/>
                      </a:pPr>
                      <a:r>
                        <a:rPr lang="en-US" sz="1600">
                          <a:latin typeface="Play"/>
                          <a:ea typeface="Play"/>
                          <a:cs typeface="Play"/>
                          <a:sym typeface="Play"/>
                        </a:rPr>
                        <a:t>Per </a:t>
                      </a:r>
                      <a:endParaRPr/>
                    </a:p>
                    <a:p>
                      <a:pPr indent="0" lvl="0" marL="0" marR="0" rtl="0" algn="ctr">
                        <a:spcBef>
                          <a:spcPts val="0"/>
                        </a:spcBef>
                        <a:spcAft>
                          <a:spcPts val="0"/>
                        </a:spcAft>
                        <a:buNone/>
                      </a:pPr>
                      <a:r>
                        <a:rPr lang="en-US" sz="1600">
                          <a:latin typeface="Play"/>
                          <a:ea typeface="Play"/>
                          <a:cs typeface="Play"/>
                          <a:sym typeface="Play"/>
                        </a:rPr>
                        <a:t>GB retrieved</a:t>
                      </a:r>
                      <a:endParaRPr/>
                    </a:p>
                  </a:txBody>
                  <a:tcPr marT="50800" marB="50800" marR="50800" marL="50800" anchor="ctr"/>
                </a:tc>
                <a:tc>
                  <a:txBody>
                    <a:bodyPr/>
                    <a:lstStyle/>
                    <a:p>
                      <a:pPr indent="0" lvl="0" marL="0" marR="0" rtl="0" algn="ctr">
                        <a:spcBef>
                          <a:spcPts val="0"/>
                        </a:spcBef>
                        <a:spcAft>
                          <a:spcPts val="0"/>
                        </a:spcAft>
                        <a:buNone/>
                      </a:pPr>
                      <a:r>
                        <a:rPr lang="en-US" sz="1600">
                          <a:latin typeface="Play"/>
                          <a:ea typeface="Play"/>
                          <a:cs typeface="Play"/>
                          <a:sym typeface="Play"/>
                        </a:rPr>
                        <a:t>Per </a:t>
                      </a:r>
                      <a:endParaRPr/>
                    </a:p>
                    <a:p>
                      <a:pPr indent="0" lvl="0" marL="0" marR="0" rtl="0" algn="ctr">
                        <a:spcBef>
                          <a:spcPts val="0"/>
                        </a:spcBef>
                        <a:spcAft>
                          <a:spcPts val="0"/>
                        </a:spcAft>
                        <a:buNone/>
                      </a:pPr>
                      <a:r>
                        <a:rPr lang="en-US" sz="1600">
                          <a:latin typeface="Play"/>
                          <a:ea typeface="Play"/>
                          <a:cs typeface="Play"/>
                          <a:sym typeface="Play"/>
                        </a:rPr>
                        <a:t>GB retrieved</a:t>
                      </a:r>
                      <a:endParaRPr/>
                    </a:p>
                  </a:txBody>
                  <a:tcPr marT="50800" marB="50800" marR="50800" marL="50800" anchor="ctr"/>
                </a:tc>
                <a:tc>
                  <a:txBody>
                    <a:bodyPr/>
                    <a:lstStyle/>
                    <a:p>
                      <a:pPr indent="0" lvl="0" marL="0" marR="0" rtl="0" algn="ctr">
                        <a:spcBef>
                          <a:spcPts val="0"/>
                        </a:spcBef>
                        <a:spcAft>
                          <a:spcPts val="0"/>
                        </a:spcAft>
                        <a:buNone/>
                      </a:pPr>
                      <a:r>
                        <a:rPr lang="en-US" sz="1600">
                          <a:latin typeface="Play"/>
                          <a:ea typeface="Play"/>
                          <a:cs typeface="Play"/>
                          <a:sym typeface="Play"/>
                        </a:rPr>
                        <a:t>Per </a:t>
                      </a:r>
                      <a:br>
                        <a:rPr lang="en-US" sz="1600">
                          <a:latin typeface="Play"/>
                          <a:ea typeface="Play"/>
                          <a:cs typeface="Play"/>
                          <a:sym typeface="Play"/>
                        </a:rPr>
                      </a:br>
                      <a:r>
                        <a:rPr lang="en-US" sz="1600">
                          <a:latin typeface="Play"/>
                          <a:ea typeface="Play"/>
                          <a:cs typeface="Play"/>
                          <a:sym typeface="Play"/>
                        </a:rPr>
                        <a:t>GB retrieved</a:t>
                      </a:r>
                      <a:endParaRPr/>
                    </a:p>
                  </a:txBody>
                  <a:tcPr marT="50800" marB="50800" marR="50800" marL="50800" anchor="ct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0" name="Shape 2170"/>
        <p:cNvGrpSpPr/>
        <p:nvPr/>
      </p:nvGrpSpPr>
      <p:grpSpPr>
        <a:xfrm>
          <a:off x="0" y="0"/>
          <a:ext cx="0" cy="0"/>
          <a:chOff x="0" y="0"/>
          <a:chExt cx="0" cy="0"/>
        </a:xfrm>
      </p:grpSpPr>
      <p:sp>
        <p:nvSpPr>
          <p:cNvPr id="2171" name="Google Shape;2171;p34"/>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232F3E"/>
              </a:buClr>
              <a:buSzPts val="1200"/>
              <a:buFont typeface="Arial"/>
              <a:buNone/>
            </a:pPr>
            <a:fld id="{00000000-1234-1234-1234-123412341234}" type="slidenum">
              <a:rPr b="0" i="0" lang="en-US" u="none" cap="none" strike="noStrike">
                <a:latin typeface="Arial"/>
                <a:ea typeface="Arial"/>
                <a:cs typeface="Arial"/>
                <a:sym typeface="Arial"/>
              </a:rPr>
              <a:t>‹#›</a:t>
            </a:fld>
            <a:endParaRPr b="0" i="0" u="none" cap="none" strike="noStrike">
              <a:latin typeface="Arial"/>
              <a:ea typeface="Arial"/>
              <a:cs typeface="Arial"/>
              <a:sym typeface="Arial"/>
            </a:endParaRPr>
          </a:p>
        </p:txBody>
      </p:sp>
      <p:sp>
        <p:nvSpPr>
          <p:cNvPr id="2172" name="Google Shape;2172;p34"/>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2F3E"/>
              </a:buClr>
              <a:buSzPts val="3600"/>
              <a:buFont typeface="Play"/>
              <a:buNone/>
            </a:pPr>
            <a:r>
              <a:rPr lang="en-US"/>
              <a:t>Configuring an Amazon S3 Lifecycle</a:t>
            </a:r>
            <a:endParaRPr/>
          </a:p>
        </p:txBody>
      </p:sp>
      <p:sp>
        <p:nvSpPr>
          <p:cNvPr id="2173" name="Google Shape;2173;p34"/>
          <p:cNvSpPr txBox="1"/>
          <p:nvPr>
            <p:ph idx="1" type="body"/>
          </p:nvPr>
        </p:nvSpPr>
        <p:spPr>
          <a:xfrm>
            <a:off x="365760" y="1097280"/>
            <a:ext cx="11466576" cy="533095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232F3E"/>
              </a:buClr>
              <a:buSzPts val="2400"/>
              <a:buNone/>
            </a:pPr>
            <a:r>
              <a:rPr lang="en-US" sz="2400"/>
              <a:t>Amazon S3 lifecycle configurations are a set of rules that define actions that Amazon S3 applies to a group of objects.</a:t>
            </a:r>
            <a:endParaRPr/>
          </a:p>
          <a:p>
            <a:pPr indent="-228600" lvl="0" marL="228600" rtl="0" algn="l">
              <a:lnSpc>
                <a:spcPct val="100000"/>
              </a:lnSpc>
              <a:spcBef>
                <a:spcPts val="1200"/>
              </a:spcBef>
              <a:spcAft>
                <a:spcPts val="0"/>
              </a:spcAft>
              <a:buClr>
                <a:srgbClr val="232F3E"/>
              </a:buClr>
              <a:buSzPts val="2400"/>
              <a:buChar char="•"/>
            </a:pPr>
            <a:r>
              <a:rPr lang="en-US" sz="2400"/>
              <a:t>Transition actions transition to another storage class.</a:t>
            </a:r>
            <a:endParaRPr/>
          </a:p>
          <a:p>
            <a:pPr indent="-228600" lvl="0" marL="228600" rtl="0" algn="l">
              <a:lnSpc>
                <a:spcPct val="100000"/>
              </a:lnSpc>
              <a:spcBef>
                <a:spcPts val="1200"/>
              </a:spcBef>
              <a:spcAft>
                <a:spcPts val="0"/>
              </a:spcAft>
              <a:buClr>
                <a:srgbClr val="232F3E"/>
              </a:buClr>
              <a:buSzPts val="2400"/>
              <a:buChar char="•"/>
            </a:pPr>
            <a:r>
              <a:rPr lang="en-US" sz="2400"/>
              <a:t>Expiration actions define when objects expire.</a:t>
            </a:r>
            <a:endParaRPr/>
          </a:p>
        </p:txBody>
      </p:sp>
      <p:sp>
        <p:nvSpPr>
          <p:cNvPr id="2174" name="Google Shape;2174;p34"/>
          <p:cNvSpPr/>
          <p:nvPr/>
        </p:nvSpPr>
        <p:spPr>
          <a:xfrm>
            <a:off x="564204" y="3715967"/>
            <a:ext cx="3229583" cy="1517515"/>
          </a:xfrm>
          <a:prstGeom prst="rect">
            <a:avLst/>
          </a:prstGeom>
          <a:solidFill>
            <a:srgbClr val="19594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Play"/>
                <a:ea typeface="Play"/>
                <a:cs typeface="Play"/>
                <a:sym typeface="Play"/>
              </a:rPr>
              <a:t>Set an S3 </a:t>
            </a:r>
            <a:endParaRPr/>
          </a:p>
          <a:p>
            <a:pPr indent="0" lvl="0" marL="0" marR="0" rtl="0" algn="ctr">
              <a:spcBef>
                <a:spcPts val="0"/>
              </a:spcBef>
              <a:spcAft>
                <a:spcPts val="0"/>
              </a:spcAft>
              <a:buNone/>
            </a:pPr>
            <a:r>
              <a:rPr lang="en-US" sz="2400">
                <a:solidFill>
                  <a:schemeClr val="lt1"/>
                </a:solidFill>
                <a:latin typeface="Play"/>
                <a:ea typeface="Play"/>
                <a:cs typeface="Play"/>
                <a:sym typeface="Play"/>
              </a:rPr>
              <a:t>lifecycle policy.</a:t>
            </a:r>
            <a:endParaRPr/>
          </a:p>
        </p:txBody>
      </p:sp>
      <p:sp>
        <p:nvSpPr>
          <p:cNvPr id="2175" name="Google Shape;2175;p34"/>
          <p:cNvSpPr/>
          <p:nvPr/>
        </p:nvSpPr>
        <p:spPr>
          <a:xfrm>
            <a:off x="4145512" y="4055815"/>
            <a:ext cx="1454117" cy="837817"/>
          </a:xfrm>
          <a:prstGeom prst="rightArrow">
            <a:avLst>
              <a:gd fmla="val 50000" name="adj1"/>
              <a:gd fmla="val 50000" name="adj2"/>
            </a:avLst>
          </a:prstGeom>
          <a:solidFill>
            <a:schemeClr val="accent5"/>
          </a:solidFill>
          <a:ln cap="flat" cmpd="sng" w="12700">
            <a:solidFill>
              <a:srgbClr val="232F3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Play"/>
              <a:ea typeface="Play"/>
              <a:cs typeface="Play"/>
              <a:sym typeface="Play"/>
            </a:endParaRPr>
          </a:p>
        </p:txBody>
      </p:sp>
      <p:sp>
        <p:nvSpPr>
          <p:cNvPr id="2176" name="Google Shape;2176;p34"/>
          <p:cNvSpPr/>
          <p:nvPr/>
        </p:nvSpPr>
        <p:spPr>
          <a:xfrm>
            <a:off x="5836595" y="3715967"/>
            <a:ext cx="5758775" cy="1517515"/>
          </a:xfrm>
          <a:prstGeom prst="rect">
            <a:avLst/>
          </a:prstGeom>
          <a:solidFill>
            <a:srgbClr val="19594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Play"/>
                <a:ea typeface="Play"/>
                <a:cs typeface="Play"/>
                <a:sym typeface="Play"/>
              </a:rPr>
              <a:t>Data will automatically transfer to a different storage class without any changes to your application.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0" name="Shape 2180"/>
        <p:cNvGrpSpPr/>
        <p:nvPr/>
      </p:nvGrpSpPr>
      <p:grpSpPr>
        <a:xfrm>
          <a:off x="0" y="0"/>
          <a:ext cx="0" cy="0"/>
          <a:chOff x="0" y="0"/>
          <a:chExt cx="0" cy="0"/>
        </a:xfrm>
      </p:grpSpPr>
      <p:sp>
        <p:nvSpPr>
          <p:cNvPr id="2181" name="Google Shape;2181;p35"/>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232F3E"/>
              </a:buClr>
              <a:buSzPts val="1200"/>
              <a:buFont typeface="Play"/>
              <a:buNone/>
            </a:pPr>
            <a:fld id="{00000000-1234-1234-1234-123412341234}" type="slidenum">
              <a:rPr b="0" i="0" lang="en-US" u="none" cap="none" strike="noStrike"/>
              <a:t>‹#›</a:t>
            </a:fld>
            <a:endParaRPr b="0" i="0" u="none" cap="none" strike="noStrike"/>
          </a:p>
        </p:txBody>
      </p:sp>
      <p:sp>
        <p:nvSpPr>
          <p:cNvPr descr="Amazon S3 lifecycle examples" id="2182" name="Google Shape;2182;p35"/>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2F3E"/>
              </a:buClr>
              <a:buSzPts val="3600"/>
              <a:buFont typeface="Play"/>
              <a:buNone/>
            </a:pPr>
            <a:r>
              <a:rPr lang="en-US"/>
              <a:t>Amazon S3 lifecycle examples</a:t>
            </a:r>
            <a:endParaRPr/>
          </a:p>
        </p:txBody>
      </p:sp>
      <p:grpSp>
        <p:nvGrpSpPr>
          <p:cNvPr descr="Amazon S3 lifecycle examples. See details in the slide notes." id="2183" name="Google Shape;2183;p35"/>
          <p:cNvGrpSpPr/>
          <p:nvPr/>
        </p:nvGrpSpPr>
        <p:grpSpPr>
          <a:xfrm>
            <a:off x="157858" y="1148720"/>
            <a:ext cx="11676308" cy="5160944"/>
            <a:chOff x="157858" y="1148720"/>
            <a:chExt cx="11676308" cy="5160944"/>
          </a:xfrm>
        </p:grpSpPr>
        <p:sp>
          <p:nvSpPr>
            <p:cNvPr id="2184" name="Google Shape;2184;p35"/>
            <p:cNvSpPr/>
            <p:nvPr/>
          </p:nvSpPr>
          <p:spPr>
            <a:xfrm>
              <a:off x="1728242" y="1148720"/>
              <a:ext cx="1985151" cy="2430475"/>
            </a:xfrm>
            <a:prstGeom prst="roundRect">
              <a:avLst>
                <a:gd fmla="val 16667" name="adj"/>
              </a:avLst>
            </a:prstGeom>
            <a:noFill/>
            <a:ln cap="flat" cmpd="sng" w="38100">
              <a:solidFill>
                <a:srgbClr val="19594E"/>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Play"/>
                <a:buNone/>
              </a:pPr>
              <a:r>
                <a:rPr b="0" i="0" lang="en-US" sz="2000" u="none" cap="none" strike="noStrike">
                  <a:solidFill>
                    <a:srgbClr val="000000"/>
                  </a:solidFill>
                  <a:latin typeface="Play"/>
                  <a:ea typeface="Play"/>
                  <a:cs typeface="Play"/>
                  <a:sym typeface="Play"/>
                </a:rPr>
                <a:t>S3 Standard</a:t>
              </a:r>
              <a:endParaRPr/>
            </a:p>
          </p:txBody>
        </p:sp>
        <p:sp>
          <p:nvSpPr>
            <p:cNvPr id="2185" name="Google Shape;2185;p35"/>
            <p:cNvSpPr txBox="1"/>
            <p:nvPr/>
          </p:nvSpPr>
          <p:spPr>
            <a:xfrm>
              <a:off x="5003899" y="1594516"/>
              <a:ext cx="1058590" cy="1538883"/>
            </a:xfrm>
            <a:prstGeom prst="rect">
              <a:avLst/>
            </a:prstGeom>
            <a:solidFill>
              <a:srgbClr val="DF2A5D"/>
            </a:solid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chemeClr val="lt1"/>
                </a:solidFill>
                <a:latin typeface="Play"/>
                <a:ea typeface="Play"/>
                <a:cs typeface="Play"/>
                <a:sym typeface="Play"/>
              </a:endParaRPr>
            </a:p>
            <a:p>
              <a:pPr indent="0" lvl="0" marL="0" marR="0" rtl="0" algn="ctr">
                <a:lnSpc>
                  <a:spcPct val="100000"/>
                </a:lnSpc>
                <a:spcBef>
                  <a:spcPts val="2400"/>
                </a:spcBef>
                <a:spcAft>
                  <a:spcPts val="0"/>
                </a:spcAft>
                <a:buClr>
                  <a:schemeClr val="lt1"/>
                </a:buClr>
                <a:buSzPts val="2000"/>
                <a:buFont typeface="Play"/>
                <a:buNone/>
              </a:pPr>
              <a:r>
                <a:rPr b="0" i="0" lang="en-US" sz="2000" u="none" cap="none" strike="noStrike">
                  <a:solidFill>
                    <a:schemeClr val="lt1"/>
                  </a:solidFill>
                  <a:latin typeface="Play"/>
                  <a:ea typeface="Play"/>
                  <a:cs typeface="Play"/>
                  <a:sym typeface="Play"/>
                </a:rPr>
                <a:t>Delete</a:t>
              </a:r>
              <a:endParaRPr/>
            </a:p>
            <a:p>
              <a:pPr indent="0" lvl="0" marL="0" marR="0" rtl="0" algn="ctr">
                <a:lnSpc>
                  <a:spcPct val="100000"/>
                </a:lnSpc>
                <a:spcBef>
                  <a:spcPts val="2400"/>
                </a:spcBef>
                <a:spcAft>
                  <a:spcPts val="0"/>
                </a:spcAft>
                <a:buClr>
                  <a:schemeClr val="dk1"/>
                </a:buClr>
                <a:buSzPts val="2000"/>
                <a:buFont typeface="Calibri"/>
                <a:buNone/>
              </a:pPr>
              <a:r>
                <a:t/>
              </a:r>
              <a:endParaRPr b="0" i="0" sz="2000" u="none" cap="none" strike="noStrike">
                <a:solidFill>
                  <a:schemeClr val="lt1"/>
                </a:solidFill>
                <a:latin typeface="Play"/>
                <a:ea typeface="Play"/>
                <a:cs typeface="Play"/>
                <a:sym typeface="Play"/>
              </a:endParaRPr>
            </a:p>
          </p:txBody>
        </p:sp>
        <p:sp>
          <p:nvSpPr>
            <p:cNvPr id="2186" name="Google Shape;2186;p35"/>
            <p:cNvSpPr/>
            <p:nvPr/>
          </p:nvSpPr>
          <p:spPr>
            <a:xfrm>
              <a:off x="3727311" y="1831407"/>
              <a:ext cx="1097280" cy="1065100"/>
            </a:xfrm>
            <a:prstGeom prst="rightArrow">
              <a:avLst>
                <a:gd fmla="val 50000" name="adj1"/>
                <a:gd fmla="val 50000" name="adj2"/>
              </a:avLst>
            </a:prstGeom>
            <a:solidFill>
              <a:srgbClr val="19594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Play"/>
                <a:buNone/>
              </a:pPr>
              <a:r>
                <a:t/>
              </a:r>
              <a:endParaRPr b="0" i="0" sz="1600" u="none" cap="none" strike="noStrike">
                <a:solidFill>
                  <a:srgbClr val="36C2B4"/>
                </a:solidFill>
                <a:highlight>
                  <a:srgbClr val="535B63"/>
                </a:highlight>
                <a:latin typeface="Play"/>
                <a:ea typeface="Play"/>
                <a:cs typeface="Play"/>
                <a:sym typeface="Play"/>
              </a:endParaRPr>
            </a:p>
          </p:txBody>
        </p:sp>
        <p:sp>
          <p:nvSpPr>
            <p:cNvPr id="2187" name="Google Shape;2187;p35"/>
            <p:cNvSpPr txBox="1"/>
            <p:nvPr/>
          </p:nvSpPr>
          <p:spPr>
            <a:xfrm>
              <a:off x="2107127" y="2786715"/>
              <a:ext cx="122738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US" sz="1800">
                  <a:solidFill>
                    <a:schemeClr val="dk1"/>
                  </a:solidFill>
                  <a:latin typeface="Play"/>
                  <a:ea typeface="Play"/>
                  <a:cs typeface="Play"/>
                  <a:sym typeface="Play"/>
                </a:rPr>
                <a:t>Required for 30 days</a:t>
              </a:r>
              <a:endParaRPr b="0" i="0" sz="1800" u="none" cap="none" strike="noStrike">
                <a:solidFill>
                  <a:schemeClr val="dk1"/>
                </a:solidFill>
                <a:latin typeface="Play"/>
                <a:ea typeface="Play"/>
                <a:cs typeface="Play"/>
                <a:sym typeface="Play"/>
              </a:endParaRPr>
            </a:p>
          </p:txBody>
        </p:sp>
        <p:sp>
          <p:nvSpPr>
            <p:cNvPr id="2188" name="Google Shape;2188;p35"/>
            <p:cNvSpPr/>
            <p:nvPr/>
          </p:nvSpPr>
          <p:spPr>
            <a:xfrm>
              <a:off x="729724" y="3830711"/>
              <a:ext cx="1985151" cy="2432304"/>
            </a:xfrm>
            <a:prstGeom prst="roundRect">
              <a:avLst>
                <a:gd fmla="val 16667" name="adj"/>
              </a:avLst>
            </a:prstGeom>
            <a:noFill/>
            <a:ln cap="flat" cmpd="sng" w="38100">
              <a:solidFill>
                <a:srgbClr val="19594E"/>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Play"/>
                <a:buNone/>
              </a:pPr>
              <a:r>
                <a:rPr b="0" i="0" lang="en-US" sz="2000" u="none" cap="none" strike="noStrike">
                  <a:solidFill>
                    <a:srgbClr val="000000"/>
                  </a:solidFill>
                  <a:latin typeface="Play"/>
                  <a:ea typeface="Play"/>
                  <a:cs typeface="Play"/>
                  <a:sym typeface="Play"/>
                </a:rPr>
                <a:t>S3 Standard</a:t>
              </a:r>
              <a:endParaRPr/>
            </a:p>
          </p:txBody>
        </p:sp>
        <p:sp>
          <p:nvSpPr>
            <p:cNvPr id="2189" name="Google Shape;2189;p35"/>
            <p:cNvSpPr/>
            <p:nvPr/>
          </p:nvSpPr>
          <p:spPr>
            <a:xfrm>
              <a:off x="2816621" y="4498223"/>
              <a:ext cx="1097280" cy="1097280"/>
            </a:xfrm>
            <a:prstGeom prst="rightArrow">
              <a:avLst>
                <a:gd fmla="val 50000" name="adj1"/>
                <a:gd fmla="val 50000" name="adj2"/>
              </a:avLst>
            </a:prstGeom>
            <a:solidFill>
              <a:srgbClr val="19594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Play"/>
                <a:buNone/>
              </a:pPr>
              <a:r>
                <a:t/>
              </a:r>
              <a:endParaRPr b="0" i="0" sz="1600" u="none" cap="none" strike="noStrike">
                <a:solidFill>
                  <a:srgbClr val="36C2B4"/>
                </a:solidFill>
                <a:highlight>
                  <a:srgbClr val="535B63"/>
                </a:highlight>
                <a:latin typeface="Play"/>
                <a:ea typeface="Play"/>
                <a:cs typeface="Play"/>
                <a:sym typeface="Play"/>
              </a:endParaRPr>
            </a:p>
          </p:txBody>
        </p:sp>
        <p:sp>
          <p:nvSpPr>
            <p:cNvPr id="2190" name="Google Shape;2190;p35"/>
            <p:cNvSpPr/>
            <p:nvPr/>
          </p:nvSpPr>
          <p:spPr>
            <a:xfrm>
              <a:off x="4013419" y="3830711"/>
              <a:ext cx="1985151" cy="2432304"/>
            </a:xfrm>
            <a:prstGeom prst="roundRect">
              <a:avLst>
                <a:gd fmla="val 16667" name="adj"/>
              </a:avLst>
            </a:prstGeom>
            <a:noFill/>
            <a:ln cap="flat" cmpd="sng" w="38100">
              <a:solidFill>
                <a:srgbClr val="19594E"/>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Play"/>
                <a:buNone/>
              </a:pPr>
              <a:r>
                <a:rPr b="0" i="0" lang="en-US" sz="2000" u="none" cap="none" strike="noStrike">
                  <a:solidFill>
                    <a:srgbClr val="000000"/>
                  </a:solidFill>
                  <a:latin typeface="Play"/>
                  <a:ea typeface="Play"/>
                  <a:cs typeface="Play"/>
                  <a:sym typeface="Play"/>
                </a:rPr>
                <a:t>S3 Standard-IA</a:t>
              </a:r>
              <a:endParaRPr/>
            </a:p>
          </p:txBody>
        </p:sp>
        <p:sp>
          <p:nvSpPr>
            <p:cNvPr id="2191" name="Google Shape;2191;p35"/>
            <p:cNvSpPr txBox="1"/>
            <p:nvPr/>
          </p:nvSpPr>
          <p:spPr>
            <a:xfrm>
              <a:off x="678126" y="5386334"/>
              <a:ext cx="2088346"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Play"/>
                  <a:ea typeface="Play"/>
                  <a:cs typeface="Play"/>
                  <a:sym typeface="Play"/>
                </a:rPr>
                <a:t>Frequently </a:t>
              </a:r>
              <a:endParaRPr/>
            </a:p>
            <a:p>
              <a:pPr indent="0" lvl="0" marL="0" marR="0" rtl="0" algn="ctr">
                <a:spcBef>
                  <a:spcPts val="0"/>
                </a:spcBef>
                <a:spcAft>
                  <a:spcPts val="0"/>
                </a:spcAft>
                <a:buNone/>
              </a:pPr>
              <a:r>
                <a:rPr lang="en-US" sz="1800">
                  <a:solidFill>
                    <a:schemeClr val="dk1"/>
                  </a:solidFill>
                  <a:latin typeface="Play"/>
                  <a:ea typeface="Play"/>
                  <a:cs typeface="Play"/>
                  <a:sym typeface="Play"/>
                </a:rPr>
                <a:t>accessed for 60 days</a:t>
              </a:r>
              <a:endParaRPr/>
            </a:p>
          </p:txBody>
        </p:sp>
        <p:sp>
          <p:nvSpPr>
            <p:cNvPr id="2192" name="Google Shape;2192;p35"/>
            <p:cNvSpPr txBox="1"/>
            <p:nvPr/>
          </p:nvSpPr>
          <p:spPr>
            <a:xfrm>
              <a:off x="4013419" y="5386334"/>
              <a:ext cx="1985151"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Play"/>
                  <a:ea typeface="Play"/>
                  <a:cs typeface="Play"/>
                  <a:sym typeface="Play"/>
                </a:rPr>
                <a:t>Infrequently </a:t>
              </a:r>
              <a:endParaRPr/>
            </a:p>
            <a:p>
              <a:pPr indent="0" lvl="0" marL="0" marR="0" rtl="0" algn="ctr">
                <a:spcBef>
                  <a:spcPts val="0"/>
                </a:spcBef>
                <a:spcAft>
                  <a:spcPts val="0"/>
                </a:spcAft>
                <a:buNone/>
              </a:pPr>
              <a:r>
                <a:rPr lang="en-US" sz="1800">
                  <a:solidFill>
                    <a:schemeClr val="dk1"/>
                  </a:solidFill>
                  <a:latin typeface="Play"/>
                  <a:ea typeface="Play"/>
                  <a:cs typeface="Play"/>
                  <a:sym typeface="Play"/>
                </a:rPr>
                <a:t>accessed for 1 year</a:t>
              </a:r>
              <a:endParaRPr/>
            </a:p>
          </p:txBody>
        </p:sp>
        <p:sp>
          <p:nvSpPr>
            <p:cNvPr id="2193" name="Google Shape;2193;p35"/>
            <p:cNvSpPr/>
            <p:nvPr/>
          </p:nvSpPr>
          <p:spPr>
            <a:xfrm>
              <a:off x="6140378" y="4498223"/>
              <a:ext cx="1097280" cy="1097280"/>
            </a:xfrm>
            <a:prstGeom prst="rightArrow">
              <a:avLst>
                <a:gd fmla="val 50000" name="adj1"/>
                <a:gd fmla="val 50000" name="adj2"/>
              </a:avLst>
            </a:prstGeom>
            <a:solidFill>
              <a:srgbClr val="19594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Play"/>
                <a:buNone/>
              </a:pPr>
              <a:r>
                <a:t/>
              </a:r>
              <a:endParaRPr b="0" i="0" sz="1600" u="none" cap="none" strike="noStrike">
                <a:solidFill>
                  <a:srgbClr val="36C2B4"/>
                </a:solidFill>
                <a:highlight>
                  <a:srgbClr val="535B63"/>
                </a:highlight>
                <a:latin typeface="Play"/>
                <a:ea typeface="Play"/>
                <a:cs typeface="Play"/>
                <a:sym typeface="Play"/>
              </a:endParaRPr>
            </a:p>
          </p:txBody>
        </p:sp>
        <p:sp>
          <p:nvSpPr>
            <p:cNvPr id="2194" name="Google Shape;2194;p35"/>
            <p:cNvSpPr/>
            <p:nvPr/>
          </p:nvSpPr>
          <p:spPr>
            <a:xfrm>
              <a:off x="7423159" y="3830711"/>
              <a:ext cx="1985151" cy="2432304"/>
            </a:xfrm>
            <a:prstGeom prst="roundRect">
              <a:avLst>
                <a:gd fmla="val 16667" name="adj"/>
              </a:avLst>
            </a:prstGeom>
            <a:noFill/>
            <a:ln cap="flat" cmpd="sng" w="38100">
              <a:solidFill>
                <a:srgbClr val="19594E"/>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Play"/>
                <a:buNone/>
              </a:pPr>
              <a:r>
                <a:rPr b="0" i="0" lang="en-US" sz="2000" u="none" cap="none" strike="noStrike">
                  <a:solidFill>
                    <a:srgbClr val="000000"/>
                  </a:solidFill>
                  <a:latin typeface="Play"/>
                  <a:ea typeface="Play"/>
                  <a:cs typeface="Play"/>
                  <a:sym typeface="Play"/>
                </a:rPr>
                <a:t>Amazon S3 Glacier</a:t>
              </a:r>
              <a:endParaRPr/>
            </a:p>
          </p:txBody>
        </p:sp>
        <p:sp>
          <p:nvSpPr>
            <p:cNvPr id="2195" name="Google Shape;2195;p35"/>
            <p:cNvSpPr txBox="1"/>
            <p:nvPr/>
          </p:nvSpPr>
          <p:spPr>
            <a:xfrm>
              <a:off x="7401634" y="5524834"/>
              <a:ext cx="2028201"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Play"/>
                  <a:ea typeface="Play"/>
                  <a:cs typeface="Play"/>
                  <a:sym typeface="Play"/>
                </a:rPr>
                <a:t>Archived  for 7 years</a:t>
              </a:r>
              <a:endParaRPr/>
            </a:p>
          </p:txBody>
        </p:sp>
        <p:sp>
          <p:nvSpPr>
            <p:cNvPr id="2196" name="Google Shape;2196;p35"/>
            <p:cNvSpPr/>
            <p:nvPr/>
          </p:nvSpPr>
          <p:spPr>
            <a:xfrm>
              <a:off x="7931587" y="1148720"/>
              <a:ext cx="3080124" cy="2432304"/>
            </a:xfrm>
            <a:prstGeom prst="roundRect">
              <a:avLst>
                <a:gd fmla="val 16667" name="adj"/>
              </a:avLst>
            </a:prstGeom>
            <a:noFill/>
            <a:ln cap="flat" cmpd="sng" w="38100">
              <a:solidFill>
                <a:srgbClr val="19594E"/>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Play"/>
                <a:buNone/>
              </a:pPr>
              <a:r>
                <a:rPr b="0" i="0" lang="en-US" sz="2000" u="none" cap="none" strike="noStrike">
                  <a:solidFill>
                    <a:srgbClr val="000000"/>
                  </a:solidFill>
                  <a:latin typeface="Play"/>
                  <a:ea typeface="Play"/>
                  <a:cs typeface="Play"/>
                  <a:sym typeface="Play"/>
                </a:rPr>
                <a:t>Amazon S3 Glacier</a:t>
              </a:r>
              <a:endParaRPr/>
            </a:p>
          </p:txBody>
        </p:sp>
        <p:pic>
          <p:nvPicPr>
            <p:cNvPr id="2197" name="Google Shape;2197;p35"/>
            <p:cNvPicPr preferRelativeResize="0"/>
            <p:nvPr/>
          </p:nvPicPr>
          <p:blipFill rotWithShape="1">
            <a:blip r:embed="rId3">
              <a:alphaModFix/>
            </a:blip>
            <a:srcRect b="0" l="0" r="0" t="0"/>
            <a:stretch/>
          </p:blipFill>
          <p:spPr>
            <a:xfrm>
              <a:off x="8452031" y="1747235"/>
              <a:ext cx="943798" cy="943798"/>
            </a:xfrm>
            <a:prstGeom prst="rect">
              <a:avLst/>
            </a:prstGeom>
            <a:noFill/>
            <a:ln>
              <a:noFill/>
            </a:ln>
          </p:spPr>
        </p:pic>
        <p:sp>
          <p:nvSpPr>
            <p:cNvPr id="2198" name="Google Shape;2198;p35"/>
            <p:cNvSpPr/>
            <p:nvPr/>
          </p:nvSpPr>
          <p:spPr>
            <a:xfrm>
              <a:off x="7964336" y="2871904"/>
              <a:ext cx="3009157"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Play"/>
                  <a:ea typeface="Play"/>
                  <a:cs typeface="Play"/>
                  <a:sym typeface="Play"/>
                </a:rPr>
                <a:t>Archived for 10 years for – </a:t>
              </a:r>
              <a:endParaRPr/>
            </a:p>
            <a:p>
              <a:pPr indent="0" lvl="0" marL="0" marR="0" rtl="0" algn="ctr">
                <a:spcBef>
                  <a:spcPts val="0"/>
                </a:spcBef>
                <a:spcAft>
                  <a:spcPts val="0"/>
                </a:spcAft>
                <a:buNone/>
              </a:pPr>
              <a:r>
                <a:rPr lang="en-US" sz="1800">
                  <a:solidFill>
                    <a:schemeClr val="dk1"/>
                  </a:solidFill>
                  <a:latin typeface="Play"/>
                  <a:ea typeface="Play"/>
                  <a:cs typeface="Play"/>
                  <a:sym typeface="Play"/>
                </a:rPr>
                <a:t>regulatory compliance</a:t>
              </a:r>
              <a:endParaRPr/>
            </a:p>
          </p:txBody>
        </p:sp>
        <p:sp>
          <p:nvSpPr>
            <p:cNvPr id="2199" name="Google Shape;2199;p35"/>
            <p:cNvSpPr/>
            <p:nvPr/>
          </p:nvSpPr>
          <p:spPr>
            <a:xfrm>
              <a:off x="1175783" y="2135357"/>
              <a:ext cx="457200" cy="457200"/>
            </a:xfrm>
            <a:prstGeom prst="ellipse">
              <a:avLst/>
            </a:prstGeom>
            <a:solidFill>
              <a:schemeClr val="accent5"/>
            </a:solidFill>
            <a:ln>
              <a:noFill/>
            </a:ln>
            <a:effectLst>
              <a:outerShdw blurRad="44450" rotWithShape="0" algn="ctr" dir="5400000" dist="13970">
                <a:srgbClr val="000000">
                  <a:alpha val="44705"/>
                </a:srgbClr>
              </a:outerShdw>
            </a:effectLst>
          </p:spPr>
          <p:txBody>
            <a:bodyPr anchorCtr="0" anchor="ctr" bIns="45700" lIns="45700" spcFirstLastPara="1" rIns="45700" wrap="square" tIns="45700">
              <a:noAutofit/>
            </a:bodyPr>
            <a:lstStyle/>
            <a:p>
              <a:pPr indent="0" lvl="0" marL="0" marR="0" rtl="0" algn="ctr">
                <a:spcBef>
                  <a:spcPts val="0"/>
                </a:spcBef>
                <a:spcAft>
                  <a:spcPts val="0"/>
                </a:spcAft>
                <a:buNone/>
              </a:pPr>
              <a:r>
                <a:rPr lang="en-US" sz="1600">
                  <a:solidFill>
                    <a:schemeClr val="lt1"/>
                  </a:solidFill>
                  <a:latin typeface="Play"/>
                  <a:ea typeface="Play"/>
                  <a:cs typeface="Play"/>
                  <a:sym typeface="Play"/>
                </a:rPr>
                <a:t>1</a:t>
              </a:r>
              <a:endParaRPr/>
            </a:p>
          </p:txBody>
        </p:sp>
        <p:sp>
          <p:nvSpPr>
            <p:cNvPr id="2200" name="Google Shape;2200;p35"/>
            <p:cNvSpPr/>
            <p:nvPr/>
          </p:nvSpPr>
          <p:spPr>
            <a:xfrm>
              <a:off x="7361583" y="2077905"/>
              <a:ext cx="457200" cy="457200"/>
            </a:xfrm>
            <a:prstGeom prst="ellipse">
              <a:avLst/>
            </a:prstGeom>
            <a:solidFill>
              <a:schemeClr val="accent5"/>
            </a:solidFill>
            <a:ln>
              <a:noFill/>
            </a:ln>
            <a:effectLst>
              <a:outerShdw blurRad="44450" rotWithShape="0" algn="ctr" dir="5400000" dist="13970">
                <a:srgbClr val="000000">
                  <a:alpha val="44705"/>
                </a:srgbClr>
              </a:outerShdw>
            </a:effectLst>
          </p:spPr>
          <p:txBody>
            <a:bodyPr anchorCtr="0" anchor="ctr" bIns="45700" lIns="45700" spcFirstLastPara="1" rIns="45700" wrap="square" tIns="45700">
              <a:noAutofit/>
            </a:bodyPr>
            <a:lstStyle/>
            <a:p>
              <a:pPr indent="0" lvl="0" marL="0" marR="0" rtl="0" algn="ctr">
                <a:spcBef>
                  <a:spcPts val="0"/>
                </a:spcBef>
                <a:spcAft>
                  <a:spcPts val="0"/>
                </a:spcAft>
                <a:buNone/>
              </a:pPr>
              <a:r>
                <a:rPr lang="en-US" sz="1600">
                  <a:solidFill>
                    <a:schemeClr val="lt1"/>
                  </a:solidFill>
                  <a:latin typeface="Play"/>
                  <a:ea typeface="Play"/>
                  <a:cs typeface="Play"/>
                  <a:sym typeface="Play"/>
                </a:rPr>
                <a:t>2</a:t>
              </a:r>
              <a:endParaRPr/>
            </a:p>
          </p:txBody>
        </p:sp>
        <p:sp>
          <p:nvSpPr>
            <p:cNvPr id="2201" name="Google Shape;2201;p35"/>
            <p:cNvSpPr/>
            <p:nvPr/>
          </p:nvSpPr>
          <p:spPr>
            <a:xfrm>
              <a:off x="157858" y="4818263"/>
              <a:ext cx="457200" cy="457200"/>
            </a:xfrm>
            <a:prstGeom prst="ellipse">
              <a:avLst/>
            </a:prstGeom>
            <a:solidFill>
              <a:schemeClr val="accent5"/>
            </a:solidFill>
            <a:ln>
              <a:noFill/>
            </a:ln>
            <a:effectLst>
              <a:outerShdw blurRad="44450" rotWithShape="0" algn="ctr" dir="5400000" dist="13970">
                <a:srgbClr val="000000">
                  <a:alpha val="44705"/>
                </a:srgbClr>
              </a:outerShdw>
            </a:effectLst>
          </p:spPr>
          <p:txBody>
            <a:bodyPr anchorCtr="0" anchor="ctr" bIns="45700" lIns="45700" spcFirstLastPara="1" rIns="45700" wrap="square" tIns="45700">
              <a:noAutofit/>
            </a:bodyPr>
            <a:lstStyle/>
            <a:p>
              <a:pPr indent="0" lvl="0" marL="0" marR="0" rtl="0" algn="ctr">
                <a:spcBef>
                  <a:spcPts val="0"/>
                </a:spcBef>
                <a:spcAft>
                  <a:spcPts val="0"/>
                </a:spcAft>
                <a:buNone/>
              </a:pPr>
              <a:r>
                <a:rPr lang="en-US" sz="1600">
                  <a:solidFill>
                    <a:schemeClr val="lt1"/>
                  </a:solidFill>
                  <a:latin typeface="Play"/>
                  <a:ea typeface="Play"/>
                  <a:cs typeface="Play"/>
                  <a:sym typeface="Play"/>
                </a:rPr>
                <a:t>3</a:t>
              </a:r>
              <a:endParaRPr/>
            </a:p>
          </p:txBody>
        </p:sp>
        <p:sp>
          <p:nvSpPr>
            <p:cNvPr id="2202" name="Google Shape;2202;p35"/>
            <p:cNvSpPr txBox="1"/>
            <p:nvPr/>
          </p:nvSpPr>
          <p:spPr>
            <a:xfrm>
              <a:off x="10775576" y="4277422"/>
              <a:ext cx="1058590" cy="1538883"/>
            </a:xfrm>
            <a:prstGeom prst="rect">
              <a:avLst/>
            </a:prstGeom>
            <a:solidFill>
              <a:srgbClr val="DF2A5D"/>
            </a:solid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chemeClr val="lt1"/>
                </a:solidFill>
                <a:latin typeface="Play"/>
                <a:ea typeface="Play"/>
                <a:cs typeface="Play"/>
                <a:sym typeface="Play"/>
              </a:endParaRPr>
            </a:p>
            <a:p>
              <a:pPr indent="0" lvl="0" marL="0" marR="0" rtl="0" algn="ctr">
                <a:lnSpc>
                  <a:spcPct val="100000"/>
                </a:lnSpc>
                <a:spcBef>
                  <a:spcPts val="2400"/>
                </a:spcBef>
                <a:spcAft>
                  <a:spcPts val="0"/>
                </a:spcAft>
                <a:buClr>
                  <a:schemeClr val="lt1"/>
                </a:buClr>
                <a:buSzPts val="2000"/>
                <a:buFont typeface="Play"/>
                <a:buNone/>
              </a:pPr>
              <a:r>
                <a:rPr b="0" i="0" lang="en-US" sz="2000" u="none" cap="none" strike="noStrike">
                  <a:solidFill>
                    <a:schemeClr val="lt1"/>
                  </a:solidFill>
                  <a:latin typeface="Play"/>
                  <a:ea typeface="Play"/>
                  <a:cs typeface="Play"/>
                  <a:sym typeface="Play"/>
                </a:rPr>
                <a:t>Delete</a:t>
              </a:r>
              <a:endParaRPr/>
            </a:p>
            <a:p>
              <a:pPr indent="0" lvl="0" marL="0" marR="0" rtl="0" algn="ctr">
                <a:lnSpc>
                  <a:spcPct val="100000"/>
                </a:lnSpc>
                <a:spcBef>
                  <a:spcPts val="2400"/>
                </a:spcBef>
                <a:spcAft>
                  <a:spcPts val="0"/>
                </a:spcAft>
                <a:buClr>
                  <a:schemeClr val="dk1"/>
                </a:buClr>
                <a:buSzPts val="2000"/>
                <a:buFont typeface="Calibri"/>
                <a:buNone/>
              </a:pPr>
              <a:r>
                <a:t/>
              </a:r>
              <a:endParaRPr b="0" i="0" sz="2000" u="none" cap="none" strike="noStrike">
                <a:solidFill>
                  <a:schemeClr val="lt1"/>
                </a:solidFill>
                <a:latin typeface="Play"/>
                <a:ea typeface="Play"/>
                <a:cs typeface="Play"/>
                <a:sym typeface="Play"/>
              </a:endParaRPr>
            </a:p>
          </p:txBody>
        </p:sp>
        <p:sp>
          <p:nvSpPr>
            <p:cNvPr id="2203" name="Google Shape;2203;p35"/>
            <p:cNvSpPr/>
            <p:nvPr/>
          </p:nvSpPr>
          <p:spPr>
            <a:xfrm>
              <a:off x="9588643" y="4498223"/>
              <a:ext cx="1097280" cy="1097280"/>
            </a:xfrm>
            <a:prstGeom prst="rightArrow">
              <a:avLst>
                <a:gd fmla="val 50000" name="adj1"/>
                <a:gd fmla="val 50000" name="adj2"/>
              </a:avLst>
            </a:prstGeom>
            <a:solidFill>
              <a:srgbClr val="19594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Play"/>
                <a:buNone/>
              </a:pPr>
              <a:r>
                <a:t/>
              </a:r>
              <a:endParaRPr b="0" i="0" sz="1600" u="none" cap="none" strike="noStrike">
                <a:solidFill>
                  <a:srgbClr val="36C2B4"/>
                </a:solidFill>
                <a:highlight>
                  <a:srgbClr val="535B63"/>
                </a:highlight>
                <a:latin typeface="Play"/>
                <a:ea typeface="Play"/>
                <a:cs typeface="Play"/>
                <a:sym typeface="Play"/>
              </a:endParaRPr>
            </a:p>
          </p:txBody>
        </p:sp>
        <p:pic>
          <p:nvPicPr>
            <p:cNvPr id="2204" name="Google Shape;2204;p35"/>
            <p:cNvPicPr preferRelativeResize="0"/>
            <p:nvPr/>
          </p:nvPicPr>
          <p:blipFill rotWithShape="1">
            <a:blip r:embed="rId4">
              <a:alphaModFix/>
            </a:blip>
            <a:srcRect b="0" l="0" r="0" t="0"/>
            <a:stretch/>
          </p:blipFill>
          <p:spPr>
            <a:xfrm>
              <a:off x="4380352" y="4318707"/>
              <a:ext cx="1251284" cy="1251284"/>
            </a:xfrm>
            <a:prstGeom prst="rect">
              <a:avLst/>
            </a:prstGeom>
            <a:noFill/>
            <a:ln>
              <a:noFill/>
            </a:ln>
          </p:spPr>
        </p:pic>
        <p:pic>
          <p:nvPicPr>
            <p:cNvPr id="2205" name="Google Shape;2205;p35"/>
            <p:cNvPicPr preferRelativeResize="0"/>
            <p:nvPr/>
          </p:nvPicPr>
          <p:blipFill rotWithShape="1">
            <a:blip r:embed="rId4">
              <a:alphaModFix/>
            </a:blip>
            <a:srcRect b="0" l="0" r="0" t="0"/>
            <a:stretch/>
          </p:blipFill>
          <p:spPr>
            <a:xfrm>
              <a:off x="7790092" y="4318707"/>
              <a:ext cx="1251284" cy="1251284"/>
            </a:xfrm>
            <a:prstGeom prst="rect">
              <a:avLst/>
            </a:prstGeom>
            <a:noFill/>
            <a:ln>
              <a:noFill/>
            </a:ln>
          </p:spPr>
        </p:pic>
        <p:pic>
          <p:nvPicPr>
            <p:cNvPr id="2206" name="Google Shape;2206;p35"/>
            <p:cNvPicPr preferRelativeResize="0"/>
            <p:nvPr/>
          </p:nvPicPr>
          <p:blipFill rotWithShape="1">
            <a:blip r:embed="rId4">
              <a:alphaModFix/>
            </a:blip>
            <a:srcRect b="0" l="0" r="0" t="0"/>
            <a:stretch/>
          </p:blipFill>
          <p:spPr>
            <a:xfrm>
              <a:off x="1096657" y="4318707"/>
              <a:ext cx="1251284" cy="1251284"/>
            </a:xfrm>
            <a:prstGeom prst="rect">
              <a:avLst/>
            </a:prstGeom>
            <a:noFill/>
            <a:ln>
              <a:noFill/>
            </a:ln>
          </p:spPr>
        </p:pic>
        <p:pic>
          <p:nvPicPr>
            <p:cNvPr id="2207" name="Google Shape;2207;p35"/>
            <p:cNvPicPr preferRelativeResize="0"/>
            <p:nvPr/>
          </p:nvPicPr>
          <p:blipFill rotWithShape="1">
            <a:blip r:embed="rId5">
              <a:alphaModFix/>
            </a:blip>
            <a:srcRect b="0" l="0" r="0" t="0"/>
            <a:stretch/>
          </p:blipFill>
          <p:spPr>
            <a:xfrm>
              <a:off x="2092167" y="1654946"/>
              <a:ext cx="1257300" cy="1257300"/>
            </a:xfrm>
            <a:prstGeom prst="rect">
              <a:avLst/>
            </a:prstGeom>
            <a:noFill/>
            <a:ln>
              <a:noFill/>
            </a:ln>
          </p:spPr>
        </p:pic>
        <p:pic>
          <p:nvPicPr>
            <p:cNvPr id="2208" name="Google Shape;2208;p35"/>
            <p:cNvPicPr preferRelativeResize="0"/>
            <p:nvPr/>
          </p:nvPicPr>
          <p:blipFill rotWithShape="1">
            <a:blip r:embed="rId5">
              <a:alphaModFix/>
            </a:blip>
            <a:srcRect b="0" l="0" r="0" t="0"/>
            <a:stretch/>
          </p:blipFill>
          <p:spPr>
            <a:xfrm>
              <a:off x="9508633" y="1605183"/>
              <a:ext cx="1257300" cy="1257300"/>
            </a:xfrm>
            <a:prstGeom prst="rect">
              <a:avLst/>
            </a:prstGeom>
            <a:noFill/>
            <a:ln>
              <a:noFill/>
            </a:ln>
          </p:spPr>
        </p:pic>
      </p:grpSp>
    </p:spTree>
  </p:cSld>
  <p:clrMapOvr>
    <a:masterClrMapping/>
  </p:clrMapOvr>
  <mc:AlternateContent>
    <mc:Choice Requires="p14">
      <p:transition spd="slow" p14:dur="700">
        <p:fade/>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2" name="Shape 2212"/>
        <p:cNvGrpSpPr/>
        <p:nvPr/>
      </p:nvGrpSpPr>
      <p:grpSpPr>
        <a:xfrm>
          <a:off x="0" y="0"/>
          <a:ext cx="0" cy="0"/>
          <a:chOff x="0" y="0"/>
          <a:chExt cx="0" cy="0"/>
        </a:xfrm>
      </p:grpSpPr>
      <p:sp>
        <p:nvSpPr>
          <p:cNvPr id="2213" name="Google Shape;2213;p36"/>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sz="1200"/>
              <a:t>‹#›</a:t>
            </a:fld>
            <a:endParaRPr sz="1200"/>
          </a:p>
        </p:txBody>
      </p:sp>
      <p:sp>
        <p:nvSpPr>
          <p:cNvPr id="2214" name="Google Shape;2214;p36"/>
          <p:cNvSpPr txBox="1"/>
          <p:nvPr>
            <p:ph type="title"/>
          </p:nvPr>
        </p:nvSpPr>
        <p:spPr>
          <a:xfrm>
            <a:off x="243242" y="292099"/>
            <a:ext cx="4062057" cy="1866901"/>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lt1"/>
              </a:buClr>
              <a:buSzPts val="3600"/>
              <a:buFont typeface="Play"/>
              <a:buNone/>
            </a:pPr>
            <a:r>
              <a:rPr lang="en-US"/>
              <a:t>Demo: Managing Lifecycles in Amazon S3</a:t>
            </a:r>
            <a:endParaRPr/>
          </a:p>
        </p:txBody>
      </p:sp>
      <p:sp>
        <p:nvSpPr>
          <p:cNvPr id="2215" name="Google Shape;2215;p36"/>
          <p:cNvSpPr txBox="1"/>
          <p:nvPr>
            <p:ph idx="1" type="body"/>
          </p:nvPr>
        </p:nvSpPr>
        <p:spPr>
          <a:xfrm>
            <a:off x="4592635" y="292099"/>
            <a:ext cx="7239701" cy="6142651"/>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rgbClr val="232F3E"/>
              </a:buClr>
              <a:buSzPts val="2800"/>
              <a:buChar char="•"/>
            </a:pPr>
            <a:r>
              <a:rPr lang="en-US"/>
              <a:t>This demo uses Amazon S3.</a:t>
            </a:r>
            <a:endParaRPr/>
          </a:p>
          <a:p>
            <a:pPr indent="-228600" lvl="0" marL="228600" rtl="0" algn="l">
              <a:lnSpc>
                <a:spcPct val="100000"/>
              </a:lnSpc>
              <a:spcBef>
                <a:spcPts val="1200"/>
              </a:spcBef>
              <a:spcAft>
                <a:spcPts val="0"/>
              </a:spcAft>
              <a:buClr>
                <a:srgbClr val="232F3E"/>
              </a:buClr>
              <a:buSzPts val="2800"/>
              <a:buChar char="•"/>
            </a:pPr>
            <a:r>
              <a:rPr lang="en-US"/>
              <a:t>In this demonstration, you will see how to create a lifecycle rule for Amazon S3 and apply transition actions to objects.</a:t>
            </a:r>
            <a:endParaRPr/>
          </a:p>
          <a:p>
            <a:pPr indent="0" lvl="0" marL="0" rtl="0" algn="l">
              <a:lnSpc>
                <a:spcPct val="100000"/>
              </a:lnSpc>
              <a:spcBef>
                <a:spcPts val="1200"/>
              </a:spcBef>
              <a:spcAft>
                <a:spcPts val="0"/>
              </a:spcAft>
              <a:buClr>
                <a:srgbClr val="232F3E"/>
              </a:buClr>
              <a:buSzPts val="2800"/>
              <a:buNone/>
            </a:pPr>
            <a:r>
              <a:t/>
            </a:r>
            <a:endParaRPr/>
          </a:p>
        </p:txBody>
      </p:sp>
      <p:pic>
        <p:nvPicPr>
          <p:cNvPr id="2216" name="Google Shape;2216;p36"/>
          <p:cNvPicPr preferRelativeResize="0"/>
          <p:nvPr/>
        </p:nvPicPr>
        <p:blipFill rotWithShape="1">
          <a:blip r:embed="rId3">
            <a:alphaModFix/>
          </a:blip>
          <a:srcRect b="0" l="0" r="0" t="0"/>
          <a:stretch/>
        </p:blipFill>
        <p:spPr>
          <a:xfrm>
            <a:off x="835529" y="3338320"/>
            <a:ext cx="2777117" cy="1851411"/>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0" name="Shape 2220"/>
        <p:cNvGrpSpPr/>
        <p:nvPr/>
      </p:nvGrpSpPr>
      <p:grpSpPr>
        <a:xfrm>
          <a:off x="0" y="0"/>
          <a:ext cx="0" cy="0"/>
          <a:chOff x="0" y="0"/>
          <a:chExt cx="0" cy="0"/>
        </a:xfrm>
      </p:grpSpPr>
      <p:sp>
        <p:nvSpPr>
          <p:cNvPr id="2221" name="Google Shape;2221;p37"/>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222" name="Google Shape;2222;p37"/>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2F3E"/>
              </a:buClr>
              <a:buSzPts val="3600"/>
              <a:buFont typeface="Play"/>
              <a:buNone/>
            </a:pPr>
            <a:r>
              <a:rPr lang="en-US"/>
              <a:t>Amazon S3 versioning</a:t>
            </a:r>
            <a:endParaRPr/>
          </a:p>
        </p:txBody>
      </p:sp>
      <p:sp>
        <p:nvSpPr>
          <p:cNvPr id="2223" name="Google Shape;2223;p37"/>
          <p:cNvSpPr txBox="1"/>
          <p:nvPr/>
        </p:nvSpPr>
        <p:spPr>
          <a:xfrm>
            <a:off x="438214" y="1290820"/>
            <a:ext cx="1115453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Play"/>
              <a:buNone/>
            </a:pPr>
            <a:r>
              <a:rPr b="0" i="0" lang="en-US" sz="2400" u="none" cap="none" strike="noStrike">
                <a:solidFill>
                  <a:srgbClr val="000000"/>
                </a:solidFill>
                <a:latin typeface="Play"/>
                <a:ea typeface="Play"/>
                <a:cs typeface="Play"/>
                <a:sym typeface="Play"/>
              </a:rPr>
              <a:t>Amazon S3 versioning protects objects from accidental overwrites and deletes.</a:t>
            </a:r>
            <a:endParaRPr/>
          </a:p>
        </p:txBody>
      </p:sp>
      <p:graphicFrame>
        <p:nvGraphicFramePr>
          <p:cNvPr id="2224" name="Google Shape;2224;p37"/>
          <p:cNvGraphicFramePr/>
          <p:nvPr/>
        </p:nvGraphicFramePr>
        <p:xfrm>
          <a:off x="453606" y="2067164"/>
          <a:ext cx="3000000" cy="3000000"/>
        </p:xfrm>
        <a:graphic>
          <a:graphicData uri="http://schemas.openxmlformats.org/drawingml/2006/table">
            <a:tbl>
              <a:tblPr>
                <a:noFill/>
                <a:tableStyleId>{D386BA7F-7783-403C-A218-6F3646AC6490}</a:tableStyleId>
              </a:tblPr>
              <a:tblGrid>
                <a:gridCol w="2337350"/>
                <a:gridCol w="4317725"/>
                <a:gridCol w="4317725"/>
              </a:tblGrid>
              <a:tr h="1009000">
                <a:tc>
                  <a:txBody>
                    <a:bodyPr/>
                    <a:lstStyle/>
                    <a:p>
                      <a:pPr indent="0" lvl="0" marL="0" marR="0" rtl="0" algn="ctr">
                        <a:spcBef>
                          <a:spcPts val="0"/>
                        </a:spcBef>
                        <a:spcAft>
                          <a:spcPts val="0"/>
                        </a:spcAft>
                        <a:buNone/>
                      </a:pPr>
                      <a:r>
                        <a:rPr lang="en-US" sz="2000" u="none" cap="none" strike="noStrike">
                          <a:solidFill>
                            <a:schemeClr val="lt1"/>
                          </a:solidFill>
                          <a:latin typeface="Play"/>
                          <a:ea typeface="Play"/>
                          <a:cs typeface="Play"/>
                          <a:sym typeface="Play"/>
                        </a:rPr>
                        <a:t>Action</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005276"/>
                    </a:solidFill>
                  </a:tcPr>
                </a:tc>
                <a:tc>
                  <a:txBody>
                    <a:bodyPr/>
                    <a:lstStyle/>
                    <a:p>
                      <a:pPr indent="0" lvl="0" marL="0" marR="0" rtl="0" algn="ctr">
                        <a:spcBef>
                          <a:spcPts val="0"/>
                        </a:spcBef>
                        <a:spcAft>
                          <a:spcPts val="0"/>
                        </a:spcAft>
                        <a:buNone/>
                      </a:pPr>
                      <a:r>
                        <a:rPr b="0" i="0" lang="en-US" sz="2000" u="none" cap="none" strike="noStrike">
                          <a:solidFill>
                            <a:schemeClr val="lt1"/>
                          </a:solidFill>
                          <a:latin typeface="Play"/>
                          <a:ea typeface="Play"/>
                          <a:cs typeface="Play"/>
                          <a:sym typeface="Play"/>
                        </a:rPr>
                        <a:t>Versioning Enabled</a:t>
                      </a:r>
                      <a:endParaRPr b="0" i="0" sz="2000" u="none" cap="none" strike="noStrike">
                        <a:latin typeface="Play"/>
                        <a:ea typeface="Play"/>
                        <a:cs typeface="Play"/>
                        <a:sym typeface="Play"/>
                      </a:endParaRPr>
                    </a:p>
                  </a:txBody>
                  <a:tcPr marT="60950" marB="60950" marR="121925" marL="12192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005276"/>
                    </a:solidFill>
                  </a:tcPr>
                </a:tc>
                <a:tc>
                  <a:txBody>
                    <a:bodyPr/>
                    <a:lstStyle/>
                    <a:p>
                      <a:pPr indent="0" lvl="0" marL="0" marR="0" rtl="0" algn="ctr">
                        <a:spcBef>
                          <a:spcPts val="0"/>
                        </a:spcBef>
                        <a:spcAft>
                          <a:spcPts val="0"/>
                        </a:spcAft>
                        <a:buNone/>
                      </a:pPr>
                      <a:r>
                        <a:rPr b="0" i="0" lang="en-US" sz="2000" u="none" cap="none" strike="noStrike">
                          <a:solidFill>
                            <a:schemeClr val="lt1"/>
                          </a:solidFill>
                          <a:latin typeface="Play"/>
                          <a:ea typeface="Play"/>
                          <a:cs typeface="Play"/>
                          <a:sym typeface="Play"/>
                        </a:rPr>
                        <a:t>Versioning Disabled or</a:t>
                      </a:r>
                      <a:br>
                        <a:rPr b="0" i="0" lang="en-US" sz="2000" u="none" cap="none" strike="noStrike">
                          <a:solidFill>
                            <a:schemeClr val="lt1"/>
                          </a:solidFill>
                          <a:latin typeface="Play"/>
                          <a:ea typeface="Play"/>
                          <a:cs typeface="Play"/>
                          <a:sym typeface="Play"/>
                        </a:rPr>
                      </a:br>
                      <a:r>
                        <a:rPr b="0" i="0" lang="en-US" sz="2000" u="none" cap="none" strike="noStrike">
                          <a:solidFill>
                            <a:schemeClr val="lt1"/>
                          </a:solidFill>
                          <a:latin typeface="Play"/>
                          <a:ea typeface="Play"/>
                          <a:cs typeface="Play"/>
                          <a:sym typeface="Play"/>
                        </a:rPr>
                        <a:t>Versioning Suspended</a:t>
                      </a:r>
                      <a:endParaRPr b="0" i="0" sz="2000" u="none" cap="none" strike="noStrike">
                        <a:latin typeface="Play"/>
                        <a:ea typeface="Play"/>
                        <a:cs typeface="Play"/>
                        <a:sym typeface="Play"/>
                      </a:endParaRPr>
                    </a:p>
                  </a:txBody>
                  <a:tcPr marT="60950" marB="60950" marR="121925" marL="12192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005276"/>
                    </a:solidFill>
                  </a:tcPr>
                </a:tc>
              </a:tr>
              <a:tr h="1429400">
                <a:tc>
                  <a:txBody>
                    <a:bodyPr/>
                    <a:lstStyle/>
                    <a:p>
                      <a:pPr indent="0" lvl="0" marL="0" marR="0" rtl="0" algn="ctr">
                        <a:lnSpc>
                          <a:spcPct val="100000"/>
                        </a:lnSpc>
                        <a:spcBef>
                          <a:spcPts val="0"/>
                        </a:spcBef>
                        <a:spcAft>
                          <a:spcPts val="0"/>
                        </a:spcAft>
                        <a:buClr>
                          <a:schemeClr val="lt1"/>
                        </a:buClr>
                        <a:buSzPts val="2000"/>
                        <a:buFont typeface="Play"/>
                        <a:buNone/>
                      </a:pPr>
                      <a:r>
                        <a:rPr b="0" lang="en-US" sz="2000" u="none" cap="none" strike="noStrike">
                          <a:solidFill>
                            <a:schemeClr val="lt1"/>
                          </a:solidFill>
                          <a:latin typeface="Play"/>
                          <a:ea typeface="Play"/>
                          <a:cs typeface="Play"/>
                          <a:sym typeface="Play"/>
                        </a:rPr>
                        <a:t>Upload an object with the </a:t>
                      </a:r>
                      <a:br>
                        <a:rPr b="0" lang="en-US" sz="2000" u="none" cap="none" strike="noStrike">
                          <a:solidFill>
                            <a:schemeClr val="lt1"/>
                          </a:solidFill>
                          <a:latin typeface="Play"/>
                          <a:ea typeface="Play"/>
                          <a:cs typeface="Play"/>
                          <a:sym typeface="Play"/>
                        </a:rPr>
                      </a:br>
                      <a:r>
                        <a:rPr b="0" lang="en-US" sz="2000" u="none" cap="none" strike="noStrike">
                          <a:solidFill>
                            <a:schemeClr val="lt1"/>
                          </a:solidFill>
                          <a:latin typeface="Play"/>
                          <a:ea typeface="Play"/>
                          <a:cs typeface="Play"/>
                          <a:sym typeface="Play"/>
                        </a:rPr>
                        <a:t>same key</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5276"/>
                    </a:solidFill>
                  </a:tcPr>
                </a:tc>
                <a:tc>
                  <a:txBody>
                    <a:bodyPr/>
                    <a:lstStyle/>
                    <a:p>
                      <a:pPr indent="0" lvl="0" marL="0" marR="0" rtl="0" algn="ctr">
                        <a:spcBef>
                          <a:spcPts val="0"/>
                        </a:spcBef>
                        <a:spcAft>
                          <a:spcPts val="0"/>
                        </a:spcAft>
                        <a:buNone/>
                      </a:pPr>
                      <a:r>
                        <a:rPr b="0" i="0" lang="en-US" sz="2000" u="none" cap="none" strike="noStrike">
                          <a:solidFill>
                            <a:schemeClr val="dk1"/>
                          </a:solidFill>
                          <a:latin typeface="Play"/>
                          <a:ea typeface="Play"/>
                          <a:cs typeface="Play"/>
                          <a:sym typeface="Play"/>
                        </a:rPr>
                        <a:t>Creates a new object with a different version ID, and both are retrievable by the version ID.</a:t>
                      </a:r>
                      <a:endParaRPr b="0" i="0" sz="2000" u="none" cap="none" strike="noStrike">
                        <a:latin typeface="Play"/>
                        <a:ea typeface="Play"/>
                        <a:cs typeface="Play"/>
                        <a:sym typeface="Play"/>
                      </a:endParaRPr>
                    </a:p>
                  </a:txBody>
                  <a:tcPr marT="60950" marB="60950" marR="121925" marL="12192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ACFD5"/>
                    </a:solidFill>
                  </a:tcPr>
                </a:tc>
                <a:tc>
                  <a:txBody>
                    <a:bodyPr/>
                    <a:lstStyle/>
                    <a:p>
                      <a:pPr indent="0" lvl="0" marL="0" marR="0" rtl="0" algn="ctr">
                        <a:spcBef>
                          <a:spcPts val="0"/>
                        </a:spcBef>
                        <a:spcAft>
                          <a:spcPts val="0"/>
                        </a:spcAft>
                        <a:buNone/>
                      </a:pPr>
                      <a:r>
                        <a:rPr b="0" i="0" lang="en-US" sz="2000" u="none" cap="none" strike="noStrike">
                          <a:solidFill>
                            <a:schemeClr val="dk1"/>
                          </a:solidFill>
                          <a:latin typeface="Play"/>
                          <a:ea typeface="Play"/>
                          <a:cs typeface="Play"/>
                          <a:sym typeface="Play"/>
                        </a:rPr>
                        <a:t>Overwrites the original object, and the previous object is no longer retrievable.</a:t>
                      </a:r>
                      <a:endParaRPr b="0" i="0" sz="2000" u="none" cap="none" strike="noStrike">
                        <a:latin typeface="Play"/>
                        <a:ea typeface="Play"/>
                        <a:cs typeface="Play"/>
                        <a:sym typeface="Play"/>
                      </a:endParaRPr>
                    </a:p>
                  </a:txBody>
                  <a:tcPr marT="60950" marB="60950" marR="121925" marL="12192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ACFD5"/>
                    </a:solidFill>
                  </a:tcPr>
                </a:tc>
              </a:tr>
              <a:tr h="1429400">
                <a:tc>
                  <a:txBody>
                    <a:bodyPr/>
                    <a:lstStyle/>
                    <a:p>
                      <a:pPr indent="0" lvl="0" marL="0" marR="0" rtl="0" algn="ctr">
                        <a:spcBef>
                          <a:spcPts val="0"/>
                        </a:spcBef>
                        <a:spcAft>
                          <a:spcPts val="0"/>
                        </a:spcAft>
                        <a:buNone/>
                      </a:pPr>
                      <a:r>
                        <a:rPr b="0" lang="en-US" sz="2000" u="none" cap="none" strike="noStrike">
                          <a:solidFill>
                            <a:schemeClr val="lt1"/>
                          </a:solidFill>
                          <a:latin typeface="Play"/>
                          <a:ea typeface="Play"/>
                          <a:cs typeface="Play"/>
                          <a:sym typeface="Play"/>
                        </a:rPr>
                        <a:t>Delete</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5276"/>
                    </a:solidFill>
                  </a:tcPr>
                </a:tc>
                <a:tc>
                  <a:txBody>
                    <a:bodyPr/>
                    <a:lstStyle/>
                    <a:p>
                      <a:pPr indent="0" lvl="0" marL="0" marR="0" rtl="0" algn="ctr">
                        <a:spcBef>
                          <a:spcPts val="0"/>
                        </a:spcBef>
                        <a:spcAft>
                          <a:spcPts val="0"/>
                        </a:spcAft>
                        <a:buNone/>
                      </a:pPr>
                      <a:r>
                        <a:rPr b="0" i="0" lang="en-US" sz="2000" u="none" cap="none" strike="noStrike">
                          <a:solidFill>
                            <a:schemeClr val="dk1"/>
                          </a:solidFill>
                          <a:latin typeface="Play"/>
                          <a:ea typeface="Play"/>
                          <a:cs typeface="Play"/>
                          <a:sym typeface="Play"/>
                        </a:rPr>
                        <a:t>Adds a delete marker, but the object is still retrievable by the version ID.</a:t>
                      </a:r>
                      <a:endParaRPr b="0" i="0" sz="2000" u="none" cap="none" strike="noStrike">
                        <a:latin typeface="Play"/>
                        <a:ea typeface="Play"/>
                        <a:cs typeface="Play"/>
                        <a:sym typeface="Play"/>
                      </a:endParaRPr>
                    </a:p>
                  </a:txBody>
                  <a:tcPr marT="60950" marB="60950" marR="121925" marL="12192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6E9EB"/>
                    </a:solidFill>
                  </a:tcPr>
                </a:tc>
                <a:tc>
                  <a:txBody>
                    <a:bodyPr/>
                    <a:lstStyle/>
                    <a:p>
                      <a:pPr indent="0" lvl="0" marL="0" marR="0" rtl="0" algn="ctr">
                        <a:spcBef>
                          <a:spcPts val="0"/>
                        </a:spcBef>
                        <a:spcAft>
                          <a:spcPts val="0"/>
                        </a:spcAft>
                        <a:buNone/>
                      </a:pPr>
                      <a:r>
                        <a:rPr b="0" i="0" lang="en-US" sz="2000" u="none" cap="none" strike="noStrike">
                          <a:solidFill>
                            <a:schemeClr val="dk1"/>
                          </a:solidFill>
                          <a:latin typeface="Play"/>
                          <a:ea typeface="Play"/>
                          <a:cs typeface="Play"/>
                          <a:sym typeface="Play"/>
                        </a:rPr>
                        <a:t>Deletes the object, and it is no longer retrievable.</a:t>
                      </a:r>
                      <a:endParaRPr b="0" i="0" sz="2000" u="none" cap="none" strike="noStrike">
                        <a:latin typeface="Play"/>
                        <a:ea typeface="Play"/>
                        <a:cs typeface="Play"/>
                        <a:sym typeface="Play"/>
                      </a:endParaRPr>
                    </a:p>
                  </a:txBody>
                  <a:tcPr marT="60950" marB="60950" marR="121925" marL="12192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6E9EB"/>
                    </a:solidFill>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8" name="Shape 2228"/>
        <p:cNvGrpSpPr/>
        <p:nvPr/>
      </p:nvGrpSpPr>
      <p:grpSpPr>
        <a:xfrm>
          <a:off x="0" y="0"/>
          <a:ext cx="0" cy="0"/>
          <a:chOff x="0" y="0"/>
          <a:chExt cx="0" cy="0"/>
        </a:xfrm>
      </p:grpSpPr>
      <p:sp>
        <p:nvSpPr>
          <p:cNvPr id="2229" name="Google Shape;2229;p38"/>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230" name="Google Shape;2230;p38"/>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Play"/>
              <a:buNone/>
            </a:pPr>
            <a:r>
              <a:rPr lang="en-US">
                <a:solidFill>
                  <a:schemeClr val="dk1"/>
                </a:solidFill>
              </a:rPr>
              <a:t>Adding an object in a versioning-enabled bucket</a:t>
            </a:r>
            <a:endParaRPr/>
          </a:p>
        </p:txBody>
      </p:sp>
      <p:sp>
        <p:nvSpPr>
          <p:cNvPr id="2231" name="Google Shape;2231;p38"/>
          <p:cNvSpPr/>
          <p:nvPr/>
        </p:nvSpPr>
        <p:spPr>
          <a:xfrm>
            <a:off x="7315200" y="1280160"/>
            <a:ext cx="4483048" cy="1554480"/>
          </a:xfrm>
          <a:prstGeom prst="rect">
            <a:avLst/>
          </a:prstGeom>
          <a:solidFill>
            <a:srgbClr val="19594E"/>
          </a:solidFill>
          <a:ln cap="flat" cmpd="sng" w="10775">
            <a:solidFill>
              <a:srgbClr val="003B56"/>
            </a:solidFill>
            <a:prstDash val="solid"/>
            <a:round/>
            <a:headEnd len="sm" w="sm" type="none"/>
            <a:tailEnd len="sm" w="sm" type="none"/>
          </a:ln>
        </p:spPr>
        <p:txBody>
          <a:bodyPr anchorCtr="0" anchor="ctr" bIns="45700" lIns="91425" spcFirstLastPara="1" rIns="91425" wrap="square" tIns="45700">
            <a:noAutofit/>
          </a:bodyPr>
          <a:lstStyle/>
          <a:p>
            <a:pPr indent="-285750" lvl="0" marL="285750" marR="0" rtl="0" algn="l">
              <a:spcBef>
                <a:spcPts val="0"/>
              </a:spcBef>
              <a:spcAft>
                <a:spcPts val="0"/>
              </a:spcAft>
              <a:buClr>
                <a:schemeClr val="lt1"/>
              </a:buClr>
              <a:buSzPts val="1800"/>
              <a:buFont typeface="Arial"/>
              <a:buChar char="•"/>
            </a:pPr>
            <a:r>
              <a:rPr lang="en-US" sz="1800">
                <a:solidFill>
                  <a:schemeClr val="lt1"/>
                </a:solidFill>
                <a:latin typeface="Play"/>
                <a:ea typeface="Play"/>
                <a:cs typeface="Play"/>
                <a:sym typeface="Play"/>
              </a:rPr>
              <a:t>Amazon S3 generates a new version ID and adds this newer version of the object to the bucket.</a:t>
            </a:r>
            <a:endParaRPr/>
          </a:p>
          <a:p>
            <a:pPr indent="-285750" lvl="0" marL="285750" marR="0" rtl="0" algn="l">
              <a:spcBef>
                <a:spcPts val="0"/>
              </a:spcBef>
              <a:spcAft>
                <a:spcPts val="0"/>
              </a:spcAft>
              <a:buClr>
                <a:schemeClr val="lt1"/>
              </a:buClr>
              <a:buSzPts val="1800"/>
              <a:buFont typeface="Arial"/>
              <a:buChar char="•"/>
            </a:pPr>
            <a:r>
              <a:rPr lang="en-US" sz="1800">
                <a:solidFill>
                  <a:schemeClr val="lt1"/>
                </a:solidFill>
                <a:latin typeface="Play"/>
                <a:ea typeface="Play"/>
                <a:cs typeface="Play"/>
                <a:sym typeface="Play"/>
              </a:rPr>
              <a:t>The original version remains in the bucket.</a:t>
            </a:r>
            <a:endParaRPr/>
          </a:p>
        </p:txBody>
      </p:sp>
      <p:grpSp>
        <p:nvGrpSpPr>
          <p:cNvPr descr="Diagram of adding an object in a versioning-enabled bucket. See details in the slide notes. " id="2232" name="Google Shape;2232;p38"/>
          <p:cNvGrpSpPr/>
          <p:nvPr/>
        </p:nvGrpSpPr>
        <p:grpSpPr>
          <a:xfrm>
            <a:off x="2887604" y="1736151"/>
            <a:ext cx="4141456" cy="4630238"/>
            <a:chOff x="2887604" y="1736151"/>
            <a:chExt cx="4141456" cy="4630238"/>
          </a:xfrm>
        </p:grpSpPr>
        <p:sp>
          <p:nvSpPr>
            <p:cNvPr id="2233" name="Google Shape;2233;p38"/>
            <p:cNvSpPr/>
            <p:nvPr/>
          </p:nvSpPr>
          <p:spPr>
            <a:xfrm rot="10800000">
              <a:off x="3508310" y="3090170"/>
              <a:ext cx="3520750" cy="2906885"/>
            </a:xfrm>
            <a:custGeom>
              <a:rect b="b" l="l" r="r" t="t"/>
              <a:pathLst>
                <a:path extrusionOk="0" h="2538903" w="3422578">
                  <a:moveTo>
                    <a:pt x="0" y="2538903"/>
                  </a:moveTo>
                  <a:lnTo>
                    <a:pt x="477082" y="71209"/>
                  </a:lnTo>
                  <a:cubicBezTo>
                    <a:pt x="1314458" y="-26186"/>
                    <a:pt x="2195379" y="-22707"/>
                    <a:pt x="2951890" y="75710"/>
                  </a:cubicBezTo>
                  <a:lnTo>
                    <a:pt x="3422578" y="2516539"/>
                  </a:lnTo>
                  <a:cubicBezTo>
                    <a:pt x="2848117" y="2520266"/>
                    <a:pt x="2309937" y="2473672"/>
                    <a:pt x="1735476" y="2477399"/>
                  </a:cubicBezTo>
                  <a:lnTo>
                    <a:pt x="0" y="2538903"/>
                  </a:lnTo>
                  <a:close/>
                </a:path>
              </a:pathLst>
            </a:custGeom>
            <a:solidFill>
              <a:srgbClr val="D4DADA"/>
            </a:solidFill>
            <a:ln>
              <a:noFill/>
            </a:ln>
            <a:effectLst>
              <a:outerShdw blurRad="63500" rotWithShape="0" dir="2700016" dist="53881">
                <a:srgbClr val="000000">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Play"/>
                <a:ea typeface="Play"/>
                <a:cs typeface="Play"/>
                <a:sym typeface="Play"/>
              </a:endParaRPr>
            </a:p>
          </p:txBody>
        </p:sp>
        <p:sp>
          <p:nvSpPr>
            <p:cNvPr id="2234" name="Google Shape;2234;p38"/>
            <p:cNvSpPr txBox="1"/>
            <p:nvPr/>
          </p:nvSpPr>
          <p:spPr>
            <a:xfrm>
              <a:off x="3771319" y="5997057"/>
              <a:ext cx="29947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Play"/>
                  <a:ea typeface="Play"/>
                  <a:cs typeface="Play"/>
                  <a:sym typeface="Play"/>
                </a:rPr>
                <a:t>Version-enabled S3 bucket</a:t>
              </a:r>
              <a:endParaRPr/>
            </a:p>
          </p:txBody>
        </p:sp>
        <p:sp>
          <p:nvSpPr>
            <p:cNvPr id="2235" name="Google Shape;2235;p38"/>
            <p:cNvSpPr/>
            <p:nvPr/>
          </p:nvSpPr>
          <p:spPr>
            <a:xfrm>
              <a:off x="4036829" y="4882083"/>
              <a:ext cx="2463711" cy="1008668"/>
            </a:xfrm>
            <a:prstGeom prst="can">
              <a:avLst>
                <a:gd fmla="val 25000" name="adj"/>
              </a:avLst>
            </a:prstGeom>
            <a:solidFill>
              <a:schemeClr val="lt1"/>
            </a:solidFill>
            <a:ln cap="flat" cmpd="sng" w="38100">
              <a:solidFill>
                <a:schemeClr val="accent5"/>
              </a:solidFill>
              <a:prstDash val="solid"/>
              <a:round/>
              <a:headEnd len="sm" w="sm" type="none"/>
              <a:tailEnd len="sm" w="sm" type="none"/>
            </a:ln>
            <a:effectLst>
              <a:outerShdw blurRad="63500" rotWithShape="0" dir="2700016" dist="53881">
                <a:srgbClr val="000000">
                  <a:alpha val="24705"/>
                </a:srgbClr>
              </a:outerShdw>
            </a:effectLst>
          </p:spPr>
          <p:txBody>
            <a:bodyPr anchorCtr="0" anchor="ctr" bIns="45700" lIns="0" spcFirstLastPara="1" rIns="0" wrap="square" tIns="45700">
              <a:noAutofit/>
            </a:bodyPr>
            <a:lstStyle/>
            <a:p>
              <a:pPr indent="0" lvl="0" marL="0" marR="0" rtl="0" algn="ctr">
                <a:spcBef>
                  <a:spcPts val="0"/>
                </a:spcBef>
                <a:spcAft>
                  <a:spcPts val="0"/>
                </a:spcAft>
                <a:buNone/>
              </a:pPr>
              <a:r>
                <a:rPr lang="en-US" sz="1800">
                  <a:solidFill>
                    <a:schemeClr val="dk1"/>
                  </a:solidFill>
                  <a:latin typeface="Play"/>
                  <a:ea typeface="Play"/>
                  <a:cs typeface="Play"/>
                  <a:sym typeface="Play"/>
                </a:rPr>
                <a:t>Object key = photo.gif</a:t>
              </a:r>
              <a:endParaRPr/>
            </a:p>
            <a:p>
              <a:pPr indent="0" lvl="0" marL="0" marR="0" rtl="0" algn="ctr">
                <a:spcBef>
                  <a:spcPts val="0"/>
                </a:spcBef>
                <a:spcAft>
                  <a:spcPts val="0"/>
                </a:spcAft>
                <a:buNone/>
              </a:pPr>
              <a:r>
                <a:rPr lang="en-US" sz="1800">
                  <a:solidFill>
                    <a:schemeClr val="dk1"/>
                  </a:solidFill>
                  <a:latin typeface="Play"/>
                  <a:ea typeface="Play"/>
                  <a:cs typeface="Play"/>
                  <a:sym typeface="Play"/>
                </a:rPr>
                <a:t>ID = 111111</a:t>
              </a:r>
              <a:endParaRPr/>
            </a:p>
          </p:txBody>
        </p:sp>
        <p:sp>
          <p:nvSpPr>
            <p:cNvPr id="2236" name="Google Shape;2236;p38"/>
            <p:cNvSpPr/>
            <p:nvPr/>
          </p:nvSpPr>
          <p:spPr>
            <a:xfrm>
              <a:off x="4036829" y="4061893"/>
              <a:ext cx="2463711" cy="1008668"/>
            </a:xfrm>
            <a:prstGeom prst="can">
              <a:avLst>
                <a:gd fmla="val 25000" name="adj"/>
              </a:avLst>
            </a:prstGeom>
            <a:solidFill>
              <a:schemeClr val="accent4"/>
            </a:solidFill>
            <a:ln cap="flat" cmpd="sng" w="38100">
              <a:solidFill>
                <a:schemeClr val="accent5"/>
              </a:solidFill>
              <a:prstDash val="solid"/>
              <a:round/>
              <a:headEnd len="sm" w="sm" type="none"/>
              <a:tailEnd len="sm" w="sm" type="none"/>
            </a:ln>
            <a:effectLst>
              <a:outerShdw blurRad="63500" rotWithShape="0" dir="2700016" dist="53881">
                <a:srgbClr val="000000">
                  <a:alpha val="24705"/>
                </a:srgbClr>
              </a:outerShdw>
            </a:effectLst>
          </p:spPr>
          <p:txBody>
            <a:bodyPr anchorCtr="0" anchor="ctr" bIns="45700" lIns="0" spcFirstLastPara="1" rIns="0" wrap="square" tIns="45700">
              <a:noAutofit/>
            </a:bodyPr>
            <a:lstStyle/>
            <a:p>
              <a:pPr indent="0" lvl="0" marL="0" marR="0" rtl="0" algn="ctr">
                <a:spcBef>
                  <a:spcPts val="0"/>
                </a:spcBef>
                <a:spcAft>
                  <a:spcPts val="0"/>
                </a:spcAft>
                <a:buNone/>
              </a:pPr>
              <a:r>
                <a:rPr lang="en-US" sz="1800">
                  <a:solidFill>
                    <a:schemeClr val="dk1"/>
                  </a:solidFill>
                  <a:latin typeface="Play"/>
                  <a:ea typeface="Play"/>
                  <a:cs typeface="Play"/>
                  <a:sym typeface="Play"/>
                </a:rPr>
                <a:t>Object key = photo.gif</a:t>
              </a:r>
              <a:endParaRPr/>
            </a:p>
            <a:p>
              <a:pPr indent="0" lvl="0" marL="0" marR="0" rtl="0" algn="ctr">
                <a:spcBef>
                  <a:spcPts val="0"/>
                </a:spcBef>
                <a:spcAft>
                  <a:spcPts val="0"/>
                </a:spcAft>
                <a:buNone/>
              </a:pPr>
              <a:r>
                <a:rPr lang="en-US" sz="1800">
                  <a:solidFill>
                    <a:schemeClr val="dk1"/>
                  </a:solidFill>
                  <a:latin typeface="Play"/>
                  <a:ea typeface="Play"/>
                  <a:cs typeface="Play"/>
                  <a:sym typeface="Play"/>
                </a:rPr>
                <a:t>ID = 121245</a:t>
              </a:r>
              <a:endParaRPr/>
            </a:p>
          </p:txBody>
        </p:sp>
        <p:cxnSp>
          <p:nvCxnSpPr>
            <p:cNvPr id="2237" name="Google Shape;2237;p38"/>
            <p:cNvCxnSpPr>
              <a:stCxn id="2238" idx="3"/>
              <a:endCxn id="2236" idx="1"/>
            </p:cNvCxnSpPr>
            <p:nvPr/>
          </p:nvCxnSpPr>
          <p:spPr>
            <a:xfrm>
              <a:off x="2887604" y="1736151"/>
              <a:ext cx="2381100" cy="2325600"/>
            </a:xfrm>
            <a:prstGeom prst="bentConnector2">
              <a:avLst/>
            </a:prstGeom>
            <a:noFill/>
            <a:ln cap="flat" cmpd="sng" w="44450">
              <a:solidFill>
                <a:schemeClr val="accent5"/>
              </a:solidFill>
              <a:prstDash val="solid"/>
              <a:round/>
              <a:headEnd len="sm" w="sm" type="none"/>
              <a:tailEnd len="lg" w="lg" type="stealth"/>
            </a:ln>
            <a:effectLst>
              <a:outerShdw blurRad="63500" rotWithShape="0" dir="2700016" dist="53881">
                <a:srgbClr val="000000">
                  <a:alpha val="24705"/>
                </a:srgbClr>
              </a:outerShdw>
            </a:effectLst>
          </p:spPr>
        </p:cxnSp>
      </p:grpSp>
      <p:sp>
        <p:nvSpPr>
          <p:cNvPr id="2238" name="Google Shape;2238;p38"/>
          <p:cNvSpPr txBox="1"/>
          <p:nvPr/>
        </p:nvSpPr>
        <p:spPr>
          <a:xfrm>
            <a:off x="365760" y="1278951"/>
            <a:ext cx="2521844"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Play"/>
                <a:ea typeface="Play"/>
                <a:cs typeface="Play"/>
                <a:sym typeface="Play"/>
              </a:rPr>
              <a:t>PUT </a:t>
            </a:r>
            <a:endParaRPr/>
          </a:p>
          <a:p>
            <a:pPr indent="0" lvl="0" marL="0" marR="0" rtl="0" algn="l">
              <a:spcBef>
                <a:spcPts val="0"/>
              </a:spcBef>
              <a:spcAft>
                <a:spcPts val="0"/>
              </a:spcAft>
              <a:buNone/>
            </a:pPr>
            <a:r>
              <a:rPr lang="en-US" sz="1800">
                <a:solidFill>
                  <a:schemeClr val="dk1"/>
                </a:solidFill>
                <a:latin typeface="Play"/>
                <a:ea typeface="Play"/>
                <a:cs typeface="Play"/>
                <a:sym typeface="Play"/>
              </a:rPr>
              <a:t>Object key = photo.gif</a:t>
            </a:r>
            <a:endParaRPr/>
          </a:p>
          <a:p>
            <a:pPr indent="0" lvl="0" marL="0" marR="0" rtl="0" algn="l">
              <a:spcBef>
                <a:spcPts val="0"/>
              </a:spcBef>
              <a:spcAft>
                <a:spcPts val="0"/>
              </a:spcAft>
              <a:buNone/>
            </a:pPr>
            <a:r>
              <a:t/>
            </a:r>
            <a:endParaRPr sz="1800">
              <a:solidFill>
                <a:schemeClr val="dk1"/>
              </a:solidFill>
              <a:latin typeface="Play"/>
              <a:ea typeface="Play"/>
              <a:cs typeface="Play"/>
              <a:sym typeface="Play"/>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2" name="Shape 2242"/>
        <p:cNvGrpSpPr/>
        <p:nvPr/>
      </p:nvGrpSpPr>
      <p:grpSpPr>
        <a:xfrm>
          <a:off x="0" y="0"/>
          <a:ext cx="0" cy="0"/>
          <a:chOff x="0" y="0"/>
          <a:chExt cx="0" cy="0"/>
        </a:xfrm>
      </p:grpSpPr>
      <p:sp>
        <p:nvSpPr>
          <p:cNvPr id="2243" name="Google Shape;2243;p39"/>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244" name="Google Shape;2244;p39"/>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Play"/>
              <a:buNone/>
            </a:pPr>
            <a:r>
              <a:rPr lang="en-US">
                <a:solidFill>
                  <a:schemeClr val="dk1"/>
                </a:solidFill>
              </a:rPr>
              <a:t>Deleting an object in a version-enabled bucket</a:t>
            </a:r>
            <a:endParaRPr/>
          </a:p>
        </p:txBody>
      </p:sp>
      <p:sp>
        <p:nvSpPr>
          <p:cNvPr id="2245" name="Google Shape;2245;p39"/>
          <p:cNvSpPr/>
          <p:nvPr/>
        </p:nvSpPr>
        <p:spPr>
          <a:xfrm>
            <a:off x="7315200" y="1280159"/>
            <a:ext cx="4480560" cy="1554480"/>
          </a:xfrm>
          <a:prstGeom prst="rect">
            <a:avLst/>
          </a:prstGeom>
          <a:solidFill>
            <a:srgbClr val="19594E"/>
          </a:solidFill>
          <a:ln cap="flat" cmpd="sng" w="10775">
            <a:solidFill>
              <a:srgbClr val="003B5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800">
                <a:solidFill>
                  <a:schemeClr val="lt1"/>
                </a:solidFill>
                <a:latin typeface="Play"/>
                <a:ea typeface="Play"/>
                <a:cs typeface="Play"/>
                <a:sym typeface="Play"/>
              </a:rPr>
              <a:t>When a request is made to delete an object in a version-enabled bucket, all versions remain in the bucket, but Amazon S3 inserts a delete marker.</a:t>
            </a:r>
            <a:endParaRPr/>
          </a:p>
        </p:txBody>
      </p:sp>
      <p:grpSp>
        <p:nvGrpSpPr>
          <p:cNvPr descr="Diagram of deleting an object in a version-enabled bucket. See details in the slide notes." id="2246" name="Google Shape;2246;p39"/>
          <p:cNvGrpSpPr/>
          <p:nvPr/>
        </p:nvGrpSpPr>
        <p:grpSpPr>
          <a:xfrm>
            <a:off x="2887604" y="1741825"/>
            <a:ext cx="4141456" cy="4624564"/>
            <a:chOff x="2887604" y="1741825"/>
            <a:chExt cx="4141456" cy="4624564"/>
          </a:xfrm>
        </p:grpSpPr>
        <p:sp>
          <p:nvSpPr>
            <p:cNvPr id="2247" name="Google Shape;2247;p39"/>
            <p:cNvSpPr/>
            <p:nvPr/>
          </p:nvSpPr>
          <p:spPr>
            <a:xfrm rot="10800000">
              <a:off x="3508310" y="3090170"/>
              <a:ext cx="3520750" cy="2906885"/>
            </a:xfrm>
            <a:custGeom>
              <a:rect b="b" l="l" r="r" t="t"/>
              <a:pathLst>
                <a:path extrusionOk="0" h="2538903" w="3422578">
                  <a:moveTo>
                    <a:pt x="0" y="2538903"/>
                  </a:moveTo>
                  <a:lnTo>
                    <a:pt x="477082" y="71209"/>
                  </a:lnTo>
                  <a:cubicBezTo>
                    <a:pt x="1314458" y="-26186"/>
                    <a:pt x="2195379" y="-22707"/>
                    <a:pt x="2951890" y="75710"/>
                  </a:cubicBezTo>
                  <a:lnTo>
                    <a:pt x="3422578" y="2516539"/>
                  </a:lnTo>
                  <a:cubicBezTo>
                    <a:pt x="2848117" y="2520266"/>
                    <a:pt x="2309937" y="2473672"/>
                    <a:pt x="1735476" y="2477399"/>
                  </a:cubicBezTo>
                  <a:lnTo>
                    <a:pt x="0" y="2538903"/>
                  </a:lnTo>
                  <a:close/>
                </a:path>
              </a:pathLst>
            </a:custGeom>
            <a:solidFill>
              <a:srgbClr val="D4DADA"/>
            </a:solidFill>
            <a:ln>
              <a:noFill/>
            </a:ln>
            <a:effectLst>
              <a:outerShdw blurRad="63500" rotWithShape="0" dir="2700016" dist="53881">
                <a:srgbClr val="000000">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Play"/>
                <a:ea typeface="Play"/>
                <a:cs typeface="Play"/>
                <a:sym typeface="Play"/>
              </a:endParaRPr>
            </a:p>
          </p:txBody>
        </p:sp>
        <p:sp>
          <p:nvSpPr>
            <p:cNvPr id="2248" name="Google Shape;2248;p39"/>
            <p:cNvSpPr txBox="1"/>
            <p:nvPr/>
          </p:nvSpPr>
          <p:spPr>
            <a:xfrm>
              <a:off x="3771319" y="5997057"/>
              <a:ext cx="2994731" cy="36933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Play"/>
                  <a:ea typeface="Play"/>
                  <a:cs typeface="Play"/>
                  <a:sym typeface="Play"/>
                </a:rPr>
                <a:t>Version-enabled S3 bucket</a:t>
              </a:r>
              <a:endParaRPr/>
            </a:p>
          </p:txBody>
        </p:sp>
        <p:sp>
          <p:nvSpPr>
            <p:cNvPr id="2249" name="Google Shape;2249;p39"/>
            <p:cNvSpPr/>
            <p:nvPr/>
          </p:nvSpPr>
          <p:spPr>
            <a:xfrm>
              <a:off x="4036829" y="4882083"/>
              <a:ext cx="2463711" cy="1008668"/>
            </a:xfrm>
            <a:prstGeom prst="can">
              <a:avLst>
                <a:gd fmla="val 25000" name="adj"/>
              </a:avLst>
            </a:prstGeom>
            <a:solidFill>
              <a:schemeClr val="lt1"/>
            </a:solidFill>
            <a:ln cap="flat" cmpd="sng" w="38100">
              <a:solidFill>
                <a:schemeClr val="accent5"/>
              </a:solidFill>
              <a:prstDash val="solid"/>
              <a:round/>
              <a:headEnd len="sm" w="sm" type="none"/>
              <a:tailEnd len="sm" w="sm" type="none"/>
            </a:ln>
            <a:effectLst>
              <a:outerShdw blurRad="63500" rotWithShape="0" dir="2700016" dist="53881">
                <a:srgbClr val="000000">
                  <a:alpha val="24705"/>
                </a:srgbClr>
              </a:outerShdw>
            </a:effectLst>
          </p:spPr>
          <p:txBody>
            <a:bodyPr anchorCtr="0" anchor="ctr" bIns="45700" lIns="0" spcFirstLastPara="1" rIns="0" wrap="square" tIns="45700">
              <a:noAutofit/>
            </a:bodyPr>
            <a:lstStyle/>
            <a:p>
              <a:pPr indent="0" lvl="0" marL="0" marR="0" rtl="0" algn="ctr">
                <a:spcBef>
                  <a:spcPts val="0"/>
                </a:spcBef>
                <a:spcAft>
                  <a:spcPts val="0"/>
                </a:spcAft>
                <a:buNone/>
              </a:pPr>
              <a:r>
                <a:rPr lang="en-US" sz="1800">
                  <a:solidFill>
                    <a:schemeClr val="dk1"/>
                  </a:solidFill>
                  <a:latin typeface="Play"/>
                  <a:ea typeface="Play"/>
                  <a:cs typeface="Play"/>
                  <a:sym typeface="Play"/>
                </a:rPr>
                <a:t>Object key = photo.gif</a:t>
              </a:r>
              <a:endParaRPr/>
            </a:p>
            <a:p>
              <a:pPr indent="0" lvl="0" marL="0" marR="0" rtl="0" algn="ctr">
                <a:spcBef>
                  <a:spcPts val="0"/>
                </a:spcBef>
                <a:spcAft>
                  <a:spcPts val="0"/>
                </a:spcAft>
                <a:buNone/>
              </a:pPr>
              <a:r>
                <a:rPr lang="en-US" sz="1800">
                  <a:solidFill>
                    <a:schemeClr val="dk1"/>
                  </a:solidFill>
                  <a:latin typeface="Play"/>
                  <a:ea typeface="Play"/>
                  <a:cs typeface="Play"/>
                  <a:sym typeface="Play"/>
                </a:rPr>
                <a:t>ID = 111111</a:t>
              </a:r>
              <a:endParaRPr/>
            </a:p>
          </p:txBody>
        </p:sp>
        <p:sp>
          <p:nvSpPr>
            <p:cNvPr id="2250" name="Google Shape;2250;p39"/>
            <p:cNvSpPr/>
            <p:nvPr/>
          </p:nvSpPr>
          <p:spPr>
            <a:xfrm>
              <a:off x="4036829" y="4061893"/>
              <a:ext cx="2463711" cy="1008668"/>
            </a:xfrm>
            <a:prstGeom prst="can">
              <a:avLst>
                <a:gd fmla="val 25000" name="adj"/>
              </a:avLst>
            </a:prstGeom>
            <a:solidFill>
              <a:schemeClr val="lt1"/>
            </a:solidFill>
            <a:ln cap="flat" cmpd="sng" w="38100">
              <a:solidFill>
                <a:schemeClr val="accent5"/>
              </a:solidFill>
              <a:prstDash val="solid"/>
              <a:round/>
              <a:headEnd len="sm" w="sm" type="none"/>
              <a:tailEnd len="sm" w="sm" type="none"/>
            </a:ln>
            <a:effectLst>
              <a:outerShdw blurRad="63500" rotWithShape="0" dir="2700016" dist="53881">
                <a:srgbClr val="000000">
                  <a:alpha val="24705"/>
                </a:srgbClr>
              </a:outerShdw>
            </a:effectLst>
          </p:spPr>
          <p:txBody>
            <a:bodyPr anchorCtr="0" anchor="ctr" bIns="45700" lIns="0" spcFirstLastPara="1" rIns="0" wrap="square" tIns="45700">
              <a:noAutofit/>
            </a:bodyPr>
            <a:lstStyle/>
            <a:p>
              <a:pPr indent="0" lvl="0" marL="0" marR="0" rtl="0" algn="ctr">
                <a:spcBef>
                  <a:spcPts val="0"/>
                </a:spcBef>
                <a:spcAft>
                  <a:spcPts val="0"/>
                </a:spcAft>
                <a:buNone/>
              </a:pPr>
              <a:r>
                <a:rPr lang="en-US" sz="1800">
                  <a:solidFill>
                    <a:schemeClr val="dk1"/>
                  </a:solidFill>
                  <a:latin typeface="Play"/>
                  <a:ea typeface="Play"/>
                  <a:cs typeface="Play"/>
                  <a:sym typeface="Play"/>
                </a:rPr>
                <a:t>Object key = photo.gif</a:t>
              </a:r>
              <a:endParaRPr/>
            </a:p>
            <a:p>
              <a:pPr indent="0" lvl="0" marL="0" marR="0" rtl="0" algn="ctr">
                <a:spcBef>
                  <a:spcPts val="0"/>
                </a:spcBef>
                <a:spcAft>
                  <a:spcPts val="0"/>
                </a:spcAft>
                <a:buNone/>
              </a:pPr>
              <a:r>
                <a:rPr lang="en-US" sz="1800">
                  <a:solidFill>
                    <a:schemeClr val="dk1"/>
                  </a:solidFill>
                  <a:latin typeface="Play"/>
                  <a:ea typeface="Play"/>
                  <a:cs typeface="Play"/>
                  <a:sym typeface="Play"/>
                </a:rPr>
                <a:t>ID = 121245</a:t>
              </a:r>
              <a:endParaRPr/>
            </a:p>
          </p:txBody>
        </p:sp>
        <p:sp>
          <p:nvSpPr>
            <p:cNvPr id="2251" name="Google Shape;2251;p39"/>
            <p:cNvSpPr/>
            <p:nvPr/>
          </p:nvSpPr>
          <p:spPr>
            <a:xfrm>
              <a:off x="4036829" y="3241703"/>
              <a:ext cx="2463711" cy="1008668"/>
            </a:xfrm>
            <a:prstGeom prst="can">
              <a:avLst>
                <a:gd fmla="val 25000" name="adj"/>
              </a:avLst>
            </a:prstGeom>
            <a:solidFill>
              <a:schemeClr val="lt1"/>
            </a:solidFill>
            <a:ln cap="flat" cmpd="sng" w="38100">
              <a:solidFill>
                <a:srgbClr val="DF2A5D"/>
              </a:solidFill>
              <a:prstDash val="solid"/>
              <a:round/>
              <a:headEnd len="sm" w="sm" type="none"/>
              <a:tailEnd len="sm" w="sm" type="none"/>
            </a:ln>
            <a:effectLst>
              <a:outerShdw blurRad="63500" rotWithShape="0" dir="2700016" dist="53881">
                <a:srgbClr val="000000">
                  <a:alpha val="24705"/>
                </a:srgbClr>
              </a:outerShdw>
            </a:effectLst>
          </p:spPr>
          <p:txBody>
            <a:bodyPr anchorCtr="0" anchor="ctr" bIns="45700" lIns="0" spcFirstLastPara="1" rIns="0" wrap="square" tIns="45700">
              <a:noAutofit/>
            </a:bodyPr>
            <a:lstStyle/>
            <a:p>
              <a:pPr indent="0" lvl="0" marL="0" marR="0" rtl="0" algn="ctr">
                <a:spcBef>
                  <a:spcPts val="0"/>
                </a:spcBef>
                <a:spcAft>
                  <a:spcPts val="0"/>
                </a:spcAft>
                <a:buNone/>
              </a:pPr>
              <a:r>
                <a:rPr lang="en-US" sz="1800">
                  <a:solidFill>
                    <a:schemeClr val="dk1"/>
                  </a:solidFill>
                  <a:latin typeface="Play"/>
                  <a:ea typeface="Play"/>
                  <a:cs typeface="Play"/>
                  <a:sym typeface="Play"/>
                </a:rPr>
                <a:t>Object key = photo.gif</a:t>
              </a:r>
              <a:endParaRPr/>
            </a:p>
            <a:p>
              <a:pPr indent="0" lvl="0" marL="0" marR="0" rtl="0" algn="ctr">
                <a:spcBef>
                  <a:spcPts val="0"/>
                </a:spcBef>
                <a:spcAft>
                  <a:spcPts val="0"/>
                </a:spcAft>
                <a:buNone/>
              </a:pPr>
              <a:r>
                <a:rPr lang="en-US" sz="1800">
                  <a:solidFill>
                    <a:schemeClr val="dk1"/>
                  </a:solidFill>
                  <a:latin typeface="Play"/>
                  <a:ea typeface="Play"/>
                  <a:cs typeface="Play"/>
                  <a:sym typeface="Play"/>
                </a:rPr>
                <a:t>ID = 3456778</a:t>
              </a:r>
              <a:endParaRPr/>
            </a:p>
          </p:txBody>
        </p:sp>
        <p:sp>
          <p:nvSpPr>
            <p:cNvPr id="2252" name="Google Shape;2252;p39"/>
            <p:cNvSpPr/>
            <p:nvPr/>
          </p:nvSpPr>
          <p:spPr>
            <a:xfrm>
              <a:off x="4036829" y="3258115"/>
              <a:ext cx="2445000" cy="221775"/>
            </a:xfrm>
            <a:prstGeom prst="ellipse">
              <a:avLst/>
            </a:prstGeom>
            <a:solidFill>
              <a:srgbClr val="DF2A5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Play"/>
                  <a:ea typeface="Play"/>
                  <a:cs typeface="Play"/>
                  <a:sym typeface="Play"/>
                </a:rPr>
                <a:t>Delete marker</a:t>
              </a:r>
              <a:endParaRPr/>
            </a:p>
          </p:txBody>
        </p:sp>
        <p:cxnSp>
          <p:nvCxnSpPr>
            <p:cNvPr id="2253" name="Google Shape;2253;p39"/>
            <p:cNvCxnSpPr>
              <a:stCxn id="2254" idx="3"/>
              <a:endCxn id="2251" idx="2"/>
            </p:cNvCxnSpPr>
            <p:nvPr/>
          </p:nvCxnSpPr>
          <p:spPr>
            <a:xfrm>
              <a:off x="2887604" y="1741825"/>
              <a:ext cx="1149300" cy="2004300"/>
            </a:xfrm>
            <a:prstGeom prst="bentConnector3">
              <a:avLst>
                <a:gd fmla="val 50000" name="adj1"/>
              </a:avLst>
            </a:prstGeom>
            <a:noFill/>
            <a:ln cap="flat" cmpd="sng" w="44450">
              <a:solidFill>
                <a:schemeClr val="accent5"/>
              </a:solidFill>
              <a:prstDash val="solid"/>
              <a:round/>
              <a:headEnd len="sm" w="sm" type="none"/>
              <a:tailEnd len="lg" w="lg" type="stealth"/>
            </a:ln>
            <a:effectLst>
              <a:outerShdw blurRad="63500" rotWithShape="0" dir="2700016" dist="53881">
                <a:srgbClr val="000000">
                  <a:alpha val="24705"/>
                </a:srgbClr>
              </a:outerShdw>
            </a:effectLst>
          </p:spPr>
        </p:cxnSp>
      </p:grpSp>
      <p:sp>
        <p:nvSpPr>
          <p:cNvPr id="2254" name="Google Shape;2254;p39"/>
          <p:cNvSpPr txBox="1"/>
          <p:nvPr/>
        </p:nvSpPr>
        <p:spPr>
          <a:xfrm>
            <a:off x="365760" y="1280160"/>
            <a:ext cx="2521844"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Play"/>
                <a:ea typeface="Play"/>
                <a:cs typeface="Play"/>
                <a:sym typeface="Play"/>
              </a:rPr>
              <a:t>DELETE </a:t>
            </a:r>
            <a:endParaRPr/>
          </a:p>
          <a:p>
            <a:pPr indent="0" lvl="0" marL="0" marR="0" rtl="0" algn="l">
              <a:spcBef>
                <a:spcPts val="0"/>
              </a:spcBef>
              <a:spcAft>
                <a:spcPts val="0"/>
              </a:spcAft>
              <a:buNone/>
            </a:pPr>
            <a:r>
              <a:rPr lang="en-US" sz="1800">
                <a:solidFill>
                  <a:schemeClr val="dk1"/>
                </a:solidFill>
                <a:latin typeface="Play"/>
                <a:ea typeface="Play"/>
                <a:cs typeface="Play"/>
                <a:sym typeface="Play"/>
              </a:rPr>
              <a:t>Object key = photo.gif</a:t>
            </a:r>
            <a:endParaRPr/>
          </a:p>
          <a:p>
            <a:pPr indent="0" lvl="0" marL="0" marR="0" rtl="0" algn="l">
              <a:spcBef>
                <a:spcPts val="0"/>
              </a:spcBef>
              <a:spcAft>
                <a:spcPts val="0"/>
              </a:spcAft>
              <a:buNone/>
            </a:pPr>
            <a:r>
              <a:t/>
            </a:r>
            <a:endParaRPr sz="1800">
              <a:solidFill>
                <a:schemeClr val="dk1"/>
              </a:solidFill>
              <a:latin typeface="Play"/>
              <a:ea typeface="Play"/>
              <a:cs typeface="Play"/>
              <a:sym typeface="Play"/>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8" name="Shape 2258"/>
        <p:cNvGrpSpPr/>
        <p:nvPr/>
      </p:nvGrpSpPr>
      <p:grpSpPr>
        <a:xfrm>
          <a:off x="0" y="0"/>
          <a:ext cx="0" cy="0"/>
          <a:chOff x="0" y="0"/>
          <a:chExt cx="0" cy="0"/>
        </a:xfrm>
      </p:grpSpPr>
      <p:sp>
        <p:nvSpPr>
          <p:cNvPr id="2259" name="Google Shape;2259;p40"/>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260" name="Google Shape;2260;p40"/>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Play"/>
              <a:buNone/>
            </a:pPr>
            <a:r>
              <a:rPr lang="en-US">
                <a:solidFill>
                  <a:schemeClr val="dk1"/>
                </a:solidFill>
              </a:rPr>
              <a:t>Retrieving the most recently stored version</a:t>
            </a:r>
            <a:endParaRPr/>
          </a:p>
        </p:txBody>
      </p:sp>
      <p:sp>
        <p:nvSpPr>
          <p:cNvPr id="2261" name="Google Shape;2261;p40"/>
          <p:cNvSpPr/>
          <p:nvPr/>
        </p:nvSpPr>
        <p:spPr>
          <a:xfrm>
            <a:off x="7315200" y="1280160"/>
            <a:ext cx="4480560" cy="1262023"/>
          </a:xfrm>
          <a:prstGeom prst="rect">
            <a:avLst/>
          </a:prstGeom>
          <a:solidFill>
            <a:srgbClr val="19594E"/>
          </a:solidFill>
          <a:ln cap="flat" cmpd="sng" w="10775">
            <a:solidFill>
              <a:srgbClr val="003B56"/>
            </a:solidFill>
            <a:prstDash val="solid"/>
            <a:round/>
            <a:headEnd len="sm" w="sm" type="none"/>
            <a:tailEnd len="sm" w="sm" type="none"/>
          </a:ln>
        </p:spPr>
        <p:txBody>
          <a:bodyPr anchorCtr="0" anchor="ctr" bIns="45700" lIns="91425" spcFirstLastPara="1" rIns="91425" wrap="square" tIns="45700">
            <a:noAutofit/>
          </a:bodyPr>
          <a:lstStyle/>
          <a:p>
            <a:pPr indent="-285750" lvl="0" marL="285750" marR="0" rtl="0" algn="l">
              <a:spcBef>
                <a:spcPts val="0"/>
              </a:spcBef>
              <a:spcAft>
                <a:spcPts val="0"/>
              </a:spcAft>
              <a:buClr>
                <a:schemeClr val="lt1"/>
              </a:buClr>
              <a:buSzPts val="1800"/>
              <a:buFont typeface="Arial"/>
              <a:buChar char="•"/>
            </a:pPr>
            <a:r>
              <a:rPr lang="en-US" sz="1800">
                <a:solidFill>
                  <a:schemeClr val="lt1"/>
                </a:solidFill>
                <a:latin typeface="Play"/>
                <a:ea typeface="Play"/>
                <a:cs typeface="Play"/>
                <a:sym typeface="Play"/>
              </a:rPr>
              <a:t>Requests for an object key return the most recent version. </a:t>
            </a:r>
            <a:endParaRPr/>
          </a:p>
          <a:p>
            <a:pPr indent="-285750" lvl="0" marL="285750" marR="0" rtl="0" algn="l">
              <a:spcBef>
                <a:spcPts val="0"/>
              </a:spcBef>
              <a:spcAft>
                <a:spcPts val="0"/>
              </a:spcAft>
              <a:buClr>
                <a:schemeClr val="lt1"/>
              </a:buClr>
              <a:buSzPts val="1800"/>
              <a:buFont typeface="Arial"/>
              <a:buChar char="•"/>
            </a:pPr>
            <a:r>
              <a:rPr lang="en-US" sz="1800">
                <a:solidFill>
                  <a:schemeClr val="lt1"/>
                </a:solidFill>
                <a:latin typeface="Play"/>
                <a:ea typeface="Play"/>
                <a:cs typeface="Play"/>
                <a:sym typeface="Play"/>
              </a:rPr>
              <a:t>If the most recent version is a delete marker, the request is not successful. </a:t>
            </a:r>
            <a:endParaRPr/>
          </a:p>
        </p:txBody>
      </p:sp>
      <p:grpSp>
        <p:nvGrpSpPr>
          <p:cNvPr descr="Diagram of retrieving the most recently stored version. See details in the slide notes." id="2262" name="Google Shape;2262;p40"/>
          <p:cNvGrpSpPr/>
          <p:nvPr/>
        </p:nvGrpSpPr>
        <p:grpSpPr>
          <a:xfrm>
            <a:off x="2887604" y="1604340"/>
            <a:ext cx="4141456" cy="4762049"/>
            <a:chOff x="2887604" y="1604341"/>
            <a:chExt cx="4141456" cy="4762049"/>
          </a:xfrm>
        </p:grpSpPr>
        <p:sp>
          <p:nvSpPr>
            <p:cNvPr id="2263" name="Google Shape;2263;p40"/>
            <p:cNvSpPr/>
            <p:nvPr/>
          </p:nvSpPr>
          <p:spPr>
            <a:xfrm rot="10800000">
              <a:off x="3508310" y="3090170"/>
              <a:ext cx="3520750" cy="2906885"/>
            </a:xfrm>
            <a:custGeom>
              <a:rect b="b" l="l" r="r" t="t"/>
              <a:pathLst>
                <a:path extrusionOk="0" h="2538903" w="3422578">
                  <a:moveTo>
                    <a:pt x="0" y="2538903"/>
                  </a:moveTo>
                  <a:lnTo>
                    <a:pt x="477082" y="71209"/>
                  </a:lnTo>
                  <a:cubicBezTo>
                    <a:pt x="1314458" y="-26186"/>
                    <a:pt x="2195379" y="-22707"/>
                    <a:pt x="2951890" y="75710"/>
                  </a:cubicBezTo>
                  <a:lnTo>
                    <a:pt x="3422578" y="2516539"/>
                  </a:lnTo>
                  <a:cubicBezTo>
                    <a:pt x="2848117" y="2520266"/>
                    <a:pt x="2309937" y="2473672"/>
                    <a:pt x="1735476" y="2477399"/>
                  </a:cubicBezTo>
                  <a:lnTo>
                    <a:pt x="0" y="2538903"/>
                  </a:lnTo>
                  <a:close/>
                </a:path>
              </a:pathLst>
            </a:custGeom>
            <a:solidFill>
              <a:srgbClr val="D4DADA"/>
            </a:solidFill>
            <a:ln>
              <a:noFill/>
            </a:ln>
            <a:effectLst>
              <a:outerShdw blurRad="63500" rotWithShape="0" dir="2700016" dist="53881">
                <a:srgbClr val="000000">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Play"/>
                <a:ea typeface="Play"/>
                <a:cs typeface="Play"/>
                <a:sym typeface="Play"/>
              </a:endParaRPr>
            </a:p>
          </p:txBody>
        </p:sp>
        <p:sp>
          <p:nvSpPr>
            <p:cNvPr id="2264" name="Google Shape;2264;p40"/>
            <p:cNvSpPr txBox="1"/>
            <p:nvPr/>
          </p:nvSpPr>
          <p:spPr>
            <a:xfrm>
              <a:off x="3771319" y="5997057"/>
              <a:ext cx="29947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Play"/>
                  <a:ea typeface="Play"/>
                  <a:cs typeface="Play"/>
                  <a:sym typeface="Play"/>
                </a:rPr>
                <a:t>Version-enabled S3 bucket</a:t>
              </a:r>
              <a:endParaRPr/>
            </a:p>
          </p:txBody>
        </p:sp>
        <p:sp>
          <p:nvSpPr>
            <p:cNvPr id="2265" name="Google Shape;2265;p40"/>
            <p:cNvSpPr/>
            <p:nvPr/>
          </p:nvSpPr>
          <p:spPr>
            <a:xfrm>
              <a:off x="4036829" y="4882083"/>
              <a:ext cx="2463711" cy="1008668"/>
            </a:xfrm>
            <a:prstGeom prst="can">
              <a:avLst>
                <a:gd fmla="val 25000" name="adj"/>
              </a:avLst>
            </a:prstGeom>
            <a:solidFill>
              <a:schemeClr val="lt1"/>
            </a:solidFill>
            <a:ln cap="flat" cmpd="sng" w="38100">
              <a:solidFill>
                <a:schemeClr val="accent5"/>
              </a:solidFill>
              <a:prstDash val="solid"/>
              <a:round/>
              <a:headEnd len="sm" w="sm" type="none"/>
              <a:tailEnd len="sm" w="sm" type="none"/>
            </a:ln>
            <a:effectLst>
              <a:outerShdw blurRad="63500" rotWithShape="0" dir="2700016" dist="53881">
                <a:srgbClr val="000000">
                  <a:alpha val="24705"/>
                </a:srgbClr>
              </a:outerShdw>
            </a:effectLst>
          </p:spPr>
          <p:txBody>
            <a:bodyPr anchorCtr="0" anchor="ctr" bIns="45700" lIns="0" spcFirstLastPara="1" rIns="0" wrap="square" tIns="45700">
              <a:noAutofit/>
            </a:bodyPr>
            <a:lstStyle/>
            <a:p>
              <a:pPr indent="0" lvl="0" marL="0" marR="0" rtl="0" algn="ctr">
                <a:spcBef>
                  <a:spcPts val="0"/>
                </a:spcBef>
                <a:spcAft>
                  <a:spcPts val="0"/>
                </a:spcAft>
                <a:buNone/>
              </a:pPr>
              <a:r>
                <a:rPr lang="en-US" sz="1800">
                  <a:solidFill>
                    <a:schemeClr val="dk1"/>
                  </a:solidFill>
                  <a:latin typeface="Play"/>
                  <a:ea typeface="Play"/>
                  <a:cs typeface="Play"/>
                  <a:sym typeface="Play"/>
                </a:rPr>
                <a:t>Object key = photo.gif</a:t>
              </a:r>
              <a:endParaRPr/>
            </a:p>
            <a:p>
              <a:pPr indent="0" lvl="0" marL="0" marR="0" rtl="0" algn="ctr">
                <a:spcBef>
                  <a:spcPts val="0"/>
                </a:spcBef>
                <a:spcAft>
                  <a:spcPts val="0"/>
                </a:spcAft>
                <a:buNone/>
              </a:pPr>
              <a:r>
                <a:rPr lang="en-US" sz="1800">
                  <a:solidFill>
                    <a:schemeClr val="dk1"/>
                  </a:solidFill>
                  <a:latin typeface="Play"/>
                  <a:ea typeface="Play"/>
                  <a:cs typeface="Play"/>
                  <a:sym typeface="Play"/>
                </a:rPr>
                <a:t>ID = 111111</a:t>
              </a:r>
              <a:endParaRPr/>
            </a:p>
          </p:txBody>
        </p:sp>
        <p:sp>
          <p:nvSpPr>
            <p:cNvPr id="2266" name="Google Shape;2266;p40"/>
            <p:cNvSpPr/>
            <p:nvPr/>
          </p:nvSpPr>
          <p:spPr>
            <a:xfrm>
              <a:off x="4036829" y="4061893"/>
              <a:ext cx="2463711" cy="1008668"/>
            </a:xfrm>
            <a:prstGeom prst="can">
              <a:avLst>
                <a:gd fmla="val 25000" name="adj"/>
              </a:avLst>
            </a:prstGeom>
            <a:solidFill>
              <a:schemeClr val="lt1"/>
            </a:solidFill>
            <a:ln cap="flat" cmpd="sng" w="38100">
              <a:solidFill>
                <a:schemeClr val="accent5"/>
              </a:solidFill>
              <a:prstDash val="solid"/>
              <a:round/>
              <a:headEnd len="sm" w="sm" type="none"/>
              <a:tailEnd len="sm" w="sm" type="none"/>
            </a:ln>
            <a:effectLst>
              <a:outerShdw blurRad="63500" rotWithShape="0" dir="2700016" dist="53881">
                <a:srgbClr val="000000">
                  <a:alpha val="24705"/>
                </a:srgbClr>
              </a:outerShdw>
            </a:effectLst>
          </p:spPr>
          <p:txBody>
            <a:bodyPr anchorCtr="0" anchor="ctr" bIns="45700" lIns="0" spcFirstLastPara="1" rIns="0" wrap="square" tIns="45700">
              <a:noAutofit/>
            </a:bodyPr>
            <a:lstStyle/>
            <a:p>
              <a:pPr indent="0" lvl="0" marL="0" marR="0" rtl="0" algn="ctr">
                <a:spcBef>
                  <a:spcPts val="0"/>
                </a:spcBef>
                <a:spcAft>
                  <a:spcPts val="0"/>
                </a:spcAft>
                <a:buNone/>
              </a:pPr>
              <a:r>
                <a:rPr lang="en-US" sz="1800">
                  <a:solidFill>
                    <a:schemeClr val="dk1"/>
                  </a:solidFill>
                  <a:latin typeface="Play"/>
                  <a:ea typeface="Play"/>
                  <a:cs typeface="Play"/>
                  <a:sym typeface="Play"/>
                </a:rPr>
                <a:t>Object key = photo.gif</a:t>
              </a:r>
              <a:endParaRPr/>
            </a:p>
            <a:p>
              <a:pPr indent="0" lvl="0" marL="0" marR="0" rtl="0" algn="ctr">
                <a:spcBef>
                  <a:spcPts val="0"/>
                </a:spcBef>
                <a:spcAft>
                  <a:spcPts val="0"/>
                </a:spcAft>
                <a:buNone/>
              </a:pPr>
              <a:r>
                <a:rPr lang="en-US" sz="1800">
                  <a:solidFill>
                    <a:schemeClr val="dk1"/>
                  </a:solidFill>
                  <a:latin typeface="Play"/>
                  <a:ea typeface="Play"/>
                  <a:cs typeface="Play"/>
                  <a:sym typeface="Play"/>
                </a:rPr>
                <a:t>ID = 121245</a:t>
              </a:r>
              <a:endParaRPr/>
            </a:p>
          </p:txBody>
        </p:sp>
        <p:cxnSp>
          <p:nvCxnSpPr>
            <p:cNvPr id="2267" name="Google Shape;2267;p40"/>
            <p:cNvCxnSpPr>
              <a:endCxn id="2268" idx="3"/>
            </p:cNvCxnSpPr>
            <p:nvPr/>
          </p:nvCxnSpPr>
          <p:spPr>
            <a:xfrm rot="10800000">
              <a:off x="2887604" y="1604340"/>
              <a:ext cx="2381100" cy="1637400"/>
            </a:xfrm>
            <a:prstGeom prst="bentConnector2">
              <a:avLst/>
            </a:prstGeom>
            <a:noFill/>
            <a:ln cap="flat" cmpd="sng" w="44450">
              <a:solidFill>
                <a:schemeClr val="hlink"/>
              </a:solidFill>
              <a:prstDash val="solid"/>
              <a:round/>
              <a:headEnd len="sm" w="sm" type="none"/>
              <a:tailEnd len="lg" w="lg" type="stealth"/>
            </a:ln>
            <a:effectLst>
              <a:outerShdw blurRad="63500" rotWithShape="0" dir="2700016" dist="53881">
                <a:srgbClr val="000000">
                  <a:alpha val="24705"/>
                </a:srgbClr>
              </a:outerShdw>
            </a:effectLst>
          </p:spPr>
        </p:cxnSp>
        <p:sp>
          <p:nvSpPr>
            <p:cNvPr id="2269" name="Google Shape;2269;p40"/>
            <p:cNvSpPr txBox="1"/>
            <p:nvPr/>
          </p:nvSpPr>
          <p:spPr>
            <a:xfrm>
              <a:off x="3771319" y="5997057"/>
              <a:ext cx="29947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Play"/>
                  <a:ea typeface="Play"/>
                  <a:cs typeface="Play"/>
                  <a:sym typeface="Play"/>
                </a:rPr>
                <a:t>Version-enabled S3 bucket</a:t>
              </a:r>
              <a:endParaRPr/>
            </a:p>
          </p:txBody>
        </p:sp>
        <p:sp>
          <p:nvSpPr>
            <p:cNvPr id="2270" name="Google Shape;2270;p40"/>
            <p:cNvSpPr/>
            <p:nvPr/>
          </p:nvSpPr>
          <p:spPr>
            <a:xfrm>
              <a:off x="4036829" y="3241703"/>
              <a:ext cx="2463711" cy="1008668"/>
            </a:xfrm>
            <a:prstGeom prst="can">
              <a:avLst>
                <a:gd fmla="val 25000" name="adj"/>
              </a:avLst>
            </a:prstGeom>
            <a:solidFill>
              <a:schemeClr val="lt1"/>
            </a:solidFill>
            <a:ln cap="flat" cmpd="sng" w="38100">
              <a:solidFill>
                <a:srgbClr val="DF2A5D"/>
              </a:solidFill>
              <a:prstDash val="solid"/>
              <a:round/>
              <a:headEnd len="sm" w="sm" type="none"/>
              <a:tailEnd len="sm" w="sm" type="none"/>
            </a:ln>
            <a:effectLst>
              <a:outerShdw blurRad="63500" rotWithShape="0" dir="2700016" dist="53881">
                <a:srgbClr val="000000">
                  <a:alpha val="24705"/>
                </a:srgbClr>
              </a:outerShdw>
            </a:effectLst>
          </p:spPr>
          <p:txBody>
            <a:bodyPr anchorCtr="0" anchor="ctr" bIns="45700" lIns="0" spcFirstLastPara="1" rIns="0" wrap="square" tIns="45700">
              <a:noAutofit/>
            </a:bodyPr>
            <a:lstStyle/>
            <a:p>
              <a:pPr indent="0" lvl="0" marL="0" marR="0" rtl="0" algn="ctr">
                <a:spcBef>
                  <a:spcPts val="0"/>
                </a:spcBef>
                <a:spcAft>
                  <a:spcPts val="0"/>
                </a:spcAft>
                <a:buNone/>
              </a:pPr>
              <a:r>
                <a:rPr lang="en-US" sz="1800">
                  <a:solidFill>
                    <a:schemeClr val="dk1"/>
                  </a:solidFill>
                  <a:latin typeface="Play"/>
                  <a:ea typeface="Play"/>
                  <a:cs typeface="Play"/>
                  <a:sym typeface="Play"/>
                </a:rPr>
                <a:t>Object key = photo.gif</a:t>
              </a:r>
              <a:endParaRPr/>
            </a:p>
            <a:p>
              <a:pPr indent="0" lvl="0" marL="0" marR="0" rtl="0" algn="ctr">
                <a:spcBef>
                  <a:spcPts val="0"/>
                </a:spcBef>
                <a:spcAft>
                  <a:spcPts val="0"/>
                </a:spcAft>
                <a:buNone/>
              </a:pPr>
              <a:r>
                <a:rPr lang="en-US" sz="1800">
                  <a:solidFill>
                    <a:schemeClr val="dk1"/>
                  </a:solidFill>
                  <a:latin typeface="Play"/>
                  <a:ea typeface="Play"/>
                  <a:cs typeface="Play"/>
                  <a:sym typeface="Play"/>
                </a:rPr>
                <a:t>ID = 3456778</a:t>
              </a:r>
              <a:endParaRPr/>
            </a:p>
          </p:txBody>
        </p:sp>
        <p:sp>
          <p:nvSpPr>
            <p:cNvPr id="2271" name="Google Shape;2271;p40"/>
            <p:cNvSpPr/>
            <p:nvPr/>
          </p:nvSpPr>
          <p:spPr>
            <a:xfrm>
              <a:off x="4036829" y="3258115"/>
              <a:ext cx="2445000" cy="221775"/>
            </a:xfrm>
            <a:prstGeom prst="ellipse">
              <a:avLst/>
            </a:prstGeom>
            <a:solidFill>
              <a:srgbClr val="DF2A5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Play"/>
                  <a:ea typeface="Play"/>
                  <a:cs typeface="Play"/>
                  <a:sym typeface="Play"/>
                </a:rPr>
                <a:t>Delete marker</a:t>
              </a:r>
              <a:endParaRPr/>
            </a:p>
          </p:txBody>
        </p:sp>
      </p:grpSp>
      <p:sp>
        <p:nvSpPr>
          <p:cNvPr id="2268" name="Google Shape;2268;p40"/>
          <p:cNvSpPr txBox="1"/>
          <p:nvPr/>
        </p:nvSpPr>
        <p:spPr>
          <a:xfrm>
            <a:off x="365760" y="1281175"/>
            <a:ext cx="2521844"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Play"/>
                <a:ea typeface="Play"/>
                <a:cs typeface="Play"/>
                <a:sym typeface="Play"/>
              </a:rPr>
              <a:t>GET </a:t>
            </a:r>
            <a:br>
              <a:rPr lang="en-US" sz="1800">
                <a:solidFill>
                  <a:schemeClr val="dk1"/>
                </a:solidFill>
                <a:latin typeface="Play"/>
                <a:ea typeface="Play"/>
                <a:cs typeface="Play"/>
                <a:sym typeface="Play"/>
              </a:rPr>
            </a:br>
            <a:r>
              <a:rPr lang="en-US" sz="1800">
                <a:solidFill>
                  <a:schemeClr val="dk1"/>
                </a:solidFill>
                <a:latin typeface="Play"/>
                <a:ea typeface="Play"/>
                <a:cs typeface="Play"/>
                <a:sym typeface="Play"/>
              </a:rPr>
              <a:t>Object key = photo.gif</a:t>
            </a:r>
            <a:endParaRPr/>
          </a:p>
        </p:txBody>
      </p:sp>
      <p:sp>
        <p:nvSpPr>
          <p:cNvPr id="2272" name="Google Shape;2272;p40"/>
          <p:cNvSpPr txBox="1"/>
          <p:nvPr/>
        </p:nvSpPr>
        <p:spPr>
          <a:xfrm>
            <a:off x="2953627" y="2495409"/>
            <a:ext cx="231505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Play"/>
                <a:ea typeface="Play"/>
                <a:cs typeface="Play"/>
                <a:sym typeface="Play"/>
              </a:rPr>
              <a:t>404 no object found</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6" name="Shape 2276"/>
        <p:cNvGrpSpPr/>
        <p:nvPr/>
      </p:nvGrpSpPr>
      <p:grpSpPr>
        <a:xfrm>
          <a:off x="0" y="0"/>
          <a:ext cx="0" cy="0"/>
          <a:chOff x="0" y="0"/>
          <a:chExt cx="0" cy="0"/>
        </a:xfrm>
      </p:grpSpPr>
      <p:sp>
        <p:nvSpPr>
          <p:cNvPr id="2277" name="Google Shape;2277;p41"/>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descr="Diagram of retrieving specific ID" id="2278" name="Google Shape;2278;p41"/>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2F3E"/>
              </a:buClr>
              <a:buSzPts val="3600"/>
              <a:buFont typeface="Play"/>
              <a:buNone/>
            </a:pPr>
            <a:r>
              <a:rPr lang="en-US"/>
              <a:t>Retrieving an object with its specific ID</a:t>
            </a:r>
            <a:endParaRPr/>
          </a:p>
        </p:txBody>
      </p:sp>
      <p:sp>
        <p:nvSpPr>
          <p:cNvPr id="2279" name="Google Shape;2279;p41"/>
          <p:cNvSpPr/>
          <p:nvPr/>
        </p:nvSpPr>
        <p:spPr>
          <a:xfrm>
            <a:off x="7315200" y="1280160"/>
            <a:ext cx="4480560" cy="1262023"/>
          </a:xfrm>
          <a:prstGeom prst="rect">
            <a:avLst/>
          </a:prstGeom>
          <a:solidFill>
            <a:srgbClr val="19594E"/>
          </a:solidFill>
          <a:ln cap="flat" cmpd="sng" w="10775">
            <a:solidFill>
              <a:srgbClr val="003B5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800">
                <a:solidFill>
                  <a:schemeClr val="lt1"/>
                </a:solidFill>
                <a:latin typeface="Play"/>
                <a:ea typeface="Play"/>
                <a:cs typeface="Play"/>
                <a:sym typeface="Play"/>
              </a:rPr>
              <a:t>Requests for an object with its version ID will successfully return that version of the object. </a:t>
            </a:r>
            <a:endParaRPr/>
          </a:p>
        </p:txBody>
      </p:sp>
      <p:grpSp>
        <p:nvGrpSpPr>
          <p:cNvPr descr="Diagram of retrieving a specific ID. See details in the slide notes." id="2280" name="Google Shape;2280;p41"/>
          <p:cNvGrpSpPr/>
          <p:nvPr/>
        </p:nvGrpSpPr>
        <p:grpSpPr>
          <a:xfrm>
            <a:off x="3278729" y="1742927"/>
            <a:ext cx="3750331" cy="4623462"/>
            <a:chOff x="3278729" y="1742927"/>
            <a:chExt cx="3750331" cy="4623462"/>
          </a:xfrm>
        </p:grpSpPr>
        <p:sp>
          <p:nvSpPr>
            <p:cNvPr id="2281" name="Google Shape;2281;p41"/>
            <p:cNvSpPr/>
            <p:nvPr/>
          </p:nvSpPr>
          <p:spPr>
            <a:xfrm rot="10800000">
              <a:off x="3508310" y="3090170"/>
              <a:ext cx="3520750" cy="2906885"/>
            </a:xfrm>
            <a:custGeom>
              <a:rect b="b" l="l" r="r" t="t"/>
              <a:pathLst>
                <a:path extrusionOk="0" h="2538903" w="3422578">
                  <a:moveTo>
                    <a:pt x="0" y="2538903"/>
                  </a:moveTo>
                  <a:lnTo>
                    <a:pt x="477082" y="71209"/>
                  </a:lnTo>
                  <a:cubicBezTo>
                    <a:pt x="1314458" y="-26186"/>
                    <a:pt x="2195379" y="-22707"/>
                    <a:pt x="2951890" y="75710"/>
                  </a:cubicBezTo>
                  <a:lnTo>
                    <a:pt x="3422578" y="2516539"/>
                  </a:lnTo>
                  <a:cubicBezTo>
                    <a:pt x="2848117" y="2520266"/>
                    <a:pt x="2309937" y="2473672"/>
                    <a:pt x="1735476" y="2477399"/>
                  </a:cubicBezTo>
                  <a:lnTo>
                    <a:pt x="0" y="2538903"/>
                  </a:lnTo>
                  <a:close/>
                </a:path>
              </a:pathLst>
            </a:custGeom>
            <a:solidFill>
              <a:srgbClr val="D4DADA"/>
            </a:solidFill>
            <a:ln>
              <a:noFill/>
            </a:ln>
            <a:effectLst>
              <a:outerShdw blurRad="63500" rotWithShape="0" dir="2700016" dist="53881">
                <a:srgbClr val="000000">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Play"/>
                <a:ea typeface="Play"/>
                <a:cs typeface="Play"/>
                <a:sym typeface="Play"/>
              </a:endParaRPr>
            </a:p>
          </p:txBody>
        </p:sp>
        <p:sp>
          <p:nvSpPr>
            <p:cNvPr id="2282" name="Google Shape;2282;p41"/>
            <p:cNvSpPr txBox="1"/>
            <p:nvPr/>
          </p:nvSpPr>
          <p:spPr>
            <a:xfrm>
              <a:off x="3771319" y="5997057"/>
              <a:ext cx="29947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Play"/>
                  <a:ea typeface="Play"/>
                  <a:cs typeface="Play"/>
                  <a:sym typeface="Play"/>
                </a:rPr>
                <a:t>Version-enabled S3 bucket</a:t>
              </a:r>
              <a:endParaRPr/>
            </a:p>
          </p:txBody>
        </p:sp>
        <p:sp>
          <p:nvSpPr>
            <p:cNvPr id="2283" name="Google Shape;2283;p41"/>
            <p:cNvSpPr/>
            <p:nvPr/>
          </p:nvSpPr>
          <p:spPr>
            <a:xfrm>
              <a:off x="4036829" y="4882083"/>
              <a:ext cx="2463711" cy="1008668"/>
            </a:xfrm>
            <a:prstGeom prst="can">
              <a:avLst>
                <a:gd fmla="val 25000" name="adj"/>
              </a:avLst>
            </a:prstGeom>
            <a:solidFill>
              <a:schemeClr val="lt1"/>
            </a:solidFill>
            <a:ln cap="flat" cmpd="sng" w="38100">
              <a:solidFill>
                <a:schemeClr val="accent5"/>
              </a:solidFill>
              <a:prstDash val="solid"/>
              <a:round/>
              <a:headEnd len="sm" w="sm" type="none"/>
              <a:tailEnd len="sm" w="sm" type="none"/>
            </a:ln>
            <a:effectLst>
              <a:outerShdw blurRad="63500" rotWithShape="0" dir="2700016" dist="53881">
                <a:srgbClr val="000000">
                  <a:alpha val="24705"/>
                </a:srgbClr>
              </a:outerShdw>
            </a:effectLst>
          </p:spPr>
          <p:txBody>
            <a:bodyPr anchorCtr="0" anchor="ctr" bIns="45700" lIns="0" spcFirstLastPara="1" rIns="0" wrap="square" tIns="45700">
              <a:noAutofit/>
            </a:bodyPr>
            <a:lstStyle/>
            <a:p>
              <a:pPr indent="0" lvl="0" marL="0" marR="0" rtl="0" algn="ctr">
                <a:spcBef>
                  <a:spcPts val="0"/>
                </a:spcBef>
                <a:spcAft>
                  <a:spcPts val="0"/>
                </a:spcAft>
                <a:buNone/>
              </a:pPr>
              <a:r>
                <a:rPr lang="en-US" sz="1800">
                  <a:solidFill>
                    <a:schemeClr val="dk1"/>
                  </a:solidFill>
                  <a:latin typeface="Play"/>
                  <a:ea typeface="Play"/>
                  <a:cs typeface="Play"/>
                  <a:sym typeface="Play"/>
                </a:rPr>
                <a:t>Object key = photo.gif</a:t>
              </a:r>
              <a:endParaRPr/>
            </a:p>
            <a:p>
              <a:pPr indent="0" lvl="0" marL="0" marR="0" rtl="0" algn="ctr">
                <a:spcBef>
                  <a:spcPts val="0"/>
                </a:spcBef>
                <a:spcAft>
                  <a:spcPts val="0"/>
                </a:spcAft>
                <a:buNone/>
              </a:pPr>
              <a:r>
                <a:rPr lang="en-US" sz="1800">
                  <a:solidFill>
                    <a:schemeClr val="dk1"/>
                  </a:solidFill>
                  <a:latin typeface="Play"/>
                  <a:ea typeface="Play"/>
                  <a:cs typeface="Play"/>
                  <a:sym typeface="Play"/>
                </a:rPr>
                <a:t>ID = 111111</a:t>
              </a:r>
              <a:endParaRPr/>
            </a:p>
          </p:txBody>
        </p:sp>
        <p:sp>
          <p:nvSpPr>
            <p:cNvPr id="2284" name="Google Shape;2284;p41"/>
            <p:cNvSpPr/>
            <p:nvPr/>
          </p:nvSpPr>
          <p:spPr>
            <a:xfrm>
              <a:off x="4036829" y="4061893"/>
              <a:ext cx="2463711" cy="1008668"/>
            </a:xfrm>
            <a:prstGeom prst="can">
              <a:avLst>
                <a:gd fmla="val 25000" name="adj"/>
              </a:avLst>
            </a:prstGeom>
            <a:solidFill>
              <a:schemeClr val="lt1"/>
            </a:solidFill>
            <a:ln cap="flat" cmpd="sng" w="38100">
              <a:solidFill>
                <a:schemeClr val="accent5"/>
              </a:solidFill>
              <a:prstDash val="solid"/>
              <a:round/>
              <a:headEnd len="sm" w="sm" type="none"/>
              <a:tailEnd len="sm" w="sm" type="none"/>
            </a:ln>
            <a:effectLst>
              <a:outerShdw blurRad="63500" rotWithShape="0" dir="2700016" dist="53881">
                <a:srgbClr val="000000">
                  <a:alpha val="24705"/>
                </a:srgbClr>
              </a:outerShdw>
            </a:effectLst>
          </p:spPr>
          <p:txBody>
            <a:bodyPr anchorCtr="0" anchor="ctr" bIns="45700" lIns="0" spcFirstLastPara="1" rIns="0" wrap="square" tIns="45700">
              <a:noAutofit/>
            </a:bodyPr>
            <a:lstStyle/>
            <a:p>
              <a:pPr indent="0" lvl="0" marL="0" marR="0" rtl="0" algn="ctr">
                <a:spcBef>
                  <a:spcPts val="0"/>
                </a:spcBef>
                <a:spcAft>
                  <a:spcPts val="0"/>
                </a:spcAft>
                <a:buNone/>
              </a:pPr>
              <a:r>
                <a:rPr lang="en-US" sz="1800">
                  <a:solidFill>
                    <a:schemeClr val="dk1"/>
                  </a:solidFill>
                  <a:latin typeface="Play"/>
                  <a:ea typeface="Play"/>
                  <a:cs typeface="Play"/>
                  <a:sym typeface="Play"/>
                </a:rPr>
                <a:t>Object key = photo.gif</a:t>
              </a:r>
              <a:endParaRPr/>
            </a:p>
            <a:p>
              <a:pPr indent="0" lvl="0" marL="0" marR="0" rtl="0" algn="ctr">
                <a:spcBef>
                  <a:spcPts val="0"/>
                </a:spcBef>
                <a:spcAft>
                  <a:spcPts val="0"/>
                </a:spcAft>
                <a:buNone/>
              </a:pPr>
              <a:r>
                <a:rPr lang="en-US" sz="1800">
                  <a:solidFill>
                    <a:schemeClr val="dk1"/>
                  </a:solidFill>
                  <a:latin typeface="Play"/>
                  <a:ea typeface="Play"/>
                  <a:cs typeface="Play"/>
                  <a:sym typeface="Play"/>
                </a:rPr>
                <a:t>ID = 121245</a:t>
              </a:r>
              <a:endParaRPr/>
            </a:p>
          </p:txBody>
        </p:sp>
        <p:sp>
          <p:nvSpPr>
            <p:cNvPr id="2285" name="Google Shape;2285;p41"/>
            <p:cNvSpPr txBox="1"/>
            <p:nvPr/>
          </p:nvSpPr>
          <p:spPr>
            <a:xfrm>
              <a:off x="3771319" y="5997057"/>
              <a:ext cx="29947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Play"/>
                  <a:ea typeface="Play"/>
                  <a:cs typeface="Play"/>
                  <a:sym typeface="Play"/>
                </a:rPr>
                <a:t>Version-enabled S3 bucket</a:t>
              </a:r>
              <a:endParaRPr/>
            </a:p>
          </p:txBody>
        </p:sp>
        <p:cxnSp>
          <p:nvCxnSpPr>
            <p:cNvPr id="2286" name="Google Shape;2286;p41"/>
            <p:cNvCxnSpPr>
              <a:stCxn id="2284" idx="2"/>
              <a:endCxn id="2287" idx="3"/>
            </p:cNvCxnSpPr>
            <p:nvPr/>
          </p:nvCxnSpPr>
          <p:spPr>
            <a:xfrm rot="10800000">
              <a:off x="3278729" y="1742927"/>
              <a:ext cx="758100" cy="2823300"/>
            </a:xfrm>
            <a:prstGeom prst="bentConnector3">
              <a:avLst>
                <a:gd fmla="val 50000" name="adj1"/>
              </a:avLst>
            </a:prstGeom>
            <a:noFill/>
            <a:ln cap="flat" cmpd="sng" w="44450">
              <a:solidFill>
                <a:schemeClr val="hlink"/>
              </a:solidFill>
              <a:prstDash val="solid"/>
              <a:round/>
              <a:headEnd len="sm" w="sm" type="none"/>
              <a:tailEnd len="lg" w="lg" type="stealth"/>
            </a:ln>
            <a:effectLst>
              <a:outerShdw blurRad="63500" rotWithShape="0" dir="2700016" dist="53881">
                <a:srgbClr val="000000">
                  <a:alpha val="24705"/>
                </a:srgbClr>
              </a:outerShdw>
            </a:effectLst>
          </p:spPr>
        </p:cxnSp>
        <p:sp>
          <p:nvSpPr>
            <p:cNvPr id="2288" name="Google Shape;2288;p41"/>
            <p:cNvSpPr/>
            <p:nvPr/>
          </p:nvSpPr>
          <p:spPr>
            <a:xfrm>
              <a:off x="4036829" y="3241703"/>
              <a:ext cx="2463711" cy="1008668"/>
            </a:xfrm>
            <a:prstGeom prst="can">
              <a:avLst>
                <a:gd fmla="val 25000" name="adj"/>
              </a:avLst>
            </a:prstGeom>
            <a:solidFill>
              <a:schemeClr val="lt1"/>
            </a:solidFill>
            <a:ln cap="flat" cmpd="sng" w="38100">
              <a:solidFill>
                <a:srgbClr val="DF2A5D"/>
              </a:solidFill>
              <a:prstDash val="solid"/>
              <a:round/>
              <a:headEnd len="sm" w="sm" type="none"/>
              <a:tailEnd len="sm" w="sm" type="none"/>
            </a:ln>
            <a:effectLst>
              <a:outerShdw blurRad="63500" rotWithShape="0" dir="2700016" dist="53881">
                <a:srgbClr val="000000">
                  <a:alpha val="24705"/>
                </a:srgbClr>
              </a:outerShdw>
            </a:effectLst>
          </p:spPr>
          <p:txBody>
            <a:bodyPr anchorCtr="0" anchor="ctr" bIns="45700" lIns="0" spcFirstLastPara="1" rIns="0" wrap="square" tIns="45700">
              <a:noAutofit/>
            </a:bodyPr>
            <a:lstStyle/>
            <a:p>
              <a:pPr indent="0" lvl="0" marL="0" marR="0" rtl="0" algn="ctr">
                <a:spcBef>
                  <a:spcPts val="0"/>
                </a:spcBef>
                <a:spcAft>
                  <a:spcPts val="0"/>
                </a:spcAft>
                <a:buNone/>
              </a:pPr>
              <a:r>
                <a:rPr lang="en-US" sz="1800">
                  <a:solidFill>
                    <a:schemeClr val="dk1"/>
                  </a:solidFill>
                  <a:latin typeface="Play"/>
                  <a:ea typeface="Play"/>
                  <a:cs typeface="Play"/>
                  <a:sym typeface="Play"/>
                </a:rPr>
                <a:t>Object key = photo.gif</a:t>
              </a:r>
              <a:endParaRPr/>
            </a:p>
            <a:p>
              <a:pPr indent="0" lvl="0" marL="0" marR="0" rtl="0" algn="ctr">
                <a:spcBef>
                  <a:spcPts val="0"/>
                </a:spcBef>
                <a:spcAft>
                  <a:spcPts val="0"/>
                </a:spcAft>
                <a:buNone/>
              </a:pPr>
              <a:r>
                <a:rPr lang="en-US" sz="1800">
                  <a:solidFill>
                    <a:schemeClr val="dk1"/>
                  </a:solidFill>
                  <a:latin typeface="Play"/>
                  <a:ea typeface="Play"/>
                  <a:cs typeface="Play"/>
                  <a:sym typeface="Play"/>
                </a:rPr>
                <a:t>ID = 3456778</a:t>
              </a:r>
              <a:endParaRPr/>
            </a:p>
          </p:txBody>
        </p:sp>
        <p:sp>
          <p:nvSpPr>
            <p:cNvPr id="2289" name="Google Shape;2289;p41"/>
            <p:cNvSpPr/>
            <p:nvPr/>
          </p:nvSpPr>
          <p:spPr>
            <a:xfrm>
              <a:off x="4036829" y="3258115"/>
              <a:ext cx="2445000" cy="221775"/>
            </a:xfrm>
            <a:prstGeom prst="ellipse">
              <a:avLst/>
            </a:prstGeom>
            <a:solidFill>
              <a:srgbClr val="DF2A5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Play"/>
                  <a:ea typeface="Play"/>
                  <a:cs typeface="Play"/>
                  <a:sym typeface="Play"/>
                </a:rPr>
                <a:t>Delete marker</a:t>
              </a:r>
              <a:endParaRPr/>
            </a:p>
          </p:txBody>
        </p:sp>
      </p:grpSp>
      <p:sp>
        <p:nvSpPr>
          <p:cNvPr id="2287" name="Google Shape;2287;p41"/>
          <p:cNvSpPr txBox="1"/>
          <p:nvPr/>
        </p:nvSpPr>
        <p:spPr>
          <a:xfrm>
            <a:off x="365761" y="1281175"/>
            <a:ext cx="2912882"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Play"/>
                <a:ea typeface="Play"/>
                <a:cs typeface="Play"/>
                <a:sym typeface="Play"/>
              </a:rPr>
              <a:t>GET </a:t>
            </a:r>
            <a:br>
              <a:rPr lang="en-US" sz="1800">
                <a:solidFill>
                  <a:schemeClr val="dk1"/>
                </a:solidFill>
                <a:latin typeface="Play"/>
                <a:ea typeface="Play"/>
                <a:cs typeface="Play"/>
                <a:sym typeface="Play"/>
              </a:rPr>
            </a:br>
            <a:r>
              <a:rPr lang="en-US" sz="1800">
                <a:solidFill>
                  <a:schemeClr val="dk1"/>
                </a:solidFill>
                <a:latin typeface="Play"/>
                <a:ea typeface="Play"/>
                <a:cs typeface="Play"/>
                <a:sym typeface="Play"/>
              </a:rPr>
              <a:t>Object key = photo.gif with version ID = 121245</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3" name="Shape 2293"/>
        <p:cNvGrpSpPr/>
        <p:nvPr/>
      </p:nvGrpSpPr>
      <p:grpSpPr>
        <a:xfrm>
          <a:off x="0" y="0"/>
          <a:ext cx="0" cy="0"/>
          <a:chOff x="0" y="0"/>
          <a:chExt cx="0" cy="0"/>
        </a:xfrm>
      </p:grpSpPr>
      <p:sp>
        <p:nvSpPr>
          <p:cNvPr id="2294" name="Google Shape;2294;p42"/>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295" name="Google Shape;2295;p42"/>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Play"/>
              <a:buNone/>
            </a:pPr>
            <a:r>
              <a:rPr lang="en-US">
                <a:solidFill>
                  <a:schemeClr val="dk1"/>
                </a:solidFill>
              </a:rPr>
              <a:t>Permanently delete an object </a:t>
            </a:r>
            <a:endParaRPr/>
          </a:p>
        </p:txBody>
      </p:sp>
      <p:sp>
        <p:nvSpPr>
          <p:cNvPr id="2296" name="Google Shape;2296;p42"/>
          <p:cNvSpPr/>
          <p:nvPr/>
        </p:nvSpPr>
        <p:spPr>
          <a:xfrm>
            <a:off x="6837655" y="1280160"/>
            <a:ext cx="4988585" cy="1500362"/>
          </a:xfrm>
          <a:prstGeom prst="rect">
            <a:avLst/>
          </a:prstGeom>
          <a:solidFill>
            <a:srgbClr val="19594E"/>
          </a:solidFill>
          <a:ln cap="flat" cmpd="sng" w="10775">
            <a:solidFill>
              <a:srgbClr val="003B56"/>
            </a:solidFill>
            <a:prstDash val="solid"/>
            <a:round/>
            <a:headEnd len="sm" w="sm" type="none"/>
            <a:tailEnd len="sm" w="sm" type="none"/>
          </a:ln>
        </p:spPr>
        <p:txBody>
          <a:bodyPr anchorCtr="0" anchor="ctr" bIns="45700" lIns="91425" spcFirstLastPara="1" rIns="91425" wrap="square" tIns="45700">
            <a:noAutofit/>
          </a:bodyPr>
          <a:lstStyle/>
          <a:p>
            <a:pPr indent="-285750" lvl="0" marL="285750" marR="0" rtl="0" algn="l">
              <a:spcBef>
                <a:spcPts val="0"/>
              </a:spcBef>
              <a:spcAft>
                <a:spcPts val="0"/>
              </a:spcAft>
              <a:buClr>
                <a:schemeClr val="lt1"/>
              </a:buClr>
              <a:buSzPts val="1800"/>
              <a:buFont typeface="Arial"/>
              <a:buChar char="•"/>
            </a:pPr>
            <a:r>
              <a:rPr lang="en-US" sz="1800">
                <a:solidFill>
                  <a:schemeClr val="lt1"/>
                </a:solidFill>
                <a:latin typeface="Play"/>
                <a:ea typeface="Play"/>
                <a:cs typeface="Play"/>
                <a:sym typeface="Play"/>
              </a:rPr>
              <a:t>Owners of the bucket can permanently delete an object by using delete with the version ID. </a:t>
            </a:r>
            <a:endParaRPr/>
          </a:p>
          <a:p>
            <a:pPr indent="-285750" lvl="0" marL="285750" marR="0" rtl="0" algn="l">
              <a:spcBef>
                <a:spcPts val="0"/>
              </a:spcBef>
              <a:spcAft>
                <a:spcPts val="0"/>
              </a:spcAft>
              <a:buClr>
                <a:schemeClr val="lt1"/>
              </a:buClr>
              <a:buSzPts val="1800"/>
              <a:buFont typeface="Arial"/>
              <a:buChar char="•"/>
            </a:pPr>
            <a:r>
              <a:rPr lang="en-US" sz="1800">
                <a:solidFill>
                  <a:schemeClr val="lt1"/>
                </a:solidFill>
                <a:latin typeface="Play"/>
                <a:ea typeface="Play"/>
                <a:cs typeface="Play"/>
                <a:sym typeface="Play"/>
              </a:rPr>
              <a:t>In this case, no delete marker is added, and the specified version is not recoverable.</a:t>
            </a:r>
            <a:endParaRPr/>
          </a:p>
        </p:txBody>
      </p:sp>
      <p:grpSp>
        <p:nvGrpSpPr>
          <p:cNvPr descr="Diagram of retrieving a previous version of an object. See details in the slide notes." id="2297" name="Google Shape;2297;p42"/>
          <p:cNvGrpSpPr/>
          <p:nvPr/>
        </p:nvGrpSpPr>
        <p:grpSpPr>
          <a:xfrm>
            <a:off x="3187366" y="1880325"/>
            <a:ext cx="3841694" cy="4486065"/>
            <a:chOff x="3187366" y="1880325"/>
            <a:chExt cx="3841694" cy="4486065"/>
          </a:xfrm>
        </p:grpSpPr>
        <p:sp>
          <p:nvSpPr>
            <p:cNvPr id="2298" name="Google Shape;2298;p42"/>
            <p:cNvSpPr/>
            <p:nvPr/>
          </p:nvSpPr>
          <p:spPr>
            <a:xfrm rot="10800000">
              <a:off x="3508310" y="3090170"/>
              <a:ext cx="3520750" cy="2906885"/>
            </a:xfrm>
            <a:custGeom>
              <a:rect b="b" l="l" r="r" t="t"/>
              <a:pathLst>
                <a:path extrusionOk="0" h="2538903" w="3422578">
                  <a:moveTo>
                    <a:pt x="0" y="2538903"/>
                  </a:moveTo>
                  <a:lnTo>
                    <a:pt x="477082" y="71209"/>
                  </a:lnTo>
                  <a:cubicBezTo>
                    <a:pt x="1314458" y="-26186"/>
                    <a:pt x="2195379" y="-22707"/>
                    <a:pt x="2951890" y="75710"/>
                  </a:cubicBezTo>
                  <a:lnTo>
                    <a:pt x="3422578" y="2516539"/>
                  </a:lnTo>
                  <a:cubicBezTo>
                    <a:pt x="2848117" y="2520266"/>
                    <a:pt x="2309937" y="2473672"/>
                    <a:pt x="1735476" y="2477399"/>
                  </a:cubicBezTo>
                  <a:lnTo>
                    <a:pt x="0" y="2538903"/>
                  </a:lnTo>
                  <a:close/>
                </a:path>
              </a:pathLst>
            </a:custGeom>
            <a:solidFill>
              <a:srgbClr val="D4DADA"/>
            </a:solidFill>
            <a:ln>
              <a:noFill/>
            </a:ln>
            <a:effectLst>
              <a:outerShdw blurRad="63500" rotWithShape="0" dir="2700016" dist="53881">
                <a:srgbClr val="000000">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Play"/>
                <a:ea typeface="Play"/>
                <a:cs typeface="Play"/>
                <a:sym typeface="Play"/>
              </a:endParaRPr>
            </a:p>
          </p:txBody>
        </p:sp>
        <p:sp>
          <p:nvSpPr>
            <p:cNvPr id="2299" name="Google Shape;2299;p42"/>
            <p:cNvSpPr txBox="1"/>
            <p:nvPr/>
          </p:nvSpPr>
          <p:spPr>
            <a:xfrm>
              <a:off x="3771319" y="5997057"/>
              <a:ext cx="29947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Play"/>
                  <a:ea typeface="Play"/>
                  <a:cs typeface="Play"/>
                  <a:sym typeface="Play"/>
                </a:rPr>
                <a:t>Version-enabled S3 bucket</a:t>
              </a:r>
              <a:endParaRPr/>
            </a:p>
          </p:txBody>
        </p:sp>
        <p:sp>
          <p:nvSpPr>
            <p:cNvPr id="2300" name="Google Shape;2300;p42"/>
            <p:cNvSpPr/>
            <p:nvPr/>
          </p:nvSpPr>
          <p:spPr>
            <a:xfrm>
              <a:off x="4036829" y="4882083"/>
              <a:ext cx="2463711" cy="1008668"/>
            </a:xfrm>
            <a:prstGeom prst="can">
              <a:avLst>
                <a:gd fmla="val 25000" name="adj"/>
              </a:avLst>
            </a:prstGeom>
            <a:solidFill>
              <a:schemeClr val="lt1"/>
            </a:solidFill>
            <a:ln cap="flat" cmpd="sng" w="38100">
              <a:solidFill>
                <a:schemeClr val="accent5"/>
              </a:solidFill>
              <a:prstDash val="solid"/>
              <a:round/>
              <a:headEnd len="sm" w="sm" type="none"/>
              <a:tailEnd len="sm" w="sm" type="none"/>
            </a:ln>
            <a:effectLst>
              <a:outerShdw blurRad="63500" rotWithShape="0" dir="2700016" dist="53881">
                <a:srgbClr val="000000">
                  <a:alpha val="24705"/>
                </a:srgbClr>
              </a:outerShdw>
            </a:effectLst>
          </p:spPr>
          <p:txBody>
            <a:bodyPr anchorCtr="0" anchor="ctr" bIns="45700" lIns="0" spcFirstLastPara="1" rIns="0" wrap="square" tIns="45700">
              <a:noAutofit/>
            </a:bodyPr>
            <a:lstStyle/>
            <a:p>
              <a:pPr indent="0" lvl="0" marL="0" marR="0" rtl="0" algn="ctr">
                <a:spcBef>
                  <a:spcPts val="0"/>
                </a:spcBef>
                <a:spcAft>
                  <a:spcPts val="0"/>
                </a:spcAft>
                <a:buNone/>
              </a:pPr>
              <a:r>
                <a:rPr lang="en-US" sz="1800">
                  <a:solidFill>
                    <a:schemeClr val="dk1"/>
                  </a:solidFill>
                  <a:latin typeface="Play"/>
                  <a:ea typeface="Play"/>
                  <a:cs typeface="Play"/>
                  <a:sym typeface="Play"/>
                </a:rPr>
                <a:t>Object key = photo.gif</a:t>
              </a:r>
              <a:endParaRPr/>
            </a:p>
            <a:p>
              <a:pPr indent="0" lvl="0" marL="0" marR="0" rtl="0" algn="ctr">
                <a:spcBef>
                  <a:spcPts val="0"/>
                </a:spcBef>
                <a:spcAft>
                  <a:spcPts val="0"/>
                </a:spcAft>
                <a:buNone/>
              </a:pPr>
              <a:r>
                <a:rPr lang="en-US" sz="1800">
                  <a:solidFill>
                    <a:schemeClr val="dk1"/>
                  </a:solidFill>
                  <a:latin typeface="Play"/>
                  <a:ea typeface="Play"/>
                  <a:cs typeface="Play"/>
                  <a:sym typeface="Play"/>
                </a:rPr>
                <a:t>ID = 111111</a:t>
              </a:r>
              <a:endParaRPr/>
            </a:p>
          </p:txBody>
        </p:sp>
        <p:sp>
          <p:nvSpPr>
            <p:cNvPr id="2301" name="Google Shape;2301;p42"/>
            <p:cNvSpPr/>
            <p:nvPr/>
          </p:nvSpPr>
          <p:spPr>
            <a:xfrm>
              <a:off x="4036829" y="4061893"/>
              <a:ext cx="2463711" cy="1008668"/>
            </a:xfrm>
            <a:prstGeom prst="can">
              <a:avLst>
                <a:gd fmla="val 25000" name="adj"/>
              </a:avLst>
            </a:prstGeom>
            <a:solidFill>
              <a:schemeClr val="lt1"/>
            </a:solidFill>
            <a:ln cap="flat" cmpd="sng" w="38100">
              <a:solidFill>
                <a:srgbClr val="DF2A5D"/>
              </a:solidFill>
              <a:prstDash val="solid"/>
              <a:round/>
              <a:headEnd len="sm" w="sm" type="none"/>
              <a:tailEnd len="sm" w="sm" type="none"/>
            </a:ln>
            <a:effectLst>
              <a:outerShdw blurRad="63500" rotWithShape="0" dir="2700016" dist="53881">
                <a:srgbClr val="000000">
                  <a:alpha val="24705"/>
                </a:srgbClr>
              </a:outerShdw>
            </a:effectLst>
          </p:spPr>
          <p:txBody>
            <a:bodyPr anchorCtr="0" anchor="ctr" bIns="45700" lIns="0" spcFirstLastPara="1" rIns="0" wrap="square" tIns="45700">
              <a:noAutofit/>
            </a:bodyPr>
            <a:lstStyle/>
            <a:p>
              <a:pPr indent="0" lvl="0" marL="0" marR="0" rtl="0" algn="ctr">
                <a:spcBef>
                  <a:spcPts val="0"/>
                </a:spcBef>
                <a:spcAft>
                  <a:spcPts val="0"/>
                </a:spcAft>
                <a:buNone/>
              </a:pPr>
              <a:r>
                <a:rPr lang="en-US" sz="1800" strike="sngStrike">
                  <a:solidFill>
                    <a:schemeClr val="dk1"/>
                  </a:solidFill>
                  <a:latin typeface="Play"/>
                  <a:ea typeface="Play"/>
                  <a:cs typeface="Play"/>
                  <a:sym typeface="Play"/>
                </a:rPr>
                <a:t>Object key = photo.gif</a:t>
              </a:r>
              <a:endParaRPr/>
            </a:p>
            <a:p>
              <a:pPr indent="0" lvl="0" marL="0" marR="0" rtl="0" algn="ctr">
                <a:spcBef>
                  <a:spcPts val="0"/>
                </a:spcBef>
                <a:spcAft>
                  <a:spcPts val="0"/>
                </a:spcAft>
                <a:buNone/>
              </a:pPr>
              <a:r>
                <a:rPr lang="en-US" sz="1800" strike="sngStrike">
                  <a:solidFill>
                    <a:schemeClr val="dk1"/>
                  </a:solidFill>
                  <a:latin typeface="Play"/>
                  <a:ea typeface="Play"/>
                  <a:cs typeface="Play"/>
                  <a:sym typeface="Play"/>
                </a:rPr>
                <a:t>ID = 121245</a:t>
              </a:r>
              <a:endParaRPr/>
            </a:p>
          </p:txBody>
        </p:sp>
        <p:sp>
          <p:nvSpPr>
            <p:cNvPr id="2302" name="Google Shape;2302;p42"/>
            <p:cNvSpPr txBox="1"/>
            <p:nvPr/>
          </p:nvSpPr>
          <p:spPr>
            <a:xfrm>
              <a:off x="3771319" y="5997057"/>
              <a:ext cx="29947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Play"/>
                  <a:ea typeface="Play"/>
                  <a:cs typeface="Play"/>
                  <a:sym typeface="Play"/>
                </a:rPr>
                <a:t>Version-enabled S3 bucket</a:t>
              </a:r>
              <a:endParaRPr/>
            </a:p>
          </p:txBody>
        </p:sp>
        <p:cxnSp>
          <p:nvCxnSpPr>
            <p:cNvPr id="2303" name="Google Shape;2303;p42"/>
            <p:cNvCxnSpPr>
              <a:stCxn id="2304" idx="3"/>
              <a:endCxn id="2301" idx="2"/>
            </p:cNvCxnSpPr>
            <p:nvPr/>
          </p:nvCxnSpPr>
          <p:spPr>
            <a:xfrm>
              <a:off x="3187366" y="1880325"/>
              <a:ext cx="849600" cy="2685900"/>
            </a:xfrm>
            <a:prstGeom prst="bentConnector3">
              <a:avLst>
                <a:gd fmla="val 50000" name="adj1"/>
              </a:avLst>
            </a:prstGeom>
            <a:noFill/>
            <a:ln cap="flat" cmpd="sng" w="44450">
              <a:solidFill>
                <a:schemeClr val="accent5"/>
              </a:solidFill>
              <a:prstDash val="solid"/>
              <a:round/>
              <a:headEnd len="sm" w="sm" type="none"/>
              <a:tailEnd len="lg" w="lg" type="stealth"/>
            </a:ln>
            <a:effectLst>
              <a:outerShdw blurRad="63500" rotWithShape="0" dir="2700016" dist="53881">
                <a:srgbClr val="000000">
                  <a:alpha val="24705"/>
                </a:srgbClr>
              </a:outerShdw>
            </a:effectLst>
          </p:spPr>
        </p:cxnSp>
      </p:grpSp>
      <p:sp>
        <p:nvSpPr>
          <p:cNvPr id="2304" name="Google Shape;2304;p42"/>
          <p:cNvSpPr txBox="1"/>
          <p:nvPr/>
        </p:nvSpPr>
        <p:spPr>
          <a:xfrm>
            <a:off x="365760" y="1280160"/>
            <a:ext cx="2821606"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Play"/>
                <a:ea typeface="Play"/>
                <a:cs typeface="Play"/>
                <a:sym typeface="Play"/>
              </a:rPr>
              <a:t>DELETE </a:t>
            </a:r>
            <a:endParaRPr/>
          </a:p>
          <a:p>
            <a:pPr indent="0" lvl="0" marL="0" marR="0" rtl="0" algn="l">
              <a:spcBef>
                <a:spcPts val="0"/>
              </a:spcBef>
              <a:spcAft>
                <a:spcPts val="0"/>
              </a:spcAft>
              <a:buNone/>
            </a:pPr>
            <a:r>
              <a:rPr lang="en-US" sz="1800">
                <a:solidFill>
                  <a:schemeClr val="dk1"/>
                </a:solidFill>
                <a:latin typeface="Play"/>
                <a:ea typeface="Play"/>
                <a:cs typeface="Play"/>
                <a:sym typeface="Play"/>
              </a:rPr>
              <a:t>Object key = photo.gif</a:t>
            </a:r>
            <a:endParaRPr/>
          </a:p>
          <a:p>
            <a:pPr indent="0" lvl="0" marL="0" marR="0" rtl="0" algn="l">
              <a:spcBef>
                <a:spcPts val="0"/>
              </a:spcBef>
              <a:spcAft>
                <a:spcPts val="0"/>
              </a:spcAft>
              <a:buNone/>
            </a:pPr>
            <a:r>
              <a:rPr lang="en-US" sz="1800">
                <a:solidFill>
                  <a:schemeClr val="dk1"/>
                </a:solidFill>
                <a:latin typeface="Play"/>
                <a:ea typeface="Play"/>
                <a:cs typeface="Play"/>
                <a:sym typeface="Play"/>
              </a:rPr>
              <a:t>With version id = 121245</a:t>
            </a:r>
            <a:endParaRPr/>
          </a:p>
          <a:p>
            <a:pPr indent="0" lvl="0" marL="0" marR="0" rtl="0" algn="l">
              <a:spcBef>
                <a:spcPts val="0"/>
              </a:spcBef>
              <a:spcAft>
                <a:spcPts val="0"/>
              </a:spcAft>
              <a:buNone/>
            </a:pPr>
            <a:r>
              <a:t/>
            </a:r>
            <a:endParaRPr sz="1800">
              <a:solidFill>
                <a:schemeClr val="dk1"/>
              </a:solidFill>
              <a:latin typeface="Play"/>
              <a:ea typeface="Play"/>
              <a:cs typeface="Play"/>
              <a:sym typeface="Play"/>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8" name="Shape 2308"/>
        <p:cNvGrpSpPr/>
        <p:nvPr/>
      </p:nvGrpSpPr>
      <p:grpSpPr>
        <a:xfrm>
          <a:off x="0" y="0"/>
          <a:ext cx="0" cy="0"/>
          <a:chOff x="0" y="0"/>
          <a:chExt cx="0" cy="0"/>
        </a:xfrm>
      </p:grpSpPr>
      <p:sp>
        <p:nvSpPr>
          <p:cNvPr id="2309" name="Google Shape;2309;p43"/>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sz="1200">
                <a:latin typeface="Play"/>
                <a:ea typeface="Play"/>
                <a:cs typeface="Play"/>
                <a:sym typeface="Play"/>
              </a:rPr>
              <a:t>‹#›</a:t>
            </a:fld>
            <a:endParaRPr sz="1200">
              <a:latin typeface="Play"/>
              <a:ea typeface="Play"/>
              <a:cs typeface="Play"/>
              <a:sym typeface="Play"/>
            </a:endParaRPr>
          </a:p>
        </p:txBody>
      </p:sp>
      <p:sp>
        <p:nvSpPr>
          <p:cNvPr id="2310" name="Google Shape;2310;p43"/>
          <p:cNvSpPr txBox="1"/>
          <p:nvPr>
            <p:ph type="title"/>
          </p:nvPr>
        </p:nvSpPr>
        <p:spPr>
          <a:xfrm>
            <a:off x="243242" y="292099"/>
            <a:ext cx="4062057" cy="1866901"/>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lt1"/>
              </a:buClr>
              <a:buSzPts val="3600"/>
              <a:buFont typeface="Play"/>
              <a:buNone/>
            </a:pPr>
            <a:r>
              <a:rPr lang="en-US"/>
              <a:t>Demo: Amazon S3 Versioning</a:t>
            </a:r>
            <a:endParaRPr/>
          </a:p>
        </p:txBody>
      </p:sp>
      <p:sp>
        <p:nvSpPr>
          <p:cNvPr id="2311" name="Google Shape;2311;p43"/>
          <p:cNvSpPr txBox="1"/>
          <p:nvPr>
            <p:ph idx="1" type="body"/>
          </p:nvPr>
        </p:nvSpPr>
        <p:spPr>
          <a:xfrm>
            <a:off x="4592635" y="292099"/>
            <a:ext cx="7239701" cy="6142651"/>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800"/>
              <a:buChar char="•"/>
            </a:pPr>
            <a:r>
              <a:rPr lang="en-US">
                <a:solidFill>
                  <a:schemeClr val="dk1"/>
                </a:solidFill>
              </a:rPr>
              <a:t>This demo uses Amazon S3.</a:t>
            </a:r>
            <a:endParaRPr/>
          </a:p>
          <a:p>
            <a:pPr indent="-228600" lvl="0" marL="228600" rtl="0" algn="l">
              <a:lnSpc>
                <a:spcPct val="100000"/>
              </a:lnSpc>
              <a:spcBef>
                <a:spcPts val="1200"/>
              </a:spcBef>
              <a:spcAft>
                <a:spcPts val="0"/>
              </a:spcAft>
              <a:buClr>
                <a:schemeClr val="dk1"/>
              </a:buClr>
              <a:buSzPts val="2800"/>
              <a:buChar char="•"/>
            </a:pPr>
            <a:r>
              <a:rPr lang="en-US">
                <a:solidFill>
                  <a:schemeClr val="dk1"/>
                </a:solidFill>
              </a:rPr>
              <a:t>In this demonstration, you will see how to enable Amazon S3 versioning on an S3 bucket. </a:t>
            </a:r>
            <a:endParaRPr/>
          </a:p>
        </p:txBody>
      </p:sp>
      <p:pic>
        <p:nvPicPr>
          <p:cNvPr id="2312" name="Google Shape;2312;p43"/>
          <p:cNvPicPr preferRelativeResize="0"/>
          <p:nvPr/>
        </p:nvPicPr>
        <p:blipFill rotWithShape="1">
          <a:blip r:embed="rId3">
            <a:alphaModFix/>
          </a:blip>
          <a:srcRect b="0" l="0" r="0" t="0"/>
          <a:stretch/>
        </p:blipFill>
        <p:spPr>
          <a:xfrm>
            <a:off x="835529" y="3338320"/>
            <a:ext cx="2777117" cy="1851411"/>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6" name="Shape 2316"/>
        <p:cNvGrpSpPr/>
        <p:nvPr/>
      </p:nvGrpSpPr>
      <p:grpSpPr>
        <a:xfrm>
          <a:off x="0" y="0"/>
          <a:ext cx="0" cy="0"/>
          <a:chOff x="0" y="0"/>
          <a:chExt cx="0" cy="0"/>
        </a:xfrm>
      </p:grpSpPr>
      <p:sp>
        <p:nvSpPr>
          <p:cNvPr id="2317" name="Google Shape;2317;p44"/>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318" name="Google Shape;2318;p44"/>
          <p:cNvSpPr txBox="1"/>
          <p:nvPr>
            <p:ph type="title"/>
          </p:nvPr>
        </p:nvSpPr>
        <p:spPr>
          <a:xfrm>
            <a:off x="365760" y="301752"/>
            <a:ext cx="11466576" cy="73152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2F3E"/>
              </a:buClr>
              <a:buSzPts val="3600"/>
              <a:buFont typeface="Play"/>
              <a:buNone/>
            </a:pPr>
            <a:r>
              <a:rPr lang="en-US"/>
              <a:t>Support for cross-origin resource sharing (CORS)</a:t>
            </a:r>
            <a:endParaRPr/>
          </a:p>
        </p:txBody>
      </p:sp>
      <p:grpSp>
        <p:nvGrpSpPr>
          <p:cNvPr descr="CORS configuration applied to an S3 bucket showing the allowed origin and allowed methods. See the notes for more details." id="2319" name="Google Shape;2319;p44"/>
          <p:cNvGrpSpPr/>
          <p:nvPr/>
        </p:nvGrpSpPr>
        <p:grpSpPr>
          <a:xfrm>
            <a:off x="401986" y="1589460"/>
            <a:ext cx="11551738" cy="4011195"/>
            <a:chOff x="401986" y="1589460"/>
            <a:chExt cx="11551738" cy="4011195"/>
          </a:xfrm>
        </p:grpSpPr>
        <p:sp>
          <p:nvSpPr>
            <p:cNvPr id="2320" name="Google Shape;2320;p44"/>
            <p:cNvSpPr txBox="1"/>
            <p:nvPr/>
          </p:nvSpPr>
          <p:spPr>
            <a:xfrm>
              <a:off x="8550047" y="4220860"/>
              <a:ext cx="3403677" cy="73152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1800"/>
                <a:buFont typeface="Play"/>
                <a:buNone/>
              </a:pPr>
              <a:r>
                <a:rPr lang="en-US" sz="1800">
                  <a:solidFill>
                    <a:srgbClr val="000000"/>
                  </a:solidFill>
                  <a:latin typeface="Play"/>
                  <a:ea typeface="Play"/>
                  <a:cs typeface="Play"/>
                  <a:sym typeface="Play"/>
                </a:rPr>
                <a:t>Allows</a:t>
              </a:r>
              <a:r>
                <a:rPr lang="en-US" sz="1800">
                  <a:solidFill>
                    <a:srgbClr val="232F3E"/>
                  </a:solidFill>
                  <a:latin typeface="Play"/>
                  <a:ea typeface="Play"/>
                  <a:cs typeface="Play"/>
                  <a:sym typeface="Play"/>
                </a:rPr>
                <a:t> cross-origin GET requests from all </a:t>
              </a:r>
              <a:r>
                <a:rPr lang="en-US" sz="1800">
                  <a:solidFill>
                    <a:srgbClr val="000000"/>
                  </a:solidFill>
                  <a:latin typeface="Play"/>
                  <a:ea typeface="Play"/>
                  <a:cs typeface="Play"/>
                  <a:sym typeface="Play"/>
                </a:rPr>
                <a:t>origins</a:t>
              </a:r>
              <a:endParaRPr/>
            </a:p>
          </p:txBody>
        </p:sp>
        <p:sp>
          <p:nvSpPr>
            <p:cNvPr id="2321" name="Google Shape;2321;p44"/>
            <p:cNvSpPr txBox="1"/>
            <p:nvPr/>
          </p:nvSpPr>
          <p:spPr>
            <a:xfrm>
              <a:off x="2752382" y="4105512"/>
              <a:ext cx="927896"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Play"/>
                <a:buNone/>
              </a:pPr>
              <a:r>
                <a:rPr b="0" i="0" lang="en-US" sz="1600" u="none" cap="none" strike="noStrike">
                  <a:solidFill>
                    <a:schemeClr val="dk1"/>
                  </a:solidFill>
                  <a:latin typeface="Play"/>
                  <a:ea typeface="Play"/>
                  <a:cs typeface="Play"/>
                  <a:sym typeface="Play"/>
                </a:rPr>
                <a:t>CORS</a:t>
              </a:r>
              <a:endParaRPr/>
            </a:p>
          </p:txBody>
        </p:sp>
        <p:sp>
          <p:nvSpPr>
            <p:cNvPr id="2322" name="Google Shape;2322;p44"/>
            <p:cNvSpPr/>
            <p:nvPr/>
          </p:nvSpPr>
          <p:spPr>
            <a:xfrm>
              <a:off x="4873309" y="1908090"/>
              <a:ext cx="6096000"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Droid Sans Mono"/>
                  <a:ea typeface="Droid Sans Mono"/>
                  <a:cs typeface="Droid Sans Mono"/>
                  <a:sym typeface="Droid Sans Mono"/>
                </a:rPr>
                <a:t>&lt;CORSConfiguration&gt;</a:t>
              </a:r>
              <a:endParaRPr/>
            </a:p>
            <a:p>
              <a:pPr indent="0" lvl="0" marL="0" marR="0" rtl="0" algn="l">
                <a:spcBef>
                  <a:spcPts val="0"/>
                </a:spcBef>
                <a:spcAft>
                  <a:spcPts val="0"/>
                </a:spcAft>
                <a:buNone/>
              </a:pPr>
              <a:r>
                <a:rPr lang="en-US" sz="1600">
                  <a:solidFill>
                    <a:schemeClr val="dk1"/>
                  </a:solidFill>
                  <a:latin typeface="Droid Sans Mono"/>
                  <a:ea typeface="Droid Sans Mono"/>
                  <a:cs typeface="Droid Sans Mono"/>
                  <a:sym typeface="Droid Sans Mono"/>
                </a:rPr>
                <a:t> &lt;CORSRule&gt;</a:t>
              </a:r>
              <a:endParaRPr/>
            </a:p>
            <a:p>
              <a:pPr indent="0" lvl="0" marL="0" marR="0" rtl="0" algn="l">
                <a:spcBef>
                  <a:spcPts val="0"/>
                </a:spcBef>
                <a:spcAft>
                  <a:spcPts val="0"/>
                </a:spcAft>
                <a:buNone/>
              </a:pPr>
              <a:r>
                <a:rPr lang="en-US" sz="1600">
                  <a:solidFill>
                    <a:schemeClr val="dk1"/>
                  </a:solidFill>
                  <a:latin typeface="Droid Sans Mono"/>
                  <a:ea typeface="Droid Sans Mono"/>
                  <a:cs typeface="Droid Sans Mono"/>
                  <a:sym typeface="Droid Sans Mono"/>
                </a:rPr>
                <a:t>   &lt;AllowedOrigin&gt;*&lt;/AllowedOrigin&gt;</a:t>
              </a:r>
              <a:endParaRPr/>
            </a:p>
            <a:p>
              <a:pPr indent="0" lvl="0" marL="0" marR="0" rtl="0" algn="l">
                <a:spcBef>
                  <a:spcPts val="0"/>
                </a:spcBef>
                <a:spcAft>
                  <a:spcPts val="0"/>
                </a:spcAft>
                <a:buNone/>
              </a:pPr>
              <a:r>
                <a:rPr lang="en-US" sz="1600">
                  <a:solidFill>
                    <a:schemeClr val="dk1"/>
                  </a:solidFill>
                  <a:latin typeface="Droid Sans Mono"/>
                  <a:ea typeface="Droid Sans Mono"/>
                  <a:cs typeface="Droid Sans Mono"/>
                  <a:sym typeface="Droid Sans Mono"/>
                </a:rPr>
                <a:t>   &lt;AllowedMethod&gt;GET&lt;/AllowedMethod&gt;</a:t>
              </a:r>
              <a:endParaRPr/>
            </a:p>
            <a:p>
              <a:pPr indent="0" lvl="0" marL="0" marR="0" rtl="0" algn="l">
                <a:spcBef>
                  <a:spcPts val="0"/>
                </a:spcBef>
                <a:spcAft>
                  <a:spcPts val="0"/>
                </a:spcAft>
                <a:buNone/>
              </a:pPr>
              <a:r>
                <a:rPr lang="en-US" sz="1600">
                  <a:solidFill>
                    <a:schemeClr val="dk1"/>
                  </a:solidFill>
                  <a:latin typeface="Droid Sans Mono"/>
                  <a:ea typeface="Droid Sans Mono"/>
                  <a:cs typeface="Droid Sans Mono"/>
                  <a:sym typeface="Droid Sans Mono"/>
                </a:rPr>
                <a:t> &lt;/CORSRule&gt;</a:t>
              </a:r>
              <a:endParaRPr/>
            </a:p>
            <a:p>
              <a:pPr indent="0" lvl="0" marL="0" marR="0" rtl="0" algn="l">
                <a:spcBef>
                  <a:spcPts val="0"/>
                </a:spcBef>
                <a:spcAft>
                  <a:spcPts val="0"/>
                </a:spcAft>
                <a:buNone/>
              </a:pPr>
              <a:r>
                <a:rPr lang="en-US" sz="1600">
                  <a:solidFill>
                    <a:schemeClr val="dk1"/>
                  </a:solidFill>
                  <a:latin typeface="Droid Sans Mono"/>
                  <a:ea typeface="Droid Sans Mono"/>
                  <a:cs typeface="Droid Sans Mono"/>
                  <a:sym typeface="Droid Sans Mono"/>
                </a:rPr>
                <a:t>&lt;/CORSConfiguration&gt;</a:t>
              </a:r>
              <a:endParaRPr/>
            </a:p>
          </p:txBody>
        </p:sp>
        <p:sp>
          <p:nvSpPr>
            <p:cNvPr id="2323" name="Google Shape;2323;p44"/>
            <p:cNvSpPr/>
            <p:nvPr/>
          </p:nvSpPr>
          <p:spPr>
            <a:xfrm>
              <a:off x="401986" y="1592199"/>
              <a:ext cx="3873738" cy="4008456"/>
            </a:xfrm>
            <a:prstGeom prst="rect">
              <a:avLst/>
            </a:prstGeom>
            <a:noFill/>
            <a:ln cap="flat" cmpd="sng" w="12700">
              <a:solidFill>
                <a:schemeClr val="dk1"/>
              </a:solidFill>
              <a:prstDash val="solid"/>
              <a:round/>
              <a:headEnd len="sm" w="sm" type="none"/>
              <a:tailEnd len="sm" w="sm" type="none"/>
            </a:ln>
          </p:spPr>
          <p:txBody>
            <a:bodyPr anchorCtr="0" anchor="t" bIns="45700" lIns="457200" spcFirstLastPara="1" rIns="91425" wrap="square" tIns="91425">
              <a:noAutofit/>
            </a:bodyPr>
            <a:lstStyle/>
            <a:p>
              <a:pPr indent="0" lvl="0" marL="0" marR="0" rtl="0" algn="l">
                <a:spcBef>
                  <a:spcPts val="0"/>
                </a:spcBef>
                <a:spcAft>
                  <a:spcPts val="0"/>
                </a:spcAft>
                <a:buNone/>
              </a:pPr>
              <a:r>
                <a:t/>
              </a:r>
              <a:endParaRPr sz="1200">
                <a:solidFill>
                  <a:srgbClr val="000000"/>
                </a:solidFill>
                <a:latin typeface="Play"/>
                <a:ea typeface="Play"/>
                <a:cs typeface="Play"/>
                <a:sym typeface="Play"/>
              </a:endParaRPr>
            </a:p>
          </p:txBody>
        </p:sp>
        <p:pic>
          <p:nvPicPr>
            <p:cNvPr id="2324" name="Google Shape;2324;p44"/>
            <p:cNvPicPr preferRelativeResize="0"/>
            <p:nvPr/>
          </p:nvPicPr>
          <p:blipFill rotWithShape="1">
            <a:blip r:embed="rId3">
              <a:alphaModFix/>
            </a:blip>
            <a:srcRect b="0" l="0" r="0" t="0"/>
            <a:stretch/>
          </p:blipFill>
          <p:spPr>
            <a:xfrm>
              <a:off x="401986" y="1589460"/>
              <a:ext cx="330200" cy="330200"/>
            </a:xfrm>
            <a:prstGeom prst="rect">
              <a:avLst/>
            </a:prstGeom>
            <a:noFill/>
            <a:ln>
              <a:noFill/>
            </a:ln>
          </p:spPr>
        </p:pic>
        <p:pic>
          <p:nvPicPr>
            <p:cNvPr id="2325" name="Google Shape;2325;p44"/>
            <p:cNvPicPr preferRelativeResize="0"/>
            <p:nvPr/>
          </p:nvPicPr>
          <p:blipFill rotWithShape="1">
            <a:blip r:embed="rId4">
              <a:alphaModFix/>
            </a:blip>
            <a:srcRect b="0" l="0" r="0" t="0"/>
            <a:stretch/>
          </p:blipFill>
          <p:spPr>
            <a:xfrm>
              <a:off x="5477279" y="3877455"/>
              <a:ext cx="1364776" cy="1371600"/>
            </a:xfrm>
            <a:prstGeom prst="rect">
              <a:avLst/>
            </a:prstGeom>
            <a:noFill/>
            <a:ln>
              <a:noFill/>
            </a:ln>
          </p:spPr>
        </p:pic>
        <p:sp>
          <p:nvSpPr>
            <p:cNvPr id="2326" name="Google Shape;2326;p44"/>
            <p:cNvSpPr txBox="1"/>
            <p:nvPr/>
          </p:nvSpPr>
          <p:spPr>
            <a:xfrm>
              <a:off x="5008715" y="5058899"/>
              <a:ext cx="2301904"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Play"/>
                  <a:ea typeface="Play"/>
                  <a:cs typeface="Play"/>
                  <a:sym typeface="Play"/>
                </a:rPr>
                <a:t>Alternate domain</a:t>
              </a:r>
              <a:endParaRPr/>
            </a:p>
          </p:txBody>
        </p:sp>
        <p:pic>
          <p:nvPicPr>
            <p:cNvPr id="2327" name="Google Shape;2327;p44"/>
            <p:cNvPicPr preferRelativeResize="0"/>
            <p:nvPr/>
          </p:nvPicPr>
          <p:blipFill rotWithShape="1">
            <a:blip r:embed="rId4">
              <a:alphaModFix/>
            </a:blip>
            <a:srcRect b="0" l="0" r="0" t="0"/>
            <a:stretch/>
          </p:blipFill>
          <p:spPr>
            <a:xfrm>
              <a:off x="2533942" y="1754576"/>
              <a:ext cx="1364776" cy="1371600"/>
            </a:xfrm>
            <a:prstGeom prst="rect">
              <a:avLst/>
            </a:prstGeom>
            <a:noFill/>
            <a:ln>
              <a:noFill/>
            </a:ln>
          </p:spPr>
        </p:pic>
        <p:sp>
          <p:nvSpPr>
            <p:cNvPr id="2328" name="Google Shape;2328;p44"/>
            <p:cNvSpPr txBox="1"/>
            <p:nvPr/>
          </p:nvSpPr>
          <p:spPr>
            <a:xfrm>
              <a:off x="2007625" y="2956899"/>
              <a:ext cx="2301904"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Play"/>
                  <a:ea typeface="Play"/>
                  <a:cs typeface="Play"/>
                  <a:sym typeface="Play"/>
                </a:rPr>
                <a:t>Main domain</a:t>
              </a:r>
              <a:endParaRPr/>
            </a:p>
          </p:txBody>
        </p:sp>
        <p:cxnSp>
          <p:nvCxnSpPr>
            <p:cNvPr id="2329" name="Google Shape;2329;p44"/>
            <p:cNvCxnSpPr/>
            <p:nvPr/>
          </p:nvCxnSpPr>
          <p:spPr>
            <a:xfrm>
              <a:off x="1612900" y="4707459"/>
              <a:ext cx="3912609" cy="0"/>
            </a:xfrm>
            <a:prstGeom prst="straightConnector1">
              <a:avLst/>
            </a:prstGeom>
            <a:noFill/>
            <a:ln cap="flat" cmpd="sng" w="19050">
              <a:solidFill>
                <a:schemeClr val="accent1"/>
              </a:solidFill>
              <a:prstDash val="solid"/>
              <a:round/>
              <a:headEnd len="med" w="med" type="stealth"/>
              <a:tailEnd len="sm" w="sm" type="none"/>
            </a:ln>
          </p:spPr>
        </p:cxnSp>
        <p:cxnSp>
          <p:nvCxnSpPr>
            <p:cNvPr id="2330" name="Google Shape;2330;p44"/>
            <p:cNvCxnSpPr/>
            <p:nvPr/>
          </p:nvCxnSpPr>
          <p:spPr>
            <a:xfrm>
              <a:off x="1612900" y="4438410"/>
              <a:ext cx="3912609" cy="0"/>
            </a:xfrm>
            <a:prstGeom prst="straightConnector1">
              <a:avLst/>
            </a:prstGeom>
            <a:noFill/>
            <a:ln cap="flat" cmpd="sng" w="19050">
              <a:solidFill>
                <a:schemeClr val="accent1"/>
              </a:solidFill>
              <a:prstDash val="solid"/>
              <a:round/>
              <a:headEnd len="sm" w="sm" type="none"/>
              <a:tailEnd len="med" w="med" type="stealth"/>
            </a:ln>
          </p:spPr>
        </p:cxnSp>
        <p:sp>
          <p:nvSpPr>
            <p:cNvPr id="2331" name="Google Shape;2331;p44"/>
            <p:cNvSpPr/>
            <p:nvPr/>
          </p:nvSpPr>
          <p:spPr>
            <a:xfrm>
              <a:off x="590467" y="2045726"/>
              <a:ext cx="1310374" cy="3351727"/>
            </a:xfrm>
            <a:prstGeom prst="rect">
              <a:avLst/>
            </a:prstGeom>
            <a:noFill/>
            <a:ln cap="flat" cmpd="sng" w="12700">
              <a:solidFill>
                <a:srgbClr val="5A6B86"/>
              </a:solidFill>
              <a:prstDash val="dash"/>
              <a:round/>
              <a:headEnd len="sm" w="sm" type="none"/>
              <a:tailEnd len="sm" w="sm" type="none"/>
            </a:ln>
          </p:spPr>
          <p:txBody>
            <a:bodyPr anchorCtr="0" anchor="t" bIns="45700" lIns="91425" spcFirstLastPara="1" rIns="91425" wrap="square" tIns="91425">
              <a:noAutofit/>
            </a:bodyPr>
            <a:lstStyle/>
            <a:p>
              <a:pPr indent="0" lvl="0" marL="0" marR="0" rtl="0" algn="ctr">
                <a:spcBef>
                  <a:spcPts val="0"/>
                </a:spcBef>
                <a:spcAft>
                  <a:spcPts val="0"/>
                </a:spcAft>
                <a:buNone/>
              </a:pPr>
              <a:r>
                <a:t/>
              </a:r>
              <a:endParaRPr sz="1200">
                <a:solidFill>
                  <a:srgbClr val="5A6B86"/>
                </a:solidFill>
                <a:latin typeface="Play"/>
                <a:ea typeface="Play"/>
                <a:cs typeface="Play"/>
                <a:sym typeface="Play"/>
              </a:endParaRPr>
            </a:p>
          </p:txBody>
        </p:sp>
        <p:grpSp>
          <p:nvGrpSpPr>
            <p:cNvPr id="2332" name="Google Shape;2332;p44"/>
            <p:cNvGrpSpPr/>
            <p:nvPr/>
          </p:nvGrpSpPr>
          <p:grpSpPr>
            <a:xfrm>
              <a:off x="9510067" y="2493845"/>
              <a:ext cx="741819" cy="331243"/>
              <a:chOff x="2684662" y="1051134"/>
              <a:chExt cx="1483636" cy="331243"/>
            </a:xfrm>
          </p:grpSpPr>
          <p:sp>
            <p:nvSpPr>
              <p:cNvPr id="2333" name="Google Shape;2333;p44"/>
              <p:cNvSpPr/>
              <p:nvPr/>
            </p:nvSpPr>
            <p:spPr>
              <a:xfrm>
                <a:off x="2684662" y="1051134"/>
                <a:ext cx="915363" cy="331243"/>
              </a:xfrm>
              <a:custGeom>
                <a:rect b="b" l="l" r="r" t="t"/>
                <a:pathLst>
                  <a:path extrusionOk="0" h="1574800" w="622300">
                    <a:moveTo>
                      <a:pt x="0" y="0"/>
                    </a:moveTo>
                    <a:lnTo>
                      <a:pt x="622300" y="0"/>
                    </a:lnTo>
                    <a:lnTo>
                      <a:pt x="622300" y="1574800"/>
                    </a:lnTo>
                    <a:lnTo>
                      <a:pt x="482600" y="1574800"/>
                    </a:lnTo>
                    <a:lnTo>
                      <a:pt x="0" y="1574800"/>
                    </a:lnTo>
                  </a:path>
                </a:pathLst>
              </a:custGeom>
              <a:noFill/>
              <a:ln cap="flat" cmpd="sng" w="19050">
                <a:solidFill>
                  <a:schemeClr val="accent1"/>
                </a:solidFill>
                <a:prstDash val="solid"/>
                <a:round/>
                <a:headEnd len="med" w="med" type="stealth"/>
                <a:tailEnd len="med" w="med" type="stealth"/>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Play"/>
                  <a:ea typeface="Play"/>
                  <a:cs typeface="Play"/>
                  <a:sym typeface="Play"/>
                </a:endParaRPr>
              </a:p>
            </p:txBody>
          </p:sp>
          <p:cxnSp>
            <p:nvCxnSpPr>
              <p:cNvPr id="2334" name="Google Shape;2334;p44"/>
              <p:cNvCxnSpPr/>
              <p:nvPr/>
            </p:nvCxnSpPr>
            <p:spPr>
              <a:xfrm>
                <a:off x="3595221" y="1216272"/>
                <a:ext cx="573077" cy="0"/>
              </a:xfrm>
              <a:prstGeom prst="straightConnector1">
                <a:avLst/>
              </a:prstGeom>
              <a:noFill/>
              <a:ln cap="flat" cmpd="sng" w="19050">
                <a:solidFill>
                  <a:schemeClr val="accent1"/>
                </a:solidFill>
                <a:prstDash val="solid"/>
                <a:round/>
                <a:headEnd len="sm" w="sm" type="none"/>
                <a:tailEnd len="sm" w="sm" type="none"/>
              </a:ln>
            </p:spPr>
          </p:cxnSp>
        </p:grpSp>
        <p:cxnSp>
          <p:nvCxnSpPr>
            <p:cNvPr id="2335" name="Google Shape;2335;p44"/>
            <p:cNvCxnSpPr/>
            <p:nvPr/>
          </p:nvCxnSpPr>
          <p:spPr>
            <a:xfrm rot="10800000">
              <a:off x="10251886" y="2658985"/>
              <a:ext cx="0" cy="1528422"/>
            </a:xfrm>
            <a:prstGeom prst="straightConnector1">
              <a:avLst/>
            </a:prstGeom>
            <a:noFill/>
            <a:ln cap="flat" cmpd="sng" w="19050">
              <a:solidFill>
                <a:schemeClr val="accent1"/>
              </a:solidFill>
              <a:prstDash val="solid"/>
              <a:round/>
              <a:headEnd len="sm" w="sm" type="none"/>
              <a:tailEnd len="sm" w="sm" type="none"/>
            </a:ln>
          </p:spPr>
        </p:cxnSp>
        <p:sp>
          <p:nvSpPr>
            <p:cNvPr id="2336" name="Google Shape;2336;p44"/>
            <p:cNvSpPr txBox="1"/>
            <p:nvPr/>
          </p:nvSpPr>
          <p:spPr>
            <a:xfrm>
              <a:off x="590467" y="2956899"/>
              <a:ext cx="1310375"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Play"/>
                  <a:ea typeface="Play"/>
                  <a:cs typeface="Play"/>
                  <a:sym typeface="Play"/>
                </a:rPr>
                <a:t>Amazon S3</a:t>
              </a:r>
              <a:endParaRPr/>
            </a:p>
          </p:txBody>
        </p:sp>
        <p:sp>
          <p:nvSpPr>
            <p:cNvPr id="2337" name="Google Shape;2337;p44"/>
            <p:cNvSpPr txBox="1"/>
            <p:nvPr/>
          </p:nvSpPr>
          <p:spPr>
            <a:xfrm>
              <a:off x="590467" y="4833050"/>
              <a:ext cx="1310375"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Play"/>
                  <a:ea typeface="Play"/>
                  <a:cs typeface="Play"/>
                  <a:sym typeface="Play"/>
                </a:rPr>
                <a:t>S3 bucket</a:t>
              </a:r>
              <a:endParaRPr/>
            </a:p>
          </p:txBody>
        </p:sp>
        <p:pic>
          <p:nvPicPr>
            <p:cNvPr descr="Bucket with objects resource icon for the Amazon S3 service." id="2338" name="Google Shape;2338;p44"/>
            <p:cNvPicPr preferRelativeResize="0"/>
            <p:nvPr/>
          </p:nvPicPr>
          <p:blipFill rotWithShape="1">
            <a:blip r:embed="rId5">
              <a:alphaModFix/>
            </a:blip>
            <a:srcRect b="0" l="0" r="0" t="0"/>
            <a:stretch/>
          </p:blipFill>
          <p:spPr>
            <a:xfrm>
              <a:off x="857165" y="4069367"/>
              <a:ext cx="776979" cy="776979"/>
            </a:xfrm>
            <a:prstGeom prst="rect">
              <a:avLst/>
            </a:prstGeom>
            <a:noFill/>
            <a:ln>
              <a:noFill/>
            </a:ln>
          </p:spPr>
        </p:pic>
        <p:pic>
          <p:nvPicPr>
            <p:cNvPr descr="Amazon Simple Storage Service (Amazon S3) service icon." id="2339" name="Google Shape;2339;p44"/>
            <p:cNvPicPr preferRelativeResize="0"/>
            <p:nvPr/>
          </p:nvPicPr>
          <p:blipFill rotWithShape="1">
            <a:blip r:embed="rId6">
              <a:alphaModFix/>
            </a:blip>
            <a:srcRect b="0" l="0" r="0" t="0"/>
            <a:stretch/>
          </p:blipFill>
          <p:spPr>
            <a:xfrm>
              <a:off x="864654" y="2194899"/>
              <a:ext cx="762000" cy="762000"/>
            </a:xfrm>
            <a:prstGeom prst="rect">
              <a:avLst/>
            </a:prstGeom>
            <a:noFill/>
            <a:ln>
              <a:noFill/>
            </a:ln>
          </p:spPr>
        </p:pic>
      </p:gr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3" name="Shape 2343"/>
        <p:cNvGrpSpPr/>
        <p:nvPr/>
      </p:nvGrpSpPr>
      <p:grpSpPr>
        <a:xfrm>
          <a:off x="0" y="0"/>
          <a:ext cx="0" cy="0"/>
          <a:chOff x="0" y="0"/>
          <a:chExt cx="0" cy="0"/>
        </a:xfrm>
      </p:grpSpPr>
      <p:sp>
        <p:nvSpPr>
          <p:cNvPr id="2344" name="Google Shape;2344;p45"/>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232F3E"/>
              </a:buClr>
              <a:buSzPts val="1200"/>
              <a:buFont typeface="Arial"/>
              <a:buNone/>
            </a:pPr>
            <a:fld id="{00000000-1234-1234-1234-123412341234}" type="slidenum">
              <a:rPr b="0" i="0" lang="en-US" u="none" cap="none" strike="noStrike">
                <a:latin typeface="Arial"/>
                <a:ea typeface="Arial"/>
                <a:cs typeface="Arial"/>
                <a:sym typeface="Arial"/>
              </a:rPr>
              <a:t>‹#›</a:t>
            </a:fld>
            <a:endParaRPr b="0" i="0" u="none" cap="none" strike="noStrike">
              <a:latin typeface="Arial"/>
              <a:ea typeface="Arial"/>
              <a:cs typeface="Arial"/>
              <a:sym typeface="Arial"/>
            </a:endParaRPr>
          </a:p>
        </p:txBody>
      </p:sp>
      <p:sp>
        <p:nvSpPr>
          <p:cNvPr id="2345" name="Google Shape;2345;p45"/>
          <p:cNvSpPr txBox="1"/>
          <p:nvPr>
            <p:ph type="title"/>
          </p:nvPr>
        </p:nvSpPr>
        <p:spPr>
          <a:xfrm>
            <a:off x="365760" y="301752"/>
            <a:ext cx="11466576" cy="73152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2F3E"/>
              </a:buClr>
              <a:buSzPts val="3600"/>
              <a:buFont typeface="Play"/>
              <a:buNone/>
            </a:pPr>
            <a:r>
              <a:rPr lang="en-US"/>
              <a:t>Amazon S3 data consistency model</a:t>
            </a:r>
            <a:endParaRPr/>
          </a:p>
        </p:txBody>
      </p:sp>
      <p:sp>
        <p:nvSpPr>
          <p:cNvPr id="2346" name="Google Shape;2346;p45"/>
          <p:cNvSpPr txBox="1"/>
          <p:nvPr>
            <p:ph idx="1" type="body"/>
          </p:nvPr>
        </p:nvSpPr>
        <p:spPr>
          <a:xfrm>
            <a:off x="365761" y="1097280"/>
            <a:ext cx="5790110" cy="5330952"/>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400"/>
              <a:buFont typeface="Arial"/>
              <a:buChar char="•"/>
            </a:pPr>
            <a:r>
              <a:rPr lang="en-US" sz="2400">
                <a:solidFill>
                  <a:schemeClr val="dk1"/>
                </a:solidFill>
                <a:latin typeface="Play"/>
                <a:ea typeface="Play"/>
                <a:cs typeface="Play"/>
                <a:sym typeface="Play"/>
              </a:rPr>
              <a:t>Is consistent for all new and existing objects in all Regions</a:t>
            </a:r>
            <a:endParaRPr/>
          </a:p>
          <a:p>
            <a:pPr indent="-190500" lvl="0" marL="342900" rtl="0" algn="l">
              <a:lnSpc>
                <a:spcPct val="100000"/>
              </a:lnSpc>
              <a:spcBef>
                <a:spcPts val="0"/>
              </a:spcBef>
              <a:spcAft>
                <a:spcPts val="0"/>
              </a:spcAft>
              <a:buClr>
                <a:srgbClr val="232F3E"/>
              </a:buClr>
              <a:buSzPts val="2400"/>
              <a:buFont typeface="Arial"/>
              <a:buNone/>
            </a:pPr>
            <a:r>
              <a:t/>
            </a:r>
            <a:endParaRPr sz="2400">
              <a:solidFill>
                <a:schemeClr val="dk1"/>
              </a:solidFill>
              <a:latin typeface="Play"/>
              <a:ea typeface="Play"/>
              <a:cs typeface="Play"/>
              <a:sym typeface="Play"/>
            </a:endParaRPr>
          </a:p>
          <a:p>
            <a:pPr indent="-342900" lvl="0" marL="342900" rtl="0" algn="l">
              <a:lnSpc>
                <a:spcPct val="100000"/>
              </a:lnSpc>
              <a:spcBef>
                <a:spcPts val="0"/>
              </a:spcBef>
              <a:spcAft>
                <a:spcPts val="0"/>
              </a:spcAft>
              <a:buClr>
                <a:schemeClr val="dk1"/>
              </a:buClr>
              <a:buSzPts val="2400"/>
              <a:buFont typeface="Arial"/>
              <a:buChar char="•"/>
            </a:pPr>
            <a:r>
              <a:rPr lang="en-US" sz="2400">
                <a:solidFill>
                  <a:schemeClr val="dk1"/>
                </a:solidFill>
                <a:latin typeface="Play"/>
                <a:ea typeface="Play"/>
                <a:cs typeface="Play"/>
                <a:sym typeface="Play"/>
              </a:rPr>
              <a:t>Provides read-after-write consistency for all GET, LIST, PUT, and DELETE operations on objects in S3 buckets</a:t>
            </a:r>
            <a:endParaRPr/>
          </a:p>
          <a:p>
            <a:pPr indent="-190500" lvl="0" marL="342900" rtl="0" algn="l">
              <a:lnSpc>
                <a:spcPct val="100000"/>
              </a:lnSpc>
              <a:spcBef>
                <a:spcPts val="0"/>
              </a:spcBef>
              <a:spcAft>
                <a:spcPts val="0"/>
              </a:spcAft>
              <a:buClr>
                <a:srgbClr val="232F3E"/>
              </a:buClr>
              <a:buSzPts val="2400"/>
              <a:buFont typeface="Arial"/>
              <a:buNone/>
            </a:pPr>
            <a:r>
              <a:t/>
            </a:r>
            <a:endParaRPr sz="2400">
              <a:solidFill>
                <a:schemeClr val="dk1"/>
              </a:solidFill>
              <a:latin typeface="Play"/>
              <a:ea typeface="Play"/>
              <a:cs typeface="Play"/>
              <a:sym typeface="Play"/>
            </a:endParaRPr>
          </a:p>
          <a:p>
            <a:pPr indent="-342900" lvl="0" marL="342900" rtl="0" algn="l">
              <a:lnSpc>
                <a:spcPct val="100000"/>
              </a:lnSpc>
              <a:spcBef>
                <a:spcPts val="0"/>
              </a:spcBef>
              <a:spcAft>
                <a:spcPts val="0"/>
              </a:spcAft>
              <a:buClr>
                <a:schemeClr val="dk1"/>
              </a:buClr>
              <a:buSzPts val="2400"/>
              <a:buFont typeface="Arial"/>
              <a:buChar char="•"/>
            </a:pPr>
            <a:r>
              <a:rPr lang="en-US" sz="2400">
                <a:solidFill>
                  <a:schemeClr val="dk1"/>
                </a:solidFill>
                <a:latin typeface="Play"/>
                <a:ea typeface="Play"/>
                <a:cs typeface="Play"/>
                <a:sym typeface="Play"/>
              </a:rPr>
              <a:t>Offers an advantage for big data workloads</a:t>
            </a:r>
            <a:br>
              <a:rPr lang="en-US" sz="2400">
                <a:solidFill>
                  <a:schemeClr val="dk1"/>
                </a:solidFill>
                <a:latin typeface="Play"/>
                <a:ea typeface="Play"/>
                <a:cs typeface="Play"/>
                <a:sym typeface="Play"/>
              </a:rPr>
            </a:br>
            <a:endParaRPr sz="2400">
              <a:solidFill>
                <a:schemeClr val="dk1"/>
              </a:solidFill>
              <a:latin typeface="Play"/>
              <a:ea typeface="Play"/>
              <a:cs typeface="Play"/>
              <a:sym typeface="Play"/>
            </a:endParaRPr>
          </a:p>
          <a:p>
            <a:pPr indent="-342900" lvl="0" marL="342900" rtl="0" algn="l">
              <a:lnSpc>
                <a:spcPct val="100000"/>
              </a:lnSpc>
              <a:spcBef>
                <a:spcPts val="0"/>
              </a:spcBef>
              <a:spcAft>
                <a:spcPts val="0"/>
              </a:spcAft>
              <a:buClr>
                <a:schemeClr val="dk1"/>
              </a:buClr>
              <a:buSzPts val="2400"/>
              <a:buFont typeface="Arial"/>
              <a:buChar char="•"/>
            </a:pPr>
            <a:r>
              <a:rPr lang="en-US" sz="2400">
                <a:solidFill>
                  <a:schemeClr val="dk1"/>
                </a:solidFill>
                <a:latin typeface="Play"/>
                <a:ea typeface="Play"/>
                <a:cs typeface="Play"/>
                <a:sym typeface="Play"/>
              </a:rPr>
              <a:t>Simplifies the migration of on-premises analytics workloads</a:t>
            </a:r>
            <a:endParaRPr/>
          </a:p>
          <a:p>
            <a:pPr indent="0" lvl="0" marL="0" rtl="0" algn="l">
              <a:lnSpc>
                <a:spcPct val="100000"/>
              </a:lnSpc>
              <a:spcBef>
                <a:spcPts val="0"/>
              </a:spcBef>
              <a:spcAft>
                <a:spcPts val="0"/>
              </a:spcAft>
              <a:buClr>
                <a:srgbClr val="232F3E"/>
              </a:buClr>
              <a:buSzPts val="2400"/>
              <a:buNone/>
            </a:pPr>
            <a:r>
              <a:t/>
            </a:r>
            <a:endParaRPr sz="2400">
              <a:solidFill>
                <a:schemeClr val="dk1"/>
              </a:solidFill>
              <a:latin typeface="Play"/>
              <a:ea typeface="Play"/>
              <a:cs typeface="Play"/>
              <a:sym typeface="Play"/>
            </a:endParaRPr>
          </a:p>
          <a:p>
            <a:pPr indent="0" lvl="1" marL="457200" rtl="0" algn="l">
              <a:lnSpc>
                <a:spcPct val="90000"/>
              </a:lnSpc>
              <a:spcBef>
                <a:spcPts val="0"/>
              </a:spcBef>
              <a:spcAft>
                <a:spcPts val="0"/>
              </a:spcAft>
              <a:buClr>
                <a:srgbClr val="232F3E"/>
              </a:buClr>
              <a:buSzPts val="2400"/>
              <a:buNone/>
            </a:pPr>
            <a:r>
              <a:t/>
            </a:r>
            <a:endParaRPr>
              <a:solidFill>
                <a:schemeClr val="dk1"/>
              </a:solidFill>
              <a:latin typeface="Play"/>
              <a:ea typeface="Play"/>
              <a:cs typeface="Play"/>
              <a:sym typeface="Play"/>
            </a:endParaRPr>
          </a:p>
          <a:p>
            <a:pPr indent="0" lvl="0" marL="0" rtl="0" algn="l">
              <a:lnSpc>
                <a:spcPct val="100000"/>
              </a:lnSpc>
              <a:spcBef>
                <a:spcPts val="1200"/>
              </a:spcBef>
              <a:spcAft>
                <a:spcPts val="0"/>
              </a:spcAft>
              <a:buClr>
                <a:srgbClr val="232F3E"/>
              </a:buClr>
              <a:buSzPts val="1600"/>
              <a:buNone/>
            </a:pPr>
            <a:r>
              <a:t/>
            </a:r>
            <a:endParaRPr>
              <a:solidFill>
                <a:schemeClr val="dk1"/>
              </a:solidFill>
              <a:latin typeface="Play"/>
              <a:ea typeface="Play"/>
              <a:cs typeface="Play"/>
              <a:sym typeface="Play"/>
            </a:endParaRPr>
          </a:p>
        </p:txBody>
      </p:sp>
      <p:grpSp>
        <p:nvGrpSpPr>
          <p:cNvPr descr="A new object uploaded to S3 as version 1. Any immediate read back of that object will consistently be v1 which confirms read-after-write consistency for PUTS of new objects)." id="2347" name="Google Shape;2347;p45"/>
          <p:cNvGrpSpPr/>
          <p:nvPr/>
        </p:nvGrpSpPr>
        <p:grpSpPr>
          <a:xfrm>
            <a:off x="6816783" y="2243824"/>
            <a:ext cx="5056684" cy="1791568"/>
            <a:chOff x="6816783" y="2243824"/>
            <a:chExt cx="5056684" cy="1791568"/>
          </a:xfrm>
        </p:grpSpPr>
        <p:pic>
          <p:nvPicPr>
            <p:cNvPr id="2348" name="Google Shape;2348;p45"/>
            <p:cNvPicPr preferRelativeResize="0"/>
            <p:nvPr/>
          </p:nvPicPr>
          <p:blipFill rotWithShape="1">
            <a:blip r:embed="rId3">
              <a:alphaModFix/>
            </a:blip>
            <a:srcRect b="0" l="0" r="0" t="0"/>
            <a:stretch/>
          </p:blipFill>
          <p:spPr>
            <a:xfrm>
              <a:off x="6816783" y="2832790"/>
              <a:ext cx="721113" cy="721113"/>
            </a:xfrm>
            <a:prstGeom prst="rect">
              <a:avLst/>
            </a:prstGeom>
            <a:noFill/>
            <a:ln>
              <a:noFill/>
            </a:ln>
          </p:spPr>
        </p:pic>
        <p:cxnSp>
          <p:nvCxnSpPr>
            <p:cNvPr id="2349" name="Google Shape;2349;p45"/>
            <p:cNvCxnSpPr/>
            <p:nvPr/>
          </p:nvCxnSpPr>
          <p:spPr>
            <a:xfrm>
              <a:off x="7537896" y="3031208"/>
              <a:ext cx="3278075" cy="0"/>
            </a:xfrm>
            <a:prstGeom prst="straightConnector1">
              <a:avLst/>
            </a:prstGeom>
            <a:noFill/>
            <a:ln cap="flat" cmpd="sng" w="28575">
              <a:solidFill>
                <a:schemeClr val="accent1"/>
              </a:solidFill>
              <a:prstDash val="solid"/>
              <a:round/>
              <a:headEnd len="sm" w="sm" type="none"/>
              <a:tailEnd len="med" w="med" type="triangle"/>
            </a:ln>
          </p:spPr>
        </p:cxnSp>
        <p:cxnSp>
          <p:nvCxnSpPr>
            <p:cNvPr id="2350" name="Google Shape;2350;p45"/>
            <p:cNvCxnSpPr/>
            <p:nvPr/>
          </p:nvCxnSpPr>
          <p:spPr>
            <a:xfrm rot="10800000">
              <a:off x="8294027" y="3565702"/>
              <a:ext cx="2523909" cy="0"/>
            </a:xfrm>
            <a:prstGeom prst="straightConnector1">
              <a:avLst/>
            </a:prstGeom>
            <a:noFill/>
            <a:ln cap="flat" cmpd="sng" w="28575">
              <a:solidFill>
                <a:schemeClr val="accent1"/>
              </a:solidFill>
              <a:prstDash val="solid"/>
              <a:round/>
              <a:headEnd len="sm" w="sm" type="none"/>
              <a:tailEnd len="med" w="med" type="triangle"/>
            </a:ln>
          </p:spPr>
        </p:cxnSp>
        <p:pic>
          <p:nvPicPr>
            <p:cNvPr id="2351" name="Google Shape;2351;p45"/>
            <p:cNvPicPr preferRelativeResize="0"/>
            <p:nvPr/>
          </p:nvPicPr>
          <p:blipFill rotWithShape="1">
            <a:blip r:embed="rId4">
              <a:alphaModFix/>
            </a:blip>
            <a:srcRect b="0" l="0" r="0" t="0"/>
            <a:stretch/>
          </p:blipFill>
          <p:spPr>
            <a:xfrm>
              <a:off x="8863780" y="2243824"/>
              <a:ext cx="507749" cy="656484"/>
            </a:xfrm>
            <a:prstGeom prst="rect">
              <a:avLst/>
            </a:prstGeom>
            <a:noFill/>
            <a:ln>
              <a:noFill/>
            </a:ln>
          </p:spPr>
        </p:pic>
        <p:pic>
          <p:nvPicPr>
            <p:cNvPr id="2352" name="Google Shape;2352;p45"/>
            <p:cNvPicPr preferRelativeResize="0"/>
            <p:nvPr/>
          </p:nvPicPr>
          <p:blipFill rotWithShape="1">
            <a:blip r:embed="rId4">
              <a:alphaModFix/>
            </a:blip>
            <a:srcRect b="0" l="0" r="0" t="0"/>
            <a:stretch/>
          </p:blipFill>
          <p:spPr>
            <a:xfrm>
              <a:off x="7766618" y="3334005"/>
              <a:ext cx="507749" cy="656484"/>
            </a:xfrm>
            <a:prstGeom prst="rect">
              <a:avLst/>
            </a:prstGeom>
            <a:noFill/>
            <a:ln>
              <a:noFill/>
            </a:ln>
          </p:spPr>
        </p:pic>
        <p:sp>
          <p:nvSpPr>
            <p:cNvPr id="2353" name="Google Shape;2353;p45"/>
            <p:cNvSpPr txBox="1"/>
            <p:nvPr/>
          </p:nvSpPr>
          <p:spPr>
            <a:xfrm>
              <a:off x="10726401" y="3655509"/>
              <a:ext cx="1147066"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Play"/>
                <a:buNone/>
              </a:pPr>
              <a:r>
                <a:rPr b="0" i="0" lang="en-US" sz="1600" u="none" cap="none" strike="noStrike">
                  <a:solidFill>
                    <a:schemeClr val="dk1"/>
                  </a:solidFill>
                  <a:latin typeface="Play"/>
                  <a:ea typeface="Play"/>
                  <a:cs typeface="Play"/>
                  <a:sym typeface="Play"/>
                </a:rPr>
                <a:t>S3 bucket</a:t>
              </a:r>
              <a:endParaRPr/>
            </a:p>
          </p:txBody>
        </p:sp>
        <p:sp>
          <p:nvSpPr>
            <p:cNvPr id="2354" name="Google Shape;2354;p45"/>
            <p:cNvSpPr/>
            <p:nvPr/>
          </p:nvSpPr>
          <p:spPr>
            <a:xfrm>
              <a:off x="9186229" y="2716096"/>
              <a:ext cx="1192755" cy="233389"/>
            </a:xfrm>
            <a:prstGeom prst="rect">
              <a:avLst/>
            </a:prstGeom>
            <a:solidFill>
              <a:schemeClr val="accent5"/>
            </a:solidFill>
            <a:ln cap="flat" cmpd="sng" w="10775">
              <a:solidFill>
                <a:srgbClr val="003B5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Play"/>
                <a:buNone/>
              </a:pPr>
              <a:r>
                <a:rPr b="0" i="0" lang="en-US" sz="1600" u="none" cap="none" strike="noStrike">
                  <a:solidFill>
                    <a:srgbClr val="FFFFFF"/>
                  </a:solidFill>
                  <a:latin typeface="Play"/>
                  <a:ea typeface="Play"/>
                  <a:cs typeface="Play"/>
                  <a:sym typeface="Play"/>
                </a:rPr>
                <a:t>Version 2</a:t>
              </a:r>
              <a:endParaRPr/>
            </a:p>
          </p:txBody>
        </p:sp>
        <p:sp>
          <p:nvSpPr>
            <p:cNvPr id="2355" name="Google Shape;2355;p45"/>
            <p:cNvSpPr txBox="1"/>
            <p:nvPr/>
          </p:nvSpPr>
          <p:spPr>
            <a:xfrm>
              <a:off x="8354340" y="2476702"/>
              <a:ext cx="569387"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Play"/>
                <a:buNone/>
              </a:pPr>
              <a:r>
                <a:rPr b="0" i="0" lang="en-US" sz="1600" u="none" cap="none" strike="noStrike">
                  <a:solidFill>
                    <a:schemeClr val="dk1"/>
                  </a:solidFill>
                  <a:latin typeface="Play"/>
                  <a:ea typeface="Play"/>
                  <a:cs typeface="Play"/>
                  <a:sym typeface="Play"/>
                </a:rPr>
                <a:t>PUT</a:t>
              </a:r>
              <a:endParaRPr/>
            </a:p>
          </p:txBody>
        </p:sp>
        <p:sp>
          <p:nvSpPr>
            <p:cNvPr id="2356" name="Google Shape;2356;p45"/>
            <p:cNvSpPr txBox="1"/>
            <p:nvPr/>
          </p:nvSpPr>
          <p:spPr>
            <a:xfrm>
              <a:off x="8358141" y="3207275"/>
              <a:ext cx="2519977"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Play"/>
                <a:buNone/>
              </a:pPr>
              <a:r>
                <a:rPr b="0" i="0" lang="en-US" sz="1600" u="none" cap="none" strike="noStrike">
                  <a:solidFill>
                    <a:schemeClr val="dk1"/>
                  </a:solidFill>
                  <a:latin typeface="Play"/>
                  <a:ea typeface="Play"/>
                  <a:cs typeface="Play"/>
                  <a:sym typeface="Play"/>
                </a:rPr>
                <a:t>Read (even if immediate)</a:t>
              </a:r>
              <a:endParaRPr/>
            </a:p>
          </p:txBody>
        </p:sp>
        <p:sp>
          <p:nvSpPr>
            <p:cNvPr id="2357" name="Google Shape;2357;p45"/>
            <p:cNvSpPr/>
            <p:nvPr/>
          </p:nvSpPr>
          <p:spPr>
            <a:xfrm>
              <a:off x="8020492" y="3802003"/>
              <a:ext cx="1192755" cy="233389"/>
            </a:xfrm>
            <a:prstGeom prst="rect">
              <a:avLst/>
            </a:prstGeom>
            <a:solidFill>
              <a:schemeClr val="accent5"/>
            </a:solidFill>
            <a:ln cap="flat" cmpd="sng" w="10775">
              <a:solidFill>
                <a:srgbClr val="003B5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Play"/>
                <a:buNone/>
              </a:pPr>
              <a:r>
                <a:rPr b="0" i="0" lang="en-US" sz="1600" u="none" cap="none" strike="noStrike">
                  <a:solidFill>
                    <a:srgbClr val="FFFFFF"/>
                  </a:solidFill>
                  <a:latin typeface="Play"/>
                  <a:ea typeface="Play"/>
                  <a:cs typeface="Play"/>
                  <a:sym typeface="Play"/>
                </a:rPr>
                <a:t>Version 2</a:t>
              </a:r>
              <a:endParaRPr/>
            </a:p>
          </p:txBody>
        </p:sp>
        <p:pic>
          <p:nvPicPr>
            <p:cNvPr descr="Bucket with objects resource icon for the Amazon S3 service." id="2358" name="Google Shape;2358;p45"/>
            <p:cNvPicPr preferRelativeResize="0"/>
            <p:nvPr/>
          </p:nvPicPr>
          <p:blipFill rotWithShape="1">
            <a:blip r:embed="rId5">
              <a:alphaModFix/>
            </a:blip>
            <a:srcRect b="0" l="0" r="0" t="0"/>
            <a:stretch/>
          </p:blipFill>
          <p:spPr>
            <a:xfrm>
              <a:off x="10959214" y="2878530"/>
              <a:ext cx="776979" cy="776979"/>
            </a:xfrm>
            <a:prstGeom prst="rect">
              <a:avLst/>
            </a:prstGeom>
            <a:noFill/>
            <a:ln>
              <a:noFill/>
            </a:ln>
          </p:spPr>
        </p:pic>
      </p:gr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2" name="Shape 2362"/>
        <p:cNvGrpSpPr/>
        <p:nvPr/>
      </p:nvGrpSpPr>
      <p:grpSpPr>
        <a:xfrm>
          <a:off x="0" y="0"/>
          <a:ext cx="0" cy="0"/>
          <a:chOff x="0" y="0"/>
          <a:chExt cx="0" cy="0"/>
        </a:xfrm>
      </p:grpSpPr>
      <p:sp>
        <p:nvSpPr>
          <p:cNvPr id="2363" name="Google Shape;2363;p46"/>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364" name="Google Shape;2364;p46"/>
          <p:cNvSpPr txBox="1"/>
          <p:nvPr>
            <p:ph type="title"/>
          </p:nvPr>
        </p:nvSpPr>
        <p:spPr>
          <a:xfrm>
            <a:off x="243242" y="292099"/>
            <a:ext cx="4062057" cy="1866901"/>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lt1"/>
              </a:buClr>
              <a:buSzPts val="3600"/>
              <a:buFont typeface="Play"/>
              <a:buNone/>
            </a:pPr>
            <a:r>
              <a:rPr lang="en-US"/>
              <a:t>Key takeaways: Storing content with Amazon S3</a:t>
            </a:r>
            <a:endParaRPr/>
          </a:p>
        </p:txBody>
      </p:sp>
      <p:sp>
        <p:nvSpPr>
          <p:cNvPr id="2365" name="Google Shape;2365;p46"/>
          <p:cNvSpPr txBox="1"/>
          <p:nvPr>
            <p:ph idx="1" type="body"/>
          </p:nvPr>
        </p:nvSpPr>
        <p:spPr>
          <a:xfrm>
            <a:off x="4592635" y="292099"/>
            <a:ext cx="7239701" cy="6142651"/>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000"/>
              <a:buChar char="•"/>
            </a:pPr>
            <a:r>
              <a:rPr lang="en-US" sz="2000">
                <a:solidFill>
                  <a:schemeClr val="dk1"/>
                </a:solidFill>
              </a:rPr>
              <a:t>S3 Standard storage is appropriate for cloud applications, dynamic websites, content distribution, mobile and gaming applications, and big data analytics. </a:t>
            </a:r>
            <a:endParaRPr/>
          </a:p>
          <a:p>
            <a:pPr indent="-228600" lvl="0" marL="228600" rtl="0" algn="l">
              <a:lnSpc>
                <a:spcPct val="100000"/>
              </a:lnSpc>
              <a:spcBef>
                <a:spcPts val="1200"/>
              </a:spcBef>
              <a:spcAft>
                <a:spcPts val="0"/>
              </a:spcAft>
              <a:buClr>
                <a:schemeClr val="dk1"/>
              </a:buClr>
              <a:buSzPts val="2000"/>
              <a:buChar char="•"/>
            </a:pPr>
            <a:r>
              <a:rPr lang="en-US" sz="2000">
                <a:solidFill>
                  <a:schemeClr val="dk1"/>
                </a:solidFill>
              </a:rPr>
              <a:t>Set an S3 lifecycle policy and your data will automatically transfer to a different storage class without any changes to your application. </a:t>
            </a:r>
            <a:endParaRPr/>
          </a:p>
          <a:p>
            <a:pPr indent="-228600" lvl="0" marL="228600" rtl="0" algn="l">
              <a:lnSpc>
                <a:spcPct val="100000"/>
              </a:lnSpc>
              <a:spcBef>
                <a:spcPts val="1200"/>
              </a:spcBef>
              <a:spcAft>
                <a:spcPts val="0"/>
              </a:spcAft>
              <a:buClr>
                <a:schemeClr val="dk1"/>
              </a:buClr>
              <a:buSzPts val="2000"/>
              <a:buChar char="•"/>
            </a:pPr>
            <a:r>
              <a:rPr lang="en-US" sz="2000">
                <a:solidFill>
                  <a:schemeClr val="dk1"/>
                </a:solidFill>
              </a:rPr>
              <a:t>Recover from both unintended user actions and application failures by using versioning.</a:t>
            </a:r>
            <a:endParaRPr/>
          </a:p>
          <a:p>
            <a:pPr indent="-228600" lvl="0" marL="228600" rtl="0" algn="l">
              <a:lnSpc>
                <a:spcPct val="100000"/>
              </a:lnSpc>
              <a:spcBef>
                <a:spcPts val="1200"/>
              </a:spcBef>
              <a:spcAft>
                <a:spcPts val="0"/>
              </a:spcAft>
              <a:buClr>
                <a:schemeClr val="dk1"/>
              </a:buClr>
              <a:buSzPts val="2000"/>
              <a:buChar char="•"/>
            </a:pPr>
            <a:r>
              <a:rPr lang="en-US" sz="2000">
                <a:solidFill>
                  <a:schemeClr val="dk1"/>
                </a:solidFill>
              </a:rPr>
              <a:t>CORS defines a way for client web applications that are loaded in one domain to interact with resources in a different domain. </a:t>
            </a:r>
            <a:endParaRPr/>
          </a:p>
          <a:p>
            <a:pPr indent="-228600" lvl="0" marL="228600" rtl="0" algn="l">
              <a:lnSpc>
                <a:spcPct val="100000"/>
              </a:lnSpc>
              <a:spcBef>
                <a:spcPts val="1200"/>
              </a:spcBef>
              <a:spcAft>
                <a:spcPts val="0"/>
              </a:spcAft>
              <a:buClr>
                <a:schemeClr val="dk1"/>
              </a:buClr>
              <a:buSzPts val="2000"/>
              <a:buChar char="•"/>
            </a:pPr>
            <a:r>
              <a:rPr lang="en-US" sz="2000">
                <a:solidFill>
                  <a:schemeClr val="dk1"/>
                </a:solidFill>
              </a:rPr>
              <a:t>The Amazon S3 data consistency model simplifies the migration of on-premises analytics workloads by removing the need to make changes to support applications. </a:t>
            </a:r>
            <a:endParaRPr/>
          </a:p>
        </p:txBody>
      </p:sp>
      <p:pic>
        <p:nvPicPr>
          <p:cNvPr id="2366" name="Google Shape;2366;p46"/>
          <p:cNvPicPr preferRelativeResize="0"/>
          <p:nvPr/>
        </p:nvPicPr>
        <p:blipFill rotWithShape="1">
          <a:blip r:embed="rId3">
            <a:alphaModFix/>
          </a:blip>
          <a:srcRect b="0" l="0" r="0" t="0"/>
          <a:stretch/>
        </p:blipFill>
        <p:spPr>
          <a:xfrm>
            <a:off x="968565" y="2892425"/>
            <a:ext cx="2511045" cy="27432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0" name="Shape 2370"/>
        <p:cNvGrpSpPr/>
        <p:nvPr/>
      </p:nvGrpSpPr>
      <p:grpSpPr>
        <a:xfrm>
          <a:off x="0" y="0"/>
          <a:ext cx="0" cy="0"/>
          <a:chOff x="0" y="0"/>
          <a:chExt cx="0" cy="0"/>
        </a:xfrm>
      </p:grpSpPr>
      <p:sp>
        <p:nvSpPr>
          <p:cNvPr id="2371" name="Google Shape;2371;p47"/>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372" name="Google Shape;2372;p47"/>
          <p:cNvSpPr txBox="1"/>
          <p:nvPr>
            <p:ph type="title"/>
          </p:nvPr>
        </p:nvSpPr>
        <p:spPr>
          <a:xfrm>
            <a:off x="457200" y="2545492"/>
            <a:ext cx="11375136" cy="244687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4800"/>
              <a:buFont typeface="Play"/>
              <a:buNone/>
            </a:pPr>
            <a:r>
              <a:rPr lang="en-US"/>
              <a:t>Designing with Amazon S3</a:t>
            </a:r>
            <a:endParaRPr/>
          </a:p>
        </p:txBody>
      </p:sp>
      <p:sp>
        <p:nvSpPr>
          <p:cNvPr id="2373" name="Google Shape;2373;p47"/>
          <p:cNvSpPr txBox="1"/>
          <p:nvPr>
            <p:ph idx="1" type="subTitle"/>
          </p:nvPr>
        </p:nvSpPr>
        <p:spPr>
          <a:xfrm>
            <a:off x="457200" y="5040376"/>
            <a:ext cx="11375136" cy="99589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3200"/>
              <a:buNone/>
            </a:pPr>
            <a:r>
              <a:rPr lang="en-US"/>
              <a:t>Adding a Storage Layer with Amazon S3</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7" name="Shape 2377"/>
        <p:cNvGrpSpPr/>
        <p:nvPr/>
      </p:nvGrpSpPr>
      <p:grpSpPr>
        <a:xfrm>
          <a:off x="0" y="0"/>
          <a:ext cx="0" cy="0"/>
          <a:chOff x="0" y="0"/>
          <a:chExt cx="0" cy="0"/>
        </a:xfrm>
      </p:grpSpPr>
      <p:sp>
        <p:nvSpPr>
          <p:cNvPr id="2378" name="Google Shape;2378;p48"/>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379" name="Google Shape;2379;p48"/>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2F3E"/>
              </a:buClr>
              <a:buSzPts val="3600"/>
              <a:buFont typeface="Play"/>
              <a:buNone/>
            </a:pPr>
            <a:r>
              <a:rPr lang="en-US"/>
              <a:t>Amazon S3 default security configurations</a:t>
            </a:r>
            <a:endParaRPr/>
          </a:p>
        </p:txBody>
      </p:sp>
      <p:sp>
        <p:nvSpPr>
          <p:cNvPr id="2380" name="Google Shape;2380;p48"/>
          <p:cNvSpPr txBox="1"/>
          <p:nvPr>
            <p:ph idx="1" type="body"/>
          </p:nvPr>
        </p:nvSpPr>
        <p:spPr>
          <a:xfrm>
            <a:off x="365760" y="1097280"/>
            <a:ext cx="10847672" cy="5330952"/>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rgbClr val="232F3E"/>
              </a:buClr>
              <a:buSzPts val="2800"/>
              <a:buChar char="•"/>
            </a:pPr>
            <a:r>
              <a:rPr lang="en-US"/>
              <a:t>S3 buckets and objects created are private and protected by default.</a:t>
            </a:r>
            <a:endParaRPr/>
          </a:p>
          <a:p>
            <a:pPr indent="-228600" lvl="0" marL="228600" rtl="0" algn="l">
              <a:lnSpc>
                <a:spcPct val="100000"/>
              </a:lnSpc>
              <a:spcBef>
                <a:spcPts val="1200"/>
              </a:spcBef>
              <a:spcAft>
                <a:spcPts val="0"/>
              </a:spcAft>
              <a:buClr>
                <a:srgbClr val="232F3E"/>
              </a:buClr>
              <a:buSzPts val="2800"/>
              <a:buChar char="•"/>
            </a:pPr>
            <a:r>
              <a:rPr lang="en-US"/>
              <a:t>S3 buckets have encryption configured by default.</a:t>
            </a:r>
            <a:endParaRPr/>
          </a:p>
          <a:p>
            <a:pPr indent="-228600" lvl="0" marL="228600" rtl="0" algn="l">
              <a:lnSpc>
                <a:spcPct val="100000"/>
              </a:lnSpc>
              <a:spcBef>
                <a:spcPts val="1200"/>
              </a:spcBef>
              <a:spcAft>
                <a:spcPts val="0"/>
              </a:spcAft>
              <a:buClr>
                <a:srgbClr val="232F3E"/>
              </a:buClr>
              <a:buSzPts val="2800"/>
              <a:buChar char="•"/>
            </a:pPr>
            <a:r>
              <a:rPr lang="en-US"/>
              <a:t>Server-side encryption with Amazon S3 managed keys (SSE-S3) is the default encryption.</a:t>
            </a:r>
            <a:endParaRPr/>
          </a:p>
          <a:p>
            <a:pPr indent="0" lvl="0" marL="0" rtl="0" algn="l">
              <a:lnSpc>
                <a:spcPct val="100000"/>
              </a:lnSpc>
              <a:spcBef>
                <a:spcPts val="1200"/>
              </a:spcBef>
              <a:spcAft>
                <a:spcPts val="0"/>
              </a:spcAft>
              <a:buClr>
                <a:srgbClr val="232F3E"/>
              </a:buClr>
              <a:buSzPts val="2800"/>
              <a:buNone/>
            </a:pPr>
            <a:r>
              <a:rPr lang="en-US"/>
              <a:t>When use cases must share Amazon S3 data, do the following:</a:t>
            </a:r>
            <a:endParaRPr/>
          </a:p>
          <a:p>
            <a:pPr indent="-285750" lvl="0" marL="285750" rtl="0" algn="l">
              <a:lnSpc>
                <a:spcPct val="100000"/>
              </a:lnSpc>
              <a:spcBef>
                <a:spcPts val="1200"/>
              </a:spcBef>
              <a:spcAft>
                <a:spcPts val="0"/>
              </a:spcAft>
              <a:buClr>
                <a:srgbClr val="232F3E"/>
              </a:buClr>
              <a:buSzPts val="2800"/>
              <a:buFont typeface="Arial"/>
              <a:buChar char="•"/>
            </a:pPr>
            <a:r>
              <a:rPr lang="en-US"/>
              <a:t>Manage and control the data access.</a:t>
            </a:r>
            <a:endParaRPr/>
          </a:p>
          <a:p>
            <a:pPr indent="-285750" lvl="0" marL="285750" rtl="0" algn="l">
              <a:lnSpc>
                <a:spcPct val="100000"/>
              </a:lnSpc>
              <a:spcBef>
                <a:spcPts val="1200"/>
              </a:spcBef>
              <a:spcAft>
                <a:spcPts val="0"/>
              </a:spcAft>
              <a:buClr>
                <a:srgbClr val="232F3E"/>
              </a:buClr>
              <a:buSzPts val="2800"/>
              <a:buFont typeface="Arial"/>
              <a:buChar char="•"/>
            </a:pPr>
            <a:r>
              <a:rPr lang="en-US"/>
              <a:t>Follow the principle of least privilege.</a:t>
            </a:r>
            <a:endParaRPr/>
          </a:p>
          <a:p>
            <a:pPr indent="-50800" lvl="0" marL="228600" rtl="0" algn="l">
              <a:lnSpc>
                <a:spcPct val="100000"/>
              </a:lnSpc>
              <a:spcBef>
                <a:spcPts val="1200"/>
              </a:spcBef>
              <a:spcAft>
                <a:spcPts val="0"/>
              </a:spcAft>
              <a:buClr>
                <a:srgbClr val="232F3E"/>
              </a:buClr>
              <a:buSzPts val="2800"/>
              <a:buNone/>
            </a:pPr>
            <a:r>
              <a:t/>
            </a:r>
            <a:endParaRPr/>
          </a:p>
          <a:p>
            <a:pPr indent="-76200" lvl="1" marL="457200" rtl="0" algn="l">
              <a:lnSpc>
                <a:spcPct val="100000"/>
              </a:lnSpc>
              <a:spcBef>
                <a:spcPts val="1200"/>
              </a:spcBef>
              <a:spcAft>
                <a:spcPts val="0"/>
              </a:spcAft>
              <a:buClr>
                <a:srgbClr val="232F3E"/>
              </a:buClr>
              <a:buSzPts val="2400"/>
              <a:buNone/>
            </a:pPr>
            <a:r>
              <a:t/>
            </a:r>
            <a:endParaRPr/>
          </a:p>
          <a:p>
            <a:pPr indent="-50800" lvl="0" marL="228600" rtl="0" algn="l">
              <a:lnSpc>
                <a:spcPct val="100000"/>
              </a:lnSpc>
              <a:spcBef>
                <a:spcPts val="1200"/>
              </a:spcBef>
              <a:spcAft>
                <a:spcPts val="0"/>
              </a:spcAft>
              <a:buClr>
                <a:srgbClr val="232F3E"/>
              </a:buClr>
              <a:buSzPts val="2800"/>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4" name="Shape 2384"/>
        <p:cNvGrpSpPr/>
        <p:nvPr/>
      </p:nvGrpSpPr>
      <p:grpSpPr>
        <a:xfrm>
          <a:off x="0" y="0"/>
          <a:ext cx="0" cy="0"/>
          <a:chOff x="0" y="0"/>
          <a:chExt cx="0" cy="0"/>
        </a:xfrm>
      </p:grpSpPr>
      <p:sp>
        <p:nvSpPr>
          <p:cNvPr id="2385" name="Google Shape;2385;p49"/>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386" name="Google Shape;2386;p49"/>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2F3E"/>
              </a:buClr>
              <a:buSzPts val="3600"/>
              <a:buFont typeface="Play"/>
              <a:buNone/>
            </a:pPr>
            <a:r>
              <a:rPr lang="en-US"/>
              <a:t>Encrypting objects in Amazon S3</a:t>
            </a:r>
            <a:endParaRPr/>
          </a:p>
        </p:txBody>
      </p:sp>
      <p:sp>
        <p:nvSpPr>
          <p:cNvPr id="2387" name="Google Shape;2387;p49"/>
          <p:cNvSpPr txBox="1"/>
          <p:nvPr>
            <p:ph idx="4294967295" type="body"/>
          </p:nvPr>
        </p:nvSpPr>
        <p:spPr>
          <a:xfrm>
            <a:off x="352926" y="1336508"/>
            <a:ext cx="11474639" cy="486550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400"/>
              <a:buNone/>
            </a:pPr>
            <a:r>
              <a:rPr lang="en-US" sz="2400">
                <a:solidFill>
                  <a:schemeClr val="dk1"/>
                </a:solidFill>
                <a:latin typeface="Play"/>
                <a:ea typeface="Play"/>
                <a:cs typeface="Play"/>
                <a:sym typeface="Play"/>
              </a:rPr>
              <a:t>Encryption encodes data with a secret key, which makes it unreadable without a key.</a:t>
            </a:r>
            <a:endParaRPr/>
          </a:p>
          <a:p>
            <a:pPr indent="-228600" lvl="0" marL="228600" rtl="0" algn="l">
              <a:lnSpc>
                <a:spcPct val="90000"/>
              </a:lnSpc>
              <a:spcBef>
                <a:spcPts val="1200"/>
              </a:spcBef>
              <a:spcAft>
                <a:spcPts val="0"/>
              </a:spcAft>
              <a:buClr>
                <a:schemeClr val="dk1"/>
              </a:buClr>
              <a:buSzPts val="2400"/>
              <a:buChar char="•"/>
            </a:pPr>
            <a:r>
              <a:rPr lang="en-US" sz="2400">
                <a:solidFill>
                  <a:schemeClr val="dk1"/>
                </a:solidFill>
                <a:latin typeface="Play"/>
                <a:ea typeface="Play"/>
                <a:cs typeface="Play"/>
                <a:sym typeface="Play"/>
              </a:rPr>
              <a:t>Server-side encryption</a:t>
            </a:r>
            <a:endParaRPr/>
          </a:p>
          <a:p>
            <a:pPr indent="-228600" lvl="1" marL="685800" rtl="0" algn="l">
              <a:lnSpc>
                <a:spcPct val="90000"/>
              </a:lnSpc>
              <a:spcBef>
                <a:spcPts val="1200"/>
              </a:spcBef>
              <a:spcAft>
                <a:spcPts val="0"/>
              </a:spcAft>
              <a:buClr>
                <a:schemeClr val="dk1"/>
              </a:buClr>
              <a:buSzPts val="2400"/>
              <a:buChar char="•"/>
            </a:pPr>
            <a:r>
              <a:rPr lang="en-US">
                <a:solidFill>
                  <a:schemeClr val="dk1"/>
                </a:solidFill>
                <a:latin typeface="Play"/>
                <a:ea typeface="Play"/>
                <a:cs typeface="Play"/>
                <a:sym typeface="Play"/>
              </a:rPr>
              <a:t>Amazon S3 encrypts objects before it saves the objects to disk and decrypts the objects when you download them.</a:t>
            </a:r>
            <a:endParaRPr/>
          </a:p>
          <a:p>
            <a:pPr indent="-228600" lvl="1" marL="685800" rtl="0" algn="l">
              <a:lnSpc>
                <a:spcPct val="90000"/>
              </a:lnSpc>
              <a:spcBef>
                <a:spcPts val="1200"/>
              </a:spcBef>
              <a:spcAft>
                <a:spcPts val="0"/>
              </a:spcAft>
              <a:buClr>
                <a:schemeClr val="dk1"/>
              </a:buClr>
              <a:buSzPts val="2400"/>
              <a:buChar char="•"/>
            </a:pPr>
            <a:r>
              <a:rPr lang="en-US">
                <a:solidFill>
                  <a:schemeClr val="dk1"/>
                </a:solidFill>
                <a:latin typeface="Play"/>
                <a:ea typeface="Play"/>
                <a:cs typeface="Play"/>
                <a:sym typeface="Play"/>
              </a:rPr>
              <a:t>Enable this feature by selecting the default encryption option on the bucket.</a:t>
            </a:r>
            <a:endParaRPr/>
          </a:p>
          <a:p>
            <a:pPr indent="-228600" lvl="0" marL="228600" rtl="0" algn="l">
              <a:lnSpc>
                <a:spcPct val="90000"/>
              </a:lnSpc>
              <a:spcBef>
                <a:spcPts val="1200"/>
              </a:spcBef>
              <a:spcAft>
                <a:spcPts val="0"/>
              </a:spcAft>
              <a:buClr>
                <a:schemeClr val="dk1"/>
              </a:buClr>
              <a:buSzPts val="2400"/>
              <a:buChar char="•"/>
            </a:pPr>
            <a:r>
              <a:rPr lang="en-US" sz="2400">
                <a:solidFill>
                  <a:schemeClr val="dk1"/>
                </a:solidFill>
                <a:latin typeface="Play"/>
                <a:ea typeface="Play"/>
                <a:cs typeface="Play"/>
                <a:sym typeface="Play"/>
              </a:rPr>
              <a:t>Client-side encryption</a:t>
            </a:r>
            <a:endParaRPr/>
          </a:p>
          <a:p>
            <a:pPr indent="-228600" lvl="1" marL="685800" rtl="0" algn="l">
              <a:lnSpc>
                <a:spcPct val="90000"/>
              </a:lnSpc>
              <a:spcBef>
                <a:spcPts val="1200"/>
              </a:spcBef>
              <a:spcAft>
                <a:spcPts val="0"/>
              </a:spcAft>
              <a:buClr>
                <a:schemeClr val="dk1"/>
              </a:buClr>
              <a:buSzPts val="2400"/>
              <a:buChar char="•"/>
            </a:pPr>
            <a:r>
              <a:rPr lang="en-US">
                <a:solidFill>
                  <a:schemeClr val="dk1"/>
                </a:solidFill>
                <a:latin typeface="Play"/>
                <a:ea typeface="Play"/>
                <a:cs typeface="Play"/>
                <a:sym typeface="Play"/>
              </a:rPr>
              <a:t>Encrypt data on the client side and upload the encrypted data to Amazon S3.</a:t>
            </a:r>
            <a:endParaRPr/>
          </a:p>
          <a:p>
            <a:pPr indent="-228600" lvl="1" marL="685800" rtl="0" algn="l">
              <a:lnSpc>
                <a:spcPct val="90000"/>
              </a:lnSpc>
              <a:spcBef>
                <a:spcPts val="1200"/>
              </a:spcBef>
              <a:spcAft>
                <a:spcPts val="0"/>
              </a:spcAft>
              <a:buClr>
                <a:schemeClr val="dk1"/>
              </a:buClr>
              <a:buSzPts val="2400"/>
              <a:buChar char="•"/>
            </a:pPr>
            <a:r>
              <a:rPr lang="en-US">
                <a:solidFill>
                  <a:schemeClr val="dk1"/>
                </a:solidFill>
                <a:latin typeface="Play"/>
                <a:ea typeface="Play"/>
                <a:cs typeface="Play"/>
                <a:sym typeface="Play"/>
              </a:rPr>
              <a:t>In this case, you manage the encryption process.</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1" name="Shape 2391"/>
        <p:cNvGrpSpPr/>
        <p:nvPr/>
      </p:nvGrpSpPr>
      <p:grpSpPr>
        <a:xfrm>
          <a:off x="0" y="0"/>
          <a:ext cx="0" cy="0"/>
          <a:chOff x="0" y="0"/>
          <a:chExt cx="0" cy="0"/>
        </a:xfrm>
      </p:grpSpPr>
      <p:sp>
        <p:nvSpPr>
          <p:cNvPr id="2392" name="Google Shape;2392;p50"/>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393" name="Google Shape;2393;p50"/>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232F3E"/>
              </a:buClr>
              <a:buSzPct val="100000"/>
              <a:buFont typeface="Play"/>
              <a:buNone/>
            </a:pPr>
            <a:r>
              <a:rPr lang="en-US"/>
              <a:t>Amazon S3 tools for protecting buckets and objects</a:t>
            </a:r>
            <a:endParaRPr/>
          </a:p>
        </p:txBody>
      </p:sp>
      <p:graphicFrame>
        <p:nvGraphicFramePr>
          <p:cNvPr id="2394" name="Google Shape;2394;p50"/>
          <p:cNvGraphicFramePr/>
          <p:nvPr/>
        </p:nvGraphicFramePr>
        <p:xfrm>
          <a:off x="564469" y="1371109"/>
          <a:ext cx="3000000" cy="3000000"/>
        </p:xfrm>
        <a:graphic>
          <a:graphicData uri="http://schemas.openxmlformats.org/drawingml/2006/table">
            <a:tbl>
              <a:tblPr bandRow="1" firstRow="1">
                <a:noFill/>
                <a:tableStyleId>{60223444-1132-4FAA-9405-773630814508}</a:tableStyleId>
              </a:tblPr>
              <a:tblGrid>
                <a:gridCol w="3556675"/>
                <a:gridCol w="7577475"/>
              </a:tblGrid>
              <a:tr h="533150">
                <a:tc>
                  <a:txBody>
                    <a:bodyPr/>
                    <a:lstStyle/>
                    <a:p>
                      <a:pPr indent="0" lvl="0" marL="0" marR="0" rtl="0" algn="l">
                        <a:spcBef>
                          <a:spcPts val="0"/>
                        </a:spcBef>
                        <a:spcAft>
                          <a:spcPts val="0"/>
                        </a:spcAft>
                        <a:buNone/>
                      </a:pPr>
                      <a:r>
                        <a:rPr b="0" lang="en-US" sz="2000">
                          <a:solidFill>
                            <a:schemeClr val="lt1"/>
                          </a:solidFill>
                          <a:latin typeface="Play"/>
                          <a:ea typeface="Play"/>
                          <a:cs typeface="Play"/>
                          <a:sym typeface="Play"/>
                        </a:rPr>
                        <a:t>Tool</a:t>
                      </a:r>
                      <a:endParaRPr/>
                    </a:p>
                  </a:txBody>
                  <a:tcPr marT="37675" marB="37675" marR="75325" marL="150650" anchor="ctr"/>
                </a:tc>
                <a:tc>
                  <a:txBody>
                    <a:bodyPr/>
                    <a:lstStyle/>
                    <a:p>
                      <a:pPr indent="0" lvl="0" marL="0" marR="0" rtl="0" algn="l">
                        <a:spcBef>
                          <a:spcPts val="0"/>
                        </a:spcBef>
                        <a:spcAft>
                          <a:spcPts val="0"/>
                        </a:spcAft>
                        <a:buNone/>
                      </a:pPr>
                      <a:r>
                        <a:rPr lang="en-US" sz="2000">
                          <a:solidFill>
                            <a:schemeClr val="lt1"/>
                          </a:solidFill>
                          <a:latin typeface="Play"/>
                          <a:ea typeface="Play"/>
                          <a:cs typeface="Play"/>
                          <a:sym typeface="Play"/>
                        </a:rPr>
                        <a:t>Description</a:t>
                      </a:r>
                      <a:endParaRPr b="1" sz="2000">
                        <a:solidFill>
                          <a:schemeClr val="lt1"/>
                        </a:solidFill>
                        <a:latin typeface="Play"/>
                        <a:ea typeface="Play"/>
                        <a:cs typeface="Play"/>
                        <a:sym typeface="Play"/>
                      </a:endParaRPr>
                    </a:p>
                  </a:txBody>
                  <a:tcPr marT="37675" marB="37675" marR="75325" marL="150650" anchor="ctr"/>
                </a:tc>
              </a:tr>
              <a:tr h="533150">
                <a:tc>
                  <a:txBody>
                    <a:bodyPr/>
                    <a:lstStyle/>
                    <a:p>
                      <a:pPr indent="0" lvl="0" marL="0" marR="0" rtl="0" algn="l">
                        <a:spcBef>
                          <a:spcPts val="0"/>
                        </a:spcBef>
                        <a:spcAft>
                          <a:spcPts val="0"/>
                        </a:spcAft>
                        <a:buNone/>
                      </a:pPr>
                      <a:r>
                        <a:rPr lang="en-US" sz="2000">
                          <a:latin typeface="Play"/>
                          <a:ea typeface="Play"/>
                          <a:cs typeface="Play"/>
                          <a:sym typeface="Play"/>
                        </a:rPr>
                        <a:t>Block Public Access feature</a:t>
                      </a:r>
                      <a:endParaRPr sz="2000">
                        <a:solidFill>
                          <a:srgbClr val="232F3E"/>
                        </a:solidFill>
                        <a:latin typeface="Play"/>
                        <a:ea typeface="Play"/>
                        <a:cs typeface="Play"/>
                        <a:sym typeface="Play"/>
                      </a:endParaRPr>
                    </a:p>
                  </a:txBody>
                  <a:tcPr marT="37675" marB="37675" marR="75325" marL="150650" anchor="ctr"/>
                </a:tc>
                <a:tc>
                  <a:txBody>
                    <a:bodyPr/>
                    <a:lstStyle/>
                    <a:p>
                      <a:pPr indent="0" lvl="0" marL="0" marR="0" rtl="0" algn="l">
                        <a:spcBef>
                          <a:spcPts val="0"/>
                        </a:spcBef>
                        <a:spcAft>
                          <a:spcPts val="0"/>
                        </a:spcAft>
                        <a:buNone/>
                      </a:pPr>
                      <a:r>
                        <a:rPr lang="en-US" sz="2000">
                          <a:latin typeface="Play"/>
                          <a:ea typeface="Play"/>
                          <a:cs typeface="Play"/>
                          <a:sym typeface="Play"/>
                        </a:rPr>
                        <a:t>Makes buckets inaccessible to the public</a:t>
                      </a:r>
                      <a:endParaRPr/>
                    </a:p>
                  </a:txBody>
                  <a:tcPr marT="37675" marB="37675" marR="75325" marL="150650" anchor="ctr"/>
                </a:tc>
              </a:tr>
              <a:tr h="533150">
                <a:tc>
                  <a:txBody>
                    <a:bodyPr/>
                    <a:lstStyle/>
                    <a:p>
                      <a:pPr indent="0" lvl="0" marL="0" marR="0" rtl="0" algn="l">
                        <a:spcBef>
                          <a:spcPts val="0"/>
                        </a:spcBef>
                        <a:spcAft>
                          <a:spcPts val="0"/>
                        </a:spcAft>
                        <a:buNone/>
                      </a:pPr>
                      <a:r>
                        <a:rPr lang="en-US" sz="2000">
                          <a:latin typeface="Play"/>
                          <a:ea typeface="Play"/>
                          <a:cs typeface="Play"/>
                          <a:sym typeface="Play"/>
                        </a:rPr>
                        <a:t>AWS Identity and Access Management (IAM) policies</a:t>
                      </a:r>
                      <a:endParaRPr sz="2000">
                        <a:solidFill>
                          <a:srgbClr val="232F3E"/>
                        </a:solidFill>
                        <a:latin typeface="Play"/>
                        <a:ea typeface="Play"/>
                        <a:cs typeface="Play"/>
                        <a:sym typeface="Play"/>
                      </a:endParaRPr>
                    </a:p>
                  </a:txBody>
                  <a:tcPr marT="37675" marB="37675" marR="75325" marL="150650" anchor="ctr"/>
                </a:tc>
                <a:tc>
                  <a:txBody>
                    <a:bodyPr/>
                    <a:lstStyle/>
                    <a:p>
                      <a:pPr indent="0" lvl="0" marL="0" marR="0" rtl="0" algn="l">
                        <a:spcBef>
                          <a:spcPts val="0"/>
                        </a:spcBef>
                        <a:spcAft>
                          <a:spcPts val="0"/>
                        </a:spcAft>
                        <a:buNone/>
                      </a:pPr>
                      <a:r>
                        <a:rPr lang="en-US" sz="2000">
                          <a:latin typeface="Play"/>
                          <a:ea typeface="Play"/>
                          <a:cs typeface="Play"/>
                          <a:sym typeface="Play"/>
                        </a:rPr>
                        <a:t>Authenticates users by using IAM</a:t>
                      </a:r>
                      <a:endParaRPr/>
                    </a:p>
                  </a:txBody>
                  <a:tcPr marT="37675" marB="37675" marR="75325" marL="150650" anchor="ctr"/>
                </a:tc>
              </a:tr>
              <a:tr h="533150">
                <a:tc>
                  <a:txBody>
                    <a:bodyPr/>
                    <a:lstStyle/>
                    <a:p>
                      <a:pPr indent="0" lvl="0" marL="0" marR="0" rtl="0" algn="l">
                        <a:spcBef>
                          <a:spcPts val="0"/>
                        </a:spcBef>
                        <a:spcAft>
                          <a:spcPts val="0"/>
                        </a:spcAft>
                        <a:buNone/>
                      </a:pPr>
                      <a:r>
                        <a:rPr lang="en-US" sz="2000">
                          <a:latin typeface="Play"/>
                          <a:ea typeface="Play"/>
                          <a:cs typeface="Play"/>
                          <a:sym typeface="Play"/>
                        </a:rPr>
                        <a:t>Bucket policies</a:t>
                      </a:r>
                      <a:endParaRPr sz="2000">
                        <a:solidFill>
                          <a:srgbClr val="232F3E"/>
                        </a:solidFill>
                        <a:latin typeface="Play"/>
                        <a:ea typeface="Play"/>
                        <a:cs typeface="Play"/>
                        <a:sym typeface="Play"/>
                      </a:endParaRPr>
                    </a:p>
                  </a:txBody>
                  <a:tcPr marT="37675" marB="37675" marR="75325" marL="150650" anchor="ctr"/>
                </a:tc>
                <a:tc>
                  <a:txBody>
                    <a:bodyPr/>
                    <a:lstStyle/>
                    <a:p>
                      <a:pPr indent="0" lvl="0" marL="0" marR="0" rtl="0" algn="l">
                        <a:spcBef>
                          <a:spcPts val="0"/>
                        </a:spcBef>
                        <a:spcAft>
                          <a:spcPts val="0"/>
                        </a:spcAft>
                        <a:buNone/>
                      </a:pPr>
                      <a:r>
                        <a:rPr lang="en-US" sz="2000">
                          <a:latin typeface="Play"/>
                          <a:ea typeface="Play"/>
                          <a:cs typeface="Play"/>
                          <a:sym typeface="Play"/>
                        </a:rPr>
                        <a:t>Defines access based on specific written rules</a:t>
                      </a:r>
                      <a:endParaRPr/>
                    </a:p>
                  </a:txBody>
                  <a:tcPr marT="37675" marB="37675" marR="75325" marL="150650" anchor="ctr"/>
                </a:tc>
              </a:tr>
              <a:tr h="533150">
                <a:tc>
                  <a:txBody>
                    <a:bodyPr/>
                    <a:lstStyle/>
                    <a:p>
                      <a:pPr indent="0" lvl="0" marL="0" marR="0" rtl="0" algn="l">
                        <a:spcBef>
                          <a:spcPts val="0"/>
                        </a:spcBef>
                        <a:spcAft>
                          <a:spcPts val="0"/>
                        </a:spcAft>
                        <a:buNone/>
                      </a:pPr>
                      <a:r>
                        <a:rPr lang="en-US" sz="2000">
                          <a:latin typeface="Play"/>
                          <a:ea typeface="Play"/>
                          <a:cs typeface="Play"/>
                          <a:sym typeface="Play"/>
                        </a:rPr>
                        <a:t>Access control lists (ACLs)</a:t>
                      </a:r>
                      <a:endParaRPr sz="2000">
                        <a:solidFill>
                          <a:srgbClr val="232F3E"/>
                        </a:solidFill>
                        <a:latin typeface="Play"/>
                        <a:ea typeface="Play"/>
                        <a:cs typeface="Play"/>
                        <a:sym typeface="Play"/>
                      </a:endParaRPr>
                    </a:p>
                  </a:txBody>
                  <a:tcPr marT="37675" marB="37675" marR="75325" marL="150650" anchor="ctr"/>
                </a:tc>
                <a:tc>
                  <a:txBody>
                    <a:bodyPr/>
                    <a:lstStyle/>
                    <a:p>
                      <a:pPr indent="0" lvl="0" marL="0" marR="0" rtl="0" algn="l">
                        <a:lnSpc>
                          <a:spcPct val="100000"/>
                        </a:lnSpc>
                        <a:spcBef>
                          <a:spcPts val="0"/>
                        </a:spcBef>
                        <a:spcAft>
                          <a:spcPts val="0"/>
                        </a:spcAft>
                        <a:buClr>
                          <a:schemeClr val="dk1"/>
                        </a:buClr>
                        <a:buSzPts val="2000"/>
                        <a:buFont typeface="Play"/>
                        <a:buNone/>
                      </a:pPr>
                      <a:r>
                        <a:rPr lang="en-US" sz="2000">
                          <a:latin typeface="Play"/>
                          <a:ea typeface="Play"/>
                          <a:cs typeface="Play"/>
                          <a:sym typeface="Play"/>
                        </a:rPr>
                        <a:t>Sets rules for access to buckets and objects (bucket policies are the preferred method for controlling bucket access)</a:t>
                      </a:r>
                      <a:endParaRPr/>
                    </a:p>
                  </a:txBody>
                  <a:tcPr marT="37675" marB="37675" marR="75325" marL="150650" anchor="ctr"/>
                </a:tc>
              </a:tr>
              <a:tr h="960675">
                <a:tc>
                  <a:txBody>
                    <a:bodyPr/>
                    <a:lstStyle/>
                    <a:p>
                      <a:pPr indent="0" lvl="0" marL="0" marR="0" rtl="0" algn="l">
                        <a:spcBef>
                          <a:spcPts val="0"/>
                        </a:spcBef>
                        <a:spcAft>
                          <a:spcPts val="0"/>
                        </a:spcAft>
                        <a:buNone/>
                      </a:pPr>
                      <a:r>
                        <a:rPr lang="en-US" sz="2000">
                          <a:latin typeface="Play"/>
                          <a:ea typeface="Play"/>
                          <a:cs typeface="Play"/>
                          <a:sym typeface="Play"/>
                        </a:rPr>
                        <a:t>Amazon S3 access points </a:t>
                      </a:r>
                      <a:endParaRPr sz="2000">
                        <a:solidFill>
                          <a:srgbClr val="232F3E"/>
                        </a:solidFill>
                        <a:latin typeface="Play"/>
                        <a:ea typeface="Play"/>
                        <a:cs typeface="Play"/>
                        <a:sym typeface="Play"/>
                      </a:endParaRPr>
                    </a:p>
                  </a:txBody>
                  <a:tcPr marT="37675" marB="37675" marR="75325" marL="150650" anchor="ctr"/>
                </a:tc>
                <a:tc>
                  <a:txBody>
                    <a:bodyPr/>
                    <a:lstStyle/>
                    <a:p>
                      <a:pPr indent="0" lvl="0" marL="0" marR="0" rtl="0" algn="l">
                        <a:spcBef>
                          <a:spcPts val="0"/>
                        </a:spcBef>
                        <a:spcAft>
                          <a:spcPts val="0"/>
                        </a:spcAft>
                        <a:buNone/>
                      </a:pPr>
                      <a:r>
                        <a:rPr lang="en-US" sz="2000">
                          <a:latin typeface="Play"/>
                          <a:ea typeface="Play"/>
                          <a:cs typeface="Play"/>
                          <a:sym typeface="Play"/>
                        </a:rPr>
                        <a:t>Configures access with names and permissions specific to each application</a:t>
                      </a:r>
                      <a:endParaRPr/>
                    </a:p>
                  </a:txBody>
                  <a:tcPr marT="37675" marB="37675" marR="75325" marL="150650" anchor="ctr"/>
                </a:tc>
              </a:tr>
              <a:tr h="533150">
                <a:tc>
                  <a:txBody>
                    <a:bodyPr/>
                    <a:lstStyle/>
                    <a:p>
                      <a:pPr indent="0" lvl="0" marL="0" marR="0" rtl="0" algn="l">
                        <a:spcBef>
                          <a:spcPts val="0"/>
                        </a:spcBef>
                        <a:spcAft>
                          <a:spcPts val="0"/>
                        </a:spcAft>
                        <a:buNone/>
                      </a:pPr>
                      <a:r>
                        <a:rPr lang="en-US" sz="2000">
                          <a:latin typeface="Play"/>
                          <a:ea typeface="Play"/>
                          <a:cs typeface="Play"/>
                          <a:sym typeface="Play"/>
                        </a:rPr>
                        <a:t>Preassigned URLs</a:t>
                      </a:r>
                      <a:endParaRPr sz="2000">
                        <a:solidFill>
                          <a:srgbClr val="232F3E"/>
                        </a:solidFill>
                        <a:latin typeface="Play"/>
                        <a:ea typeface="Play"/>
                        <a:cs typeface="Play"/>
                        <a:sym typeface="Play"/>
                      </a:endParaRPr>
                    </a:p>
                  </a:txBody>
                  <a:tcPr marT="37675" marB="37675" marR="75325" marL="150650" anchor="ctr"/>
                </a:tc>
                <a:tc>
                  <a:txBody>
                    <a:bodyPr/>
                    <a:lstStyle/>
                    <a:p>
                      <a:pPr indent="0" lvl="0" marL="0" marR="0" rtl="0" algn="l">
                        <a:lnSpc>
                          <a:spcPct val="100000"/>
                        </a:lnSpc>
                        <a:spcBef>
                          <a:spcPts val="0"/>
                        </a:spcBef>
                        <a:spcAft>
                          <a:spcPts val="0"/>
                        </a:spcAft>
                        <a:buClr>
                          <a:schemeClr val="dk1"/>
                        </a:buClr>
                        <a:buSzPts val="2000"/>
                        <a:buFont typeface="Play"/>
                        <a:buNone/>
                      </a:pPr>
                      <a:r>
                        <a:rPr lang="en-US" sz="2000">
                          <a:latin typeface="Play"/>
                          <a:ea typeface="Play"/>
                          <a:cs typeface="Play"/>
                          <a:sym typeface="Play"/>
                        </a:rPr>
                        <a:t>Grants time-limited access to others with temporary URLs</a:t>
                      </a:r>
                      <a:endParaRPr/>
                    </a:p>
                  </a:txBody>
                  <a:tcPr marT="37675" marB="37675" marR="75325" marL="150650" anchor="ctr"/>
                </a:tc>
              </a:tr>
              <a:tr h="533150">
                <a:tc>
                  <a:txBody>
                    <a:bodyPr/>
                    <a:lstStyle/>
                    <a:p>
                      <a:pPr indent="0" lvl="0" marL="0" marR="0" rtl="0" algn="l">
                        <a:spcBef>
                          <a:spcPts val="0"/>
                        </a:spcBef>
                        <a:spcAft>
                          <a:spcPts val="0"/>
                        </a:spcAft>
                        <a:buNone/>
                      </a:pPr>
                      <a:r>
                        <a:rPr lang="en-US" sz="2000">
                          <a:latin typeface="Play"/>
                          <a:ea typeface="Play"/>
                          <a:cs typeface="Play"/>
                          <a:sym typeface="Play"/>
                        </a:rPr>
                        <a:t>AWS Trusted Advisor</a:t>
                      </a:r>
                      <a:endParaRPr sz="2000">
                        <a:solidFill>
                          <a:srgbClr val="232F3E"/>
                        </a:solidFill>
                        <a:latin typeface="Play"/>
                        <a:ea typeface="Play"/>
                        <a:cs typeface="Play"/>
                        <a:sym typeface="Play"/>
                      </a:endParaRPr>
                    </a:p>
                  </a:txBody>
                  <a:tcPr marT="37675" marB="37675" marR="75325" marL="150650" anchor="ctr"/>
                </a:tc>
                <a:tc>
                  <a:txBody>
                    <a:bodyPr/>
                    <a:lstStyle/>
                    <a:p>
                      <a:pPr indent="0" lvl="0" marL="0" marR="0" rtl="0" algn="l">
                        <a:lnSpc>
                          <a:spcPct val="100000"/>
                        </a:lnSpc>
                        <a:spcBef>
                          <a:spcPts val="0"/>
                        </a:spcBef>
                        <a:spcAft>
                          <a:spcPts val="0"/>
                        </a:spcAft>
                        <a:buClr>
                          <a:schemeClr val="dk1"/>
                        </a:buClr>
                        <a:buSzPts val="2000"/>
                        <a:buFont typeface="Play"/>
                        <a:buNone/>
                      </a:pPr>
                      <a:r>
                        <a:rPr lang="en-US" sz="2000">
                          <a:latin typeface="Play"/>
                          <a:ea typeface="Play"/>
                          <a:cs typeface="Play"/>
                          <a:sym typeface="Play"/>
                        </a:rPr>
                        <a:t>Provides a bucket permission check</a:t>
                      </a:r>
                      <a:endParaRPr/>
                    </a:p>
                  </a:txBody>
                  <a:tcPr marT="37675" marB="37675" marR="75325" marL="150650" anchor="ctr"/>
                </a:tc>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8" name="Shape 2398"/>
        <p:cNvGrpSpPr/>
        <p:nvPr/>
      </p:nvGrpSpPr>
      <p:grpSpPr>
        <a:xfrm>
          <a:off x="0" y="0"/>
          <a:ext cx="0" cy="0"/>
          <a:chOff x="0" y="0"/>
          <a:chExt cx="0" cy="0"/>
        </a:xfrm>
      </p:grpSpPr>
      <p:sp>
        <p:nvSpPr>
          <p:cNvPr id="2399" name="Google Shape;2399;p51"/>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232F3E"/>
              </a:buClr>
              <a:buSzPts val="1100"/>
              <a:buFont typeface="Play"/>
              <a:buNone/>
            </a:pPr>
            <a:fld id="{00000000-1234-1234-1234-123412341234}" type="slidenum">
              <a:rPr b="0" i="0" lang="en-US" sz="1100" u="none" cap="none" strike="noStrike">
                <a:solidFill>
                  <a:srgbClr val="232F3E"/>
                </a:solidFill>
              </a:rPr>
              <a:t>‹#›</a:t>
            </a:fld>
            <a:endParaRPr b="0" i="0" sz="1100" u="none" cap="none" strike="noStrike">
              <a:solidFill>
                <a:srgbClr val="232F3E"/>
              </a:solidFill>
            </a:endParaRPr>
          </a:p>
        </p:txBody>
      </p:sp>
      <p:sp>
        <p:nvSpPr>
          <p:cNvPr id="2400" name="Google Shape;2400;p51"/>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32F3E"/>
              </a:buClr>
              <a:buSzPts val="3600"/>
              <a:buFont typeface="Play"/>
              <a:buNone/>
            </a:pPr>
            <a:r>
              <a:rPr lang="en-US">
                <a:latin typeface="Play"/>
                <a:ea typeface="Play"/>
                <a:cs typeface="Play"/>
                <a:sym typeface="Play"/>
              </a:rPr>
              <a:t>Three general approaches to configuring access </a:t>
            </a:r>
            <a:endParaRPr/>
          </a:p>
        </p:txBody>
      </p:sp>
      <p:sp>
        <p:nvSpPr>
          <p:cNvPr id="2401" name="Google Shape;2401;p51"/>
          <p:cNvSpPr txBox="1"/>
          <p:nvPr>
            <p:ph idx="7" type="body"/>
          </p:nvPr>
        </p:nvSpPr>
        <p:spPr>
          <a:xfrm>
            <a:off x="359664" y="1036585"/>
            <a:ext cx="3749040" cy="440329"/>
          </a:xfrm>
          <a:prstGeom prst="rect">
            <a:avLst/>
          </a:prstGeom>
          <a:solidFill>
            <a:schemeClr val="accent1"/>
          </a:solidFill>
          <a:ln>
            <a:noFill/>
          </a:ln>
        </p:spPr>
        <p:txBody>
          <a:bodyPr anchorCtr="0" anchor="b" bIns="45700" lIns="91425" spcFirstLastPara="1" rIns="91425" wrap="square" tIns="45700">
            <a:normAutofit fontScale="92500" lnSpcReduction="10000"/>
          </a:bodyPr>
          <a:lstStyle/>
          <a:p>
            <a:pPr indent="0" lvl="0" marL="0" rtl="0" algn="ctr">
              <a:lnSpc>
                <a:spcPct val="90000"/>
              </a:lnSpc>
              <a:spcBef>
                <a:spcPts val="0"/>
              </a:spcBef>
              <a:spcAft>
                <a:spcPts val="0"/>
              </a:spcAft>
              <a:buClr>
                <a:schemeClr val="lt1"/>
              </a:buClr>
              <a:buSzPct val="100000"/>
              <a:buNone/>
            </a:pPr>
            <a:r>
              <a:rPr lang="en-US"/>
              <a:t>Default</a:t>
            </a:r>
            <a:endParaRPr/>
          </a:p>
        </p:txBody>
      </p:sp>
      <p:sp>
        <p:nvSpPr>
          <p:cNvPr id="2402" name="Google Shape;2402;p51"/>
          <p:cNvSpPr txBox="1"/>
          <p:nvPr>
            <p:ph idx="3" type="body"/>
          </p:nvPr>
        </p:nvSpPr>
        <p:spPr>
          <a:xfrm>
            <a:off x="4220610" y="1036585"/>
            <a:ext cx="3749040" cy="440329"/>
          </a:xfrm>
          <a:prstGeom prst="rect">
            <a:avLst/>
          </a:prstGeom>
          <a:solidFill>
            <a:schemeClr val="accent1"/>
          </a:solidFill>
          <a:ln>
            <a:noFill/>
          </a:ln>
        </p:spPr>
        <p:txBody>
          <a:bodyPr anchorCtr="0" anchor="b" bIns="45700" lIns="91425" spcFirstLastPara="1" rIns="91425" wrap="square" tIns="45700">
            <a:normAutofit fontScale="92500" lnSpcReduction="10000"/>
          </a:bodyPr>
          <a:lstStyle/>
          <a:p>
            <a:pPr indent="0" lvl="0" marL="0" rtl="0" algn="ctr">
              <a:lnSpc>
                <a:spcPct val="90000"/>
              </a:lnSpc>
              <a:spcBef>
                <a:spcPts val="0"/>
              </a:spcBef>
              <a:spcAft>
                <a:spcPts val="0"/>
              </a:spcAft>
              <a:buClr>
                <a:schemeClr val="lt1"/>
              </a:buClr>
              <a:buSzPct val="100000"/>
              <a:buNone/>
            </a:pPr>
            <a:r>
              <a:rPr lang="en-US" sz="2800">
                <a:latin typeface="Play"/>
                <a:ea typeface="Play"/>
                <a:cs typeface="Play"/>
                <a:sym typeface="Play"/>
              </a:rPr>
              <a:t>Access policy applied</a:t>
            </a:r>
            <a:endParaRPr/>
          </a:p>
        </p:txBody>
      </p:sp>
      <p:sp>
        <p:nvSpPr>
          <p:cNvPr id="2403" name="Google Shape;2403;p51"/>
          <p:cNvSpPr txBox="1"/>
          <p:nvPr>
            <p:ph idx="9" type="body"/>
          </p:nvPr>
        </p:nvSpPr>
        <p:spPr>
          <a:xfrm>
            <a:off x="8077200" y="1036585"/>
            <a:ext cx="3749040" cy="440329"/>
          </a:xfrm>
          <a:prstGeom prst="rect">
            <a:avLst/>
          </a:prstGeom>
          <a:solidFill>
            <a:schemeClr val="accent1"/>
          </a:solidFill>
          <a:ln>
            <a:noFill/>
          </a:ln>
        </p:spPr>
        <p:txBody>
          <a:bodyPr anchorCtr="0" anchor="b" bIns="45700" lIns="91425" spcFirstLastPara="1" rIns="91425" wrap="square" tIns="45700">
            <a:normAutofit fontScale="92500" lnSpcReduction="10000"/>
          </a:bodyPr>
          <a:lstStyle/>
          <a:p>
            <a:pPr indent="0" lvl="0" marL="0" rtl="0" algn="ctr">
              <a:lnSpc>
                <a:spcPct val="90000"/>
              </a:lnSpc>
              <a:spcBef>
                <a:spcPts val="0"/>
              </a:spcBef>
              <a:spcAft>
                <a:spcPts val="0"/>
              </a:spcAft>
              <a:buClr>
                <a:schemeClr val="lt1"/>
              </a:buClr>
              <a:buSzPct val="100000"/>
              <a:buNone/>
            </a:pPr>
            <a:r>
              <a:rPr lang="en-US"/>
              <a:t>Public Access</a:t>
            </a:r>
            <a:endParaRPr/>
          </a:p>
        </p:txBody>
      </p:sp>
      <p:grpSp>
        <p:nvGrpSpPr>
          <p:cNvPr id="2404" name="Google Shape;2404;p51"/>
          <p:cNvGrpSpPr/>
          <p:nvPr/>
        </p:nvGrpSpPr>
        <p:grpSpPr>
          <a:xfrm>
            <a:off x="128337" y="1782506"/>
            <a:ext cx="11873636" cy="4257777"/>
            <a:chOff x="128337" y="1782506"/>
            <a:chExt cx="11873636" cy="4257777"/>
          </a:xfrm>
        </p:grpSpPr>
        <p:sp>
          <p:nvSpPr>
            <p:cNvPr id="2405" name="Google Shape;2405;p51"/>
            <p:cNvSpPr txBox="1"/>
            <p:nvPr/>
          </p:nvSpPr>
          <p:spPr>
            <a:xfrm>
              <a:off x="2580891" y="2076147"/>
              <a:ext cx="931095"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32F3E"/>
                </a:buClr>
                <a:buSzPts val="1600"/>
                <a:buFont typeface="Play"/>
                <a:buNone/>
              </a:pPr>
              <a:r>
                <a:rPr b="1" i="0" lang="en-US" sz="1600" u="none" cap="none" strike="noStrike">
                  <a:solidFill>
                    <a:srgbClr val="232F3E"/>
                  </a:solidFill>
                  <a:latin typeface="Play"/>
                  <a:ea typeface="Play"/>
                  <a:cs typeface="Play"/>
                  <a:sym typeface="Play"/>
                </a:rPr>
                <a:t>Owner</a:t>
              </a:r>
              <a:endParaRPr/>
            </a:p>
          </p:txBody>
        </p:sp>
        <p:sp>
          <p:nvSpPr>
            <p:cNvPr id="2406" name="Google Shape;2406;p51"/>
            <p:cNvSpPr/>
            <p:nvPr/>
          </p:nvSpPr>
          <p:spPr>
            <a:xfrm>
              <a:off x="2378873" y="2592031"/>
              <a:ext cx="109738" cy="638209"/>
            </a:xfrm>
            <a:prstGeom prst="upDownArrow">
              <a:avLst>
                <a:gd fmla="val 50000" name="adj1"/>
                <a:gd fmla="val 50000" name="adj2"/>
              </a:avLst>
            </a:prstGeom>
            <a:solidFill>
              <a:schemeClr val="accent5"/>
            </a:solidFill>
            <a:ln cap="flat" cmpd="sng" w="10775">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Play"/>
                <a:buNone/>
              </a:pPr>
              <a:r>
                <a:t/>
              </a:r>
              <a:endParaRPr b="0" i="0" sz="1800" u="none" cap="none" strike="noStrike">
                <a:solidFill>
                  <a:srgbClr val="FFFFFF"/>
                </a:solidFill>
                <a:latin typeface="Play"/>
                <a:ea typeface="Play"/>
                <a:cs typeface="Play"/>
                <a:sym typeface="Play"/>
              </a:endParaRPr>
            </a:p>
          </p:txBody>
        </p:sp>
        <p:sp>
          <p:nvSpPr>
            <p:cNvPr id="2407" name="Google Shape;2407;p51"/>
            <p:cNvSpPr/>
            <p:nvPr/>
          </p:nvSpPr>
          <p:spPr>
            <a:xfrm rot="-5400000">
              <a:off x="1358178" y="3120967"/>
              <a:ext cx="154379" cy="1090337"/>
            </a:xfrm>
            <a:prstGeom prst="upDownArrow">
              <a:avLst>
                <a:gd fmla="val 50000" name="adj1"/>
                <a:gd fmla="val 50000" name="adj2"/>
              </a:avLst>
            </a:prstGeom>
            <a:solidFill>
              <a:srgbClr val="19594E"/>
            </a:solidFill>
            <a:ln cap="flat" cmpd="sng" w="10775">
              <a:solidFill>
                <a:srgbClr val="19594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Play"/>
                <a:buNone/>
              </a:pPr>
              <a:r>
                <a:t/>
              </a:r>
              <a:endParaRPr b="0" i="0" sz="1800" u="none" cap="none" strike="noStrike">
                <a:solidFill>
                  <a:srgbClr val="3F3F3F"/>
                </a:solidFill>
                <a:latin typeface="Play"/>
                <a:ea typeface="Play"/>
                <a:cs typeface="Play"/>
                <a:sym typeface="Play"/>
              </a:endParaRPr>
            </a:p>
          </p:txBody>
        </p:sp>
        <p:sp>
          <p:nvSpPr>
            <p:cNvPr id="2408" name="Google Shape;2408;p51"/>
            <p:cNvSpPr/>
            <p:nvPr/>
          </p:nvSpPr>
          <p:spPr>
            <a:xfrm>
              <a:off x="1221607" y="3361143"/>
              <a:ext cx="516343" cy="505315"/>
            </a:xfrm>
            <a:prstGeom prst="mathMultiply">
              <a:avLst>
                <a:gd fmla="val 13585" name="adj1"/>
              </a:avLst>
            </a:prstGeom>
            <a:solidFill>
              <a:srgbClr val="FF575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Play"/>
                <a:buNone/>
              </a:pPr>
              <a:r>
                <a:t/>
              </a:r>
              <a:endParaRPr b="0" i="0" sz="1800" u="none" cap="none" strike="noStrike">
                <a:solidFill>
                  <a:srgbClr val="FFFFFF"/>
                </a:solidFill>
                <a:latin typeface="Play"/>
                <a:ea typeface="Play"/>
                <a:cs typeface="Play"/>
                <a:sym typeface="Play"/>
              </a:endParaRPr>
            </a:p>
          </p:txBody>
        </p:sp>
        <p:sp>
          <p:nvSpPr>
            <p:cNvPr id="2409" name="Google Shape;2409;p51"/>
            <p:cNvSpPr txBox="1"/>
            <p:nvPr/>
          </p:nvSpPr>
          <p:spPr>
            <a:xfrm>
              <a:off x="128337" y="3949009"/>
              <a:ext cx="931095"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Play"/>
                <a:buNone/>
              </a:pPr>
              <a:r>
                <a:rPr i="0" lang="en-US" sz="1600" u="none" cap="none" strike="noStrike">
                  <a:solidFill>
                    <a:schemeClr val="dk1"/>
                  </a:solidFill>
                  <a:latin typeface="Play"/>
                  <a:ea typeface="Play"/>
                  <a:cs typeface="Play"/>
                  <a:sym typeface="Play"/>
                </a:rPr>
                <a:t>Anyone else</a:t>
              </a:r>
              <a:endParaRPr/>
            </a:p>
          </p:txBody>
        </p:sp>
        <p:sp>
          <p:nvSpPr>
            <p:cNvPr id="2410" name="Google Shape;2410;p51"/>
            <p:cNvSpPr txBox="1"/>
            <p:nvPr/>
          </p:nvSpPr>
          <p:spPr>
            <a:xfrm>
              <a:off x="2501339" y="3177230"/>
              <a:ext cx="1611577"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Play"/>
                <a:buNone/>
              </a:pPr>
              <a:r>
                <a:rPr i="0" lang="en-US" sz="1800" u="none" cap="none" strike="noStrike">
                  <a:solidFill>
                    <a:schemeClr val="dk1"/>
                  </a:solidFill>
                  <a:latin typeface="Play"/>
                  <a:ea typeface="Play"/>
                  <a:cs typeface="Play"/>
                  <a:sym typeface="Play"/>
                </a:rPr>
                <a:t>Private S3 bucket</a:t>
              </a:r>
              <a:endParaRPr/>
            </a:p>
          </p:txBody>
        </p:sp>
        <p:pic>
          <p:nvPicPr>
            <p:cNvPr id="2411" name="Google Shape;2411;p51"/>
            <p:cNvPicPr preferRelativeResize="0"/>
            <p:nvPr/>
          </p:nvPicPr>
          <p:blipFill rotWithShape="1">
            <a:blip r:embed="rId3">
              <a:alphaModFix/>
            </a:blip>
            <a:srcRect b="0" l="0" r="0" t="0"/>
            <a:stretch/>
          </p:blipFill>
          <p:spPr>
            <a:xfrm flipH="1">
              <a:off x="291628" y="3408855"/>
              <a:ext cx="458267" cy="445297"/>
            </a:xfrm>
            <a:prstGeom prst="rect">
              <a:avLst/>
            </a:prstGeom>
            <a:noFill/>
            <a:ln>
              <a:noFill/>
            </a:ln>
          </p:spPr>
        </p:pic>
        <p:pic>
          <p:nvPicPr>
            <p:cNvPr id="2412" name="Google Shape;2412;p51"/>
            <p:cNvPicPr preferRelativeResize="0"/>
            <p:nvPr/>
          </p:nvPicPr>
          <p:blipFill rotWithShape="1">
            <a:blip r:embed="rId4">
              <a:alphaModFix/>
            </a:blip>
            <a:srcRect b="0" l="0" r="0" t="0"/>
            <a:stretch/>
          </p:blipFill>
          <p:spPr>
            <a:xfrm>
              <a:off x="2211094" y="2027768"/>
              <a:ext cx="445297" cy="445297"/>
            </a:xfrm>
            <a:prstGeom prst="rect">
              <a:avLst/>
            </a:prstGeom>
            <a:noFill/>
            <a:ln>
              <a:noFill/>
            </a:ln>
          </p:spPr>
        </p:pic>
        <p:pic>
          <p:nvPicPr>
            <p:cNvPr id="2413" name="Google Shape;2413;p51"/>
            <p:cNvPicPr preferRelativeResize="0"/>
            <p:nvPr/>
          </p:nvPicPr>
          <p:blipFill rotWithShape="1">
            <a:blip r:embed="rId5">
              <a:alphaModFix/>
            </a:blip>
            <a:srcRect b="0" l="0" r="0" t="0"/>
            <a:stretch/>
          </p:blipFill>
          <p:spPr>
            <a:xfrm>
              <a:off x="1557308" y="4330949"/>
              <a:ext cx="445297" cy="445297"/>
            </a:xfrm>
            <a:prstGeom prst="rect">
              <a:avLst/>
            </a:prstGeom>
            <a:noFill/>
            <a:ln>
              <a:noFill/>
            </a:ln>
          </p:spPr>
        </p:pic>
        <p:pic>
          <p:nvPicPr>
            <p:cNvPr id="2414" name="Google Shape;2414;p51"/>
            <p:cNvPicPr preferRelativeResize="0"/>
            <p:nvPr/>
          </p:nvPicPr>
          <p:blipFill rotWithShape="1">
            <a:blip r:embed="rId5">
              <a:alphaModFix/>
            </a:blip>
            <a:srcRect b="0" l="0" r="0" t="0"/>
            <a:stretch/>
          </p:blipFill>
          <p:spPr>
            <a:xfrm>
              <a:off x="2199371" y="4330949"/>
              <a:ext cx="445297" cy="445297"/>
            </a:xfrm>
            <a:prstGeom prst="rect">
              <a:avLst/>
            </a:prstGeom>
            <a:noFill/>
            <a:ln>
              <a:noFill/>
            </a:ln>
          </p:spPr>
        </p:pic>
        <p:pic>
          <p:nvPicPr>
            <p:cNvPr id="2415" name="Google Shape;2415;p51"/>
            <p:cNvPicPr preferRelativeResize="0"/>
            <p:nvPr/>
          </p:nvPicPr>
          <p:blipFill rotWithShape="1">
            <a:blip r:embed="rId5">
              <a:alphaModFix/>
            </a:blip>
            <a:srcRect b="0" l="0" r="0" t="0"/>
            <a:stretch/>
          </p:blipFill>
          <p:spPr>
            <a:xfrm>
              <a:off x="2825066" y="4330949"/>
              <a:ext cx="445297" cy="445297"/>
            </a:xfrm>
            <a:prstGeom prst="rect">
              <a:avLst/>
            </a:prstGeom>
            <a:noFill/>
            <a:ln>
              <a:noFill/>
            </a:ln>
          </p:spPr>
        </p:pic>
        <p:cxnSp>
          <p:nvCxnSpPr>
            <p:cNvPr id="2416" name="Google Shape;2416;p51"/>
            <p:cNvCxnSpPr/>
            <p:nvPr/>
          </p:nvCxnSpPr>
          <p:spPr>
            <a:xfrm flipH="1" rot="-5400000">
              <a:off x="2521325" y="3794124"/>
              <a:ext cx="431309" cy="642344"/>
            </a:xfrm>
            <a:prstGeom prst="bentConnector3">
              <a:avLst>
                <a:gd fmla="val 50000" name="adj1"/>
              </a:avLst>
            </a:prstGeom>
            <a:noFill/>
            <a:ln cap="flat" cmpd="sng" w="38100">
              <a:solidFill>
                <a:srgbClr val="19594E"/>
              </a:solidFill>
              <a:prstDash val="solid"/>
              <a:round/>
              <a:headEnd len="sm" w="sm" type="none"/>
              <a:tailEnd len="med" w="med" type="triangle"/>
            </a:ln>
          </p:spPr>
        </p:cxnSp>
        <p:cxnSp>
          <p:nvCxnSpPr>
            <p:cNvPr id="2417" name="Google Shape;2417;p51"/>
            <p:cNvCxnSpPr/>
            <p:nvPr/>
          </p:nvCxnSpPr>
          <p:spPr>
            <a:xfrm rot="5400000">
              <a:off x="1888254" y="3802588"/>
              <a:ext cx="431309" cy="625414"/>
            </a:xfrm>
            <a:prstGeom prst="bentConnector3">
              <a:avLst>
                <a:gd fmla="val 50000" name="adj1"/>
              </a:avLst>
            </a:prstGeom>
            <a:noFill/>
            <a:ln cap="flat" cmpd="sng" w="38100">
              <a:solidFill>
                <a:srgbClr val="19594E"/>
              </a:solidFill>
              <a:prstDash val="solid"/>
              <a:round/>
              <a:headEnd len="sm" w="sm" type="none"/>
              <a:tailEnd len="med" w="med" type="triangle"/>
            </a:ln>
          </p:spPr>
        </p:cxnSp>
        <p:cxnSp>
          <p:nvCxnSpPr>
            <p:cNvPr id="2418" name="Google Shape;2418;p51"/>
            <p:cNvCxnSpPr>
              <a:endCxn id="2414" idx="0"/>
            </p:cNvCxnSpPr>
            <p:nvPr/>
          </p:nvCxnSpPr>
          <p:spPr>
            <a:xfrm>
              <a:off x="2417820" y="4115249"/>
              <a:ext cx="4200" cy="215700"/>
            </a:xfrm>
            <a:prstGeom prst="straightConnector1">
              <a:avLst/>
            </a:prstGeom>
            <a:noFill/>
            <a:ln cap="flat" cmpd="sng" w="38100">
              <a:solidFill>
                <a:srgbClr val="19594E"/>
              </a:solidFill>
              <a:prstDash val="solid"/>
              <a:round/>
              <a:headEnd len="sm" w="sm" type="none"/>
              <a:tailEnd len="med" w="med" type="triangle"/>
            </a:ln>
          </p:spPr>
        </p:cxnSp>
        <p:sp>
          <p:nvSpPr>
            <p:cNvPr id="2419" name="Google Shape;2419;p51"/>
            <p:cNvSpPr txBox="1"/>
            <p:nvPr/>
          </p:nvSpPr>
          <p:spPr>
            <a:xfrm>
              <a:off x="10607777" y="2076147"/>
              <a:ext cx="931095"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32F3E"/>
                </a:buClr>
                <a:buSzPts val="1600"/>
                <a:buFont typeface="Play"/>
                <a:buNone/>
              </a:pPr>
              <a:r>
                <a:rPr b="1" i="0" lang="en-US" sz="1600" u="none" cap="none" strike="noStrike">
                  <a:solidFill>
                    <a:srgbClr val="232F3E"/>
                  </a:solidFill>
                  <a:latin typeface="Play"/>
                  <a:ea typeface="Play"/>
                  <a:cs typeface="Play"/>
                  <a:sym typeface="Play"/>
                </a:rPr>
                <a:t>Owner</a:t>
              </a:r>
              <a:endParaRPr/>
            </a:p>
          </p:txBody>
        </p:sp>
        <p:sp>
          <p:nvSpPr>
            <p:cNvPr id="2420" name="Google Shape;2420;p51"/>
            <p:cNvSpPr/>
            <p:nvPr/>
          </p:nvSpPr>
          <p:spPr>
            <a:xfrm>
              <a:off x="10379856" y="2592031"/>
              <a:ext cx="109738" cy="638209"/>
            </a:xfrm>
            <a:prstGeom prst="upDownArrow">
              <a:avLst>
                <a:gd fmla="val 50000" name="adj1"/>
                <a:gd fmla="val 50000" name="adj2"/>
              </a:avLst>
            </a:prstGeom>
            <a:solidFill>
              <a:schemeClr val="accent5"/>
            </a:solidFill>
            <a:ln cap="flat" cmpd="sng" w="10775">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Play"/>
                <a:buNone/>
              </a:pPr>
              <a:r>
                <a:t/>
              </a:r>
              <a:endParaRPr b="0" i="0" sz="1800" u="none" cap="none" strike="noStrike">
                <a:solidFill>
                  <a:srgbClr val="FFFFFF"/>
                </a:solidFill>
                <a:latin typeface="Play"/>
                <a:ea typeface="Play"/>
                <a:cs typeface="Play"/>
                <a:sym typeface="Play"/>
              </a:endParaRPr>
            </a:p>
          </p:txBody>
        </p:sp>
        <p:sp>
          <p:nvSpPr>
            <p:cNvPr id="2421" name="Google Shape;2421;p51"/>
            <p:cNvSpPr/>
            <p:nvPr/>
          </p:nvSpPr>
          <p:spPr>
            <a:xfrm rot="-5400000">
              <a:off x="9398919" y="3120968"/>
              <a:ext cx="154379" cy="1090337"/>
            </a:xfrm>
            <a:prstGeom prst="upDownArrow">
              <a:avLst>
                <a:gd fmla="val 50000" name="adj1"/>
                <a:gd fmla="val 50000" name="adj2"/>
              </a:avLst>
            </a:prstGeom>
            <a:solidFill>
              <a:srgbClr val="19594E"/>
            </a:solidFill>
            <a:ln cap="flat" cmpd="sng" w="10775">
              <a:solidFill>
                <a:srgbClr val="19594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Play"/>
                <a:buNone/>
              </a:pPr>
              <a:r>
                <a:t/>
              </a:r>
              <a:endParaRPr b="0" i="0" sz="1800" u="none" cap="none" strike="noStrike">
                <a:solidFill>
                  <a:srgbClr val="3F3F3F"/>
                </a:solidFill>
                <a:latin typeface="Play"/>
                <a:ea typeface="Play"/>
                <a:cs typeface="Play"/>
                <a:sym typeface="Play"/>
              </a:endParaRPr>
            </a:p>
          </p:txBody>
        </p:sp>
        <p:sp>
          <p:nvSpPr>
            <p:cNvPr id="2422" name="Google Shape;2422;p51"/>
            <p:cNvSpPr txBox="1"/>
            <p:nvPr/>
          </p:nvSpPr>
          <p:spPr>
            <a:xfrm>
              <a:off x="8170347" y="3949009"/>
              <a:ext cx="931095"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Play"/>
                <a:buNone/>
              </a:pPr>
              <a:r>
                <a:rPr i="0" lang="en-US" sz="1600" u="none" cap="none" strike="noStrike">
                  <a:solidFill>
                    <a:schemeClr val="dk1"/>
                  </a:solidFill>
                  <a:latin typeface="Play"/>
                  <a:ea typeface="Play"/>
                  <a:cs typeface="Play"/>
                  <a:sym typeface="Play"/>
                </a:rPr>
                <a:t>Anyone else</a:t>
              </a:r>
              <a:endParaRPr/>
            </a:p>
          </p:txBody>
        </p:sp>
        <p:pic>
          <p:nvPicPr>
            <p:cNvPr id="2423" name="Google Shape;2423;p51"/>
            <p:cNvPicPr preferRelativeResize="0"/>
            <p:nvPr/>
          </p:nvPicPr>
          <p:blipFill rotWithShape="1">
            <a:blip r:embed="rId3">
              <a:alphaModFix/>
            </a:blip>
            <a:srcRect b="0" l="0" r="0" t="0"/>
            <a:stretch/>
          </p:blipFill>
          <p:spPr>
            <a:xfrm flipH="1">
              <a:off x="8333099" y="3408855"/>
              <a:ext cx="458267" cy="445297"/>
            </a:xfrm>
            <a:prstGeom prst="rect">
              <a:avLst/>
            </a:prstGeom>
            <a:noFill/>
            <a:ln>
              <a:noFill/>
            </a:ln>
          </p:spPr>
        </p:pic>
        <p:pic>
          <p:nvPicPr>
            <p:cNvPr id="2424" name="Google Shape;2424;p51"/>
            <p:cNvPicPr preferRelativeResize="0"/>
            <p:nvPr/>
          </p:nvPicPr>
          <p:blipFill rotWithShape="1">
            <a:blip r:embed="rId4">
              <a:alphaModFix/>
            </a:blip>
            <a:srcRect b="0" l="0" r="0" t="0"/>
            <a:stretch/>
          </p:blipFill>
          <p:spPr>
            <a:xfrm>
              <a:off x="10248122" y="2027768"/>
              <a:ext cx="445297" cy="445297"/>
            </a:xfrm>
            <a:prstGeom prst="rect">
              <a:avLst/>
            </a:prstGeom>
            <a:noFill/>
            <a:ln>
              <a:noFill/>
            </a:ln>
          </p:spPr>
        </p:pic>
        <p:pic>
          <p:nvPicPr>
            <p:cNvPr id="2425" name="Google Shape;2425;p51"/>
            <p:cNvPicPr preferRelativeResize="0"/>
            <p:nvPr/>
          </p:nvPicPr>
          <p:blipFill rotWithShape="1">
            <a:blip r:embed="rId5">
              <a:alphaModFix/>
            </a:blip>
            <a:srcRect b="0" l="0" r="0" t="0"/>
            <a:stretch/>
          </p:blipFill>
          <p:spPr>
            <a:xfrm>
              <a:off x="9598049" y="4408973"/>
              <a:ext cx="445297" cy="445297"/>
            </a:xfrm>
            <a:prstGeom prst="rect">
              <a:avLst/>
            </a:prstGeom>
            <a:noFill/>
            <a:ln>
              <a:noFill/>
            </a:ln>
          </p:spPr>
        </p:pic>
        <p:pic>
          <p:nvPicPr>
            <p:cNvPr id="2426" name="Google Shape;2426;p51"/>
            <p:cNvPicPr preferRelativeResize="0"/>
            <p:nvPr/>
          </p:nvPicPr>
          <p:blipFill rotWithShape="1">
            <a:blip r:embed="rId5">
              <a:alphaModFix/>
            </a:blip>
            <a:srcRect b="0" l="0" r="0" t="0"/>
            <a:stretch/>
          </p:blipFill>
          <p:spPr>
            <a:xfrm>
              <a:off x="10231928" y="4408973"/>
              <a:ext cx="445297" cy="445297"/>
            </a:xfrm>
            <a:prstGeom prst="rect">
              <a:avLst/>
            </a:prstGeom>
            <a:noFill/>
            <a:ln>
              <a:noFill/>
            </a:ln>
          </p:spPr>
        </p:pic>
        <p:pic>
          <p:nvPicPr>
            <p:cNvPr id="2427" name="Google Shape;2427;p51"/>
            <p:cNvPicPr preferRelativeResize="0"/>
            <p:nvPr/>
          </p:nvPicPr>
          <p:blipFill rotWithShape="1">
            <a:blip r:embed="rId5">
              <a:alphaModFix/>
            </a:blip>
            <a:srcRect b="0" l="0" r="0" t="0"/>
            <a:stretch/>
          </p:blipFill>
          <p:spPr>
            <a:xfrm>
              <a:off x="10865807" y="4408973"/>
              <a:ext cx="445297" cy="445297"/>
            </a:xfrm>
            <a:prstGeom prst="rect">
              <a:avLst/>
            </a:prstGeom>
            <a:noFill/>
            <a:ln>
              <a:noFill/>
            </a:ln>
          </p:spPr>
        </p:pic>
        <p:cxnSp>
          <p:nvCxnSpPr>
            <p:cNvPr id="2428" name="Google Shape;2428;p51"/>
            <p:cNvCxnSpPr/>
            <p:nvPr/>
          </p:nvCxnSpPr>
          <p:spPr>
            <a:xfrm flipH="1" rot="-5400000">
              <a:off x="10562066" y="3872148"/>
              <a:ext cx="431309" cy="642344"/>
            </a:xfrm>
            <a:prstGeom prst="bentConnector3">
              <a:avLst>
                <a:gd fmla="val 50000" name="adj1"/>
              </a:avLst>
            </a:prstGeom>
            <a:noFill/>
            <a:ln cap="flat" cmpd="sng" w="38100">
              <a:solidFill>
                <a:srgbClr val="19594E"/>
              </a:solidFill>
              <a:prstDash val="solid"/>
              <a:round/>
              <a:headEnd len="sm" w="sm" type="none"/>
              <a:tailEnd len="med" w="med" type="triangle"/>
            </a:ln>
          </p:spPr>
        </p:cxnSp>
        <p:cxnSp>
          <p:nvCxnSpPr>
            <p:cNvPr id="2429" name="Google Shape;2429;p51"/>
            <p:cNvCxnSpPr/>
            <p:nvPr/>
          </p:nvCxnSpPr>
          <p:spPr>
            <a:xfrm rot="5400000">
              <a:off x="9928995" y="3880612"/>
              <a:ext cx="431309" cy="625414"/>
            </a:xfrm>
            <a:prstGeom prst="bentConnector3">
              <a:avLst>
                <a:gd fmla="val 50000" name="adj1"/>
              </a:avLst>
            </a:prstGeom>
            <a:noFill/>
            <a:ln cap="flat" cmpd="sng" w="38100">
              <a:solidFill>
                <a:srgbClr val="19594E"/>
              </a:solidFill>
              <a:prstDash val="solid"/>
              <a:round/>
              <a:headEnd len="sm" w="sm" type="none"/>
              <a:tailEnd len="med" w="med" type="triangle"/>
            </a:ln>
          </p:spPr>
        </p:cxnSp>
        <p:cxnSp>
          <p:nvCxnSpPr>
            <p:cNvPr id="2430" name="Google Shape;2430;p51"/>
            <p:cNvCxnSpPr>
              <a:endCxn id="2426" idx="0"/>
            </p:cNvCxnSpPr>
            <p:nvPr/>
          </p:nvCxnSpPr>
          <p:spPr>
            <a:xfrm flipH="1">
              <a:off x="10454577" y="4171673"/>
              <a:ext cx="2700" cy="237300"/>
            </a:xfrm>
            <a:prstGeom prst="straightConnector1">
              <a:avLst/>
            </a:prstGeom>
            <a:noFill/>
            <a:ln cap="flat" cmpd="sng" w="38100">
              <a:solidFill>
                <a:srgbClr val="19594E"/>
              </a:solidFill>
              <a:prstDash val="solid"/>
              <a:round/>
              <a:headEnd len="sm" w="sm" type="none"/>
              <a:tailEnd len="med" w="med" type="triangle"/>
            </a:ln>
          </p:spPr>
        </p:cxnSp>
        <p:sp>
          <p:nvSpPr>
            <p:cNvPr id="2431" name="Google Shape;2431;p51"/>
            <p:cNvSpPr txBox="1"/>
            <p:nvPr/>
          </p:nvSpPr>
          <p:spPr>
            <a:xfrm>
              <a:off x="10607121" y="3177230"/>
              <a:ext cx="1394852" cy="92333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Play"/>
                <a:buNone/>
              </a:pPr>
              <a:r>
                <a:rPr i="0" lang="en-US" sz="1800" u="none" cap="none" strike="noStrike">
                  <a:solidFill>
                    <a:schemeClr val="dk1"/>
                  </a:solidFill>
                  <a:latin typeface="Play"/>
                  <a:ea typeface="Play"/>
                  <a:cs typeface="Play"/>
                  <a:sym typeface="Play"/>
                </a:rPr>
                <a:t>Public access to S3 bucket</a:t>
              </a:r>
              <a:endParaRPr/>
            </a:p>
          </p:txBody>
        </p:sp>
        <p:cxnSp>
          <p:nvCxnSpPr>
            <p:cNvPr id="2432" name="Google Shape;2432;p51"/>
            <p:cNvCxnSpPr/>
            <p:nvPr/>
          </p:nvCxnSpPr>
          <p:spPr>
            <a:xfrm>
              <a:off x="4115916" y="2058218"/>
              <a:ext cx="0" cy="3982065"/>
            </a:xfrm>
            <a:prstGeom prst="straightConnector1">
              <a:avLst/>
            </a:prstGeom>
            <a:noFill/>
            <a:ln cap="flat" cmpd="sng" w="25400">
              <a:solidFill>
                <a:schemeClr val="accent1"/>
              </a:solidFill>
              <a:prstDash val="dash"/>
              <a:round/>
              <a:headEnd len="sm" w="sm" type="none"/>
              <a:tailEnd len="sm" w="sm" type="none"/>
            </a:ln>
          </p:spPr>
        </p:cxnSp>
        <p:sp>
          <p:nvSpPr>
            <p:cNvPr id="2433" name="Google Shape;2433;p51"/>
            <p:cNvSpPr/>
            <p:nvPr/>
          </p:nvSpPr>
          <p:spPr>
            <a:xfrm>
              <a:off x="337518" y="1782506"/>
              <a:ext cx="457200" cy="457200"/>
            </a:xfrm>
            <a:prstGeom prst="ellipse">
              <a:avLst/>
            </a:prstGeom>
            <a:solidFill>
              <a:schemeClr val="accent5"/>
            </a:solidFill>
            <a:ln>
              <a:noFill/>
            </a:ln>
            <a:effectLst>
              <a:outerShdw blurRad="44450" rotWithShape="0" algn="ctr" dir="5400000" dist="13970">
                <a:srgbClr val="000000">
                  <a:alpha val="44705"/>
                </a:srgbClr>
              </a:outerShdw>
            </a:effectLst>
          </p:spPr>
          <p:txBody>
            <a:bodyPr anchorCtr="0" anchor="ctr" bIns="45700" lIns="45700" spcFirstLastPara="1" rIns="45700" wrap="square" tIns="45700">
              <a:noAutofit/>
            </a:bodyPr>
            <a:lstStyle/>
            <a:p>
              <a:pPr indent="0" lvl="0" marL="0" marR="0" rtl="0" algn="ctr">
                <a:spcBef>
                  <a:spcPts val="0"/>
                </a:spcBef>
                <a:spcAft>
                  <a:spcPts val="0"/>
                </a:spcAft>
                <a:buNone/>
              </a:pPr>
              <a:r>
                <a:rPr lang="en-US" sz="1600">
                  <a:solidFill>
                    <a:schemeClr val="lt1"/>
                  </a:solidFill>
                  <a:latin typeface="Play"/>
                  <a:ea typeface="Play"/>
                  <a:cs typeface="Play"/>
                  <a:sym typeface="Play"/>
                </a:rPr>
                <a:t>1</a:t>
              </a:r>
              <a:endParaRPr/>
            </a:p>
          </p:txBody>
        </p:sp>
        <p:sp>
          <p:nvSpPr>
            <p:cNvPr id="2434" name="Google Shape;2434;p51"/>
            <p:cNvSpPr/>
            <p:nvPr/>
          </p:nvSpPr>
          <p:spPr>
            <a:xfrm>
              <a:off x="4348043" y="1782506"/>
              <a:ext cx="457200" cy="457200"/>
            </a:xfrm>
            <a:prstGeom prst="ellipse">
              <a:avLst/>
            </a:prstGeom>
            <a:solidFill>
              <a:schemeClr val="accent5"/>
            </a:solidFill>
            <a:ln>
              <a:noFill/>
            </a:ln>
            <a:effectLst>
              <a:outerShdw blurRad="44450" rotWithShape="0" algn="ctr" dir="5400000" dist="13970">
                <a:srgbClr val="000000">
                  <a:alpha val="44705"/>
                </a:srgbClr>
              </a:outerShdw>
            </a:effectLst>
          </p:spPr>
          <p:txBody>
            <a:bodyPr anchorCtr="0" anchor="ctr" bIns="45700" lIns="45700" spcFirstLastPara="1" rIns="45700" wrap="square" tIns="45700">
              <a:noAutofit/>
            </a:bodyPr>
            <a:lstStyle/>
            <a:p>
              <a:pPr indent="0" lvl="0" marL="0" marR="0" rtl="0" algn="ctr">
                <a:spcBef>
                  <a:spcPts val="0"/>
                </a:spcBef>
                <a:spcAft>
                  <a:spcPts val="0"/>
                </a:spcAft>
                <a:buNone/>
              </a:pPr>
              <a:r>
                <a:rPr lang="en-US" sz="1600">
                  <a:solidFill>
                    <a:schemeClr val="lt1"/>
                  </a:solidFill>
                  <a:latin typeface="Play"/>
                  <a:ea typeface="Play"/>
                  <a:cs typeface="Play"/>
                  <a:sym typeface="Play"/>
                </a:rPr>
                <a:t>2</a:t>
              </a:r>
              <a:endParaRPr/>
            </a:p>
          </p:txBody>
        </p:sp>
        <p:sp>
          <p:nvSpPr>
            <p:cNvPr id="2435" name="Google Shape;2435;p51"/>
            <p:cNvSpPr txBox="1"/>
            <p:nvPr/>
          </p:nvSpPr>
          <p:spPr>
            <a:xfrm>
              <a:off x="6516694" y="2076147"/>
              <a:ext cx="931095"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32F3E"/>
                </a:buClr>
                <a:buSzPts val="1600"/>
                <a:buFont typeface="Play"/>
                <a:buNone/>
              </a:pPr>
              <a:r>
                <a:rPr b="1" i="0" lang="en-US" sz="1600" u="none" cap="none" strike="noStrike">
                  <a:solidFill>
                    <a:srgbClr val="232F3E"/>
                  </a:solidFill>
                  <a:latin typeface="Play"/>
                  <a:ea typeface="Play"/>
                  <a:cs typeface="Play"/>
                  <a:sym typeface="Play"/>
                </a:rPr>
                <a:t>Owner</a:t>
              </a:r>
              <a:endParaRPr/>
            </a:p>
          </p:txBody>
        </p:sp>
        <p:sp>
          <p:nvSpPr>
            <p:cNvPr id="2436" name="Google Shape;2436;p51"/>
            <p:cNvSpPr/>
            <p:nvPr/>
          </p:nvSpPr>
          <p:spPr>
            <a:xfrm>
              <a:off x="6362421" y="2592031"/>
              <a:ext cx="109738" cy="638209"/>
            </a:xfrm>
            <a:prstGeom prst="upDownArrow">
              <a:avLst>
                <a:gd fmla="val 50000" name="adj1"/>
                <a:gd fmla="val 50000" name="adj2"/>
              </a:avLst>
            </a:prstGeom>
            <a:solidFill>
              <a:schemeClr val="accent5"/>
            </a:solidFill>
            <a:ln cap="flat" cmpd="sng" w="10775">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Play"/>
                <a:buNone/>
              </a:pPr>
              <a:r>
                <a:t/>
              </a:r>
              <a:endParaRPr b="0" i="0" sz="1800" u="none" cap="none" strike="noStrike">
                <a:solidFill>
                  <a:srgbClr val="FFFFFF"/>
                </a:solidFill>
                <a:latin typeface="Play"/>
                <a:ea typeface="Play"/>
                <a:cs typeface="Play"/>
                <a:sym typeface="Play"/>
              </a:endParaRPr>
            </a:p>
          </p:txBody>
        </p:sp>
        <p:sp>
          <p:nvSpPr>
            <p:cNvPr id="2437" name="Google Shape;2437;p51"/>
            <p:cNvSpPr/>
            <p:nvPr/>
          </p:nvSpPr>
          <p:spPr>
            <a:xfrm rot="-5400000">
              <a:off x="5460236" y="3296703"/>
              <a:ext cx="154379" cy="1090337"/>
            </a:xfrm>
            <a:prstGeom prst="upDownArrow">
              <a:avLst>
                <a:gd fmla="val 50000" name="adj1"/>
                <a:gd fmla="val 50000" name="adj2"/>
              </a:avLst>
            </a:prstGeom>
            <a:solidFill>
              <a:srgbClr val="19594E"/>
            </a:solidFill>
            <a:ln cap="flat" cmpd="sng" w="10775">
              <a:solidFill>
                <a:srgbClr val="19594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Play"/>
                <a:buNone/>
              </a:pPr>
              <a:r>
                <a:t/>
              </a:r>
              <a:endParaRPr b="0" i="0" sz="1800" u="none" cap="none" strike="noStrike">
                <a:solidFill>
                  <a:srgbClr val="3F3F3F"/>
                </a:solidFill>
                <a:latin typeface="Play"/>
                <a:ea typeface="Play"/>
                <a:cs typeface="Play"/>
                <a:sym typeface="Play"/>
              </a:endParaRPr>
            </a:p>
          </p:txBody>
        </p:sp>
        <p:sp>
          <p:nvSpPr>
            <p:cNvPr id="2438" name="Google Shape;2438;p51"/>
            <p:cNvSpPr/>
            <p:nvPr/>
          </p:nvSpPr>
          <p:spPr>
            <a:xfrm>
              <a:off x="5295955" y="3601046"/>
              <a:ext cx="516343" cy="505315"/>
            </a:xfrm>
            <a:prstGeom prst="mathMultiply">
              <a:avLst>
                <a:gd fmla="val 13585" name="adj1"/>
              </a:avLst>
            </a:prstGeom>
            <a:solidFill>
              <a:srgbClr val="FF575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Play"/>
                <a:buNone/>
              </a:pPr>
              <a:r>
                <a:t/>
              </a:r>
              <a:endParaRPr b="0" i="0" sz="1800" u="none" cap="none" strike="noStrike">
                <a:solidFill>
                  <a:srgbClr val="FFFFFF"/>
                </a:solidFill>
                <a:latin typeface="Play"/>
                <a:ea typeface="Play"/>
                <a:cs typeface="Play"/>
                <a:sym typeface="Play"/>
              </a:endParaRPr>
            </a:p>
          </p:txBody>
        </p:sp>
        <p:sp>
          <p:nvSpPr>
            <p:cNvPr id="2439" name="Google Shape;2439;p51"/>
            <p:cNvSpPr txBox="1"/>
            <p:nvPr/>
          </p:nvSpPr>
          <p:spPr>
            <a:xfrm>
              <a:off x="4176245" y="4133494"/>
              <a:ext cx="931095"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Play"/>
                <a:buNone/>
              </a:pPr>
              <a:r>
                <a:rPr i="0" lang="en-US" sz="1600" u="none" cap="none" strike="noStrike">
                  <a:solidFill>
                    <a:schemeClr val="dk1"/>
                  </a:solidFill>
                  <a:latin typeface="Play"/>
                  <a:ea typeface="Play"/>
                  <a:cs typeface="Play"/>
                  <a:sym typeface="Play"/>
                </a:rPr>
                <a:t>User B</a:t>
              </a:r>
              <a:endParaRPr/>
            </a:p>
          </p:txBody>
        </p:sp>
        <p:sp>
          <p:nvSpPr>
            <p:cNvPr id="2440" name="Google Shape;2440;p51"/>
            <p:cNvSpPr txBox="1"/>
            <p:nvPr/>
          </p:nvSpPr>
          <p:spPr>
            <a:xfrm>
              <a:off x="6491966" y="3177230"/>
              <a:ext cx="1801802" cy="83099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Play"/>
                <a:buNone/>
              </a:pPr>
              <a:r>
                <a:rPr i="0" lang="en-US" sz="1600" u="none" cap="none" strike="noStrike">
                  <a:solidFill>
                    <a:schemeClr val="dk1"/>
                  </a:solidFill>
                  <a:latin typeface="Play"/>
                  <a:ea typeface="Play"/>
                  <a:cs typeface="Play"/>
                  <a:sym typeface="Play"/>
                </a:rPr>
                <a:t>Controlled </a:t>
              </a:r>
              <a:endParaRPr/>
            </a:p>
            <a:p>
              <a:pPr indent="0" lvl="0" marL="0" marR="0" rtl="0" algn="ctr">
                <a:lnSpc>
                  <a:spcPct val="100000"/>
                </a:lnSpc>
                <a:spcBef>
                  <a:spcPts val="0"/>
                </a:spcBef>
                <a:spcAft>
                  <a:spcPts val="0"/>
                </a:spcAft>
                <a:buClr>
                  <a:schemeClr val="dk1"/>
                </a:buClr>
                <a:buSzPts val="1600"/>
                <a:buFont typeface="Play"/>
                <a:buNone/>
              </a:pPr>
              <a:r>
                <a:rPr i="0" lang="en-US" sz="1600" u="none" cap="none" strike="noStrike">
                  <a:solidFill>
                    <a:schemeClr val="dk1"/>
                  </a:solidFill>
                  <a:latin typeface="Play"/>
                  <a:ea typeface="Play"/>
                  <a:cs typeface="Play"/>
                  <a:sym typeface="Play"/>
                </a:rPr>
                <a:t>Access to S3 bucket</a:t>
              </a:r>
              <a:endParaRPr/>
            </a:p>
          </p:txBody>
        </p:sp>
        <p:pic>
          <p:nvPicPr>
            <p:cNvPr id="2441" name="Google Shape;2441;p51"/>
            <p:cNvPicPr preferRelativeResize="0"/>
            <p:nvPr/>
          </p:nvPicPr>
          <p:blipFill rotWithShape="1">
            <a:blip r:embed="rId4">
              <a:alphaModFix/>
            </a:blip>
            <a:srcRect b="0" l="0" r="0" t="0"/>
            <a:stretch/>
          </p:blipFill>
          <p:spPr>
            <a:xfrm>
              <a:off x="6157038" y="2027768"/>
              <a:ext cx="445297" cy="445297"/>
            </a:xfrm>
            <a:prstGeom prst="rect">
              <a:avLst/>
            </a:prstGeom>
            <a:noFill/>
            <a:ln>
              <a:noFill/>
            </a:ln>
          </p:spPr>
        </p:pic>
        <p:pic>
          <p:nvPicPr>
            <p:cNvPr id="2442" name="Google Shape;2442;p51"/>
            <p:cNvPicPr preferRelativeResize="0"/>
            <p:nvPr/>
          </p:nvPicPr>
          <p:blipFill rotWithShape="1">
            <a:blip r:embed="rId5">
              <a:alphaModFix/>
            </a:blip>
            <a:srcRect b="0" l="0" r="0" t="0"/>
            <a:stretch/>
          </p:blipFill>
          <p:spPr>
            <a:xfrm>
              <a:off x="5548530" y="4335325"/>
              <a:ext cx="445297" cy="445297"/>
            </a:xfrm>
            <a:prstGeom prst="rect">
              <a:avLst/>
            </a:prstGeom>
            <a:noFill/>
            <a:ln>
              <a:noFill/>
            </a:ln>
          </p:spPr>
        </p:pic>
        <p:pic>
          <p:nvPicPr>
            <p:cNvPr id="2443" name="Google Shape;2443;p51"/>
            <p:cNvPicPr preferRelativeResize="0"/>
            <p:nvPr/>
          </p:nvPicPr>
          <p:blipFill rotWithShape="1">
            <a:blip r:embed="rId5">
              <a:alphaModFix/>
            </a:blip>
            <a:srcRect b="0" l="0" r="0" t="0"/>
            <a:stretch/>
          </p:blipFill>
          <p:spPr>
            <a:xfrm>
              <a:off x="6182409" y="4335325"/>
              <a:ext cx="445297" cy="445297"/>
            </a:xfrm>
            <a:prstGeom prst="rect">
              <a:avLst/>
            </a:prstGeom>
            <a:noFill/>
            <a:ln>
              <a:noFill/>
            </a:ln>
          </p:spPr>
        </p:pic>
        <p:pic>
          <p:nvPicPr>
            <p:cNvPr id="2444" name="Google Shape;2444;p51"/>
            <p:cNvPicPr preferRelativeResize="0"/>
            <p:nvPr/>
          </p:nvPicPr>
          <p:blipFill rotWithShape="1">
            <a:blip r:embed="rId5">
              <a:alphaModFix/>
            </a:blip>
            <a:srcRect b="0" l="0" r="0" t="0"/>
            <a:stretch/>
          </p:blipFill>
          <p:spPr>
            <a:xfrm>
              <a:off x="6816288" y="4335325"/>
              <a:ext cx="445297" cy="445297"/>
            </a:xfrm>
            <a:prstGeom prst="rect">
              <a:avLst/>
            </a:prstGeom>
            <a:noFill/>
            <a:ln>
              <a:noFill/>
            </a:ln>
          </p:spPr>
        </p:pic>
        <p:cxnSp>
          <p:nvCxnSpPr>
            <p:cNvPr id="2445" name="Google Shape;2445;p51"/>
            <p:cNvCxnSpPr/>
            <p:nvPr/>
          </p:nvCxnSpPr>
          <p:spPr>
            <a:xfrm flipH="1" rot="-5400000">
              <a:off x="6512547" y="3798500"/>
              <a:ext cx="431309" cy="642344"/>
            </a:xfrm>
            <a:prstGeom prst="bentConnector3">
              <a:avLst>
                <a:gd fmla="val 50000" name="adj1"/>
              </a:avLst>
            </a:prstGeom>
            <a:noFill/>
            <a:ln cap="flat" cmpd="sng" w="38100">
              <a:solidFill>
                <a:srgbClr val="19594E"/>
              </a:solidFill>
              <a:prstDash val="solid"/>
              <a:round/>
              <a:headEnd len="sm" w="sm" type="none"/>
              <a:tailEnd len="med" w="med" type="triangle"/>
            </a:ln>
          </p:spPr>
        </p:cxnSp>
        <p:cxnSp>
          <p:nvCxnSpPr>
            <p:cNvPr id="2446" name="Google Shape;2446;p51"/>
            <p:cNvCxnSpPr/>
            <p:nvPr/>
          </p:nvCxnSpPr>
          <p:spPr>
            <a:xfrm rot="5400000">
              <a:off x="5879476" y="3806964"/>
              <a:ext cx="431309" cy="625414"/>
            </a:xfrm>
            <a:prstGeom prst="bentConnector3">
              <a:avLst>
                <a:gd fmla="val 50000" name="adj1"/>
              </a:avLst>
            </a:prstGeom>
            <a:noFill/>
            <a:ln cap="flat" cmpd="sng" w="38100">
              <a:solidFill>
                <a:srgbClr val="19594E"/>
              </a:solidFill>
              <a:prstDash val="solid"/>
              <a:round/>
              <a:headEnd len="sm" w="sm" type="none"/>
              <a:tailEnd len="med" w="med" type="triangle"/>
            </a:ln>
          </p:spPr>
        </p:cxnSp>
        <p:cxnSp>
          <p:nvCxnSpPr>
            <p:cNvPr id="2447" name="Google Shape;2447;p51"/>
            <p:cNvCxnSpPr>
              <a:endCxn id="2443" idx="0"/>
            </p:cNvCxnSpPr>
            <p:nvPr/>
          </p:nvCxnSpPr>
          <p:spPr>
            <a:xfrm flipH="1">
              <a:off x="6405058" y="4098025"/>
              <a:ext cx="2700" cy="237300"/>
            </a:xfrm>
            <a:prstGeom prst="straightConnector1">
              <a:avLst/>
            </a:prstGeom>
            <a:noFill/>
            <a:ln cap="flat" cmpd="sng" w="38100">
              <a:solidFill>
                <a:srgbClr val="19594E"/>
              </a:solidFill>
              <a:prstDash val="solid"/>
              <a:round/>
              <a:headEnd len="sm" w="sm" type="none"/>
              <a:tailEnd len="med" w="med" type="triangle"/>
            </a:ln>
          </p:spPr>
        </p:cxnSp>
        <p:pic>
          <p:nvPicPr>
            <p:cNvPr id="2448" name="Google Shape;2448;p51"/>
            <p:cNvPicPr preferRelativeResize="0"/>
            <p:nvPr/>
          </p:nvPicPr>
          <p:blipFill rotWithShape="1">
            <a:blip r:embed="rId4">
              <a:alphaModFix/>
            </a:blip>
            <a:srcRect b="0" l="0" r="0" t="0"/>
            <a:stretch/>
          </p:blipFill>
          <p:spPr>
            <a:xfrm>
              <a:off x="4425221" y="3708543"/>
              <a:ext cx="445297" cy="445297"/>
            </a:xfrm>
            <a:prstGeom prst="rect">
              <a:avLst/>
            </a:prstGeom>
            <a:noFill/>
            <a:ln>
              <a:noFill/>
            </a:ln>
          </p:spPr>
        </p:pic>
        <p:sp>
          <p:nvSpPr>
            <p:cNvPr id="2449" name="Google Shape;2449;p51"/>
            <p:cNvSpPr/>
            <p:nvPr/>
          </p:nvSpPr>
          <p:spPr>
            <a:xfrm rot="-5400000">
              <a:off x="5460237" y="2853357"/>
              <a:ext cx="154379" cy="1090337"/>
            </a:xfrm>
            <a:prstGeom prst="upDownArrow">
              <a:avLst>
                <a:gd fmla="val 50000" name="adj1"/>
                <a:gd fmla="val 50000" name="adj2"/>
              </a:avLst>
            </a:prstGeom>
            <a:solidFill>
              <a:srgbClr val="19594E"/>
            </a:solidFill>
            <a:ln cap="flat" cmpd="sng" w="10775">
              <a:solidFill>
                <a:srgbClr val="19594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Play"/>
                <a:buNone/>
              </a:pPr>
              <a:r>
                <a:t/>
              </a:r>
              <a:endParaRPr b="0" i="0" sz="1800" u="none" cap="none" strike="noStrike">
                <a:solidFill>
                  <a:srgbClr val="3F3F3F"/>
                </a:solidFill>
                <a:latin typeface="Play"/>
                <a:ea typeface="Play"/>
                <a:cs typeface="Play"/>
                <a:sym typeface="Play"/>
              </a:endParaRPr>
            </a:p>
          </p:txBody>
        </p:sp>
        <p:sp>
          <p:nvSpPr>
            <p:cNvPr id="2450" name="Google Shape;2450;p51"/>
            <p:cNvSpPr txBox="1"/>
            <p:nvPr/>
          </p:nvSpPr>
          <p:spPr>
            <a:xfrm>
              <a:off x="4176245" y="3371494"/>
              <a:ext cx="931095"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Play"/>
                <a:buNone/>
              </a:pPr>
              <a:r>
                <a:rPr i="0" lang="en-US" sz="1600" u="none" cap="none" strike="noStrike">
                  <a:solidFill>
                    <a:schemeClr val="dk1"/>
                  </a:solidFill>
                  <a:latin typeface="Play"/>
                  <a:ea typeface="Play"/>
                  <a:cs typeface="Play"/>
                  <a:sym typeface="Play"/>
                </a:rPr>
                <a:t>User A</a:t>
              </a:r>
              <a:endParaRPr/>
            </a:p>
          </p:txBody>
        </p:sp>
        <p:pic>
          <p:nvPicPr>
            <p:cNvPr id="2451" name="Google Shape;2451;p51"/>
            <p:cNvPicPr preferRelativeResize="0"/>
            <p:nvPr/>
          </p:nvPicPr>
          <p:blipFill rotWithShape="1">
            <a:blip r:embed="rId4">
              <a:alphaModFix/>
            </a:blip>
            <a:srcRect b="0" l="0" r="0" t="0"/>
            <a:stretch/>
          </p:blipFill>
          <p:spPr>
            <a:xfrm>
              <a:off x="4425221" y="2946543"/>
              <a:ext cx="445297" cy="445297"/>
            </a:xfrm>
            <a:prstGeom prst="rect">
              <a:avLst/>
            </a:prstGeom>
            <a:noFill/>
            <a:ln>
              <a:noFill/>
            </a:ln>
          </p:spPr>
        </p:pic>
        <p:cxnSp>
          <p:nvCxnSpPr>
            <p:cNvPr id="2452" name="Google Shape;2452;p51"/>
            <p:cNvCxnSpPr/>
            <p:nvPr/>
          </p:nvCxnSpPr>
          <p:spPr>
            <a:xfrm>
              <a:off x="8018118" y="2015250"/>
              <a:ext cx="0" cy="3982065"/>
            </a:xfrm>
            <a:prstGeom prst="straightConnector1">
              <a:avLst/>
            </a:prstGeom>
            <a:noFill/>
            <a:ln cap="flat" cmpd="sng" w="25400">
              <a:solidFill>
                <a:schemeClr val="accent1"/>
              </a:solidFill>
              <a:prstDash val="dash"/>
              <a:round/>
              <a:headEnd len="sm" w="sm" type="none"/>
              <a:tailEnd len="sm" w="sm" type="none"/>
            </a:ln>
          </p:spPr>
        </p:cxnSp>
        <p:sp>
          <p:nvSpPr>
            <p:cNvPr id="2453" name="Google Shape;2453;p51"/>
            <p:cNvSpPr/>
            <p:nvPr/>
          </p:nvSpPr>
          <p:spPr>
            <a:xfrm>
              <a:off x="8236796" y="1782506"/>
              <a:ext cx="457200" cy="457200"/>
            </a:xfrm>
            <a:prstGeom prst="ellipse">
              <a:avLst/>
            </a:prstGeom>
            <a:solidFill>
              <a:schemeClr val="accent5"/>
            </a:solidFill>
            <a:ln>
              <a:noFill/>
            </a:ln>
            <a:effectLst>
              <a:outerShdw blurRad="44450" rotWithShape="0" algn="ctr" dir="5400000" dist="13970">
                <a:srgbClr val="000000">
                  <a:alpha val="44705"/>
                </a:srgbClr>
              </a:outerShdw>
            </a:effectLst>
          </p:spPr>
          <p:txBody>
            <a:bodyPr anchorCtr="0" anchor="ctr" bIns="45700" lIns="45700" spcFirstLastPara="1" rIns="45700" wrap="square" tIns="45700">
              <a:noAutofit/>
            </a:bodyPr>
            <a:lstStyle/>
            <a:p>
              <a:pPr indent="0" lvl="0" marL="0" marR="0" rtl="0" algn="ctr">
                <a:spcBef>
                  <a:spcPts val="0"/>
                </a:spcBef>
                <a:spcAft>
                  <a:spcPts val="0"/>
                </a:spcAft>
                <a:buNone/>
              </a:pPr>
              <a:r>
                <a:rPr lang="en-US" sz="1600">
                  <a:solidFill>
                    <a:schemeClr val="lt1"/>
                  </a:solidFill>
                  <a:latin typeface="Play"/>
                  <a:ea typeface="Play"/>
                  <a:cs typeface="Play"/>
                  <a:sym typeface="Play"/>
                </a:rPr>
                <a:t>3</a:t>
              </a:r>
              <a:endParaRPr/>
            </a:p>
          </p:txBody>
        </p:sp>
        <p:sp>
          <p:nvSpPr>
            <p:cNvPr id="2454" name="Google Shape;2454;p51"/>
            <p:cNvSpPr txBox="1"/>
            <p:nvPr/>
          </p:nvSpPr>
          <p:spPr>
            <a:xfrm>
              <a:off x="8951495" y="5374105"/>
              <a:ext cx="2148345" cy="369332"/>
            </a:xfrm>
            <a:prstGeom prst="rect">
              <a:avLst/>
            </a:prstGeom>
            <a:solidFill>
              <a:srgbClr val="19594E"/>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Play"/>
                  <a:ea typeface="Play"/>
                  <a:cs typeface="Play"/>
                  <a:sym typeface="Play"/>
                </a:rPr>
                <a:t>Not recommended</a:t>
              </a:r>
              <a:endParaRPr/>
            </a:p>
          </p:txBody>
        </p:sp>
        <p:pic>
          <p:nvPicPr>
            <p:cNvPr descr="Bucket with objects resource icon for the Amazon S3 service." id="2455" name="Google Shape;2455;p51"/>
            <p:cNvPicPr preferRelativeResize="0"/>
            <p:nvPr/>
          </p:nvPicPr>
          <p:blipFill rotWithShape="1">
            <a:blip r:embed="rId6">
              <a:alphaModFix/>
            </a:blip>
            <a:srcRect b="0" l="0" r="0" t="0"/>
            <a:stretch/>
          </p:blipFill>
          <p:spPr>
            <a:xfrm>
              <a:off x="10138804" y="3287399"/>
              <a:ext cx="624166" cy="624166"/>
            </a:xfrm>
            <a:prstGeom prst="rect">
              <a:avLst/>
            </a:prstGeom>
            <a:noFill/>
            <a:ln>
              <a:noFill/>
            </a:ln>
          </p:spPr>
        </p:pic>
        <p:pic>
          <p:nvPicPr>
            <p:cNvPr descr="Bucket with objects resource icon for the Amazon S3 service." id="2456" name="Google Shape;2456;p51"/>
            <p:cNvPicPr preferRelativeResize="0"/>
            <p:nvPr/>
          </p:nvPicPr>
          <p:blipFill rotWithShape="1">
            <a:blip r:embed="rId6">
              <a:alphaModFix/>
            </a:blip>
            <a:srcRect b="0" l="0" r="0" t="0"/>
            <a:stretch/>
          </p:blipFill>
          <p:spPr>
            <a:xfrm>
              <a:off x="2121659" y="3248134"/>
              <a:ext cx="624166" cy="624166"/>
            </a:xfrm>
            <a:prstGeom prst="rect">
              <a:avLst/>
            </a:prstGeom>
            <a:noFill/>
            <a:ln>
              <a:noFill/>
            </a:ln>
          </p:spPr>
        </p:pic>
        <p:pic>
          <p:nvPicPr>
            <p:cNvPr descr="Bucket with objects resource icon for the Amazon S3 service." id="2457" name="Google Shape;2457;p51"/>
            <p:cNvPicPr preferRelativeResize="0"/>
            <p:nvPr/>
          </p:nvPicPr>
          <p:blipFill rotWithShape="1">
            <a:blip r:embed="rId6">
              <a:alphaModFix/>
            </a:blip>
            <a:srcRect b="0" l="0" r="0" t="0"/>
            <a:stretch/>
          </p:blipFill>
          <p:spPr>
            <a:xfrm>
              <a:off x="6116117" y="3237550"/>
              <a:ext cx="624166" cy="624166"/>
            </a:xfrm>
            <a:prstGeom prst="rect">
              <a:avLst/>
            </a:prstGeom>
            <a:noFill/>
            <a:ln>
              <a:noFill/>
            </a:ln>
          </p:spPr>
        </p:pic>
      </p:gr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1" name="Shape 2461"/>
        <p:cNvGrpSpPr/>
        <p:nvPr/>
      </p:nvGrpSpPr>
      <p:grpSpPr>
        <a:xfrm>
          <a:off x="0" y="0"/>
          <a:ext cx="0" cy="0"/>
          <a:chOff x="0" y="0"/>
          <a:chExt cx="0" cy="0"/>
        </a:xfrm>
      </p:grpSpPr>
      <p:sp>
        <p:nvSpPr>
          <p:cNvPr id="2462" name="Google Shape;2462;p52"/>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463" name="Google Shape;2463;p52"/>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2F3E"/>
              </a:buClr>
              <a:buSzPts val="3600"/>
              <a:buFont typeface="Play"/>
              <a:buNone/>
            </a:pPr>
            <a:r>
              <a:rPr lang="en-US"/>
              <a:t>Considerations when choosing a Region</a:t>
            </a:r>
            <a:endParaRPr/>
          </a:p>
        </p:txBody>
      </p:sp>
      <p:graphicFrame>
        <p:nvGraphicFramePr>
          <p:cNvPr id="2464" name="Google Shape;2464;p52"/>
          <p:cNvGraphicFramePr/>
          <p:nvPr/>
        </p:nvGraphicFramePr>
        <p:xfrm>
          <a:off x="365125" y="1143000"/>
          <a:ext cx="3000000" cy="3000000"/>
        </p:xfrm>
        <a:graphic>
          <a:graphicData uri="http://schemas.openxmlformats.org/drawingml/2006/table">
            <a:tbl>
              <a:tblPr bandRow="1" firstRow="1">
                <a:noFill/>
                <a:tableStyleId>{60223444-1132-4FAA-9405-773630814508}</a:tableStyleId>
              </a:tblPr>
              <a:tblGrid>
                <a:gridCol w="3517075"/>
                <a:gridCol w="7935750"/>
              </a:tblGrid>
              <a:tr h="487775">
                <a:tc>
                  <a:txBody>
                    <a:bodyPr/>
                    <a:lstStyle/>
                    <a:p>
                      <a:pPr indent="0" lvl="0" marL="0" marR="0" rtl="0" algn="l">
                        <a:lnSpc>
                          <a:spcPct val="100000"/>
                        </a:lnSpc>
                        <a:spcBef>
                          <a:spcPts val="0"/>
                        </a:spcBef>
                        <a:spcAft>
                          <a:spcPts val="0"/>
                        </a:spcAft>
                        <a:buClr>
                          <a:schemeClr val="lt1"/>
                        </a:buClr>
                        <a:buSzPts val="1800"/>
                        <a:buFont typeface="Play"/>
                        <a:buNone/>
                      </a:pPr>
                      <a:r>
                        <a:rPr lang="en-US" sz="1800">
                          <a:solidFill>
                            <a:schemeClr val="lt1"/>
                          </a:solidFill>
                        </a:rPr>
                        <a:t>Considerations</a:t>
                      </a:r>
                      <a:endParaRPr b="1" sz="1800">
                        <a:solidFill>
                          <a:schemeClr val="lt1"/>
                        </a:solidFill>
                        <a:latin typeface="Play"/>
                        <a:ea typeface="Play"/>
                        <a:cs typeface="Play"/>
                        <a:sym typeface="Play"/>
                      </a:endParaRPr>
                    </a:p>
                  </a:txBody>
                  <a:tcPr marT="37675" marB="37675" marR="75325" marL="150650" anchor="ctr"/>
                </a:tc>
                <a:tc>
                  <a:txBody>
                    <a:bodyPr/>
                    <a:lstStyle/>
                    <a:p>
                      <a:pPr indent="0" lvl="0" marL="0" marR="0" rtl="0" algn="l">
                        <a:spcBef>
                          <a:spcPts val="0"/>
                        </a:spcBef>
                        <a:spcAft>
                          <a:spcPts val="0"/>
                        </a:spcAft>
                        <a:buNone/>
                      </a:pPr>
                      <a:r>
                        <a:rPr b="1" lang="en-US" sz="1800">
                          <a:solidFill>
                            <a:schemeClr val="lt1"/>
                          </a:solidFill>
                          <a:latin typeface="Play"/>
                          <a:ea typeface="Play"/>
                          <a:cs typeface="Play"/>
                          <a:sym typeface="Play"/>
                        </a:rPr>
                        <a:t>Details</a:t>
                      </a:r>
                      <a:endParaRPr/>
                    </a:p>
                  </a:txBody>
                  <a:tcPr marT="37675" marB="37675" marR="75325" marL="150650" anchor="ctr"/>
                </a:tc>
              </a:tr>
              <a:tr h="466250">
                <a:tc>
                  <a:txBody>
                    <a:bodyPr/>
                    <a:lstStyle/>
                    <a:p>
                      <a:pPr indent="0" lvl="0" marL="0" marR="0" rtl="0" algn="l">
                        <a:lnSpc>
                          <a:spcPct val="100000"/>
                        </a:lnSpc>
                        <a:spcBef>
                          <a:spcPts val="0"/>
                        </a:spcBef>
                        <a:spcAft>
                          <a:spcPts val="0"/>
                        </a:spcAft>
                        <a:buClr>
                          <a:schemeClr val="dk1"/>
                        </a:buClr>
                        <a:buSzPts val="1800"/>
                        <a:buFont typeface="Arial"/>
                        <a:buNone/>
                      </a:pPr>
                      <a:r>
                        <a:rPr b="0" i="0" lang="en-US" sz="1800">
                          <a:latin typeface="Play"/>
                          <a:ea typeface="Play"/>
                          <a:cs typeface="Play"/>
                          <a:sym typeface="Play"/>
                        </a:rPr>
                        <a:t>Data privacy laws </a:t>
                      </a:r>
                      <a:r>
                        <a:rPr lang="en-US" sz="1800">
                          <a:solidFill>
                            <a:schemeClr val="dk1"/>
                          </a:solidFill>
                          <a:latin typeface="Play"/>
                          <a:ea typeface="Play"/>
                          <a:cs typeface="Play"/>
                          <a:sym typeface="Play"/>
                        </a:rPr>
                        <a:t>and regulatory compliance</a:t>
                      </a:r>
                      <a:endParaRPr/>
                    </a:p>
                    <a:p>
                      <a:pPr indent="0" lvl="0" marL="0" marR="0" rtl="0" algn="l">
                        <a:spcBef>
                          <a:spcPts val="200"/>
                        </a:spcBef>
                        <a:spcAft>
                          <a:spcPts val="0"/>
                        </a:spcAft>
                        <a:buClr>
                          <a:schemeClr val="dk1"/>
                        </a:buClr>
                        <a:buSzPts val="1800"/>
                        <a:buFont typeface="Arial"/>
                        <a:buNone/>
                      </a:pPr>
                      <a:r>
                        <a:t/>
                      </a:r>
                      <a:endParaRPr sz="1800">
                        <a:solidFill>
                          <a:schemeClr val="dk1"/>
                        </a:solidFill>
                        <a:latin typeface="Play"/>
                        <a:ea typeface="Play"/>
                        <a:cs typeface="Play"/>
                        <a:sym typeface="Play"/>
                      </a:endParaRPr>
                    </a:p>
                  </a:txBody>
                  <a:tcPr marT="37675" marB="37675" marR="75325" marL="150650" anchor="ctr"/>
                </a:tc>
                <a:tc>
                  <a:txBody>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Play"/>
                          <a:ea typeface="Play"/>
                          <a:cs typeface="Play"/>
                          <a:sym typeface="Play"/>
                        </a:rPr>
                        <a:t>Are there relevant Region data privacy laws?</a:t>
                      </a:r>
                      <a:endParaRPr/>
                    </a:p>
                    <a:p>
                      <a:pPr indent="-285750" lvl="0" marL="285750" marR="0" rtl="0" algn="l">
                        <a:spcBef>
                          <a:spcPts val="200"/>
                        </a:spcBef>
                        <a:spcAft>
                          <a:spcPts val="0"/>
                        </a:spcAft>
                        <a:buClr>
                          <a:schemeClr val="dk1"/>
                        </a:buClr>
                        <a:buSzPts val="1800"/>
                        <a:buFont typeface="Arial"/>
                        <a:buChar char="•"/>
                      </a:pPr>
                      <a:r>
                        <a:rPr lang="en-US" sz="1800">
                          <a:solidFill>
                            <a:schemeClr val="dk1"/>
                          </a:solidFill>
                          <a:latin typeface="Play"/>
                          <a:ea typeface="Play"/>
                          <a:cs typeface="Play"/>
                          <a:sym typeface="Play"/>
                        </a:rPr>
                        <a:t>Can customer data be stored outside the country?</a:t>
                      </a:r>
                      <a:endParaRPr/>
                    </a:p>
                    <a:p>
                      <a:pPr indent="-285750" lvl="0" marL="285750" marR="0" rtl="0" algn="l">
                        <a:spcBef>
                          <a:spcPts val="200"/>
                        </a:spcBef>
                        <a:spcAft>
                          <a:spcPts val="0"/>
                        </a:spcAft>
                        <a:buClr>
                          <a:schemeClr val="dk1"/>
                        </a:buClr>
                        <a:buSzPts val="1800"/>
                        <a:buFont typeface="Arial"/>
                        <a:buChar char="•"/>
                      </a:pPr>
                      <a:r>
                        <a:rPr lang="en-US" sz="1800">
                          <a:solidFill>
                            <a:schemeClr val="dk1"/>
                          </a:solidFill>
                          <a:latin typeface="Play"/>
                          <a:ea typeface="Play"/>
                          <a:cs typeface="Play"/>
                          <a:sym typeface="Play"/>
                        </a:rPr>
                        <a:t>Can you meet your governance obligation?</a:t>
                      </a:r>
                      <a:endParaRPr/>
                    </a:p>
                  </a:txBody>
                  <a:tcPr marT="37675" marB="37675" marR="75325" marL="150650" anchor="ctr"/>
                </a:tc>
              </a:tr>
              <a:tr h="822725">
                <a:tc>
                  <a:txBody>
                    <a:bodyPr/>
                    <a:lstStyle/>
                    <a:p>
                      <a:pPr indent="0" lvl="0" marL="0" marR="0" rtl="0" algn="l">
                        <a:lnSpc>
                          <a:spcPct val="100000"/>
                        </a:lnSpc>
                        <a:spcBef>
                          <a:spcPts val="0"/>
                        </a:spcBef>
                        <a:spcAft>
                          <a:spcPts val="0"/>
                        </a:spcAft>
                        <a:buClr>
                          <a:schemeClr val="dk1"/>
                        </a:buClr>
                        <a:buSzPts val="1800"/>
                        <a:buFont typeface="Arial"/>
                        <a:buNone/>
                      </a:pPr>
                      <a:r>
                        <a:rPr lang="en-US" sz="1800">
                          <a:solidFill>
                            <a:schemeClr val="dk1"/>
                          </a:solidFill>
                          <a:latin typeface="Play"/>
                          <a:ea typeface="Play"/>
                          <a:cs typeface="Play"/>
                          <a:sym typeface="Play"/>
                        </a:rPr>
                        <a:t>Proximity of users to data</a:t>
                      </a:r>
                      <a:endParaRPr/>
                    </a:p>
                    <a:p>
                      <a:pPr indent="0" lvl="0" marL="0" marR="0" rtl="0" algn="l">
                        <a:spcBef>
                          <a:spcPts val="200"/>
                        </a:spcBef>
                        <a:spcAft>
                          <a:spcPts val="0"/>
                        </a:spcAft>
                        <a:buClr>
                          <a:schemeClr val="dk1"/>
                        </a:buClr>
                        <a:buSzPts val="1800"/>
                        <a:buFont typeface="Arial"/>
                        <a:buNone/>
                      </a:pPr>
                      <a:r>
                        <a:t/>
                      </a:r>
                      <a:endParaRPr sz="1800">
                        <a:solidFill>
                          <a:schemeClr val="dk1"/>
                        </a:solidFill>
                        <a:latin typeface="Play"/>
                        <a:ea typeface="Play"/>
                        <a:cs typeface="Play"/>
                        <a:sym typeface="Play"/>
                      </a:endParaRPr>
                    </a:p>
                  </a:txBody>
                  <a:tcPr marT="37675" marB="37675" marR="75325" marL="150650" anchor="ctr"/>
                </a:tc>
                <a:tc>
                  <a:txBody>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Play"/>
                          <a:ea typeface="Play"/>
                          <a:cs typeface="Play"/>
                          <a:sym typeface="Play"/>
                        </a:rPr>
                        <a:t>Small differences in latency can impact customer experience.</a:t>
                      </a:r>
                      <a:endParaRPr/>
                    </a:p>
                    <a:p>
                      <a:pPr indent="-285750" lvl="0" marL="285750" marR="0" rtl="0" algn="l">
                        <a:spcBef>
                          <a:spcPts val="200"/>
                        </a:spcBef>
                        <a:spcAft>
                          <a:spcPts val="0"/>
                        </a:spcAft>
                        <a:buClr>
                          <a:schemeClr val="dk1"/>
                        </a:buClr>
                        <a:buSzPts val="1800"/>
                        <a:buFont typeface="Arial"/>
                        <a:buChar char="•"/>
                      </a:pPr>
                      <a:r>
                        <a:rPr lang="en-US" sz="1800">
                          <a:solidFill>
                            <a:schemeClr val="dk1"/>
                          </a:solidFill>
                          <a:latin typeface="Play"/>
                          <a:ea typeface="Play"/>
                          <a:cs typeface="Play"/>
                          <a:sym typeface="Play"/>
                        </a:rPr>
                        <a:t>Choose the Region closest to your users.</a:t>
                      </a:r>
                      <a:endParaRPr/>
                    </a:p>
                  </a:txBody>
                  <a:tcPr marT="37675" marB="37675" marR="75325" marL="150650" anchor="ctr"/>
                </a:tc>
              </a:tr>
              <a:tr h="539475">
                <a:tc>
                  <a:txBody>
                    <a:bodyPr/>
                    <a:lstStyle/>
                    <a:p>
                      <a:pPr indent="0" lvl="0" marL="0" marR="0" rtl="0" algn="l">
                        <a:lnSpc>
                          <a:spcPct val="100000"/>
                        </a:lnSpc>
                        <a:spcBef>
                          <a:spcPts val="0"/>
                        </a:spcBef>
                        <a:spcAft>
                          <a:spcPts val="0"/>
                        </a:spcAft>
                        <a:buClr>
                          <a:schemeClr val="dk1"/>
                        </a:buClr>
                        <a:buSzPts val="1800"/>
                        <a:buFont typeface="Arial"/>
                        <a:buNone/>
                      </a:pPr>
                      <a:r>
                        <a:rPr lang="en-US" sz="1800"/>
                        <a:t>Availability service and feature</a:t>
                      </a:r>
                      <a:endParaRPr/>
                    </a:p>
                    <a:p>
                      <a:pPr indent="0" lvl="0" marL="0" marR="0" rtl="0" algn="l">
                        <a:spcBef>
                          <a:spcPts val="200"/>
                        </a:spcBef>
                        <a:spcAft>
                          <a:spcPts val="0"/>
                        </a:spcAft>
                        <a:buClr>
                          <a:schemeClr val="dk1"/>
                        </a:buClr>
                        <a:buSzPts val="1800"/>
                        <a:buFont typeface="Arial"/>
                        <a:buNone/>
                      </a:pPr>
                      <a:r>
                        <a:t/>
                      </a:r>
                      <a:endParaRPr sz="1800"/>
                    </a:p>
                  </a:txBody>
                  <a:tcPr marT="37675" marB="37675" marR="75325" marL="150650" anchor="ctr"/>
                </a:tc>
                <a:tc>
                  <a:txBody>
                    <a:bodyPr/>
                    <a:lstStyle/>
                    <a:p>
                      <a:pPr indent="-285750" lvl="0" marL="285750" marR="0" rtl="0" algn="l">
                        <a:spcBef>
                          <a:spcPts val="0"/>
                        </a:spcBef>
                        <a:spcAft>
                          <a:spcPts val="0"/>
                        </a:spcAft>
                        <a:buClr>
                          <a:schemeClr val="dk1"/>
                        </a:buClr>
                        <a:buSzPts val="1800"/>
                        <a:buFont typeface="Arial"/>
                        <a:buChar char="•"/>
                      </a:pPr>
                      <a:r>
                        <a:rPr lang="en-US" sz="1800"/>
                        <a:t>Not all AWS services are available in all Regions.</a:t>
                      </a:r>
                      <a:endParaRPr/>
                    </a:p>
                    <a:p>
                      <a:pPr indent="-285750" lvl="0" marL="285750" marR="0" rtl="0" algn="l">
                        <a:spcBef>
                          <a:spcPts val="200"/>
                        </a:spcBef>
                        <a:spcAft>
                          <a:spcPts val="0"/>
                        </a:spcAft>
                        <a:buClr>
                          <a:schemeClr val="dk1"/>
                        </a:buClr>
                        <a:buSzPts val="1800"/>
                        <a:buFont typeface="Arial"/>
                        <a:buChar char="•"/>
                      </a:pPr>
                      <a:r>
                        <a:rPr lang="en-US" sz="1800"/>
                        <a:t>Services expand to new Regions regularly.</a:t>
                      </a:r>
                      <a:endParaRPr/>
                    </a:p>
                    <a:p>
                      <a:pPr indent="-285750" lvl="0" marL="285750" marR="0" rtl="0" algn="l">
                        <a:spcBef>
                          <a:spcPts val="200"/>
                        </a:spcBef>
                        <a:spcAft>
                          <a:spcPts val="0"/>
                        </a:spcAft>
                        <a:buClr>
                          <a:schemeClr val="dk1"/>
                        </a:buClr>
                        <a:buSzPts val="1800"/>
                        <a:buFont typeface="Arial"/>
                        <a:buChar char="•"/>
                      </a:pPr>
                      <a:r>
                        <a:rPr lang="en-US" sz="1800"/>
                        <a:t>Use some services cross-Region but at increased latency.</a:t>
                      </a:r>
                      <a:endParaRPr/>
                    </a:p>
                  </a:txBody>
                  <a:tcPr marT="37675" marB="37675" marR="75325" marL="150650" anchor="ctr"/>
                </a:tc>
              </a:tr>
              <a:tr h="539475">
                <a:tc>
                  <a:txBody>
                    <a:bodyPr/>
                    <a:lstStyle/>
                    <a:p>
                      <a:pPr indent="0" lvl="0" marL="0" marR="0" rtl="0" algn="l">
                        <a:lnSpc>
                          <a:spcPct val="100000"/>
                        </a:lnSpc>
                        <a:spcBef>
                          <a:spcPts val="0"/>
                        </a:spcBef>
                        <a:spcAft>
                          <a:spcPts val="0"/>
                        </a:spcAft>
                        <a:buClr>
                          <a:schemeClr val="dk1"/>
                        </a:buClr>
                        <a:buSzPts val="1800"/>
                        <a:buFont typeface="Arial"/>
                        <a:buNone/>
                      </a:pPr>
                      <a:r>
                        <a:rPr lang="en-US" sz="1800"/>
                        <a:t>Cost-effectiveness</a:t>
                      </a:r>
                      <a:endParaRPr/>
                    </a:p>
                    <a:p>
                      <a:pPr indent="0" lvl="0" marL="0" marR="0" rtl="0" algn="l">
                        <a:spcBef>
                          <a:spcPts val="200"/>
                        </a:spcBef>
                        <a:spcAft>
                          <a:spcPts val="0"/>
                        </a:spcAft>
                        <a:buClr>
                          <a:schemeClr val="dk1"/>
                        </a:buClr>
                        <a:buSzPts val="1800"/>
                        <a:buFont typeface="Arial"/>
                        <a:buNone/>
                      </a:pPr>
                      <a:r>
                        <a:t/>
                      </a:r>
                      <a:endParaRPr sz="1800"/>
                    </a:p>
                  </a:txBody>
                  <a:tcPr marT="37675" marB="37675" marR="75325" marL="150650" anchor="ctr"/>
                </a:tc>
                <a:tc>
                  <a:txBody>
                    <a:bodyPr/>
                    <a:lstStyle/>
                    <a:p>
                      <a:pPr indent="-285750" lvl="0" marL="285750" marR="0" rtl="0" algn="l">
                        <a:spcBef>
                          <a:spcPts val="0"/>
                        </a:spcBef>
                        <a:spcAft>
                          <a:spcPts val="0"/>
                        </a:spcAft>
                        <a:buClr>
                          <a:schemeClr val="dk1"/>
                        </a:buClr>
                        <a:buSzPts val="1800"/>
                        <a:buFont typeface="Arial"/>
                        <a:buChar char="•"/>
                      </a:pPr>
                      <a:r>
                        <a:rPr lang="en-US" sz="1800"/>
                        <a:t>Costs vary by Region.</a:t>
                      </a:r>
                      <a:endParaRPr/>
                    </a:p>
                    <a:p>
                      <a:pPr indent="-285750" lvl="0" marL="285750" marR="0" rtl="0" algn="l">
                        <a:spcBef>
                          <a:spcPts val="200"/>
                        </a:spcBef>
                        <a:spcAft>
                          <a:spcPts val="0"/>
                        </a:spcAft>
                        <a:buClr>
                          <a:schemeClr val="dk1"/>
                        </a:buClr>
                        <a:buSzPts val="1800"/>
                        <a:buFont typeface="Arial"/>
                        <a:buChar char="•"/>
                      </a:pPr>
                      <a:r>
                        <a:rPr lang="en-US" sz="1800"/>
                        <a:t>Some services such as Amazon S3 have costs for transferring data out.</a:t>
                      </a:r>
                      <a:endParaRPr/>
                    </a:p>
                    <a:p>
                      <a:pPr indent="-285750" lvl="0" marL="285750" marR="0" rtl="0" algn="l">
                        <a:spcBef>
                          <a:spcPts val="200"/>
                        </a:spcBef>
                        <a:spcAft>
                          <a:spcPts val="0"/>
                        </a:spcAft>
                        <a:buClr>
                          <a:schemeClr val="dk1"/>
                        </a:buClr>
                        <a:buSzPts val="1800"/>
                        <a:buFont typeface="Arial"/>
                        <a:buChar char="•"/>
                      </a:pPr>
                      <a:r>
                        <a:rPr lang="en-US" sz="1800"/>
                        <a:t>Consider the cost-effectiveness of replicating the entire environment in another Region.</a:t>
                      </a:r>
                      <a:endParaRPr/>
                    </a:p>
                  </a:txBody>
                  <a:tcPr marT="37675" marB="37675" marR="75325" marL="150650" anchor="ctr"/>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8" name="Shape 2468"/>
        <p:cNvGrpSpPr/>
        <p:nvPr/>
      </p:nvGrpSpPr>
      <p:grpSpPr>
        <a:xfrm>
          <a:off x="0" y="0"/>
          <a:ext cx="0" cy="0"/>
          <a:chOff x="0" y="0"/>
          <a:chExt cx="0" cy="0"/>
        </a:xfrm>
      </p:grpSpPr>
      <p:sp>
        <p:nvSpPr>
          <p:cNvPr id="2469" name="Google Shape;2469;p53"/>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232F3E"/>
              </a:buClr>
              <a:buSzPts val="1100"/>
              <a:buFont typeface="Arial"/>
              <a:buNone/>
            </a:pPr>
            <a:fld id="{00000000-1234-1234-1234-123412341234}" type="slidenum">
              <a:rPr b="0" i="0" lang="en-US" sz="1100" u="none" cap="none" strike="noStrike">
                <a:solidFill>
                  <a:srgbClr val="232F3E"/>
                </a:solidFill>
                <a:latin typeface="Arial"/>
                <a:ea typeface="Arial"/>
                <a:cs typeface="Arial"/>
                <a:sym typeface="Arial"/>
              </a:rPr>
              <a:t>‹#›</a:t>
            </a:fld>
            <a:endParaRPr b="0" i="0" sz="1100" u="none" cap="none" strike="noStrike">
              <a:solidFill>
                <a:srgbClr val="232F3E"/>
              </a:solidFill>
              <a:latin typeface="Arial"/>
              <a:ea typeface="Arial"/>
              <a:cs typeface="Arial"/>
              <a:sym typeface="Arial"/>
            </a:endParaRPr>
          </a:p>
        </p:txBody>
      </p:sp>
      <p:sp>
        <p:nvSpPr>
          <p:cNvPr id="2470" name="Google Shape;2470;p53"/>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Play"/>
              <a:buNone/>
            </a:pPr>
            <a:r>
              <a:rPr lang="en-US">
                <a:solidFill>
                  <a:schemeClr val="dk1"/>
                </a:solidFill>
                <a:latin typeface="Play"/>
                <a:ea typeface="Play"/>
                <a:cs typeface="Play"/>
                <a:sym typeface="Play"/>
              </a:rPr>
              <a:t>Amazon S3 Inventory</a:t>
            </a:r>
            <a:endParaRPr/>
          </a:p>
        </p:txBody>
      </p:sp>
      <p:sp>
        <p:nvSpPr>
          <p:cNvPr id="2471" name="Google Shape;2471;p53"/>
          <p:cNvSpPr txBox="1"/>
          <p:nvPr>
            <p:ph idx="1" type="body"/>
          </p:nvPr>
        </p:nvSpPr>
        <p:spPr>
          <a:xfrm>
            <a:off x="365760" y="1097280"/>
            <a:ext cx="11105804" cy="5330952"/>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800"/>
              <a:buChar char="•"/>
            </a:pPr>
            <a:r>
              <a:rPr lang="en-US">
                <a:solidFill>
                  <a:schemeClr val="dk1"/>
                </a:solidFill>
              </a:rPr>
              <a:t>Use Amazon S3 Inventory to help manage your storage.</a:t>
            </a:r>
            <a:endParaRPr/>
          </a:p>
          <a:p>
            <a:pPr indent="-228600" lvl="0" marL="228600" rtl="0" algn="l">
              <a:lnSpc>
                <a:spcPct val="100000"/>
              </a:lnSpc>
              <a:spcBef>
                <a:spcPts val="1200"/>
              </a:spcBef>
              <a:spcAft>
                <a:spcPts val="0"/>
              </a:spcAft>
              <a:buClr>
                <a:schemeClr val="dk1"/>
              </a:buClr>
              <a:buSzPts val="2800"/>
              <a:buChar char="•"/>
            </a:pPr>
            <a:r>
              <a:rPr lang="en-US">
                <a:solidFill>
                  <a:schemeClr val="dk1"/>
                </a:solidFill>
              </a:rPr>
              <a:t>Use it to audit and report on the replication and encryption status of your objects for business, compliance, and regulatory needs. </a:t>
            </a:r>
            <a:endParaRPr/>
          </a:p>
          <a:p>
            <a:pPr indent="-228600" lvl="0" marL="228600" rtl="0" algn="l">
              <a:lnSpc>
                <a:spcPct val="100000"/>
              </a:lnSpc>
              <a:spcBef>
                <a:spcPts val="1200"/>
              </a:spcBef>
              <a:spcAft>
                <a:spcPts val="0"/>
              </a:spcAft>
              <a:buClr>
                <a:schemeClr val="dk1"/>
              </a:buClr>
              <a:buSzPts val="2800"/>
              <a:buChar char="•"/>
            </a:pPr>
            <a:r>
              <a:rPr lang="en-US">
                <a:solidFill>
                  <a:schemeClr val="dk1"/>
                </a:solidFill>
              </a:rPr>
              <a:t>Speed up business workflows and big data jobs by using Amazon S3 Inventory. </a:t>
            </a:r>
            <a:endParaRPr/>
          </a:p>
          <a:p>
            <a:pPr indent="-228600" lvl="0" marL="228600" rtl="0" algn="l">
              <a:lnSpc>
                <a:spcPct val="100000"/>
              </a:lnSpc>
              <a:spcBef>
                <a:spcPts val="1200"/>
              </a:spcBef>
              <a:spcAft>
                <a:spcPts val="0"/>
              </a:spcAft>
              <a:buClr>
                <a:schemeClr val="dk1"/>
              </a:buClr>
              <a:buSzPts val="2800"/>
              <a:buChar char="•"/>
            </a:pPr>
            <a:r>
              <a:rPr lang="en-US">
                <a:solidFill>
                  <a:schemeClr val="dk1"/>
                </a:solidFill>
              </a:rPr>
              <a:t>Provide a scheduled alternative to the Amazon S3 synchronous List API operations. </a:t>
            </a:r>
            <a:endParaRPr/>
          </a:p>
          <a:p>
            <a:pPr indent="0" lvl="0" marL="0" rtl="0" algn="l">
              <a:lnSpc>
                <a:spcPct val="100000"/>
              </a:lnSpc>
              <a:spcBef>
                <a:spcPts val="1200"/>
              </a:spcBef>
              <a:spcAft>
                <a:spcPts val="0"/>
              </a:spcAft>
              <a:buClr>
                <a:srgbClr val="232F3E"/>
              </a:buClr>
              <a:buSzPts val="2800"/>
              <a:buNone/>
            </a:pPr>
            <a: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5" name="Shape 2475"/>
        <p:cNvGrpSpPr/>
        <p:nvPr/>
      </p:nvGrpSpPr>
      <p:grpSpPr>
        <a:xfrm>
          <a:off x="0" y="0"/>
          <a:ext cx="0" cy="0"/>
          <a:chOff x="0" y="0"/>
          <a:chExt cx="0" cy="0"/>
        </a:xfrm>
      </p:grpSpPr>
      <p:sp>
        <p:nvSpPr>
          <p:cNvPr id="2476" name="Google Shape;2476;p54"/>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477" name="Google Shape;2477;p54"/>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2F3E"/>
              </a:buClr>
              <a:buSzPts val="3600"/>
              <a:buFont typeface="Play"/>
              <a:buNone/>
            </a:pPr>
            <a:r>
              <a:rPr lang="en-US"/>
              <a:t>Amazon S3 costs</a:t>
            </a:r>
            <a:endParaRPr/>
          </a:p>
        </p:txBody>
      </p:sp>
      <p:sp>
        <p:nvSpPr>
          <p:cNvPr id="2478" name="Google Shape;2478;p54"/>
          <p:cNvSpPr txBox="1"/>
          <p:nvPr/>
        </p:nvSpPr>
        <p:spPr>
          <a:xfrm>
            <a:off x="384810" y="1167611"/>
            <a:ext cx="5486400" cy="440329"/>
          </a:xfrm>
          <a:prstGeom prst="rect">
            <a:avLst/>
          </a:prstGeom>
          <a:solidFill>
            <a:srgbClr val="005276"/>
          </a:solid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800"/>
              <a:buFont typeface="Play"/>
              <a:buNone/>
            </a:pPr>
            <a:r>
              <a:rPr lang="en-US" sz="2800">
                <a:solidFill>
                  <a:schemeClr val="lt1"/>
                </a:solidFill>
                <a:latin typeface="Play"/>
                <a:ea typeface="Play"/>
                <a:cs typeface="Play"/>
                <a:sym typeface="Play"/>
              </a:rPr>
              <a:t>Pay for only what you use:</a:t>
            </a:r>
            <a:endParaRPr/>
          </a:p>
        </p:txBody>
      </p:sp>
      <p:sp>
        <p:nvSpPr>
          <p:cNvPr id="2479" name="Google Shape;2479;p54"/>
          <p:cNvSpPr txBox="1"/>
          <p:nvPr/>
        </p:nvSpPr>
        <p:spPr>
          <a:xfrm>
            <a:off x="441960" y="1716024"/>
            <a:ext cx="5406390" cy="3484626"/>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00000"/>
              </a:lnSpc>
              <a:spcBef>
                <a:spcPts val="0"/>
              </a:spcBef>
              <a:spcAft>
                <a:spcPts val="0"/>
              </a:spcAft>
              <a:buClr>
                <a:srgbClr val="232F3E"/>
              </a:buClr>
              <a:buSzPts val="2400"/>
              <a:buFont typeface="Play"/>
              <a:buChar char="•"/>
            </a:pPr>
            <a:r>
              <a:rPr lang="en-US" sz="2400">
                <a:solidFill>
                  <a:srgbClr val="232F3E"/>
                </a:solidFill>
                <a:latin typeface="Play"/>
                <a:ea typeface="Play"/>
                <a:cs typeface="Play"/>
                <a:sym typeface="Play"/>
              </a:rPr>
              <a:t>Gigabytes of objects stored (per month) with different pricing for each Region and each storage class</a:t>
            </a:r>
            <a:endParaRPr/>
          </a:p>
          <a:p>
            <a:pPr indent="-228600" lvl="0" marL="228600" marR="0" rtl="0" algn="l">
              <a:lnSpc>
                <a:spcPct val="100000"/>
              </a:lnSpc>
              <a:spcBef>
                <a:spcPts val="1200"/>
              </a:spcBef>
              <a:spcAft>
                <a:spcPts val="0"/>
              </a:spcAft>
              <a:buClr>
                <a:schemeClr val="dk1"/>
              </a:buClr>
              <a:buSzPts val="2400"/>
              <a:buFont typeface="Play"/>
              <a:buChar char="•"/>
            </a:pPr>
            <a:r>
              <a:rPr lang="en-US" sz="2400">
                <a:solidFill>
                  <a:schemeClr val="dk1"/>
                </a:solidFill>
                <a:latin typeface="Play"/>
                <a:ea typeface="Play"/>
                <a:cs typeface="Play"/>
                <a:sym typeface="Play"/>
              </a:rPr>
              <a:t>PUT, COPY, POST, LIST or lifecycle transition to move data into any Amazon S3 storage class</a:t>
            </a:r>
            <a:endParaRPr/>
          </a:p>
        </p:txBody>
      </p:sp>
      <p:sp>
        <p:nvSpPr>
          <p:cNvPr id="2480" name="Google Shape;2480;p54"/>
          <p:cNvSpPr txBox="1"/>
          <p:nvPr/>
        </p:nvSpPr>
        <p:spPr>
          <a:xfrm>
            <a:off x="6148578" y="1167611"/>
            <a:ext cx="5486400" cy="440329"/>
          </a:xfrm>
          <a:prstGeom prst="rect">
            <a:avLst/>
          </a:prstGeom>
          <a:solidFill>
            <a:srgbClr val="005276"/>
          </a:solid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800"/>
              <a:buFont typeface="Play"/>
              <a:buNone/>
            </a:pPr>
            <a:r>
              <a:rPr lang="en-US" sz="2800">
                <a:solidFill>
                  <a:schemeClr val="lt1"/>
                </a:solidFill>
                <a:latin typeface="Play"/>
                <a:ea typeface="Play"/>
                <a:cs typeface="Play"/>
                <a:sym typeface="Play"/>
              </a:rPr>
              <a:t>No charge for data transferred:</a:t>
            </a:r>
            <a:endParaRPr sz="2800">
              <a:solidFill>
                <a:schemeClr val="lt1"/>
              </a:solidFill>
              <a:latin typeface="Play"/>
              <a:ea typeface="Play"/>
              <a:cs typeface="Play"/>
              <a:sym typeface="Play"/>
            </a:endParaRPr>
          </a:p>
        </p:txBody>
      </p:sp>
      <p:sp>
        <p:nvSpPr>
          <p:cNvPr id="2481" name="Google Shape;2481;p54"/>
          <p:cNvSpPr txBox="1"/>
          <p:nvPr/>
        </p:nvSpPr>
        <p:spPr>
          <a:xfrm>
            <a:off x="6153150" y="1716023"/>
            <a:ext cx="5448300" cy="3840715"/>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rgbClr val="232F3E"/>
              </a:buClr>
              <a:buSzPts val="2400"/>
              <a:buFont typeface="Play"/>
              <a:buChar char="•"/>
            </a:pPr>
            <a:r>
              <a:rPr lang="en-US" sz="2400">
                <a:solidFill>
                  <a:srgbClr val="232F3E"/>
                </a:solidFill>
                <a:latin typeface="Play"/>
                <a:ea typeface="Play"/>
                <a:cs typeface="Play"/>
                <a:sym typeface="Play"/>
              </a:rPr>
              <a:t>Out to the internet for the first 100 GB per month</a:t>
            </a:r>
            <a:endParaRPr/>
          </a:p>
          <a:p>
            <a:pPr indent="-228600" lvl="0" marL="228600" marR="0" rtl="0" algn="l">
              <a:lnSpc>
                <a:spcPct val="90000"/>
              </a:lnSpc>
              <a:spcBef>
                <a:spcPts val="1200"/>
              </a:spcBef>
              <a:spcAft>
                <a:spcPts val="0"/>
              </a:spcAft>
              <a:buClr>
                <a:srgbClr val="232F3E"/>
              </a:buClr>
              <a:buSzPts val="2400"/>
              <a:buFont typeface="Play"/>
              <a:buChar char="•"/>
            </a:pPr>
            <a:r>
              <a:rPr lang="en-US" sz="2400">
                <a:solidFill>
                  <a:srgbClr val="232F3E"/>
                </a:solidFill>
                <a:latin typeface="Play"/>
                <a:ea typeface="Play"/>
                <a:cs typeface="Play"/>
                <a:sym typeface="Play"/>
              </a:rPr>
              <a:t>In from the internet</a:t>
            </a:r>
            <a:endParaRPr/>
          </a:p>
          <a:p>
            <a:pPr indent="-228600" lvl="0" marL="228600" marR="0" rtl="0" algn="l">
              <a:lnSpc>
                <a:spcPct val="90000"/>
              </a:lnSpc>
              <a:spcBef>
                <a:spcPts val="1200"/>
              </a:spcBef>
              <a:spcAft>
                <a:spcPts val="0"/>
              </a:spcAft>
              <a:buClr>
                <a:srgbClr val="232F3E"/>
              </a:buClr>
              <a:buSzPts val="2400"/>
              <a:buFont typeface="Play"/>
              <a:buChar char="•"/>
            </a:pPr>
            <a:r>
              <a:rPr lang="en-US" sz="2400">
                <a:solidFill>
                  <a:srgbClr val="232F3E"/>
                </a:solidFill>
                <a:latin typeface="Play"/>
                <a:ea typeface="Play"/>
                <a:cs typeface="Play"/>
                <a:sym typeface="Play"/>
              </a:rPr>
              <a:t>Between S3 buckets or to any service in the same AWS Region </a:t>
            </a:r>
            <a:endParaRPr/>
          </a:p>
          <a:p>
            <a:pPr indent="-228600" lvl="0" marL="228600" marR="0" rtl="0" algn="l">
              <a:lnSpc>
                <a:spcPct val="90000"/>
              </a:lnSpc>
              <a:spcBef>
                <a:spcPts val="1200"/>
              </a:spcBef>
              <a:spcAft>
                <a:spcPts val="0"/>
              </a:spcAft>
              <a:buClr>
                <a:srgbClr val="232F3E"/>
              </a:buClr>
              <a:buSzPts val="2400"/>
              <a:buFont typeface="Play"/>
              <a:buChar char="•"/>
            </a:pPr>
            <a:r>
              <a:rPr lang="en-US" sz="2400">
                <a:solidFill>
                  <a:srgbClr val="232F3E"/>
                </a:solidFill>
                <a:latin typeface="Play"/>
                <a:ea typeface="Play"/>
                <a:cs typeface="Play"/>
                <a:sym typeface="Play"/>
              </a:rPr>
              <a:t>From an S3 bucket to any AWS service or services within the same AWS Region as the S3 bucket</a:t>
            </a:r>
            <a:endParaRPr/>
          </a:p>
          <a:p>
            <a:pPr indent="-228600" lvl="0" marL="228600" marR="0" rtl="0" algn="l">
              <a:lnSpc>
                <a:spcPct val="90000"/>
              </a:lnSpc>
              <a:spcBef>
                <a:spcPts val="1200"/>
              </a:spcBef>
              <a:spcAft>
                <a:spcPts val="0"/>
              </a:spcAft>
              <a:buClr>
                <a:srgbClr val="232F3E"/>
              </a:buClr>
              <a:buSzPts val="2400"/>
              <a:buFont typeface="Play"/>
              <a:buChar char="•"/>
            </a:pPr>
            <a:r>
              <a:rPr lang="en-US" sz="2400">
                <a:solidFill>
                  <a:srgbClr val="232F3E"/>
                </a:solidFill>
                <a:latin typeface="Play"/>
                <a:ea typeface="Play"/>
                <a:cs typeface="Play"/>
                <a:sym typeface="Play"/>
              </a:rPr>
              <a:t>Out to CloudFront</a:t>
            </a:r>
            <a:endParaRPr/>
          </a:p>
          <a:p>
            <a:pPr indent="0" lvl="0" marL="0" marR="0" rtl="0" algn="l">
              <a:lnSpc>
                <a:spcPct val="90000"/>
              </a:lnSpc>
              <a:spcBef>
                <a:spcPts val="1200"/>
              </a:spcBef>
              <a:spcAft>
                <a:spcPts val="0"/>
              </a:spcAft>
              <a:buClr>
                <a:srgbClr val="232F3E"/>
              </a:buClr>
              <a:buSzPts val="2400"/>
              <a:buFont typeface="Play"/>
              <a:buNone/>
            </a:pPr>
            <a:r>
              <a:t/>
            </a:r>
            <a:endParaRPr sz="2400">
              <a:solidFill>
                <a:srgbClr val="232F3E"/>
              </a:solidFill>
              <a:latin typeface="Play"/>
              <a:ea typeface="Play"/>
              <a:cs typeface="Play"/>
              <a:sym typeface="Play"/>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5" name="Shape 2485"/>
        <p:cNvGrpSpPr/>
        <p:nvPr/>
      </p:nvGrpSpPr>
      <p:grpSpPr>
        <a:xfrm>
          <a:off x="0" y="0"/>
          <a:ext cx="0" cy="0"/>
          <a:chOff x="0" y="0"/>
          <a:chExt cx="0" cy="0"/>
        </a:xfrm>
      </p:grpSpPr>
      <p:sp>
        <p:nvSpPr>
          <p:cNvPr id="2486" name="Google Shape;2486;p55"/>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487" name="Google Shape;2487;p55"/>
          <p:cNvSpPr txBox="1"/>
          <p:nvPr>
            <p:ph type="title"/>
          </p:nvPr>
        </p:nvSpPr>
        <p:spPr>
          <a:xfrm>
            <a:off x="243242" y="292099"/>
            <a:ext cx="4062057" cy="1866901"/>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lt1"/>
              </a:buClr>
              <a:buSzPts val="3600"/>
              <a:buFont typeface="Play"/>
              <a:buNone/>
            </a:pPr>
            <a:r>
              <a:rPr lang="en-US"/>
              <a:t>Activity: Designing with Amazon S3</a:t>
            </a:r>
            <a:endParaRPr/>
          </a:p>
        </p:txBody>
      </p:sp>
      <p:sp>
        <p:nvSpPr>
          <p:cNvPr id="2488" name="Google Shape;2488;p55"/>
          <p:cNvSpPr txBox="1"/>
          <p:nvPr>
            <p:ph idx="1" type="body"/>
          </p:nvPr>
        </p:nvSpPr>
        <p:spPr>
          <a:xfrm>
            <a:off x="4592635" y="292099"/>
            <a:ext cx="7239701" cy="6142651"/>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rgbClr val="232F3E"/>
              </a:buClr>
              <a:buSzPts val="2800"/>
              <a:buChar char="•"/>
            </a:pPr>
            <a:r>
              <a:rPr lang="en-US"/>
              <a:t>The café owner has successfully created a static website but now wants to make documents more accessible to employees. They would like to house content (cooking instructions, vendor information, payroll, and compliance training) that only employees can access. </a:t>
            </a:r>
            <a:endParaRPr/>
          </a:p>
          <a:p>
            <a:pPr indent="-228600" lvl="0" marL="228600" rtl="0" algn="l">
              <a:lnSpc>
                <a:spcPct val="100000"/>
              </a:lnSpc>
              <a:spcBef>
                <a:spcPts val="1200"/>
              </a:spcBef>
              <a:spcAft>
                <a:spcPts val="0"/>
              </a:spcAft>
              <a:buClr>
                <a:srgbClr val="232F3E"/>
              </a:buClr>
              <a:buSzPts val="2800"/>
              <a:buChar char="•"/>
            </a:pPr>
            <a:r>
              <a:rPr lang="en-US"/>
              <a:t>How could you set this up to meet the owner’s needs?</a:t>
            </a:r>
            <a:endParaRPr/>
          </a:p>
        </p:txBody>
      </p:sp>
      <p:pic>
        <p:nvPicPr>
          <p:cNvPr id="2489" name="Google Shape;2489;p55"/>
          <p:cNvPicPr preferRelativeResize="0"/>
          <p:nvPr/>
        </p:nvPicPr>
        <p:blipFill rotWithShape="1">
          <a:blip r:embed="rId3">
            <a:alphaModFix/>
          </a:blip>
          <a:srcRect b="0" l="0" r="0" t="0"/>
          <a:stretch/>
        </p:blipFill>
        <p:spPr>
          <a:xfrm>
            <a:off x="835529" y="3241213"/>
            <a:ext cx="2777117" cy="204562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3" name="Shape 2493"/>
        <p:cNvGrpSpPr/>
        <p:nvPr/>
      </p:nvGrpSpPr>
      <p:grpSpPr>
        <a:xfrm>
          <a:off x="0" y="0"/>
          <a:ext cx="0" cy="0"/>
          <a:chOff x="0" y="0"/>
          <a:chExt cx="0" cy="0"/>
        </a:xfrm>
      </p:grpSpPr>
      <p:sp>
        <p:nvSpPr>
          <p:cNvPr id="2494" name="Google Shape;2494;p56"/>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495" name="Google Shape;2495;p56"/>
          <p:cNvSpPr txBox="1"/>
          <p:nvPr>
            <p:ph type="title"/>
          </p:nvPr>
        </p:nvSpPr>
        <p:spPr>
          <a:xfrm>
            <a:off x="365760" y="301752"/>
            <a:ext cx="11466576" cy="73152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232F3E"/>
              </a:buClr>
              <a:buSzPct val="100000"/>
              <a:buFont typeface="Play"/>
              <a:buNone/>
            </a:pPr>
            <a:r>
              <a:rPr lang="en-US"/>
              <a:t>Activity solution: Created controlled access for each user</a:t>
            </a:r>
            <a:endParaRPr/>
          </a:p>
        </p:txBody>
      </p:sp>
      <p:grpSp>
        <p:nvGrpSpPr>
          <p:cNvPr id="2496" name="Google Shape;2496;p56"/>
          <p:cNvGrpSpPr/>
          <p:nvPr/>
        </p:nvGrpSpPr>
        <p:grpSpPr>
          <a:xfrm>
            <a:off x="2410684" y="1260226"/>
            <a:ext cx="7370632" cy="4850699"/>
            <a:chOff x="2410684" y="1260226"/>
            <a:chExt cx="7370632" cy="4850699"/>
          </a:xfrm>
        </p:grpSpPr>
        <p:sp>
          <p:nvSpPr>
            <p:cNvPr id="2497" name="Google Shape;2497;p56"/>
            <p:cNvSpPr txBox="1"/>
            <p:nvPr/>
          </p:nvSpPr>
          <p:spPr>
            <a:xfrm>
              <a:off x="5713576" y="1400735"/>
              <a:ext cx="1260412" cy="45829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32F3E"/>
                </a:buClr>
                <a:buSzPts val="1600"/>
                <a:buFont typeface="Play"/>
                <a:buNone/>
              </a:pPr>
              <a:r>
                <a:rPr b="1" i="0" lang="en-US" sz="1600" u="none" cap="none" strike="noStrike">
                  <a:solidFill>
                    <a:srgbClr val="232F3E"/>
                  </a:solidFill>
                  <a:latin typeface="Play"/>
                  <a:ea typeface="Play"/>
                  <a:cs typeface="Play"/>
                  <a:sym typeface="Play"/>
                </a:rPr>
                <a:t>Owner</a:t>
              </a:r>
              <a:endParaRPr/>
            </a:p>
          </p:txBody>
        </p:sp>
        <p:sp>
          <p:nvSpPr>
            <p:cNvPr id="2498" name="Google Shape;2498;p56"/>
            <p:cNvSpPr/>
            <p:nvPr/>
          </p:nvSpPr>
          <p:spPr>
            <a:xfrm>
              <a:off x="5967272" y="1843420"/>
              <a:ext cx="148551" cy="863935"/>
            </a:xfrm>
            <a:prstGeom prst="upDownArrow">
              <a:avLst>
                <a:gd fmla="val 50000" name="adj1"/>
                <a:gd fmla="val 50000" name="adj2"/>
              </a:avLst>
            </a:prstGeom>
            <a:solidFill>
              <a:schemeClr val="accent5"/>
            </a:solidFill>
            <a:ln cap="flat" cmpd="sng" w="10775">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Play"/>
                <a:buNone/>
              </a:pPr>
              <a:r>
                <a:t/>
              </a:r>
              <a:endParaRPr b="0" i="0" sz="1800" u="none" cap="none" strike="noStrike">
                <a:solidFill>
                  <a:srgbClr val="FFFFFF"/>
                </a:solidFill>
                <a:latin typeface="Play"/>
                <a:ea typeface="Play"/>
                <a:cs typeface="Play"/>
                <a:sym typeface="Play"/>
              </a:endParaRPr>
            </a:p>
          </p:txBody>
        </p:sp>
        <p:sp>
          <p:nvSpPr>
            <p:cNvPr id="2499" name="Google Shape;2499;p56"/>
            <p:cNvSpPr/>
            <p:nvPr/>
          </p:nvSpPr>
          <p:spPr>
            <a:xfrm rot="-5400000">
              <a:off x="4461649" y="3009551"/>
              <a:ext cx="208981" cy="1475976"/>
            </a:xfrm>
            <a:prstGeom prst="upDownArrow">
              <a:avLst>
                <a:gd fmla="val 50000" name="adj1"/>
                <a:gd fmla="val 50000" name="adj2"/>
              </a:avLst>
            </a:prstGeom>
            <a:solidFill>
              <a:srgbClr val="19594E"/>
            </a:solidFill>
            <a:ln cap="flat" cmpd="sng" w="10775">
              <a:solidFill>
                <a:srgbClr val="19594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Play"/>
                <a:buNone/>
              </a:pPr>
              <a:r>
                <a:t/>
              </a:r>
              <a:endParaRPr b="0" i="0" sz="1800" u="none" cap="none" strike="noStrike">
                <a:solidFill>
                  <a:srgbClr val="3F3F3F"/>
                </a:solidFill>
                <a:latin typeface="Play"/>
                <a:ea typeface="Play"/>
                <a:cs typeface="Play"/>
                <a:sym typeface="Play"/>
              </a:endParaRPr>
            </a:p>
          </p:txBody>
        </p:sp>
        <p:sp>
          <p:nvSpPr>
            <p:cNvPr id="2500" name="Google Shape;2500;p56"/>
            <p:cNvSpPr txBox="1"/>
            <p:nvPr/>
          </p:nvSpPr>
          <p:spPr>
            <a:xfrm>
              <a:off x="2671373" y="4095417"/>
              <a:ext cx="1260412" cy="45829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Play"/>
                <a:buNone/>
              </a:pPr>
              <a:r>
                <a:rPr i="0" lang="en-US" sz="1600" u="none" cap="none" strike="noStrike">
                  <a:solidFill>
                    <a:schemeClr val="dk1"/>
                  </a:solidFill>
                  <a:latin typeface="Play"/>
                  <a:ea typeface="Play"/>
                  <a:cs typeface="Play"/>
                  <a:sym typeface="Play"/>
                </a:rPr>
                <a:t>User B</a:t>
              </a:r>
              <a:endParaRPr/>
            </a:p>
          </p:txBody>
        </p:sp>
        <p:pic>
          <p:nvPicPr>
            <p:cNvPr id="2501" name="Google Shape;2501;p56"/>
            <p:cNvPicPr preferRelativeResize="0"/>
            <p:nvPr/>
          </p:nvPicPr>
          <p:blipFill rotWithShape="1">
            <a:blip r:embed="rId3">
              <a:alphaModFix/>
            </a:blip>
            <a:srcRect b="0" l="0" r="0" t="0"/>
            <a:stretch/>
          </p:blipFill>
          <p:spPr>
            <a:xfrm>
              <a:off x="5304095" y="1260226"/>
              <a:ext cx="602793" cy="602793"/>
            </a:xfrm>
            <a:prstGeom prst="rect">
              <a:avLst/>
            </a:prstGeom>
            <a:noFill/>
            <a:ln>
              <a:noFill/>
            </a:ln>
          </p:spPr>
        </p:pic>
        <p:cxnSp>
          <p:nvCxnSpPr>
            <p:cNvPr id="2502" name="Google Shape;2502;p56"/>
            <p:cNvCxnSpPr/>
            <p:nvPr/>
          </p:nvCxnSpPr>
          <p:spPr>
            <a:xfrm>
              <a:off x="5071250" y="4563104"/>
              <a:ext cx="0" cy="760120"/>
            </a:xfrm>
            <a:prstGeom prst="straightConnector1">
              <a:avLst/>
            </a:prstGeom>
            <a:noFill/>
            <a:ln cap="flat" cmpd="sng" w="38100">
              <a:solidFill>
                <a:srgbClr val="19594E"/>
              </a:solidFill>
              <a:prstDash val="solid"/>
              <a:round/>
              <a:headEnd len="sm" w="sm" type="none"/>
              <a:tailEnd len="med" w="med" type="triangle"/>
            </a:ln>
          </p:spPr>
        </p:cxnSp>
        <p:pic>
          <p:nvPicPr>
            <p:cNvPr id="2503" name="Google Shape;2503;p56"/>
            <p:cNvPicPr preferRelativeResize="0"/>
            <p:nvPr/>
          </p:nvPicPr>
          <p:blipFill rotWithShape="1">
            <a:blip r:embed="rId3">
              <a:alphaModFix/>
            </a:blip>
            <a:srcRect b="0" l="0" r="0" t="0"/>
            <a:stretch/>
          </p:blipFill>
          <p:spPr>
            <a:xfrm>
              <a:off x="3000183" y="3473275"/>
              <a:ext cx="602793" cy="602793"/>
            </a:xfrm>
            <a:prstGeom prst="rect">
              <a:avLst/>
            </a:prstGeom>
            <a:noFill/>
            <a:ln>
              <a:noFill/>
            </a:ln>
          </p:spPr>
        </p:pic>
        <p:sp>
          <p:nvSpPr>
            <p:cNvPr id="2504" name="Google Shape;2504;p56"/>
            <p:cNvSpPr/>
            <p:nvPr/>
          </p:nvSpPr>
          <p:spPr>
            <a:xfrm rot="-5400000">
              <a:off x="4461649" y="2146836"/>
              <a:ext cx="208981" cy="1475976"/>
            </a:xfrm>
            <a:prstGeom prst="upDownArrow">
              <a:avLst>
                <a:gd fmla="val 50000" name="adj1"/>
                <a:gd fmla="val 50000" name="adj2"/>
              </a:avLst>
            </a:prstGeom>
            <a:solidFill>
              <a:srgbClr val="19594E"/>
            </a:solidFill>
            <a:ln cap="flat" cmpd="sng" w="10775">
              <a:solidFill>
                <a:srgbClr val="19594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Play"/>
                <a:buNone/>
              </a:pPr>
              <a:r>
                <a:t/>
              </a:r>
              <a:endParaRPr b="0" i="0" sz="1800" u="none" cap="none" strike="noStrike">
                <a:solidFill>
                  <a:srgbClr val="3F3F3F"/>
                </a:solidFill>
                <a:latin typeface="Play"/>
                <a:ea typeface="Play"/>
                <a:cs typeface="Play"/>
                <a:sym typeface="Play"/>
              </a:endParaRPr>
            </a:p>
          </p:txBody>
        </p:sp>
        <p:sp>
          <p:nvSpPr>
            <p:cNvPr id="2505" name="Google Shape;2505;p56"/>
            <p:cNvSpPr txBox="1"/>
            <p:nvPr/>
          </p:nvSpPr>
          <p:spPr>
            <a:xfrm>
              <a:off x="2671373" y="2869325"/>
              <a:ext cx="1260412" cy="45829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Play"/>
                <a:buNone/>
              </a:pPr>
              <a:r>
                <a:rPr i="0" lang="en-US" sz="1600" u="none" cap="none" strike="noStrike">
                  <a:solidFill>
                    <a:schemeClr val="dk1"/>
                  </a:solidFill>
                  <a:latin typeface="Play"/>
                  <a:ea typeface="Play"/>
                  <a:cs typeface="Play"/>
                  <a:sym typeface="Play"/>
                </a:rPr>
                <a:t>User A</a:t>
              </a:r>
              <a:endParaRPr/>
            </a:p>
          </p:txBody>
        </p:sp>
        <p:pic>
          <p:nvPicPr>
            <p:cNvPr id="2506" name="Google Shape;2506;p56"/>
            <p:cNvPicPr preferRelativeResize="0"/>
            <p:nvPr/>
          </p:nvPicPr>
          <p:blipFill rotWithShape="1">
            <a:blip r:embed="rId3">
              <a:alphaModFix/>
            </a:blip>
            <a:srcRect b="0" l="0" r="0" t="0"/>
            <a:stretch/>
          </p:blipFill>
          <p:spPr>
            <a:xfrm>
              <a:off x="3000183" y="2272968"/>
              <a:ext cx="602793" cy="602793"/>
            </a:xfrm>
            <a:prstGeom prst="rect">
              <a:avLst/>
            </a:prstGeom>
            <a:noFill/>
            <a:ln>
              <a:noFill/>
            </a:ln>
          </p:spPr>
        </p:pic>
        <p:sp>
          <p:nvSpPr>
            <p:cNvPr id="2507" name="Google Shape;2507;p56"/>
            <p:cNvSpPr/>
            <p:nvPr/>
          </p:nvSpPr>
          <p:spPr>
            <a:xfrm rot="-5400000">
              <a:off x="7424895" y="3009551"/>
              <a:ext cx="208981" cy="1475976"/>
            </a:xfrm>
            <a:prstGeom prst="upDownArrow">
              <a:avLst>
                <a:gd fmla="val 50000" name="adj1"/>
                <a:gd fmla="val 50000" name="adj2"/>
              </a:avLst>
            </a:prstGeom>
            <a:solidFill>
              <a:srgbClr val="19594E"/>
            </a:solidFill>
            <a:ln cap="flat" cmpd="sng" w="10775">
              <a:solidFill>
                <a:srgbClr val="19594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Play"/>
                <a:buNone/>
              </a:pPr>
              <a:r>
                <a:t/>
              </a:r>
              <a:endParaRPr b="0" i="0" sz="1800" u="none" cap="none" strike="noStrike">
                <a:solidFill>
                  <a:srgbClr val="3F3F3F"/>
                </a:solidFill>
                <a:latin typeface="Play"/>
                <a:ea typeface="Play"/>
                <a:cs typeface="Play"/>
                <a:sym typeface="Play"/>
              </a:endParaRPr>
            </a:p>
          </p:txBody>
        </p:sp>
        <p:sp>
          <p:nvSpPr>
            <p:cNvPr id="2508" name="Google Shape;2508;p56"/>
            <p:cNvSpPr/>
            <p:nvPr/>
          </p:nvSpPr>
          <p:spPr>
            <a:xfrm rot="-5400000">
              <a:off x="7424895" y="2146834"/>
              <a:ext cx="208981" cy="1475976"/>
            </a:xfrm>
            <a:prstGeom prst="upDownArrow">
              <a:avLst>
                <a:gd fmla="val 50000" name="adj1"/>
                <a:gd fmla="val 50000" name="adj2"/>
              </a:avLst>
            </a:prstGeom>
            <a:solidFill>
              <a:srgbClr val="19594E"/>
            </a:solidFill>
            <a:ln cap="flat" cmpd="sng" w="10775">
              <a:solidFill>
                <a:srgbClr val="19594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Play"/>
                <a:buNone/>
              </a:pPr>
              <a:r>
                <a:t/>
              </a:r>
              <a:endParaRPr b="0" i="0" sz="1800" u="none" cap="none" strike="noStrike">
                <a:solidFill>
                  <a:srgbClr val="3F3F3F"/>
                </a:solidFill>
                <a:latin typeface="Play"/>
                <a:ea typeface="Play"/>
                <a:cs typeface="Play"/>
                <a:sym typeface="Play"/>
              </a:endParaRPr>
            </a:p>
          </p:txBody>
        </p:sp>
        <p:sp>
          <p:nvSpPr>
            <p:cNvPr id="2509" name="Google Shape;2509;p56"/>
            <p:cNvSpPr txBox="1"/>
            <p:nvPr/>
          </p:nvSpPr>
          <p:spPr>
            <a:xfrm>
              <a:off x="8137778" y="4095417"/>
              <a:ext cx="1260412" cy="45829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Play"/>
                <a:buNone/>
              </a:pPr>
              <a:r>
                <a:rPr i="0" lang="en-US" sz="1600" u="none" cap="none" strike="noStrike">
                  <a:solidFill>
                    <a:schemeClr val="dk1"/>
                  </a:solidFill>
                  <a:latin typeface="Play"/>
                  <a:ea typeface="Play"/>
                  <a:cs typeface="Play"/>
                  <a:sym typeface="Play"/>
                </a:rPr>
                <a:t>User D</a:t>
              </a:r>
              <a:endParaRPr/>
            </a:p>
          </p:txBody>
        </p:sp>
        <p:pic>
          <p:nvPicPr>
            <p:cNvPr id="2510" name="Google Shape;2510;p56"/>
            <p:cNvPicPr preferRelativeResize="0"/>
            <p:nvPr/>
          </p:nvPicPr>
          <p:blipFill rotWithShape="1">
            <a:blip r:embed="rId3">
              <a:alphaModFix/>
            </a:blip>
            <a:srcRect b="0" l="0" r="0" t="0"/>
            <a:stretch/>
          </p:blipFill>
          <p:spPr>
            <a:xfrm>
              <a:off x="8466588" y="3473275"/>
              <a:ext cx="602793" cy="602793"/>
            </a:xfrm>
            <a:prstGeom prst="rect">
              <a:avLst/>
            </a:prstGeom>
            <a:noFill/>
            <a:ln>
              <a:noFill/>
            </a:ln>
          </p:spPr>
        </p:pic>
        <p:sp>
          <p:nvSpPr>
            <p:cNvPr id="2511" name="Google Shape;2511;p56"/>
            <p:cNvSpPr txBox="1"/>
            <p:nvPr/>
          </p:nvSpPr>
          <p:spPr>
            <a:xfrm>
              <a:off x="8137778" y="2869325"/>
              <a:ext cx="1260412" cy="45829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Play"/>
                <a:buNone/>
              </a:pPr>
              <a:r>
                <a:rPr i="0" lang="en-US" sz="1600" u="none" cap="none" strike="noStrike">
                  <a:solidFill>
                    <a:schemeClr val="dk1"/>
                  </a:solidFill>
                  <a:latin typeface="Play"/>
                  <a:ea typeface="Play"/>
                  <a:cs typeface="Play"/>
                  <a:sym typeface="Play"/>
                </a:rPr>
                <a:t>User C</a:t>
              </a:r>
              <a:endParaRPr/>
            </a:p>
          </p:txBody>
        </p:sp>
        <p:pic>
          <p:nvPicPr>
            <p:cNvPr id="2512" name="Google Shape;2512;p56"/>
            <p:cNvPicPr preferRelativeResize="0"/>
            <p:nvPr/>
          </p:nvPicPr>
          <p:blipFill rotWithShape="1">
            <a:blip r:embed="rId3">
              <a:alphaModFix/>
            </a:blip>
            <a:srcRect b="0" l="0" r="0" t="0"/>
            <a:stretch/>
          </p:blipFill>
          <p:spPr>
            <a:xfrm>
              <a:off x="8466588" y="2272968"/>
              <a:ext cx="602793" cy="602793"/>
            </a:xfrm>
            <a:prstGeom prst="rect">
              <a:avLst/>
            </a:prstGeom>
            <a:noFill/>
            <a:ln>
              <a:noFill/>
            </a:ln>
          </p:spPr>
        </p:pic>
        <p:sp>
          <p:nvSpPr>
            <p:cNvPr id="2513" name="Google Shape;2513;p56"/>
            <p:cNvSpPr/>
            <p:nvPr/>
          </p:nvSpPr>
          <p:spPr>
            <a:xfrm>
              <a:off x="2410684" y="5343482"/>
              <a:ext cx="1807205" cy="767443"/>
            </a:xfrm>
            <a:prstGeom prst="rect">
              <a:avLst/>
            </a:prstGeom>
            <a:solidFill>
              <a:schemeClr val="accent1"/>
            </a:solidFill>
            <a:ln cap="flat" cmpd="sng" w="10775">
              <a:solidFill>
                <a:srgbClr val="003B5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lt1"/>
                  </a:solidFill>
                  <a:latin typeface="Play"/>
                  <a:ea typeface="Play"/>
                  <a:cs typeface="Play"/>
                  <a:sym typeface="Play"/>
                </a:rPr>
                <a:t>Cooking</a:t>
              </a:r>
              <a:r>
                <a:rPr lang="en-US" sz="1800">
                  <a:solidFill>
                    <a:schemeClr val="lt1"/>
                  </a:solidFill>
                  <a:latin typeface="Play"/>
                  <a:ea typeface="Play"/>
                  <a:cs typeface="Play"/>
                  <a:sym typeface="Play"/>
                </a:rPr>
                <a:t> </a:t>
              </a:r>
              <a:endParaRPr/>
            </a:p>
          </p:txBody>
        </p:sp>
        <p:sp>
          <p:nvSpPr>
            <p:cNvPr id="2514" name="Google Shape;2514;p56"/>
            <p:cNvSpPr/>
            <p:nvPr/>
          </p:nvSpPr>
          <p:spPr>
            <a:xfrm>
              <a:off x="4267410" y="5343482"/>
              <a:ext cx="1807205" cy="767443"/>
            </a:xfrm>
            <a:prstGeom prst="rect">
              <a:avLst/>
            </a:prstGeom>
            <a:solidFill>
              <a:schemeClr val="accent1"/>
            </a:solidFill>
            <a:ln cap="flat" cmpd="sng" w="10775">
              <a:solidFill>
                <a:srgbClr val="003B5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lt1"/>
                  </a:solidFill>
                  <a:latin typeface="Play"/>
                  <a:ea typeface="Play"/>
                  <a:cs typeface="Play"/>
                  <a:sym typeface="Play"/>
                </a:rPr>
                <a:t>Vendors</a:t>
              </a:r>
              <a:endParaRPr sz="1800">
                <a:solidFill>
                  <a:schemeClr val="lt1"/>
                </a:solidFill>
                <a:latin typeface="Play"/>
                <a:ea typeface="Play"/>
                <a:cs typeface="Play"/>
                <a:sym typeface="Play"/>
              </a:endParaRPr>
            </a:p>
          </p:txBody>
        </p:sp>
        <p:sp>
          <p:nvSpPr>
            <p:cNvPr id="2515" name="Google Shape;2515;p56"/>
            <p:cNvSpPr/>
            <p:nvPr/>
          </p:nvSpPr>
          <p:spPr>
            <a:xfrm>
              <a:off x="6124136" y="5343482"/>
              <a:ext cx="1807205" cy="767443"/>
            </a:xfrm>
            <a:prstGeom prst="rect">
              <a:avLst/>
            </a:prstGeom>
            <a:solidFill>
              <a:schemeClr val="accent1"/>
            </a:solidFill>
            <a:ln cap="flat" cmpd="sng" w="10775">
              <a:solidFill>
                <a:srgbClr val="003B5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lt1"/>
                  </a:solidFill>
                  <a:latin typeface="Play"/>
                  <a:ea typeface="Play"/>
                  <a:cs typeface="Play"/>
                  <a:sym typeface="Play"/>
                </a:rPr>
                <a:t>Payroll</a:t>
              </a:r>
              <a:endParaRPr sz="1800">
                <a:solidFill>
                  <a:schemeClr val="lt1"/>
                </a:solidFill>
                <a:latin typeface="Play"/>
                <a:ea typeface="Play"/>
                <a:cs typeface="Play"/>
                <a:sym typeface="Play"/>
              </a:endParaRPr>
            </a:p>
          </p:txBody>
        </p:sp>
        <p:sp>
          <p:nvSpPr>
            <p:cNvPr id="2516" name="Google Shape;2516;p56"/>
            <p:cNvSpPr/>
            <p:nvPr/>
          </p:nvSpPr>
          <p:spPr>
            <a:xfrm>
              <a:off x="7980862" y="5341979"/>
              <a:ext cx="1800454" cy="768946"/>
            </a:xfrm>
            <a:prstGeom prst="rect">
              <a:avLst/>
            </a:prstGeom>
            <a:solidFill>
              <a:schemeClr val="accent1"/>
            </a:solidFill>
            <a:ln cap="flat" cmpd="sng" w="10775">
              <a:solidFill>
                <a:srgbClr val="003B5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lt1"/>
                  </a:solidFill>
                  <a:latin typeface="Play"/>
                  <a:ea typeface="Play"/>
                  <a:cs typeface="Play"/>
                  <a:sym typeface="Play"/>
                </a:rPr>
                <a:t>Compliance</a:t>
              </a:r>
              <a:r>
                <a:rPr lang="en-US" sz="1800">
                  <a:solidFill>
                    <a:schemeClr val="lt1"/>
                  </a:solidFill>
                  <a:latin typeface="Play"/>
                  <a:ea typeface="Play"/>
                  <a:cs typeface="Play"/>
                  <a:sym typeface="Play"/>
                </a:rPr>
                <a:t> </a:t>
              </a:r>
              <a:endParaRPr/>
            </a:p>
          </p:txBody>
        </p:sp>
        <p:cxnSp>
          <p:nvCxnSpPr>
            <p:cNvPr id="2517" name="Google Shape;2517;p56"/>
            <p:cNvCxnSpPr/>
            <p:nvPr/>
          </p:nvCxnSpPr>
          <p:spPr>
            <a:xfrm>
              <a:off x="3514607" y="4563104"/>
              <a:ext cx="0" cy="760120"/>
            </a:xfrm>
            <a:prstGeom prst="straightConnector1">
              <a:avLst/>
            </a:prstGeom>
            <a:noFill/>
            <a:ln cap="flat" cmpd="sng" w="38100">
              <a:solidFill>
                <a:srgbClr val="19594E"/>
              </a:solidFill>
              <a:prstDash val="solid"/>
              <a:round/>
              <a:headEnd len="sm" w="sm" type="none"/>
              <a:tailEnd len="med" w="med" type="triangle"/>
            </a:ln>
          </p:spPr>
        </p:cxnSp>
        <p:cxnSp>
          <p:nvCxnSpPr>
            <p:cNvPr id="2518" name="Google Shape;2518;p56"/>
            <p:cNvCxnSpPr/>
            <p:nvPr/>
          </p:nvCxnSpPr>
          <p:spPr>
            <a:xfrm>
              <a:off x="6965475" y="4563104"/>
              <a:ext cx="0" cy="760120"/>
            </a:xfrm>
            <a:prstGeom prst="straightConnector1">
              <a:avLst/>
            </a:prstGeom>
            <a:noFill/>
            <a:ln cap="flat" cmpd="sng" w="38100">
              <a:solidFill>
                <a:srgbClr val="19594E"/>
              </a:solidFill>
              <a:prstDash val="solid"/>
              <a:round/>
              <a:headEnd len="sm" w="sm" type="none"/>
              <a:tailEnd len="med" w="med" type="triangle"/>
            </a:ln>
          </p:spPr>
        </p:cxnSp>
        <p:cxnSp>
          <p:nvCxnSpPr>
            <p:cNvPr id="2519" name="Google Shape;2519;p56"/>
            <p:cNvCxnSpPr/>
            <p:nvPr/>
          </p:nvCxnSpPr>
          <p:spPr>
            <a:xfrm>
              <a:off x="8447100" y="4563104"/>
              <a:ext cx="0" cy="760120"/>
            </a:xfrm>
            <a:prstGeom prst="straightConnector1">
              <a:avLst/>
            </a:prstGeom>
            <a:noFill/>
            <a:ln cap="flat" cmpd="sng" w="38100">
              <a:solidFill>
                <a:srgbClr val="19594E"/>
              </a:solidFill>
              <a:prstDash val="solid"/>
              <a:round/>
              <a:headEnd len="sm" w="sm" type="none"/>
              <a:tailEnd len="med" w="med" type="triangle"/>
            </a:ln>
          </p:spPr>
        </p:cxnSp>
        <p:cxnSp>
          <p:nvCxnSpPr>
            <p:cNvPr id="2520" name="Google Shape;2520;p56"/>
            <p:cNvCxnSpPr/>
            <p:nvPr/>
          </p:nvCxnSpPr>
          <p:spPr>
            <a:xfrm>
              <a:off x="6076716" y="3906692"/>
              <a:ext cx="0" cy="666346"/>
            </a:xfrm>
            <a:prstGeom prst="straightConnector1">
              <a:avLst/>
            </a:prstGeom>
            <a:noFill/>
            <a:ln cap="flat" cmpd="sng" w="38100">
              <a:solidFill>
                <a:srgbClr val="19594E"/>
              </a:solidFill>
              <a:prstDash val="solid"/>
              <a:round/>
              <a:headEnd len="sm" w="sm" type="none"/>
              <a:tailEnd len="sm" w="sm" type="none"/>
            </a:ln>
          </p:spPr>
        </p:cxnSp>
        <p:cxnSp>
          <p:nvCxnSpPr>
            <p:cNvPr id="2521" name="Google Shape;2521;p56"/>
            <p:cNvCxnSpPr/>
            <p:nvPr/>
          </p:nvCxnSpPr>
          <p:spPr>
            <a:xfrm rot="10800000">
              <a:off x="3514611" y="4573037"/>
              <a:ext cx="4916352" cy="0"/>
            </a:xfrm>
            <a:prstGeom prst="straightConnector1">
              <a:avLst/>
            </a:prstGeom>
            <a:noFill/>
            <a:ln cap="flat" cmpd="sng" w="38100">
              <a:solidFill>
                <a:srgbClr val="19594E"/>
              </a:solidFill>
              <a:prstDash val="solid"/>
              <a:round/>
              <a:headEnd len="sm" w="sm" type="none"/>
              <a:tailEnd len="sm" w="sm" type="none"/>
            </a:ln>
          </p:spPr>
        </p:cxnSp>
        <p:pic>
          <p:nvPicPr>
            <p:cNvPr descr="Bucket with objects resource icon for the Amazon S3 service." id="2522" name="Google Shape;2522;p56"/>
            <p:cNvPicPr preferRelativeResize="0"/>
            <p:nvPr/>
          </p:nvPicPr>
          <p:blipFill rotWithShape="1">
            <a:blip r:embed="rId4">
              <a:alphaModFix/>
            </a:blip>
            <a:srcRect b="0" l="0" r="0" t="0"/>
            <a:stretch/>
          </p:blipFill>
          <p:spPr>
            <a:xfrm>
              <a:off x="5422796" y="2683909"/>
              <a:ext cx="1307840" cy="1307840"/>
            </a:xfrm>
            <a:prstGeom prst="rect">
              <a:avLst/>
            </a:prstGeom>
            <a:noFill/>
            <a:ln>
              <a:noFill/>
            </a:ln>
          </p:spPr>
        </p:pic>
      </p:gr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6" name="Shape 2526"/>
        <p:cNvGrpSpPr/>
        <p:nvPr/>
      </p:nvGrpSpPr>
      <p:grpSpPr>
        <a:xfrm>
          <a:off x="0" y="0"/>
          <a:ext cx="0" cy="0"/>
          <a:chOff x="0" y="0"/>
          <a:chExt cx="0" cy="0"/>
        </a:xfrm>
      </p:grpSpPr>
      <p:sp>
        <p:nvSpPr>
          <p:cNvPr id="2527" name="Google Shape;2527;p57"/>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528" name="Google Shape;2528;p57"/>
          <p:cNvSpPr txBox="1"/>
          <p:nvPr>
            <p:ph type="title"/>
          </p:nvPr>
        </p:nvSpPr>
        <p:spPr>
          <a:xfrm>
            <a:off x="243242" y="292099"/>
            <a:ext cx="4062057" cy="1866901"/>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lt1"/>
              </a:buClr>
              <a:buSzPts val="3600"/>
              <a:buFont typeface="Play"/>
              <a:buNone/>
            </a:pPr>
            <a:r>
              <a:rPr lang="en-US"/>
              <a:t>Key takeaways: Designing with Amazon S3</a:t>
            </a:r>
            <a:endParaRPr/>
          </a:p>
        </p:txBody>
      </p:sp>
      <p:sp>
        <p:nvSpPr>
          <p:cNvPr id="2529" name="Google Shape;2529;p57"/>
          <p:cNvSpPr txBox="1"/>
          <p:nvPr>
            <p:ph idx="1" type="body"/>
          </p:nvPr>
        </p:nvSpPr>
        <p:spPr>
          <a:xfrm>
            <a:off x="4592635" y="292099"/>
            <a:ext cx="7239701" cy="6142651"/>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400"/>
              <a:buChar char="•"/>
            </a:pPr>
            <a:r>
              <a:rPr lang="en-US" sz="2400">
                <a:solidFill>
                  <a:schemeClr val="dk1"/>
                </a:solidFill>
              </a:rPr>
              <a:t>S3 buckets are private and can be accessed only by users who are explicitly granted access.</a:t>
            </a:r>
            <a:endParaRPr/>
          </a:p>
          <a:p>
            <a:pPr indent="-228600" lvl="0" marL="228600" rtl="0" algn="l">
              <a:lnSpc>
                <a:spcPct val="100000"/>
              </a:lnSpc>
              <a:spcBef>
                <a:spcPts val="1200"/>
              </a:spcBef>
              <a:spcAft>
                <a:spcPts val="0"/>
              </a:spcAft>
              <a:buClr>
                <a:schemeClr val="dk1"/>
              </a:buClr>
              <a:buSzPts val="2400"/>
              <a:buChar char="•"/>
            </a:pPr>
            <a:r>
              <a:rPr lang="en-US" sz="2400">
                <a:solidFill>
                  <a:schemeClr val="dk1"/>
                </a:solidFill>
              </a:rPr>
              <a:t>SSE-S3 is the default encryption configuration for every bucket in Amazon S3. </a:t>
            </a:r>
            <a:endParaRPr/>
          </a:p>
          <a:p>
            <a:pPr indent="-228600" lvl="0" marL="228600" rtl="0" algn="l">
              <a:lnSpc>
                <a:spcPct val="100000"/>
              </a:lnSpc>
              <a:spcBef>
                <a:spcPts val="1200"/>
              </a:spcBef>
              <a:spcAft>
                <a:spcPts val="0"/>
              </a:spcAft>
              <a:buClr>
                <a:schemeClr val="dk1"/>
              </a:buClr>
              <a:buSzPts val="2400"/>
              <a:buChar char="•"/>
            </a:pPr>
            <a:r>
              <a:rPr lang="en-US" sz="2400">
                <a:solidFill>
                  <a:schemeClr val="dk1"/>
                </a:solidFill>
              </a:rPr>
              <a:t>Considerations when choosing a Region include data privacy laws and regulatory compliance, proximity of users to data, availability service and features, and cost-effectiveness.</a:t>
            </a:r>
            <a:endParaRPr/>
          </a:p>
          <a:p>
            <a:pPr indent="-228600" lvl="0" marL="228600" rtl="0" algn="l">
              <a:lnSpc>
                <a:spcPct val="100000"/>
              </a:lnSpc>
              <a:spcBef>
                <a:spcPts val="1200"/>
              </a:spcBef>
              <a:spcAft>
                <a:spcPts val="0"/>
              </a:spcAft>
              <a:buClr>
                <a:schemeClr val="dk1"/>
              </a:buClr>
              <a:buSzPts val="2400"/>
              <a:buChar char="•"/>
            </a:pPr>
            <a:r>
              <a:rPr lang="en-US" sz="2400">
                <a:solidFill>
                  <a:schemeClr val="dk1"/>
                </a:solidFill>
              </a:rPr>
              <a:t>Amazon costs are based on your objects' size, the amount of time you stored the objects during the month, and the storage class.</a:t>
            </a:r>
            <a:endParaRPr/>
          </a:p>
          <a:p>
            <a:pPr indent="0" lvl="0" marL="0" rtl="0" algn="l">
              <a:lnSpc>
                <a:spcPct val="100000"/>
              </a:lnSpc>
              <a:spcBef>
                <a:spcPts val="1200"/>
              </a:spcBef>
              <a:spcAft>
                <a:spcPts val="0"/>
              </a:spcAft>
              <a:buClr>
                <a:srgbClr val="232F3E"/>
              </a:buClr>
              <a:buSzPts val="2200"/>
              <a:buNone/>
            </a:pPr>
            <a:r>
              <a:t/>
            </a:r>
            <a:endParaRPr sz="2200"/>
          </a:p>
          <a:p>
            <a:pPr indent="-50800" lvl="0" marL="228600" rtl="0" algn="l">
              <a:lnSpc>
                <a:spcPct val="100000"/>
              </a:lnSpc>
              <a:spcBef>
                <a:spcPts val="1200"/>
              </a:spcBef>
              <a:spcAft>
                <a:spcPts val="0"/>
              </a:spcAft>
              <a:buClr>
                <a:srgbClr val="232F3E"/>
              </a:buClr>
              <a:buSzPts val="2800"/>
              <a:buNone/>
            </a:pPr>
            <a:r>
              <a:t/>
            </a:r>
            <a:endParaRPr/>
          </a:p>
        </p:txBody>
      </p:sp>
      <p:pic>
        <p:nvPicPr>
          <p:cNvPr id="2530" name="Google Shape;2530;p57"/>
          <p:cNvPicPr preferRelativeResize="0"/>
          <p:nvPr/>
        </p:nvPicPr>
        <p:blipFill rotWithShape="1">
          <a:blip r:embed="rId3">
            <a:alphaModFix/>
          </a:blip>
          <a:srcRect b="0" l="0" r="0" t="0"/>
          <a:stretch/>
        </p:blipFill>
        <p:spPr>
          <a:xfrm>
            <a:off x="968565" y="2892425"/>
            <a:ext cx="2511045" cy="274320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4" name="Shape 2534"/>
        <p:cNvGrpSpPr/>
        <p:nvPr/>
      </p:nvGrpSpPr>
      <p:grpSpPr>
        <a:xfrm>
          <a:off x="0" y="0"/>
          <a:ext cx="0" cy="0"/>
          <a:chOff x="0" y="0"/>
          <a:chExt cx="0" cy="0"/>
        </a:xfrm>
      </p:grpSpPr>
      <p:sp>
        <p:nvSpPr>
          <p:cNvPr id="2535" name="Google Shape;2535;p58"/>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536" name="Google Shape;2536;p58"/>
          <p:cNvSpPr txBox="1"/>
          <p:nvPr>
            <p:ph type="title"/>
          </p:nvPr>
        </p:nvSpPr>
        <p:spPr>
          <a:xfrm>
            <a:off x="457200" y="2545492"/>
            <a:ext cx="11375136" cy="244687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4800"/>
              <a:buFont typeface="Play"/>
              <a:buNone/>
            </a:pPr>
            <a:r>
              <a:rPr lang="en-US"/>
              <a:t>Café lab: Creating a Static Website for the Café</a:t>
            </a:r>
            <a:br>
              <a:rPr lang="en-US"/>
            </a:br>
            <a:r>
              <a:rPr lang="en-US"/>
              <a:t>(Café Website Lab)</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0" name="Shape 2540"/>
        <p:cNvGrpSpPr/>
        <p:nvPr/>
      </p:nvGrpSpPr>
      <p:grpSpPr>
        <a:xfrm>
          <a:off x="0" y="0"/>
          <a:ext cx="0" cy="0"/>
          <a:chOff x="0" y="0"/>
          <a:chExt cx="0" cy="0"/>
        </a:xfrm>
      </p:grpSpPr>
      <p:sp>
        <p:nvSpPr>
          <p:cNvPr id="2541" name="Google Shape;2541;p59"/>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542" name="Google Shape;2542;p59"/>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2F3E"/>
              </a:buClr>
              <a:buSzPts val="3600"/>
              <a:buFont typeface="Play"/>
              <a:buNone/>
            </a:pPr>
            <a:r>
              <a:rPr lang="en-US"/>
              <a:t>The evolving café architecture: version 1</a:t>
            </a:r>
            <a:endParaRPr/>
          </a:p>
        </p:txBody>
      </p:sp>
      <p:graphicFrame>
        <p:nvGraphicFramePr>
          <p:cNvPr id="2543" name="Google Shape;2543;p59"/>
          <p:cNvGraphicFramePr/>
          <p:nvPr/>
        </p:nvGraphicFramePr>
        <p:xfrm>
          <a:off x="623029" y="1096963"/>
          <a:ext cx="3000000" cy="3000000"/>
        </p:xfrm>
        <a:graphic>
          <a:graphicData uri="http://schemas.openxmlformats.org/drawingml/2006/table">
            <a:tbl>
              <a:tblPr bandRow="1" firstRow="1">
                <a:noFill/>
                <a:tableStyleId>{60223444-1132-4FAA-9405-773630814508}</a:tableStyleId>
              </a:tblPr>
              <a:tblGrid>
                <a:gridCol w="1496925"/>
                <a:gridCol w="3545400"/>
                <a:gridCol w="5940250"/>
              </a:tblGrid>
              <a:tr h="370850">
                <a:tc>
                  <a:txBody>
                    <a:bodyPr/>
                    <a:lstStyle/>
                    <a:p>
                      <a:pPr indent="0" lvl="0" marL="0" marR="0" rtl="0" algn="ctr">
                        <a:lnSpc>
                          <a:spcPct val="100000"/>
                        </a:lnSpc>
                        <a:spcBef>
                          <a:spcPts val="0"/>
                        </a:spcBef>
                        <a:spcAft>
                          <a:spcPts val="0"/>
                        </a:spcAft>
                        <a:buClr>
                          <a:schemeClr val="dk1"/>
                        </a:buClr>
                        <a:buSzPts val="1600"/>
                        <a:buFont typeface="Play"/>
                        <a:buNone/>
                      </a:pPr>
                      <a:r>
                        <a:rPr lang="en-US" sz="1600"/>
                        <a:t>Architecture Version</a:t>
                      </a:r>
                      <a:endParaRPr/>
                    </a:p>
                  </a:txBody>
                  <a:tcPr marT="45725" marB="45725" marR="91450" marL="91450" anchor="ctr"/>
                </a:tc>
                <a:tc>
                  <a:txBody>
                    <a:bodyPr/>
                    <a:lstStyle/>
                    <a:p>
                      <a:pPr indent="0" lvl="0" marL="0" marR="0" rtl="0" algn="ctr">
                        <a:spcBef>
                          <a:spcPts val="0"/>
                        </a:spcBef>
                        <a:spcAft>
                          <a:spcPts val="0"/>
                        </a:spcAft>
                        <a:buNone/>
                      </a:pPr>
                      <a:r>
                        <a:rPr lang="en-US" sz="1600"/>
                        <a:t>Business Reason for the Update</a:t>
                      </a:r>
                      <a:endParaRPr/>
                    </a:p>
                  </a:txBody>
                  <a:tcPr marT="45725" marB="45725" marR="91450" marL="91450" anchor="ctr"/>
                </a:tc>
                <a:tc>
                  <a:txBody>
                    <a:bodyPr/>
                    <a:lstStyle/>
                    <a:p>
                      <a:pPr indent="0" lvl="0" marL="0" marR="0" rtl="0" algn="ctr">
                        <a:spcBef>
                          <a:spcPts val="0"/>
                        </a:spcBef>
                        <a:spcAft>
                          <a:spcPts val="0"/>
                        </a:spcAft>
                        <a:buNone/>
                      </a:pPr>
                      <a:r>
                        <a:rPr lang="en-US" sz="1600"/>
                        <a:t>Technical Requirements and Architecture Update</a:t>
                      </a:r>
                      <a:endParaRPr/>
                    </a:p>
                  </a:txBody>
                  <a:tcPr marT="45725" marB="45725" marR="91450" marL="91450" anchor="ctr"/>
                </a:tc>
              </a:tr>
              <a:tr h="370850">
                <a:tc>
                  <a:txBody>
                    <a:bodyPr/>
                    <a:lstStyle/>
                    <a:p>
                      <a:pPr indent="0" lvl="0" marL="0" marR="0" rtl="0" algn="ctr">
                        <a:spcBef>
                          <a:spcPts val="0"/>
                        </a:spcBef>
                        <a:spcAft>
                          <a:spcPts val="0"/>
                        </a:spcAft>
                        <a:buNone/>
                      </a:pPr>
                      <a:r>
                        <a:rPr lang="en-US" sz="1600"/>
                        <a:t>V1</a:t>
                      </a:r>
                      <a:endParaRPr/>
                    </a:p>
                  </a:txBody>
                  <a:tcPr marT="45725" marB="45725" marR="91450" marL="91450"/>
                </a:tc>
                <a:tc>
                  <a:txBody>
                    <a:bodyPr/>
                    <a:lstStyle/>
                    <a:p>
                      <a:pPr indent="0" lvl="0" marL="0" marR="0" rtl="0" algn="l">
                        <a:spcBef>
                          <a:spcPts val="0"/>
                        </a:spcBef>
                        <a:spcAft>
                          <a:spcPts val="0"/>
                        </a:spcAft>
                        <a:buNone/>
                      </a:pPr>
                      <a:r>
                        <a:rPr lang="en-US" sz="1600"/>
                        <a:t>Create a static website for a small business.</a:t>
                      </a:r>
                      <a:endParaRPr/>
                    </a:p>
                  </a:txBody>
                  <a:tcPr marT="45725" marB="45725" marR="91450" marL="91450"/>
                </a:tc>
                <a:tc>
                  <a:txBody>
                    <a:bodyPr/>
                    <a:lstStyle/>
                    <a:p>
                      <a:pPr indent="0" lvl="0" marL="0" marR="0" rtl="0" algn="l">
                        <a:spcBef>
                          <a:spcPts val="0"/>
                        </a:spcBef>
                        <a:spcAft>
                          <a:spcPts val="0"/>
                        </a:spcAft>
                        <a:buNone/>
                      </a:pPr>
                      <a:r>
                        <a:rPr lang="en-US" sz="1600"/>
                        <a:t>Host the website on Amazon S3. </a:t>
                      </a:r>
                      <a:endParaRPr/>
                    </a:p>
                  </a:txBody>
                  <a:tcPr marT="45725" marB="45725" marR="91450" marL="91450"/>
                </a:tc>
              </a:tr>
              <a:tr h="370850">
                <a:tc>
                  <a:txBody>
                    <a:bodyPr/>
                    <a:lstStyle/>
                    <a:p>
                      <a:pPr indent="0" lvl="0" marL="0" marR="0" rtl="0" algn="ctr">
                        <a:spcBef>
                          <a:spcPts val="0"/>
                        </a:spcBef>
                        <a:spcAft>
                          <a:spcPts val="0"/>
                        </a:spcAft>
                        <a:buNone/>
                      </a:pPr>
                      <a:r>
                        <a:rPr lang="en-US" sz="1600"/>
                        <a:t>V2</a:t>
                      </a:r>
                      <a:endParaRPr/>
                    </a:p>
                  </a:txBody>
                  <a:tcPr marT="45725" marB="45725" marR="91450" marL="91450"/>
                </a:tc>
                <a:tc>
                  <a:txBody>
                    <a:bodyPr/>
                    <a:lstStyle/>
                    <a:p>
                      <a:pPr indent="0" lvl="0" marL="0" marR="0" rtl="0" algn="l">
                        <a:spcBef>
                          <a:spcPts val="0"/>
                        </a:spcBef>
                        <a:spcAft>
                          <a:spcPts val="0"/>
                        </a:spcAft>
                        <a:buNone/>
                      </a:pPr>
                      <a:r>
                        <a:rPr lang="en-US" sz="1600"/>
                        <a:t>Add online ordering.</a:t>
                      </a:r>
                      <a:endParaRPr/>
                    </a:p>
                  </a:txBody>
                  <a:tcPr marT="45725" marB="45725" marR="91450" marL="91450"/>
                </a:tc>
                <a:tc>
                  <a:txBody>
                    <a:bodyPr/>
                    <a:lstStyle/>
                    <a:p>
                      <a:pPr indent="0" lvl="0" marL="0" marR="0" rtl="0" algn="l">
                        <a:spcBef>
                          <a:spcPts val="0"/>
                        </a:spcBef>
                        <a:spcAft>
                          <a:spcPts val="0"/>
                        </a:spcAft>
                        <a:buNone/>
                      </a:pPr>
                      <a:r>
                        <a:rPr lang="en-US" sz="1600"/>
                        <a:t>Deploy the web application and database on Amazon EC2.</a:t>
                      </a:r>
                      <a:endParaRPr/>
                    </a:p>
                  </a:txBody>
                  <a:tcPr marT="45725" marB="45725" marR="91450" marL="91450"/>
                </a:tc>
              </a:tr>
              <a:tr h="370850">
                <a:tc>
                  <a:txBody>
                    <a:bodyPr/>
                    <a:lstStyle/>
                    <a:p>
                      <a:pPr indent="0" lvl="0" marL="0" marR="0" rtl="0" algn="ctr">
                        <a:spcBef>
                          <a:spcPts val="0"/>
                        </a:spcBef>
                        <a:spcAft>
                          <a:spcPts val="0"/>
                        </a:spcAft>
                        <a:buNone/>
                      </a:pPr>
                      <a:r>
                        <a:rPr lang="en-US" sz="1600"/>
                        <a:t>V3</a:t>
                      </a:r>
                      <a:endParaRPr/>
                    </a:p>
                  </a:txBody>
                  <a:tcPr marT="45725" marB="45725" marR="91450" marL="91450"/>
                </a:tc>
                <a:tc>
                  <a:txBody>
                    <a:bodyPr/>
                    <a:lstStyle/>
                    <a:p>
                      <a:pPr indent="0" lvl="0" marL="0" marR="0" rtl="0" algn="l">
                        <a:spcBef>
                          <a:spcPts val="0"/>
                        </a:spcBef>
                        <a:spcAft>
                          <a:spcPts val="0"/>
                        </a:spcAft>
                        <a:buNone/>
                      </a:pPr>
                      <a:r>
                        <a:rPr lang="en-US" sz="1600"/>
                        <a:t>Reduce the effort to maintain the database and secure its data.</a:t>
                      </a:r>
                      <a:endParaRPr/>
                    </a:p>
                  </a:txBody>
                  <a:tcPr marT="45725" marB="45725" marR="91450" marL="91450"/>
                </a:tc>
                <a:tc>
                  <a:txBody>
                    <a:bodyPr/>
                    <a:lstStyle/>
                    <a:p>
                      <a:pPr indent="0" lvl="0" marL="0" marR="0" rtl="0" algn="l">
                        <a:spcBef>
                          <a:spcPts val="0"/>
                        </a:spcBef>
                        <a:spcAft>
                          <a:spcPts val="0"/>
                        </a:spcAft>
                        <a:buNone/>
                      </a:pPr>
                      <a:r>
                        <a:rPr lang="en-US" sz="1600"/>
                        <a:t>Separate web and database layers. Migrate the database to Amazon Relational Database Service (Amazon RDS) on a private subnet. </a:t>
                      </a:r>
                      <a:endParaRPr/>
                    </a:p>
                  </a:txBody>
                  <a:tcPr marT="45725" marB="45725" marR="91450" marL="91450"/>
                </a:tc>
              </a:tr>
              <a:tr h="370850">
                <a:tc>
                  <a:txBody>
                    <a:bodyPr/>
                    <a:lstStyle/>
                    <a:p>
                      <a:pPr indent="0" lvl="0" marL="0" marR="0" rtl="0" algn="ctr">
                        <a:spcBef>
                          <a:spcPts val="0"/>
                        </a:spcBef>
                        <a:spcAft>
                          <a:spcPts val="0"/>
                        </a:spcAft>
                        <a:buNone/>
                      </a:pPr>
                      <a:r>
                        <a:rPr lang="en-US" sz="1600"/>
                        <a:t>V4</a:t>
                      </a:r>
                      <a:endParaRPr/>
                    </a:p>
                  </a:txBody>
                  <a:tcPr marT="45725" marB="45725" marR="91450" marL="91450"/>
                </a:tc>
                <a:tc>
                  <a:txBody>
                    <a:bodyPr/>
                    <a:lstStyle/>
                    <a:p>
                      <a:pPr indent="0" lvl="0" marL="0" marR="0" rtl="0" algn="l">
                        <a:spcBef>
                          <a:spcPts val="0"/>
                        </a:spcBef>
                        <a:spcAft>
                          <a:spcPts val="0"/>
                        </a:spcAft>
                        <a:buNone/>
                      </a:pPr>
                      <a:r>
                        <a:rPr lang="en-US" sz="1600"/>
                        <a:t>Enhance the security of the web application.</a:t>
                      </a:r>
                      <a:endParaRPr/>
                    </a:p>
                  </a:txBody>
                  <a:tcPr marT="45725" marB="45725" marR="91450" marL="91450"/>
                </a:tc>
                <a:tc>
                  <a:txBody>
                    <a:bodyPr/>
                    <a:lstStyle/>
                    <a:p>
                      <a:pPr indent="0" lvl="0" marL="0" marR="0" rtl="0" algn="l">
                        <a:spcBef>
                          <a:spcPts val="0"/>
                        </a:spcBef>
                        <a:spcAft>
                          <a:spcPts val="0"/>
                        </a:spcAft>
                        <a:buNone/>
                      </a:pPr>
                      <a:r>
                        <a:rPr lang="en-US" sz="1600"/>
                        <a:t>Use Amazon Virtual Private Cloud (Amazon VPC) features to configure and secure public and private subnets.</a:t>
                      </a:r>
                      <a:endParaRPr/>
                    </a:p>
                  </a:txBody>
                  <a:tcPr marT="45725" marB="45725" marR="91450" marL="91450"/>
                </a:tc>
              </a:tr>
              <a:tr h="370850">
                <a:tc>
                  <a:txBody>
                    <a:bodyPr/>
                    <a:lstStyle/>
                    <a:p>
                      <a:pPr indent="0" lvl="0" marL="0" marR="0" rtl="0" algn="ctr">
                        <a:spcBef>
                          <a:spcPts val="0"/>
                        </a:spcBef>
                        <a:spcAft>
                          <a:spcPts val="0"/>
                        </a:spcAft>
                        <a:buNone/>
                      </a:pPr>
                      <a:r>
                        <a:rPr lang="en-US" sz="1600"/>
                        <a:t>V5</a:t>
                      </a:r>
                      <a:endParaRPr/>
                    </a:p>
                  </a:txBody>
                  <a:tcPr marT="45725" marB="45725" marR="91450" marL="91450"/>
                </a:tc>
                <a:tc>
                  <a:txBody>
                    <a:bodyPr/>
                    <a:lstStyle/>
                    <a:p>
                      <a:pPr indent="0" lvl="0" marL="0" marR="0" rtl="0" algn="l">
                        <a:spcBef>
                          <a:spcPts val="0"/>
                        </a:spcBef>
                        <a:spcAft>
                          <a:spcPts val="0"/>
                        </a:spcAft>
                        <a:buNone/>
                      </a:pPr>
                      <a:r>
                        <a:rPr lang="en-US" sz="1600"/>
                        <a:t>Create separate access mechanisms based on role.</a:t>
                      </a:r>
                      <a:endParaRPr/>
                    </a:p>
                  </a:txBody>
                  <a:tcPr marT="45725" marB="45725" marR="91450" marL="91450"/>
                </a:tc>
                <a:tc>
                  <a:txBody>
                    <a:bodyPr/>
                    <a:lstStyle/>
                    <a:p>
                      <a:pPr indent="0" lvl="0" marL="0" marR="0" rtl="0" algn="l">
                        <a:spcBef>
                          <a:spcPts val="0"/>
                        </a:spcBef>
                        <a:spcAft>
                          <a:spcPts val="0"/>
                        </a:spcAft>
                        <a:buNone/>
                      </a:pPr>
                      <a:r>
                        <a:rPr lang="en-US" sz="1600"/>
                        <a:t>Add IAM groups and attach resource polices to application resources. Add IAM users to groups based on role. </a:t>
                      </a:r>
                      <a:endParaRPr/>
                    </a:p>
                  </a:txBody>
                  <a:tcPr marT="45725" marB="45725" marR="91450" marL="91450"/>
                </a:tc>
              </a:tr>
              <a:tr h="370850">
                <a:tc>
                  <a:txBody>
                    <a:bodyPr/>
                    <a:lstStyle/>
                    <a:p>
                      <a:pPr indent="0" lvl="0" marL="0" marR="0" rtl="0" algn="ctr">
                        <a:spcBef>
                          <a:spcPts val="0"/>
                        </a:spcBef>
                        <a:spcAft>
                          <a:spcPts val="0"/>
                        </a:spcAft>
                        <a:buNone/>
                      </a:pPr>
                      <a:r>
                        <a:rPr lang="en-US" sz="1600"/>
                        <a:t>V6</a:t>
                      </a:r>
                      <a:endParaRPr/>
                    </a:p>
                  </a:txBody>
                  <a:tcPr marT="45725" marB="45725" marR="91450" marL="91450"/>
                </a:tc>
                <a:tc>
                  <a:txBody>
                    <a:bodyPr/>
                    <a:lstStyle/>
                    <a:p>
                      <a:pPr indent="0" lvl="0" marL="0" marR="0" rtl="0" algn="l">
                        <a:spcBef>
                          <a:spcPts val="0"/>
                        </a:spcBef>
                        <a:spcAft>
                          <a:spcPts val="0"/>
                        </a:spcAft>
                        <a:buNone/>
                      </a:pPr>
                      <a:r>
                        <a:rPr lang="en-US" sz="1600"/>
                        <a:t>Help ensure that the website can handle an expected increase in traffic.</a:t>
                      </a:r>
                      <a:endParaRPr/>
                    </a:p>
                  </a:txBody>
                  <a:tcPr marT="45725" marB="45725" marR="91450" marL="91450"/>
                </a:tc>
                <a:tc>
                  <a:txBody>
                    <a:bodyPr/>
                    <a:lstStyle/>
                    <a:p>
                      <a:pPr indent="0" lvl="0" marL="0" marR="0" rtl="0" algn="l">
                        <a:spcBef>
                          <a:spcPts val="0"/>
                        </a:spcBef>
                        <a:spcAft>
                          <a:spcPts val="0"/>
                        </a:spcAft>
                        <a:buNone/>
                      </a:pPr>
                      <a:r>
                        <a:rPr lang="en-US" sz="1600"/>
                        <a:t>Add a load balancer, implement auto scaling on the EC2 instances, and distribute compute and database instances across two Availability Zones.</a:t>
                      </a:r>
                      <a:endParaRPr/>
                    </a:p>
                  </a:txBody>
                  <a:tcPr marT="45725" marB="45725" marR="91450" marL="91450"/>
                </a:tc>
              </a:tr>
            </a:tbl>
          </a:graphicData>
        </a:graphic>
      </p:graphicFrame>
      <p:sp>
        <p:nvSpPr>
          <p:cNvPr id="2544" name="Google Shape;2544;p59"/>
          <p:cNvSpPr/>
          <p:nvPr/>
        </p:nvSpPr>
        <p:spPr>
          <a:xfrm>
            <a:off x="444151" y="1642247"/>
            <a:ext cx="11354348" cy="650980"/>
          </a:xfrm>
          <a:prstGeom prst="rect">
            <a:avLst/>
          </a:prstGeom>
          <a:noFill/>
          <a:ln cap="flat" cmpd="sng" w="53975">
            <a:solidFill>
              <a:srgbClr val="7CE8F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Play"/>
              <a:ea typeface="Play"/>
              <a:cs typeface="Play"/>
              <a:sym typeface="Play"/>
            </a:endParaRPr>
          </a:p>
        </p:txBody>
      </p:sp>
      <p:pic>
        <p:nvPicPr>
          <p:cNvPr id="2545" name="Google Shape;2545;p59"/>
          <p:cNvPicPr preferRelativeResize="0"/>
          <p:nvPr/>
        </p:nvPicPr>
        <p:blipFill rotWithShape="1">
          <a:blip r:embed="rId3">
            <a:alphaModFix/>
          </a:blip>
          <a:srcRect b="0" l="0" r="0" t="0"/>
          <a:stretch/>
        </p:blipFill>
        <p:spPr>
          <a:xfrm>
            <a:off x="9831897" y="5079899"/>
            <a:ext cx="2133867" cy="1449366"/>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9" name="Shape 2549"/>
        <p:cNvGrpSpPr/>
        <p:nvPr/>
      </p:nvGrpSpPr>
      <p:grpSpPr>
        <a:xfrm>
          <a:off x="0" y="0"/>
          <a:ext cx="0" cy="0"/>
          <a:chOff x="0" y="0"/>
          <a:chExt cx="0" cy="0"/>
        </a:xfrm>
      </p:grpSpPr>
      <p:sp>
        <p:nvSpPr>
          <p:cNvPr id="2550" name="Google Shape;2550;p60"/>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551" name="Google Shape;2551;p60"/>
          <p:cNvSpPr txBox="1"/>
          <p:nvPr>
            <p:ph type="title"/>
          </p:nvPr>
        </p:nvSpPr>
        <p:spPr>
          <a:xfrm>
            <a:off x="243242" y="292099"/>
            <a:ext cx="4062057" cy="1866901"/>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lt1"/>
              </a:buClr>
              <a:buSzPts val="3600"/>
              <a:buFont typeface="Play"/>
              <a:buNone/>
            </a:pPr>
            <a:r>
              <a:rPr lang="en-US"/>
              <a:t>Café Website Lab tasks</a:t>
            </a:r>
            <a:endParaRPr/>
          </a:p>
        </p:txBody>
      </p:sp>
      <p:sp>
        <p:nvSpPr>
          <p:cNvPr id="2552" name="Google Shape;2552;p60"/>
          <p:cNvSpPr txBox="1"/>
          <p:nvPr>
            <p:ph idx="1" type="body"/>
          </p:nvPr>
        </p:nvSpPr>
        <p:spPr>
          <a:xfrm>
            <a:off x="4592635" y="292099"/>
            <a:ext cx="7239701" cy="6142651"/>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rgbClr val="232F3E"/>
              </a:buClr>
              <a:buSzPts val="2800"/>
              <a:buChar char="•"/>
            </a:pPr>
            <a:r>
              <a:rPr lang="en-US"/>
              <a:t>In this lab, you will do the following: </a:t>
            </a:r>
            <a:endParaRPr/>
          </a:p>
          <a:p>
            <a:pPr indent="-228600" lvl="1" marL="457200" rtl="0" algn="l">
              <a:lnSpc>
                <a:spcPct val="100000"/>
              </a:lnSpc>
              <a:spcBef>
                <a:spcPts val="1200"/>
              </a:spcBef>
              <a:spcAft>
                <a:spcPts val="0"/>
              </a:spcAft>
              <a:buClr>
                <a:srgbClr val="232F3E"/>
              </a:buClr>
              <a:buSzPts val="2400"/>
              <a:buChar char="•"/>
            </a:pPr>
            <a:r>
              <a:rPr lang="en-US"/>
              <a:t>Create an S3 bucket to host your static website and upload content to your S3 bucket.</a:t>
            </a:r>
            <a:endParaRPr/>
          </a:p>
          <a:p>
            <a:pPr indent="-228600" lvl="1" marL="457200" rtl="0" algn="l">
              <a:lnSpc>
                <a:spcPct val="100000"/>
              </a:lnSpc>
              <a:spcBef>
                <a:spcPts val="1200"/>
              </a:spcBef>
              <a:spcAft>
                <a:spcPts val="0"/>
              </a:spcAft>
              <a:buClr>
                <a:srgbClr val="232F3E"/>
              </a:buClr>
              <a:buSzPts val="2400"/>
              <a:buChar char="•"/>
            </a:pPr>
            <a:r>
              <a:rPr lang="en-US"/>
              <a:t>Create a bucket policy to grant public read access.</a:t>
            </a:r>
            <a:endParaRPr/>
          </a:p>
          <a:p>
            <a:pPr indent="-228600" lvl="1" marL="457200" rtl="0" algn="l">
              <a:lnSpc>
                <a:spcPct val="100000"/>
              </a:lnSpc>
              <a:spcBef>
                <a:spcPts val="1200"/>
              </a:spcBef>
              <a:spcAft>
                <a:spcPts val="0"/>
              </a:spcAft>
              <a:buClr>
                <a:srgbClr val="232F3E"/>
              </a:buClr>
              <a:buSzPts val="2400"/>
              <a:buChar char="•"/>
            </a:pPr>
            <a:r>
              <a:rPr lang="en-US"/>
              <a:t>Enable versioning on the S3 bucket.</a:t>
            </a:r>
            <a:endParaRPr/>
          </a:p>
          <a:p>
            <a:pPr indent="-228600" lvl="1" marL="457200" rtl="0" algn="l">
              <a:lnSpc>
                <a:spcPct val="100000"/>
              </a:lnSpc>
              <a:spcBef>
                <a:spcPts val="1200"/>
              </a:spcBef>
              <a:spcAft>
                <a:spcPts val="0"/>
              </a:spcAft>
              <a:buClr>
                <a:srgbClr val="232F3E"/>
              </a:buClr>
              <a:buSzPts val="2400"/>
              <a:buChar char="•"/>
            </a:pPr>
            <a:r>
              <a:rPr lang="en-US"/>
              <a:t>Set lifecycle policies.</a:t>
            </a:r>
            <a:endParaRPr/>
          </a:p>
          <a:p>
            <a:pPr indent="-228600" lvl="1" marL="457200" rtl="0" algn="l">
              <a:lnSpc>
                <a:spcPct val="100000"/>
              </a:lnSpc>
              <a:spcBef>
                <a:spcPts val="1200"/>
              </a:spcBef>
              <a:spcAft>
                <a:spcPts val="0"/>
              </a:spcAft>
              <a:buClr>
                <a:srgbClr val="232F3E"/>
              </a:buClr>
              <a:buSzPts val="2400"/>
              <a:buChar char="•"/>
            </a:pPr>
            <a:r>
              <a:rPr lang="en-US"/>
              <a:t>Enable cross-Region replication.</a:t>
            </a:r>
            <a:endParaRPr/>
          </a:p>
        </p:txBody>
      </p:sp>
      <p:pic>
        <p:nvPicPr>
          <p:cNvPr id="2553" name="Google Shape;2553;p60"/>
          <p:cNvPicPr preferRelativeResize="0"/>
          <p:nvPr/>
        </p:nvPicPr>
        <p:blipFill rotWithShape="1">
          <a:blip r:embed="rId3">
            <a:alphaModFix/>
          </a:blip>
          <a:srcRect b="0" l="0" r="0" t="0"/>
          <a:stretch/>
        </p:blipFill>
        <p:spPr>
          <a:xfrm>
            <a:off x="752220" y="3213676"/>
            <a:ext cx="2943736" cy="2100699"/>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7" name="Shape 2557"/>
        <p:cNvGrpSpPr/>
        <p:nvPr/>
      </p:nvGrpSpPr>
      <p:grpSpPr>
        <a:xfrm>
          <a:off x="0" y="0"/>
          <a:ext cx="0" cy="0"/>
          <a:chOff x="0" y="0"/>
          <a:chExt cx="0" cy="0"/>
        </a:xfrm>
      </p:grpSpPr>
      <p:sp>
        <p:nvSpPr>
          <p:cNvPr id="2558" name="Google Shape;2558;p61"/>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559" name="Google Shape;2559;p61"/>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2F3E"/>
              </a:buClr>
              <a:buSzPts val="3600"/>
              <a:buFont typeface="Play"/>
              <a:buNone/>
            </a:pPr>
            <a:r>
              <a:rPr lang="en-US"/>
              <a:t>Debrief: Café Website Lab</a:t>
            </a:r>
            <a:endParaRPr/>
          </a:p>
        </p:txBody>
      </p:sp>
      <p:sp>
        <p:nvSpPr>
          <p:cNvPr id="2560" name="Google Shape;2560;p61"/>
          <p:cNvSpPr txBox="1"/>
          <p:nvPr>
            <p:ph idx="1" type="body"/>
          </p:nvPr>
        </p:nvSpPr>
        <p:spPr>
          <a:xfrm>
            <a:off x="365760" y="1097280"/>
            <a:ext cx="11466576" cy="5330952"/>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rgbClr val="232F3E"/>
              </a:buClr>
              <a:buSzPts val="2800"/>
              <a:buChar char="•"/>
            </a:pPr>
            <a:r>
              <a:rPr lang="en-US"/>
              <a:t>How did you protect the café website from accidental overwrite and deletion?</a:t>
            </a:r>
            <a:endParaRPr/>
          </a:p>
          <a:p>
            <a:pPr indent="-228600" lvl="0" marL="228600" rtl="0" algn="l">
              <a:lnSpc>
                <a:spcPct val="100000"/>
              </a:lnSpc>
              <a:spcBef>
                <a:spcPts val="1200"/>
              </a:spcBef>
              <a:spcAft>
                <a:spcPts val="0"/>
              </a:spcAft>
              <a:buClr>
                <a:srgbClr val="232F3E"/>
              </a:buClr>
              <a:buSzPts val="2800"/>
              <a:buChar char="•"/>
            </a:pPr>
            <a:r>
              <a:rPr lang="en-US"/>
              <a:t>Which strategy did you use to help save on costs as the size of the website grows through the use of versioning?</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4" name="Shape 2564"/>
        <p:cNvGrpSpPr/>
        <p:nvPr/>
      </p:nvGrpSpPr>
      <p:grpSpPr>
        <a:xfrm>
          <a:off x="0" y="0"/>
          <a:ext cx="0" cy="0"/>
          <a:chOff x="0" y="0"/>
          <a:chExt cx="0" cy="0"/>
        </a:xfrm>
      </p:grpSpPr>
      <p:sp>
        <p:nvSpPr>
          <p:cNvPr id="2565" name="Google Shape;2565;p62"/>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566" name="Google Shape;2566;p62"/>
          <p:cNvSpPr txBox="1"/>
          <p:nvPr>
            <p:ph type="title"/>
          </p:nvPr>
        </p:nvSpPr>
        <p:spPr>
          <a:xfrm>
            <a:off x="457200" y="2545492"/>
            <a:ext cx="11375136" cy="244687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4800"/>
              <a:buFont typeface="Play"/>
              <a:buNone/>
            </a:pPr>
            <a:r>
              <a:rPr lang="en-US"/>
              <a:t>Applying the AWS Well-Architected Framework principles to storage</a:t>
            </a:r>
            <a:endParaRPr/>
          </a:p>
        </p:txBody>
      </p:sp>
      <p:sp>
        <p:nvSpPr>
          <p:cNvPr id="2567" name="Google Shape;2567;p62"/>
          <p:cNvSpPr txBox="1"/>
          <p:nvPr>
            <p:ph idx="1" type="subTitle"/>
          </p:nvPr>
        </p:nvSpPr>
        <p:spPr>
          <a:xfrm>
            <a:off x="457200" y="5040376"/>
            <a:ext cx="11375136" cy="99589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3200"/>
              <a:buNone/>
            </a:pPr>
            <a:r>
              <a:rPr lang="en-US"/>
              <a:t>Adding a Storage Layer with Amazon S3</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1" name="Shape 2571"/>
        <p:cNvGrpSpPr/>
        <p:nvPr/>
      </p:nvGrpSpPr>
      <p:grpSpPr>
        <a:xfrm>
          <a:off x="0" y="0"/>
          <a:ext cx="0" cy="0"/>
          <a:chOff x="0" y="0"/>
          <a:chExt cx="0" cy="0"/>
        </a:xfrm>
      </p:grpSpPr>
      <p:sp>
        <p:nvSpPr>
          <p:cNvPr id="2572" name="Google Shape;2572;p63"/>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232F3E"/>
              </a:buClr>
              <a:buSzPts val="1100"/>
              <a:buFont typeface="Arial"/>
              <a:buNone/>
            </a:pPr>
            <a:fld id="{00000000-1234-1234-1234-123412341234}" type="slidenum">
              <a:rPr b="0" i="0" lang="en-US" sz="1100" u="none" cap="none" strike="noStrike">
                <a:solidFill>
                  <a:srgbClr val="232F3E"/>
                </a:solidFill>
                <a:latin typeface="Arial"/>
                <a:ea typeface="Arial"/>
                <a:cs typeface="Arial"/>
                <a:sym typeface="Arial"/>
              </a:rPr>
              <a:t>‹#›</a:t>
            </a:fld>
            <a:endParaRPr b="0" i="0" sz="1100" u="none" cap="none" strike="noStrike">
              <a:solidFill>
                <a:srgbClr val="232F3E"/>
              </a:solidFill>
              <a:latin typeface="Arial"/>
              <a:ea typeface="Arial"/>
              <a:cs typeface="Arial"/>
              <a:sym typeface="Arial"/>
            </a:endParaRPr>
          </a:p>
        </p:txBody>
      </p:sp>
      <p:sp>
        <p:nvSpPr>
          <p:cNvPr id="2573" name="Google Shape;2573;p63"/>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232F3E"/>
              </a:buClr>
              <a:buSzPct val="100000"/>
              <a:buFont typeface="Play"/>
              <a:buNone/>
            </a:pPr>
            <a:r>
              <a:rPr lang="en-US"/>
              <a:t>Well-Architected Framework best practices for storage</a:t>
            </a:r>
            <a:endParaRPr/>
          </a:p>
        </p:txBody>
      </p:sp>
      <p:pic>
        <p:nvPicPr>
          <p:cNvPr descr="Security pillar." id="2574" name="Google Shape;2574;p63"/>
          <p:cNvPicPr preferRelativeResize="0"/>
          <p:nvPr/>
        </p:nvPicPr>
        <p:blipFill rotWithShape="1">
          <a:blip r:embed="rId3">
            <a:alphaModFix/>
          </a:blip>
          <a:srcRect b="0" l="0" r="0" t="0"/>
          <a:stretch/>
        </p:blipFill>
        <p:spPr>
          <a:xfrm>
            <a:off x="617069" y="1227892"/>
            <a:ext cx="1942793" cy="5029200"/>
          </a:xfrm>
          <a:prstGeom prst="rect">
            <a:avLst/>
          </a:prstGeom>
          <a:noFill/>
          <a:ln>
            <a:noFill/>
          </a:ln>
        </p:spPr>
      </p:pic>
      <p:pic>
        <p:nvPicPr>
          <p:cNvPr descr="Reliability pillar." id="2575" name="Google Shape;2575;p63"/>
          <p:cNvPicPr preferRelativeResize="0"/>
          <p:nvPr/>
        </p:nvPicPr>
        <p:blipFill rotWithShape="1">
          <a:blip r:embed="rId4">
            <a:alphaModFix/>
          </a:blip>
          <a:srcRect b="0" l="0" r="0" t="0"/>
          <a:stretch/>
        </p:blipFill>
        <p:spPr>
          <a:xfrm>
            <a:off x="3622092" y="1227892"/>
            <a:ext cx="1942793" cy="5029200"/>
          </a:xfrm>
          <a:prstGeom prst="rect">
            <a:avLst/>
          </a:prstGeom>
          <a:noFill/>
          <a:ln>
            <a:noFill/>
          </a:ln>
        </p:spPr>
      </p:pic>
      <p:pic>
        <p:nvPicPr>
          <p:cNvPr descr="Performance Efficiency pillar." id="2576" name="Google Shape;2576;p63"/>
          <p:cNvPicPr preferRelativeResize="0"/>
          <p:nvPr/>
        </p:nvPicPr>
        <p:blipFill rotWithShape="1">
          <a:blip r:embed="rId5">
            <a:alphaModFix/>
          </a:blip>
          <a:srcRect b="0" l="0" r="0" t="0"/>
          <a:stretch/>
        </p:blipFill>
        <p:spPr>
          <a:xfrm>
            <a:off x="6627115" y="1227892"/>
            <a:ext cx="1942793" cy="5029200"/>
          </a:xfrm>
          <a:prstGeom prst="rect">
            <a:avLst/>
          </a:prstGeom>
          <a:noFill/>
          <a:ln>
            <a:noFill/>
          </a:ln>
        </p:spPr>
      </p:pic>
      <p:pic>
        <p:nvPicPr>
          <p:cNvPr descr="Cost Optimization pillar. " id="2577" name="Google Shape;2577;p63"/>
          <p:cNvPicPr preferRelativeResize="0"/>
          <p:nvPr/>
        </p:nvPicPr>
        <p:blipFill rotWithShape="1">
          <a:blip r:embed="rId6">
            <a:alphaModFix/>
          </a:blip>
          <a:srcRect b="0" l="0" r="0" t="0"/>
          <a:stretch/>
        </p:blipFill>
        <p:spPr>
          <a:xfrm>
            <a:off x="9632138" y="1227892"/>
            <a:ext cx="1942793" cy="5029200"/>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1" name="Shape 2581"/>
        <p:cNvGrpSpPr/>
        <p:nvPr/>
      </p:nvGrpSpPr>
      <p:grpSpPr>
        <a:xfrm>
          <a:off x="0" y="0"/>
          <a:ext cx="0" cy="0"/>
          <a:chOff x="0" y="0"/>
          <a:chExt cx="0" cy="0"/>
        </a:xfrm>
      </p:grpSpPr>
      <p:sp>
        <p:nvSpPr>
          <p:cNvPr id="2582" name="Google Shape;2582;p64"/>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583" name="Google Shape;2583;p64"/>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232F3E"/>
              </a:buClr>
              <a:buSzPct val="100000"/>
              <a:buFont typeface="Play"/>
              <a:buNone/>
            </a:pPr>
            <a:r>
              <a:rPr lang="en-US"/>
              <a:t>Best practice approach: Data protection – protecting data at rest</a:t>
            </a:r>
            <a:endParaRPr/>
          </a:p>
        </p:txBody>
      </p:sp>
      <p:pic>
        <p:nvPicPr>
          <p:cNvPr descr="Security pillar." id="2584" name="Google Shape;2584;p64"/>
          <p:cNvPicPr preferRelativeResize="0"/>
          <p:nvPr/>
        </p:nvPicPr>
        <p:blipFill rotWithShape="1">
          <a:blip r:embed="rId3">
            <a:alphaModFix/>
          </a:blip>
          <a:srcRect b="0" l="0" r="0" t="0"/>
          <a:stretch/>
        </p:blipFill>
        <p:spPr>
          <a:xfrm>
            <a:off x="1008459" y="1289687"/>
            <a:ext cx="1856931" cy="4806950"/>
          </a:xfrm>
          <a:prstGeom prst="rect">
            <a:avLst/>
          </a:prstGeom>
          <a:noFill/>
          <a:ln>
            <a:noFill/>
          </a:ln>
        </p:spPr>
      </p:pic>
      <p:sp>
        <p:nvSpPr>
          <p:cNvPr id="2585" name="Google Shape;2585;p64"/>
          <p:cNvSpPr txBox="1"/>
          <p:nvPr/>
        </p:nvSpPr>
        <p:spPr>
          <a:xfrm>
            <a:off x="5998446" y="1917607"/>
            <a:ext cx="292387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Play"/>
              <a:buNone/>
            </a:pPr>
            <a:r>
              <a:rPr b="1" i="0" lang="en-US" sz="2400" u="none" cap="none" strike="noStrike">
                <a:solidFill>
                  <a:srgbClr val="000000"/>
                </a:solidFill>
                <a:latin typeface="Play"/>
                <a:ea typeface="Play"/>
                <a:cs typeface="Play"/>
                <a:sym typeface="Play"/>
              </a:rPr>
              <a:t>Best practices</a:t>
            </a:r>
            <a:endParaRPr/>
          </a:p>
        </p:txBody>
      </p:sp>
      <p:sp>
        <p:nvSpPr>
          <p:cNvPr id="2586" name="Google Shape;2586;p64"/>
          <p:cNvSpPr/>
          <p:nvPr/>
        </p:nvSpPr>
        <p:spPr>
          <a:xfrm>
            <a:off x="4213946" y="2469648"/>
            <a:ext cx="6492877" cy="1447799"/>
          </a:xfrm>
          <a:prstGeom prst="roundRect">
            <a:avLst>
              <a:gd fmla="val 16667" name="adj"/>
            </a:avLst>
          </a:prstGeom>
          <a:solidFill>
            <a:schemeClr val="lt1"/>
          </a:solidFill>
          <a:ln cap="flat" cmpd="sng" w="28575">
            <a:solidFill>
              <a:srgbClr val="8F1761"/>
            </a:solidFill>
            <a:prstDash val="solid"/>
            <a:round/>
            <a:headEnd len="sm" w="sm" type="none"/>
            <a:tailEnd len="sm" w="sm" type="none"/>
          </a:ln>
        </p:spPr>
        <p:txBody>
          <a:bodyPr anchorCtr="0" anchor="ctr" bIns="45700" lIns="91425" spcFirstLastPara="1" rIns="91425" wrap="square" tIns="45700">
            <a:noAutofit/>
          </a:bodyPr>
          <a:lstStyle/>
          <a:p>
            <a:pPr indent="0" lvl="1" marL="457200" marR="0" rtl="0" algn="ctr">
              <a:spcBef>
                <a:spcPts val="0"/>
              </a:spcBef>
              <a:spcAft>
                <a:spcPts val="0"/>
              </a:spcAft>
              <a:buNone/>
            </a:pPr>
            <a:r>
              <a:t/>
            </a:r>
            <a:endParaRPr b="0" i="0" sz="2400" u="none" cap="none" strike="noStrike">
              <a:solidFill>
                <a:schemeClr val="dk1"/>
              </a:solidFill>
              <a:latin typeface="Play"/>
              <a:ea typeface="Play"/>
              <a:cs typeface="Play"/>
              <a:sym typeface="Play"/>
            </a:endParaRPr>
          </a:p>
          <a:p>
            <a:pPr indent="0" lvl="0" marL="0" marR="0" rtl="0" algn="ctr">
              <a:spcBef>
                <a:spcPts val="0"/>
              </a:spcBef>
              <a:spcAft>
                <a:spcPts val="0"/>
              </a:spcAft>
              <a:buNone/>
            </a:pPr>
            <a:r>
              <a:rPr lang="en-US" sz="2400">
                <a:solidFill>
                  <a:schemeClr val="dk1"/>
                </a:solidFill>
                <a:latin typeface="Play"/>
                <a:ea typeface="Play"/>
                <a:cs typeface="Play"/>
                <a:sym typeface="Play"/>
              </a:rPr>
              <a:t>Enforce encryption at rest.</a:t>
            </a:r>
            <a:endParaRPr/>
          </a:p>
          <a:p>
            <a:pPr indent="0" lvl="1" marL="457200" marR="0" rtl="0" algn="ctr">
              <a:spcBef>
                <a:spcPts val="0"/>
              </a:spcBef>
              <a:spcAft>
                <a:spcPts val="0"/>
              </a:spcAft>
              <a:buNone/>
            </a:pPr>
            <a:r>
              <a:t/>
            </a:r>
            <a:endParaRPr b="0" i="0" sz="2400" u="none" cap="none" strike="noStrike">
              <a:solidFill>
                <a:schemeClr val="dk1"/>
              </a:solidFill>
              <a:latin typeface="Play"/>
              <a:ea typeface="Play"/>
              <a:cs typeface="Play"/>
              <a:sym typeface="Play"/>
            </a:endParaRPr>
          </a:p>
        </p:txBody>
      </p:sp>
      <p:sp>
        <p:nvSpPr>
          <p:cNvPr id="2587" name="Google Shape;2587;p64"/>
          <p:cNvSpPr/>
          <p:nvPr/>
        </p:nvSpPr>
        <p:spPr>
          <a:xfrm>
            <a:off x="4213946" y="4071183"/>
            <a:ext cx="6492877" cy="1447799"/>
          </a:xfrm>
          <a:prstGeom prst="roundRect">
            <a:avLst>
              <a:gd fmla="val 16667" name="adj"/>
            </a:avLst>
          </a:prstGeom>
          <a:solidFill>
            <a:schemeClr val="lt1"/>
          </a:solidFill>
          <a:ln cap="flat" cmpd="sng" w="28575">
            <a:solidFill>
              <a:srgbClr val="8F1761"/>
            </a:solidFill>
            <a:prstDash val="solid"/>
            <a:round/>
            <a:headEnd len="sm" w="sm" type="none"/>
            <a:tailEnd len="sm" w="sm" type="none"/>
          </a:ln>
        </p:spPr>
        <p:txBody>
          <a:bodyPr anchorCtr="0" anchor="ctr" bIns="45700" lIns="91425" spcFirstLastPara="1" rIns="91425" wrap="square" tIns="45700">
            <a:noAutofit/>
          </a:bodyPr>
          <a:lstStyle/>
          <a:p>
            <a:pPr indent="0" lvl="1" marL="457200" marR="0" rtl="0" algn="ctr">
              <a:spcBef>
                <a:spcPts val="0"/>
              </a:spcBef>
              <a:spcAft>
                <a:spcPts val="0"/>
              </a:spcAft>
              <a:buNone/>
            </a:pPr>
            <a:r>
              <a:t/>
            </a:r>
            <a:endParaRPr b="0" i="0" sz="2400" u="none" cap="none" strike="noStrike">
              <a:solidFill>
                <a:schemeClr val="dk1"/>
              </a:solidFill>
              <a:latin typeface="Play"/>
              <a:ea typeface="Play"/>
              <a:cs typeface="Play"/>
              <a:sym typeface="Play"/>
            </a:endParaRPr>
          </a:p>
          <a:p>
            <a:pPr indent="0" lvl="0" marL="0" marR="0" rtl="0" algn="ctr">
              <a:spcBef>
                <a:spcPts val="0"/>
              </a:spcBef>
              <a:spcAft>
                <a:spcPts val="0"/>
              </a:spcAft>
              <a:buNone/>
            </a:pPr>
            <a:r>
              <a:rPr lang="en-US" sz="2400">
                <a:solidFill>
                  <a:schemeClr val="dk1"/>
                </a:solidFill>
                <a:latin typeface="Play"/>
                <a:ea typeface="Play"/>
                <a:cs typeface="Play"/>
                <a:sym typeface="Play"/>
              </a:rPr>
              <a:t>Enforce access control.</a:t>
            </a:r>
            <a:endParaRPr/>
          </a:p>
          <a:p>
            <a:pPr indent="0" lvl="1" marL="457200" marR="0" rtl="0" algn="ctr">
              <a:spcBef>
                <a:spcPts val="0"/>
              </a:spcBef>
              <a:spcAft>
                <a:spcPts val="0"/>
              </a:spcAft>
              <a:buNone/>
            </a:pPr>
            <a:r>
              <a:t/>
            </a:r>
            <a:endParaRPr b="0" i="0" sz="2400" u="none" cap="none" strike="noStrike">
              <a:solidFill>
                <a:schemeClr val="dk1"/>
              </a:solidFill>
              <a:latin typeface="Play"/>
              <a:ea typeface="Play"/>
              <a:cs typeface="Play"/>
              <a:sym typeface="Play"/>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1" name="Shape 2591"/>
        <p:cNvGrpSpPr/>
        <p:nvPr/>
      </p:nvGrpSpPr>
      <p:grpSpPr>
        <a:xfrm>
          <a:off x="0" y="0"/>
          <a:ext cx="0" cy="0"/>
          <a:chOff x="0" y="0"/>
          <a:chExt cx="0" cy="0"/>
        </a:xfrm>
      </p:grpSpPr>
      <p:sp>
        <p:nvSpPr>
          <p:cNvPr id="2592" name="Google Shape;2592;p65"/>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593" name="Google Shape;2593;p65"/>
          <p:cNvSpPr txBox="1"/>
          <p:nvPr>
            <p:ph type="title"/>
          </p:nvPr>
        </p:nvSpPr>
        <p:spPr>
          <a:xfrm>
            <a:off x="365125" y="301625"/>
            <a:ext cx="11466513" cy="7318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2F3E"/>
              </a:buClr>
              <a:buSzPts val="3600"/>
              <a:buFont typeface="Play"/>
              <a:buNone/>
            </a:pPr>
            <a:r>
              <a:rPr lang="en-US"/>
              <a:t>Best practice approach: Architecture selection</a:t>
            </a:r>
            <a:endParaRPr/>
          </a:p>
        </p:txBody>
      </p:sp>
      <p:pic>
        <p:nvPicPr>
          <p:cNvPr descr="Performance Efficiency pillar." id="2594" name="Google Shape;2594;p65"/>
          <p:cNvPicPr preferRelativeResize="0"/>
          <p:nvPr/>
        </p:nvPicPr>
        <p:blipFill rotWithShape="1">
          <a:blip r:embed="rId3">
            <a:alphaModFix/>
          </a:blip>
          <a:srcRect b="0" l="0" r="0" t="0"/>
          <a:stretch/>
        </p:blipFill>
        <p:spPr>
          <a:xfrm>
            <a:off x="1008459" y="1289687"/>
            <a:ext cx="1856931" cy="4806950"/>
          </a:xfrm>
          <a:prstGeom prst="rect">
            <a:avLst/>
          </a:prstGeom>
          <a:noFill/>
          <a:ln>
            <a:noFill/>
          </a:ln>
        </p:spPr>
      </p:pic>
      <p:sp>
        <p:nvSpPr>
          <p:cNvPr id="2595" name="Google Shape;2595;p65"/>
          <p:cNvSpPr txBox="1"/>
          <p:nvPr/>
        </p:nvSpPr>
        <p:spPr>
          <a:xfrm>
            <a:off x="5998446" y="1917607"/>
            <a:ext cx="292387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Play"/>
              <a:buNone/>
            </a:pPr>
            <a:r>
              <a:rPr b="1" i="0" lang="en-US" sz="2400" u="none" cap="none" strike="noStrike">
                <a:solidFill>
                  <a:srgbClr val="000000"/>
                </a:solidFill>
                <a:latin typeface="Play"/>
                <a:ea typeface="Play"/>
                <a:cs typeface="Play"/>
                <a:sym typeface="Play"/>
              </a:rPr>
              <a:t>Best practices</a:t>
            </a:r>
            <a:endParaRPr/>
          </a:p>
        </p:txBody>
      </p:sp>
      <p:sp>
        <p:nvSpPr>
          <p:cNvPr id="2596" name="Google Shape;2596;p65"/>
          <p:cNvSpPr/>
          <p:nvPr/>
        </p:nvSpPr>
        <p:spPr>
          <a:xfrm>
            <a:off x="4156073" y="2543239"/>
            <a:ext cx="6492877" cy="1447799"/>
          </a:xfrm>
          <a:prstGeom prst="roundRect">
            <a:avLst>
              <a:gd fmla="val 16667" name="adj"/>
            </a:avLst>
          </a:prstGeom>
          <a:solidFill>
            <a:schemeClr val="lt1"/>
          </a:solidFill>
          <a:ln cap="flat" cmpd="sng" w="28575">
            <a:solidFill>
              <a:srgbClr val="1DB893"/>
            </a:solidFill>
            <a:prstDash val="solid"/>
            <a:round/>
            <a:headEnd len="sm" w="sm" type="none"/>
            <a:tailEnd len="sm" w="sm" type="none"/>
          </a:ln>
        </p:spPr>
        <p:txBody>
          <a:bodyPr anchorCtr="0" anchor="ctr" bIns="45700" lIns="91425" spcFirstLastPara="1" rIns="91425" wrap="square" tIns="45700">
            <a:noAutofit/>
          </a:bodyPr>
          <a:lstStyle/>
          <a:p>
            <a:pPr indent="0" lvl="1" marL="457200" marR="0" rtl="0" algn="ctr">
              <a:spcBef>
                <a:spcPts val="0"/>
              </a:spcBef>
              <a:spcAft>
                <a:spcPts val="0"/>
              </a:spcAft>
              <a:buNone/>
            </a:pPr>
            <a:r>
              <a:rPr b="0" i="0" lang="en-US" sz="2400" u="none" cap="none" strike="noStrike">
                <a:solidFill>
                  <a:schemeClr val="dk1"/>
                </a:solidFill>
                <a:latin typeface="Play"/>
                <a:ea typeface="Play"/>
                <a:cs typeface="Play"/>
                <a:sym typeface="Play"/>
              </a:rPr>
              <a:t> Learn about and understand available cloud services and features</a:t>
            </a:r>
            <a:endParaRPr/>
          </a:p>
        </p:txBody>
      </p:sp>
      <p:sp>
        <p:nvSpPr>
          <p:cNvPr id="2597" name="Google Shape;2597;p65"/>
          <p:cNvSpPr/>
          <p:nvPr/>
        </p:nvSpPr>
        <p:spPr>
          <a:xfrm>
            <a:off x="4156073" y="4053015"/>
            <a:ext cx="6492877" cy="1447799"/>
          </a:xfrm>
          <a:prstGeom prst="roundRect">
            <a:avLst>
              <a:gd fmla="val 16667" name="adj"/>
            </a:avLst>
          </a:prstGeom>
          <a:solidFill>
            <a:schemeClr val="lt1"/>
          </a:solidFill>
          <a:ln cap="flat" cmpd="sng" w="28575">
            <a:solidFill>
              <a:srgbClr val="1DB893"/>
            </a:solidFill>
            <a:prstDash val="solid"/>
            <a:round/>
            <a:headEnd len="sm" w="sm" type="none"/>
            <a:tailEnd len="sm" w="sm" type="none"/>
          </a:ln>
        </p:spPr>
        <p:txBody>
          <a:bodyPr anchorCtr="0" anchor="ctr" bIns="45700" lIns="91425" spcFirstLastPara="1" rIns="91425" wrap="square" tIns="45700">
            <a:noAutofit/>
          </a:bodyPr>
          <a:lstStyle/>
          <a:p>
            <a:pPr indent="0" lvl="1" marL="457200" marR="0" rtl="0" algn="ctr">
              <a:spcBef>
                <a:spcPts val="0"/>
              </a:spcBef>
              <a:spcAft>
                <a:spcPts val="0"/>
              </a:spcAft>
              <a:buNone/>
            </a:pPr>
            <a:r>
              <a:rPr b="0" i="0" lang="en-US" sz="2400" u="none" cap="none" strike="noStrike">
                <a:solidFill>
                  <a:schemeClr val="dk1"/>
                </a:solidFill>
                <a:latin typeface="Play"/>
                <a:ea typeface="Play"/>
                <a:cs typeface="Play"/>
                <a:sym typeface="Play"/>
              </a:rPr>
              <a:t>Factor cost into architectural decisions</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1" name="Shape 2601"/>
        <p:cNvGrpSpPr/>
        <p:nvPr/>
      </p:nvGrpSpPr>
      <p:grpSpPr>
        <a:xfrm>
          <a:off x="0" y="0"/>
          <a:ext cx="0" cy="0"/>
          <a:chOff x="0" y="0"/>
          <a:chExt cx="0" cy="0"/>
        </a:xfrm>
      </p:grpSpPr>
      <p:sp>
        <p:nvSpPr>
          <p:cNvPr id="2602" name="Google Shape;2602;p66"/>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603" name="Google Shape;2603;p66"/>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232F3E"/>
              </a:buClr>
              <a:buSzPct val="100000"/>
              <a:buFont typeface="Play"/>
              <a:buNone/>
            </a:pPr>
            <a:r>
              <a:rPr lang="en-US"/>
              <a:t>Best practice approach: Cost-effective resources – evaluate cost when selecting services</a:t>
            </a:r>
            <a:endParaRPr/>
          </a:p>
        </p:txBody>
      </p:sp>
      <p:pic>
        <p:nvPicPr>
          <p:cNvPr descr="Cost Optimization pillar." id="2604" name="Google Shape;2604;p66"/>
          <p:cNvPicPr preferRelativeResize="0"/>
          <p:nvPr/>
        </p:nvPicPr>
        <p:blipFill rotWithShape="1">
          <a:blip r:embed="rId3">
            <a:alphaModFix/>
          </a:blip>
          <a:srcRect b="0" l="0" r="0" t="0"/>
          <a:stretch/>
        </p:blipFill>
        <p:spPr>
          <a:xfrm>
            <a:off x="1008459" y="1289687"/>
            <a:ext cx="1856931" cy="4806950"/>
          </a:xfrm>
          <a:prstGeom prst="rect">
            <a:avLst/>
          </a:prstGeom>
          <a:noFill/>
          <a:ln>
            <a:noFill/>
          </a:ln>
        </p:spPr>
      </p:pic>
      <p:sp>
        <p:nvSpPr>
          <p:cNvPr id="2605" name="Google Shape;2605;p66"/>
          <p:cNvSpPr txBox="1"/>
          <p:nvPr/>
        </p:nvSpPr>
        <p:spPr>
          <a:xfrm>
            <a:off x="5998446" y="1917607"/>
            <a:ext cx="292387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Play"/>
              <a:buNone/>
            </a:pPr>
            <a:r>
              <a:rPr b="1" i="0" lang="en-US" sz="2400" u="none" cap="none" strike="noStrike">
                <a:solidFill>
                  <a:srgbClr val="000000"/>
                </a:solidFill>
                <a:latin typeface="Play"/>
                <a:ea typeface="Play"/>
                <a:cs typeface="Play"/>
                <a:sym typeface="Play"/>
              </a:rPr>
              <a:t>Best practice</a:t>
            </a:r>
            <a:endParaRPr/>
          </a:p>
        </p:txBody>
      </p:sp>
      <p:sp>
        <p:nvSpPr>
          <p:cNvPr id="2606" name="Google Shape;2606;p66"/>
          <p:cNvSpPr/>
          <p:nvPr/>
        </p:nvSpPr>
        <p:spPr>
          <a:xfrm>
            <a:off x="4156073" y="2509378"/>
            <a:ext cx="6492877" cy="1447799"/>
          </a:xfrm>
          <a:prstGeom prst="roundRect">
            <a:avLst>
              <a:gd fmla="val 16667" name="adj"/>
            </a:avLst>
          </a:prstGeom>
          <a:solidFill>
            <a:schemeClr val="lt1"/>
          </a:solidFill>
          <a:ln cap="flat" cmpd="sng" w="28575">
            <a:solidFill>
              <a:srgbClr val="1DB893"/>
            </a:solidFill>
            <a:prstDash val="solid"/>
            <a:round/>
            <a:headEnd len="sm" w="sm" type="none"/>
            <a:tailEnd len="sm" w="sm" type="none"/>
          </a:ln>
        </p:spPr>
        <p:txBody>
          <a:bodyPr anchorCtr="0" anchor="ctr" bIns="45700" lIns="91425" spcFirstLastPara="1" rIns="91425" wrap="square" tIns="45700">
            <a:noAutofit/>
          </a:bodyPr>
          <a:lstStyle/>
          <a:p>
            <a:pPr indent="0" lvl="1" marL="457200" marR="0" rtl="0" algn="ctr">
              <a:spcBef>
                <a:spcPts val="0"/>
              </a:spcBef>
              <a:spcAft>
                <a:spcPts val="0"/>
              </a:spcAft>
              <a:buNone/>
            </a:pPr>
            <a:r>
              <a:rPr b="0" i="0" lang="en-US" sz="2400" u="none" cap="none" strike="noStrike">
                <a:solidFill>
                  <a:schemeClr val="dk1"/>
                </a:solidFill>
                <a:latin typeface="Play"/>
                <a:ea typeface="Play"/>
                <a:cs typeface="Play"/>
                <a:sym typeface="Play"/>
              </a:rPr>
              <a:t>Perform cost analysis for different usage over time</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0" name="Shape 2610"/>
        <p:cNvGrpSpPr/>
        <p:nvPr/>
      </p:nvGrpSpPr>
      <p:grpSpPr>
        <a:xfrm>
          <a:off x="0" y="0"/>
          <a:ext cx="0" cy="0"/>
          <a:chOff x="0" y="0"/>
          <a:chExt cx="0" cy="0"/>
        </a:xfrm>
      </p:grpSpPr>
      <p:sp>
        <p:nvSpPr>
          <p:cNvPr id="2611" name="Google Shape;2611;p67"/>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612" name="Google Shape;2612;p67"/>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232F3E"/>
              </a:buClr>
              <a:buSzPct val="100000"/>
              <a:buFont typeface="Play"/>
              <a:buNone/>
            </a:pPr>
            <a:r>
              <a:rPr lang="en-US"/>
              <a:t>Best practice approach: Failure management - </a:t>
            </a:r>
            <a:r>
              <a:rPr lang="en-US">
                <a:latin typeface="Play"/>
                <a:ea typeface="Play"/>
                <a:cs typeface="Play"/>
                <a:sym typeface="Play"/>
              </a:rPr>
              <a:t>Use</a:t>
            </a:r>
            <a:r>
              <a:rPr lang="en-US"/>
              <a:t> fault isolation to protect your workload</a:t>
            </a:r>
            <a:endParaRPr/>
          </a:p>
        </p:txBody>
      </p:sp>
      <p:pic>
        <p:nvPicPr>
          <p:cNvPr descr="Reliability pillar." id="2613" name="Google Shape;2613;p67"/>
          <p:cNvPicPr preferRelativeResize="0"/>
          <p:nvPr/>
        </p:nvPicPr>
        <p:blipFill rotWithShape="1">
          <a:blip r:embed="rId3">
            <a:alphaModFix/>
          </a:blip>
          <a:srcRect b="0" l="0" r="0" t="0"/>
          <a:stretch/>
        </p:blipFill>
        <p:spPr>
          <a:xfrm>
            <a:off x="1008459" y="1289687"/>
            <a:ext cx="1856931" cy="4806950"/>
          </a:xfrm>
          <a:prstGeom prst="rect">
            <a:avLst/>
          </a:prstGeom>
          <a:noFill/>
          <a:ln>
            <a:noFill/>
          </a:ln>
        </p:spPr>
      </p:pic>
      <p:sp>
        <p:nvSpPr>
          <p:cNvPr id="2614" name="Google Shape;2614;p67"/>
          <p:cNvSpPr txBox="1"/>
          <p:nvPr/>
        </p:nvSpPr>
        <p:spPr>
          <a:xfrm>
            <a:off x="5998446" y="1917607"/>
            <a:ext cx="292387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Play"/>
              <a:buNone/>
            </a:pPr>
            <a:r>
              <a:rPr b="1" i="0" lang="en-US" sz="2400" u="none" cap="none" strike="noStrike">
                <a:solidFill>
                  <a:srgbClr val="000000"/>
                </a:solidFill>
                <a:latin typeface="Play"/>
                <a:ea typeface="Play"/>
                <a:cs typeface="Play"/>
                <a:sym typeface="Play"/>
              </a:rPr>
              <a:t>Best practice</a:t>
            </a:r>
            <a:endParaRPr/>
          </a:p>
        </p:txBody>
      </p:sp>
      <p:sp>
        <p:nvSpPr>
          <p:cNvPr id="2615" name="Google Shape;2615;p67"/>
          <p:cNvSpPr/>
          <p:nvPr/>
        </p:nvSpPr>
        <p:spPr>
          <a:xfrm>
            <a:off x="4156073" y="2509374"/>
            <a:ext cx="6492877" cy="1447799"/>
          </a:xfrm>
          <a:prstGeom prst="roundRect">
            <a:avLst>
              <a:gd fmla="val 16667" name="adj"/>
            </a:avLst>
          </a:prstGeom>
          <a:solidFill>
            <a:schemeClr val="lt1"/>
          </a:solidFill>
          <a:ln cap="flat" cmpd="sng" w="28575">
            <a:solidFill>
              <a:srgbClr val="1DB893"/>
            </a:solidFill>
            <a:prstDash val="solid"/>
            <a:round/>
            <a:headEnd len="sm" w="sm" type="none"/>
            <a:tailEnd len="sm" w="sm" type="none"/>
          </a:ln>
        </p:spPr>
        <p:txBody>
          <a:bodyPr anchorCtr="0" anchor="ctr" bIns="45700" lIns="91425" spcFirstLastPara="1" rIns="91425" wrap="square" tIns="45700">
            <a:noAutofit/>
          </a:bodyPr>
          <a:lstStyle/>
          <a:p>
            <a:pPr indent="0" lvl="1" marL="457200" marR="0" rtl="0" algn="ctr">
              <a:spcBef>
                <a:spcPts val="0"/>
              </a:spcBef>
              <a:spcAft>
                <a:spcPts val="0"/>
              </a:spcAft>
              <a:buNone/>
            </a:pPr>
            <a:r>
              <a:rPr b="0" i="0" lang="en-US" sz="2400" u="none" cap="none" strike="noStrike">
                <a:solidFill>
                  <a:schemeClr val="dk1"/>
                </a:solidFill>
                <a:latin typeface="Play"/>
                <a:ea typeface="Play"/>
                <a:cs typeface="Play"/>
                <a:sym typeface="Play"/>
              </a:rPr>
              <a:t>Select the appropriate locations for your multi-location deployment</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9" name="Shape 2619"/>
        <p:cNvGrpSpPr/>
        <p:nvPr/>
      </p:nvGrpSpPr>
      <p:grpSpPr>
        <a:xfrm>
          <a:off x="0" y="0"/>
          <a:ext cx="0" cy="0"/>
          <a:chOff x="0" y="0"/>
          <a:chExt cx="0" cy="0"/>
        </a:xfrm>
      </p:grpSpPr>
      <p:sp>
        <p:nvSpPr>
          <p:cNvPr id="2620" name="Google Shape;2620;p68"/>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621" name="Google Shape;2621;p68"/>
          <p:cNvSpPr txBox="1"/>
          <p:nvPr>
            <p:ph type="title"/>
          </p:nvPr>
        </p:nvSpPr>
        <p:spPr>
          <a:xfrm>
            <a:off x="243242" y="292099"/>
            <a:ext cx="4063287" cy="2600326"/>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lt1"/>
              </a:buClr>
              <a:buSzPts val="3000"/>
              <a:buFont typeface="Play"/>
              <a:buNone/>
            </a:pPr>
            <a:r>
              <a:rPr lang="en-US" sz="3000"/>
              <a:t>Key takeaways: Applying the AWS Well-Architected Framework principles to storage</a:t>
            </a:r>
            <a:endParaRPr/>
          </a:p>
        </p:txBody>
      </p:sp>
      <p:sp>
        <p:nvSpPr>
          <p:cNvPr id="2622" name="Google Shape;2622;p68"/>
          <p:cNvSpPr txBox="1"/>
          <p:nvPr>
            <p:ph idx="1" type="body"/>
          </p:nvPr>
        </p:nvSpPr>
        <p:spPr>
          <a:xfrm>
            <a:off x="4592635" y="292099"/>
            <a:ext cx="7239701" cy="6142651"/>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1800"/>
              <a:buChar char="•"/>
            </a:pPr>
            <a:r>
              <a:rPr lang="en-US" sz="1800">
                <a:solidFill>
                  <a:schemeClr val="dk1"/>
                </a:solidFill>
              </a:rPr>
              <a:t>Protecting data is a security best practice that Amazon S3 supports through these default configurations: encrypting objects, making objects private, blocking public access. </a:t>
            </a:r>
            <a:endParaRPr/>
          </a:p>
          <a:p>
            <a:pPr indent="-228600" lvl="0" marL="228600" rtl="0" algn="l">
              <a:lnSpc>
                <a:spcPct val="100000"/>
              </a:lnSpc>
              <a:spcBef>
                <a:spcPts val="1200"/>
              </a:spcBef>
              <a:spcAft>
                <a:spcPts val="0"/>
              </a:spcAft>
              <a:buClr>
                <a:schemeClr val="dk1"/>
              </a:buClr>
              <a:buSzPts val="1800"/>
              <a:buChar char="•"/>
            </a:pPr>
            <a:r>
              <a:rPr lang="en-US" sz="1800">
                <a:solidFill>
                  <a:schemeClr val="dk1"/>
                </a:solidFill>
              </a:rPr>
              <a:t>You can protect data in Amazon S3 by limiting access through IAM policies and enabling versioning. </a:t>
            </a:r>
            <a:endParaRPr/>
          </a:p>
          <a:p>
            <a:pPr indent="-228600" lvl="0" marL="228600" rtl="0" algn="l">
              <a:lnSpc>
                <a:spcPct val="100000"/>
              </a:lnSpc>
              <a:spcBef>
                <a:spcPts val="1200"/>
              </a:spcBef>
              <a:spcAft>
                <a:spcPts val="0"/>
              </a:spcAft>
              <a:buClr>
                <a:schemeClr val="dk1"/>
              </a:buClr>
              <a:buSzPts val="1800"/>
              <a:buChar char="•"/>
            </a:pPr>
            <a:r>
              <a:rPr lang="en-US" sz="1800">
                <a:solidFill>
                  <a:schemeClr val="dk1"/>
                </a:solidFill>
              </a:rPr>
              <a:t>Selecting an architecture is a performance efficiency best practice that Amazon S3 supports through its ability to store massive amounts of unstructured data. </a:t>
            </a:r>
            <a:endParaRPr/>
          </a:p>
          <a:p>
            <a:pPr indent="-228600" lvl="0" marL="228600" rtl="0" algn="l">
              <a:lnSpc>
                <a:spcPct val="100000"/>
              </a:lnSpc>
              <a:spcBef>
                <a:spcPts val="1200"/>
              </a:spcBef>
              <a:spcAft>
                <a:spcPts val="0"/>
              </a:spcAft>
              <a:buClr>
                <a:schemeClr val="dk1"/>
              </a:buClr>
              <a:buSzPts val="1800"/>
              <a:buChar char="•"/>
            </a:pPr>
            <a:r>
              <a:rPr lang="en-US" sz="1800">
                <a:solidFill>
                  <a:schemeClr val="dk1"/>
                </a:solidFill>
              </a:rPr>
              <a:t>Amazon S3 includes performance-improving options such as S3 Transfer Acceleration and multipart upload. </a:t>
            </a:r>
            <a:endParaRPr/>
          </a:p>
          <a:p>
            <a:pPr indent="-228600" lvl="0" marL="228600" rtl="0" algn="l">
              <a:lnSpc>
                <a:spcPct val="100000"/>
              </a:lnSpc>
              <a:spcBef>
                <a:spcPts val="1200"/>
              </a:spcBef>
              <a:spcAft>
                <a:spcPts val="0"/>
              </a:spcAft>
              <a:buClr>
                <a:schemeClr val="dk1"/>
              </a:buClr>
              <a:buSzPts val="1800"/>
              <a:buChar char="•"/>
            </a:pPr>
            <a:r>
              <a:rPr lang="en-US" sz="1800">
                <a:solidFill>
                  <a:schemeClr val="dk1"/>
                </a:solidFill>
              </a:rPr>
              <a:t>Selecting cost-effective resources is a cost-optimization best practice that Amazon S3 supports through features such as lifecycle policies, intelligent tiering, and Amazon S3 Inventory.</a:t>
            </a:r>
            <a:endParaRPr/>
          </a:p>
          <a:p>
            <a:pPr indent="-228600" lvl="0" marL="228600" rtl="0" algn="l">
              <a:lnSpc>
                <a:spcPct val="100000"/>
              </a:lnSpc>
              <a:spcBef>
                <a:spcPts val="1200"/>
              </a:spcBef>
              <a:spcAft>
                <a:spcPts val="0"/>
              </a:spcAft>
              <a:buClr>
                <a:schemeClr val="dk1"/>
              </a:buClr>
              <a:buSzPts val="1800"/>
              <a:buChar char="•"/>
            </a:pPr>
            <a:r>
              <a:rPr lang="en-US" sz="1800">
                <a:solidFill>
                  <a:schemeClr val="dk1"/>
                </a:solidFill>
              </a:rPr>
              <a:t>Failure management is a reliability best practice that Amazon S3 has been designed for through its durability and availability features. </a:t>
            </a:r>
            <a:endParaRPr/>
          </a:p>
          <a:p>
            <a:pPr indent="-228600" lvl="0" marL="228600" rtl="0" algn="l">
              <a:lnSpc>
                <a:spcPct val="100000"/>
              </a:lnSpc>
              <a:spcBef>
                <a:spcPts val="1200"/>
              </a:spcBef>
              <a:spcAft>
                <a:spcPts val="0"/>
              </a:spcAft>
              <a:buClr>
                <a:schemeClr val="dk1"/>
              </a:buClr>
              <a:buSzPts val="1800"/>
              <a:buChar char="•"/>
            </a:pPr>
            <a:r>
              <a:rPr lang="en-US" sz="1800">
                <a:solidFill>
                  <a:schemeClr val="dk1"/>
                </a:solidFill>
              </a:rPr>
              <a:t>You can use Amazon S3 for backing up data to improve failure management of your applications and data. </a:t>
            </a:r>
            <a:endParaRPr/>
          </a:p>
          <a:p>
            <a:pPr indent="-114300" lvl="0" marL="228600" rtl="0" algn="l">
              <a:lnSpc>
                <a:spcPct val="100000"/>
              </a:lnSpc>
              <a:spcBef>
                <a:spcPts val="1200"/>
              </a:spcBef>
              <a:spcAft>
                <a:spcPts val="0"/>
              </a:spcAft>
              <a:buClr>
                <a:srgbClr val="232F3E"/>
              </a:buClr>
              <a:buSzPts val="1800"/>
              <a:buNone/>
            </a:pPr>
            <a:r>
              <a:t/>
            </a:r>
            <a:endParaRPr sz="1800"/>
          </a:p>
        </p:txBody>
      </p:sp>
      <p:pic>
        <p:nvPicPr>
          <p:cNvPr id="2623" name="Google Shape;2623;p68"/>
          <p:cNvPicPr preferRelativeResize="0"/>
          <p:nvPr/>
        </p:nvPicPr>
        <p:blipFill rotWithShape="1">
          <a:blip r:embed="rId3">
            <a:alphaModFix/>
          </a:blip>
          <a:srcRect b="0" l="0" r="0" t="0"/>
          <a:stretch/>
        </p:blipFill>
        <p:spPr>
          <a:xfrm>
            <a:off x="968565" y="2892425"/>
            <a:ext cx="2511045" cy="274320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7" name="Shape 2627"/>
        <p:cNvGrpSpPr/>
        <p:nvPr/>
      </p:nvGrpSpPr>
      <p:grpSpPr>
        <a:xfrm>
          <a:off x="0" y="0"/>
          <a:ext cx="0" cy="0"/>
          <a:chOff x="0" y="0"/>
          <a:chExt cx="0" cy="0"/>
        </a:xfrm>
      </p:grpSpPr>
      <p:sp>
        <p:nvSpPr>
          <p:cNvPr id="2628" name="Google Shape;2628;p69"/>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629" name="Google Shape;2629;p69"/>
          <p:cNvSpPr txBox="1"/>
          <p:nvPr>
            <p:ph type="title"/>
          </p:nvPr>
        </p:nvSpPr>
        <p:spPr>
          <a:xfrm>
            <a:off x="457200" y="2545492"/>
            <a:ext cx="11375136" cy="244687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4800"/>
              <a:buFont typeface="Play"/>
              <a:buNone/>
            </a:pPr>
            <a:r>
              <a:rPr lang="en-US"/>
              <a:t>Module wrap-up</a:t>
            </a:r>
            <a:endParaRPr/>
          </a:p>
        </p:txBody>
      </p:sp>
      <p:sp>
        <p:nvSpPr>
          <p:cNvPr id="2630" name="Google Shape;2630;p69"/>
          <p:cNvSpPr txBox="1"/>
          <p:nvPr>
            <p:ph idx="1" type="subTitle"/>
          </p:nvPr>
        </p:nvSpPr>
        <p:spPr>
          <a:xfrm>
            <a:off x="457200" y="5040376"/>
            <a:ext cx="11375136" cy="99589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3200"/>
              <a:buNone/>
            </a:pPr>
            <a:r>
              <a:rPr lang="en-US"/>
              <a:t>Adding a Storage Layer with Amazon S3</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4" name="Shape 2634"/>
        <p:cNvGrpSpPr/>
        <p:nvPr/>
      </p:nvGrpSpPr>
      <p:grpSpPr>
        <a:xfrm>
          <a:off x="0" y="0"/>
          <a:ext cx="0" cy="0"/>
          <a:chOff x="0" y="0"/>
          <a:chExt cx="0" cy="0"/>
        </a:xfrm>
      </p:grpSpPr>
      <p:sp>
        <p:nvSpPr>
          <p:cNvPr id="2635" name="Google Shape;2635;p70"/>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636" name="Google Shape;2636;p70"/>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2F3E"/>
              </a:buClr>
              <a:buSzPts val="3600"/>
              <a:buFont typeface="Play"/>
              <a:buNone/>
            </a:pPr>
            <a:r>
              <a:rPr lang="en-US"/>
              <a:t>Module summary</a:t>
            </a:r>
            <a:endParaRPr/>
          </a:p>
        </p:txBody>
      </p:sp>
      <p:sp>
        <p:nvSpPr>
          <p:cNvPr id="2637" name="Google Shape;2637;p70"/>
          <p:cNvSpPr txBox="1"/>
          <p:nvPr>
            <p:ph idx="1" type="body"/>
          </p:nvPr>
        </p:nvSpPr>
        <p:spPr>
          <a:xfrm>
            <a:off x="365760" y="1097280"/>
            <a:ext cx="11466576" cy="533095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232F3E"/>
              </a:buClr>
              <a:buSzPts val="2800"/>
              <a:buNone/>
            </a:pPr>
            <a:r>
              <a:rPr lang="en-US"/>
              <a:t>This module prepared you to do the following: </a:t>
            </a:r>
            <a:endParaRPr/>
          </a:p>
          <a:p>
            <a:pPr indent="-228600" lvl="1" marL="457200" rtl="0" algn="l">
              <a:lnSpc>
                <a:spcPct val="100000"/>
              </a:lnSpc>
              <a:spcBef>
                <a:spcPts val="1200"/>
              </a:spcBef>
              <a:spcAft>
                <a:spcPts val="0"/>
              </a:spcAft>
              <a:buClr>
                <a:srgbClr val="232F3E"/>
              </a:buClr>
              <a:buSzPts val="2400"/>
              <a:buChar char="•"/>
            </a:pPr>
            <a:r>
              <a:rPr lang="en-US"/>
              <a:t>Define Amazon S3 and how it works.</a:t>
            </a:r>
            <a:endParaRPr/>
          </a:p>
          <a:p>
            <a:pPr indent="-228600" lvl="1" marL="457200" rtl="0" algn="l">
              <a:lnSpc>
                <a:spcPct val="100000"/>
              </a:lnSpc>
              <a:spcBef>
                <a:spcPts val="1200"/>
              </a:spcBef>
              <a:spcAft>
                <a:spcPts val="0"/>
              </a:spcAft>
              <a:buClr>
                <a:srgbClr val="232F3E"/>
              </a:buClr>
              <a:buSzPts val="2400"/>
              <a:buChar char="•"/>
            </a:pPr>
            <a:r>
              <a:rPr lang="en-US"/>
              <a:t>Recognize the problems that Amazon S3 can solve.</a:t>
            </a:r>
            <a:endParaRPr/>
          </a:p>
          <a:p>
            <a:pPr indent="-228600" lvl="1" marL="457200" rtl="0" algn="l">
              <a:lnSpc>
                <a:spcPct val="100000"/>
              </a:lnSpc>
              <a:spcBef>
                <a:spcPts val="1200"/>
              </a:spcBef>
              <a:spcAft>
                <a:spcPts val="0"/>
              </a:spcAft>
              <a:buClr>
                <a:srgbClr val="232F3E"/>
              </a:buClr>
              <a:buSzPts val="2400"/>
              <a:buChar char="•"/>
            </a:pPr>
            <a:r>
              <a:rPr lang="en-US"/>
              <a:t>Describe how to move data to and from Amazon S3.</a:t>
            </a:r>
            <a:endParaRPr/>
          </a:p>
          <a:p>
            <a:pPr indent="-228600" lvl="1" marL="457200" rtl="0" algn="l">
              <a:lnSpc>
                <a:spcPct val="100000"/>
              </a:lnSpc>
              <a:spcBef>
                <a:spcPts val="1200"/>
              </a:spcBef>
              <a:spcAft>
                <a:spcPts val="0"/>
              </a:spcAft>
              <a:buClr>
                <a:srgbClr val="232F3E"/>
              </a:buClr>
              <a:buSzPts val="2400"/>
              <a:buChar char="•"/>
            </a:pPr>
            <a:r>
              <a:rPr lang="en-US"/>
              <a:t>Manage the storage of content efficiently by using Amazon S3.</a:t>
            </a:r>
            <a:endParaRPr/>
          </a:p>
          <a:p>
            <a:pPr indent="-228600" lvl="1" marL="457200" rtl="0" algn="l">
              <a:lnSpc>
                <a:spcPct val="100000"/>
              </a:lnSpc>
              <a:spcBef>
                <a:spcPts val="1200"/>
              </a:spcBef>
              <a:spcAft>
                <a:spcPts val="0"/>
              </a:spcAft>
              <a:buClr>
                <a:srgbClr val="232F3E"/>
              </a:buClr>
              <a:buSzPts val="2400"/>
              <a:buChar char="•"/>
            </a:pPr>
            <a:r>
              <a:rPr lang="en-US"/>
              <a:t>Recommend the appropriate use of Amazon S3 based on requirements.</a:t>
            </a:r>
            <a:endParaRPr/>
          </a:p>
          <a:p>
            <a:pPr indent="-228600" lvl="1" marL="457200" rtl="0" algn="l">
              <a:lnSpc>
                <a:spcPct val="100000"/>
              </a:lnSpc>
              <a:spcBef>
                <a:spcPts val="1200"/>
              </a:spcBef>
              <a:spcAft>
                <a:spcPts val="0"/>
              </a:spcAft>
              <a:buClr>
                <a:srgbClr val="232F3E"/>
              </a:buClr>
              <a:buSzPts val="2400"/>
              <a:buChar char="•"/>
            </a:pPr>
            <a:r>
              <a:rPr lang="en-US"/>
              <a:t>Configure a static website on Amazon S3.</a:t>
            </a:r>
            <a:endParaRPr/>
          </a:p>
          <a:p>
            <a:pPr indent="-228600" lvl="1" marL="457200" rtl="0" algn="l">
              <a:lnSpc>
                <a:spcPct val="100000"/>
              </a:lnSpc>
              <a:spcBef>
                <a:spcPts val="1200"/>
              </a:spcBef>
              <a:spcAft>
                <a:spcPts val="0"/>
              </a:spcAft>
              <a:buClr>
                <a:srgbClr val="232F3E"/>
              </a:buClr>
              <a:buSzPts val="2400"/>
              <a:buChar char="•"/>
            </a:pPr>
            <a:r>
              <a:rPr lang="en-US"/>
              <a:t>Use the Well-Architected Framework principles when designing a storage layer with Amazon S3.</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1" name="Shape 2641"/>
        <p:cNvGrpSpPr/>
        <p:nvPr/>
      </p:nvGrpSpPr>
      <p:grpSpPr>
        <a:xfrm>
          <a:off x="0" y="0"/>
          <a:ext cx="0" cy="0"/>
          <a:chOff x="0" y="0"/>
          <a:chExt cx="0" cy="0"/>
        </a:xfrm>
      </p:grpSpPr>
      <p:sp>
        <p:nvSpPr>
          <p:cNvPr id="2642" name="Google Shape;2642;p71"/>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643" name="Google Shape;2643;p71"/>
          <p:cNvSpPr txBox="1"/>
          <p:nvPr>
            <p:ph type="title"/>
          </p:nvPr>
        </p:nvSpPr>
        <p:spPr>
          <a:xfrm>
            <a:off x="365760" y="301752"/>
            <a:ext cx="11466576" cy="73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2F3E"/>
              </a:buClr>
              <a:buSzPts val="3600"/>
              <a:buFont typeface="Play"/>
              <a:buNone/>
            </a:pPr>
            <a:r>
              <a:rPr lang="en-US"/>
              <a:t>Considerations for the café</a:t>
            </a:r>
            <a:endParaRPr/>
          </a:p>
        </p:txBody>
      </p:sp>
      <p:sp>
        <p:nvSpPr>
          <p:cNvPr id="2644" name="Google Shape;2644;p71"/>
          <p:cNvSpPr txBox="1"/>
          <p:nvPr>
            <p:ph idx="1" type="body"/>
          </p:nvPr>
        </p:nvSpPr>
        <p:spPr>
          <a:xfrm>
            <a:off x="365760" y="1097280"/>
            <a:ext cx="7644384" cy="5330952"/>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232F3E"/>
              </a:buClr>
              <a:buSzPts val="2800"/>
              <a:buChar char="•"/>
            </a:pPr>
            <a:r>
              <a:rPr lang="en-US"/>
              <a:t>Discuss how the café lab in this module addressed the cloud architect's key concerns presented at the start of this module.</a:t>
            </a:r>
            <a:endParaRPr/>
          </a:p>
        </p:txBody>
      </p:sp>
      <p:pic>
        <p:nvPicPr>
          <p:cNvPr id="2645" name="Google Shape;2645;p71"/>
          <p:cNvPicPr preferRelativeResize="0"/>
          <p:nvPr>
            <p:ph idx="2" type="pic"/>
          </p:nvPr>
        </p:nvPicPr>
        <p:blipFill rotWithShape="1">
          <a:blip r:embed="rId3">
            <a:alphaModFix/>
          </a:blip>
          <a:srcRect b="0" l="16039" r="16039" t="0"/>
          <a:stretch/>
        </p:blipFill>
        <p:spPr>
          <a:xfrm>
            <a:off x="8498586" y="2276856"/>
            <a:ext cx="2971800" cy="2971800"/>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9" name="Shape 2649"/>
        <p:cNvGrpSpPr/>
        <p:nvPr/>
      </p:nvGrpSpPr>
      <p:grpSpPr>
        <a:xfrm>
          <a:off x="0" y="0"/>
          <a:ext cx="0" cy="0"/>
          <a:chOff x="0" y="0"/>
          <a:chExt cx="0" cy="0"/>
        </a:xfrm>
      </p:grpSpPr>
      <p:sp>
        <p:nvSpPr>
          <p:cNvPr id="2650" name="Google Shape;2650;p72"/>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651" name="Google Shape;2651;p72"/>
          <p:cNvSpPr txBox="1"/>
          <p:nvPr>
            <p:ph type="title"/>
          </p:nvPr>
        </p:nvSpPr>
        <p:spPr>
          <a:xfrm>
            <a:off x="243242" y="292099"/>
            <a:ext cx="4062057" cy="1866901"/>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lt1"/>
              </a:buClr>
              <a:buSzPts val="3600"/>
              <a:buFont typeface="Play"/>
              <a:buNone/>
            </a:pPr>
            <a:r>
              <a:rPr lang="en-US"/>
              <a:t>Module knowledge check</a:t>
            </a:r>
            <a:endParaRPr/>
          </a:p>
        </p:txBody>
      </p:sp>
      <p:sp>
        <p:nvSpPr>
          <p:cNvPr id="2652" name="Google Shape;2652;p72"/>
          <p:cNvSpPr txBox="1"/>
          <p:nvPr>
            <p:ph idx="1" type="body"/>
          </p:nvPr>
        </p:nvSpPr>
        <p:spPr>
          <a:xfrm>
            <a:off x="4592635" y="292099"/>
            <a:ext cx="7239701" cy="6142651"/>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rgbClr val="232F3E"/>
              </a:buClr>
              <a:buSzPts val="2800"/>
              <a:buChar char="•"/>
            </a:pPr>
            <a:r>
              <a:rPr lang="en-US"/>
              <a:t>The knowledge check is delivered online within your course.</a:t>
            </a:r>
            <a:endParaRPr/>
          </a:p>
          <a:p>
            <a:pPr indent="-228600" lvl="0" marL="228600" rtl="0" algn="l">
              <a:lnSpc>
                <a:spcPct val="100000"/>
              </a:lnSpc>
              <a:spcBef>
                <a:spcPts val="1200"/>
              </a:spcBef>
              <a:spcAft>
                <a:spcPts val="0"/>
              </a:spcAft>
              <a:buClr>
                <a:srgbClr val="232F3E"/>
              </a:buClr>
              <a:buSzPts val="2800"/>
              <a:buChar char="•"/>
            </a:pPr>
            <a:r>
              <a:rPr lang="en-US"/>
              <a:t>The knowledge check includes 10 questions based on material presented on the slides and in the slide notes.</a:t>
            </a:r>
            <a:endParaRPr/>
          </a:p>
          <a:p>
            <a:pPr indent="-228600" lvl="0" marL="228600" rtl="0" algn="l">
              <a:lnSpc>
                <a:spcPct val="100000"/>
              </a:lnSpc>
              <a:spcBef>
                <a:spcPts val="1200"/>
              </a:spcBef>
              <a:spcAft>
                <a:spcPts val="0"/>
              </a:spcAft>
              <a:buClr>
                <a:srgbClr val="232F3E"/>
              </a:buClr>
              <a:buSzPts val="2800"/>
              <a:buChar char="•"/>
            </a:pPr>
            <a:r>
              <a:rPr lang="en-US"/>
              <a:t>You can retake the knowledge check as many times as you like.</a:t>
            </a:r>
            <a:endParaRPr/>
          </a:p>
        </p:txBody>
      </p:sp>
      <p:pic>
        <p:nvPicPr>
          <p:cNvPr id="2653" name="Google Shape;2653;p72"/>
          <p:cNvPicPr preferRelativeResize="0"/>
          <p:nvPr/>
        </p:nvPicPr>
        <p:blipFill rotWithShape="1">
          <a:blip r:embed="rId3">
            <a:alphaModFix/>
          </a:blip>
          <a:srcRect b="0" l="0" r="0" t="0"/>
          <a:stretch/>
        </p:blipFill>
        <p:spPr>
          <a:xfrm>
            <a:off x="1411658" y="3044661"/>
            <a:ext cx="1624858" cy="2438728"/>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7" name="Shape 2657"/>
        <p:cNvGrpSpPr/>
        <p:nvPr/>
      </p:nvGrpSpPr>
      <p:grpSpPr>
        <a:xfrm>
          <a:off x="0" y="0"/>
          <a:ext cx="0" cy="0"/>
          <a:chOff x="0" y="0"/>
          <a:chExt cx="0" cy="0"/>
        </a:xfrm>
      </p:grpSpPr>
      <p:sp>
        <p:nvSpPr>
          <p:cNvPr id="2658" name="Google Shape;2658;p73"/>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659" name="Google Shape;2659;p73"/>
          <p:cNvSpPr txBox="1"/>
          <p:nvPr>
            <p:ph type="title"/>
          </p:nvPr>
        </p:nvSpPr>
        <p:spPr>
          <a:xfrm>
            <a:off x="0" y="185995"/>
            <a:ext cx="12192000" cy="535531"/>
          </a:xfrm>
          <a:prstGeom prst="rect">
            <a:avLst/>
          </a:prstGeom>
          <a:noFill/>
          <a:ln>
            <a:noFill/>
          </a:ln>
        </p:spPr>
        <p:txBody>
          <a:bodyPr anchorCtr="0" anchor="ctr" bIns="45700" lIns="182875" spcFirstLastPara="1" rIns="182875" wrap="square" tIns="45700">
            <a:spAutoFit/>
          </a:bodyPr>
          <a:lstStyle/>
          <a:p>
            <a:pPr indent="0" lvl="0" marL="0" rtl="0" algn="l">
              <a:lnSpc>
                <a:spcPct val="90000"/>
              </a:lnSpc>
              <a:spcBef>
                <a:spcPts val="0"/>
              </a:spcBef>
              <a:spcAft>
                <a:spcPts val="0"/>
              </a:spcAft>
              <a:buClr>
                <a:srgbClr val="232F3E"/>
              </a:buClr>
              <a:buSzPts val="3200"/>
              <a:buFont typeface="Play"/>
              <a:buNone/>
            </a:pPr>
            <a:r>
              <a:rPr lang="en-US"/>
              <a:t>Sample exam question</a:t>
            </a:r>
            <a:endParaRPr/>
          </a:p>
        </p:txBody>
      </p:sp>
      <p:sp>
        <p:nvSpPr>
          <p:cNvPr id="2660" name="Google Shape;2660;p73"/>
          <p:cNvSpPr txBox="1"/>
          <p:nvPr>
            <p:ph idx="1" type="body"/>
          </p:nvPr>
        </p:nvSpPr>
        <p:spPr>
          <a:xfrm>
            <a:off x="0" y="721526"/>
            <a:ext cx="12192000" cy="1463040"/>
          </a:xfrm>
          <a:prstGeom prst="rect">
            <a:avLst/>
          </a:prstGeom>
          <a:solidFill>
            <a:schemeClr val="accent1"/>
          </a:solidFill>
          <a:ln>
            <a:noFill/>
          </a:ln>
        </p:spPr>
        <p:txBody>
          <a:bodyPr anchorCtr="0" anchor="t" bIns="91425" lIns="182875" spcFirstLastPara="1" rIns="182875" wrap="square" tIns="91425">
            <a:noAutofit/>
          </a:bodyPr>
          <a:lstStyle/>
          <a:p>
            <a:pPr indent="0" lvl="0" marL="0" rtl="0" algn="l">
              <a:lnSpc>
                <a:spcPct val="110000"/>
              </a:lnSpc>
              <a:spcBef>
                <a:spcPts val="0"/>
              </a:spcBef>
              <a:spcAft>
                <a:spcPts val="0"/>
              </a:spcAft>
              <a:buClr>
                <a:schemeClr val="lt1"/>
              </a:buClr>
              <a:buSzPts val="1600"/>
              <a:buNone/>
            </a:pPr>
            <a:r>
              <a:rPr lang="en-US">
                <a:latin typeface="Play"/>
                <a:ea typeface="Play"/>
                <a:cs typeface="Play"/>
                <a:sym typeface="Play"/>
              </a:rPr>
              <a:t>Company salespeople upload their sales figures daily to Amazon S3, but their solutions architect is concerned that users might  accidentally delete or overwrite important documents. </a:t>
            </a:r>
            <a:endParaRPr/>
          </a:p>
          <a:p>
            <a:pPr indent="0" lvl="0" marL="0" rtl="0" algn="l">
              <a:lnSpc>
                <a:spcPct val="100000"/>
              </a:lnSpc>
              <a:spcBef>
                <a:spcPts val="600"/>
              </a:spcBef>
              <a:spcAft>
                <a:spcPts val="0"/>
              </a:spcAft>
              <a:buClr>
                <a:schemeClr val="lt1"/>
              </a:buClr>
              <a:buSzPts val="1600"/>
              <a:buNone/>
            </a:pPr>
            <a:r>
              <a:t/>
            </a:r>
            <a:endParaRPr>
              <a:latin typeface="Play"/>
              <a:ea typeface="Play"/>
              <a:cs typeface="Play"/>
              <a:sym typeface="Play"/>
            </a:endParaRPr>
          </a:p>
          <a:p>
            <a:pPr indent="0" lvl="0" marL="0" rtl="0" algn="l">
              <a:lnSpc>
                <a:spcPct val="100000"/>
              </a:lnSpc>
              <a:spcBef>
                <a:spcPts val="600"/>
              </a:spcBef>
              <a:spcAft>
                <a:spcPts val="0"/>
              </a:spcAft>
              <a:buClr>
                <a:schemeClr val="lt1"/>
              </a:buClr>
              <a:buSzPts val="1600"/>
              <a:buNone/>
            </a:pPr>
            <a:r>
              <a:rPr lang="en-US">
                <a:latin typeface="Play"/>
                <a:ea typeface="Play"/>
                <a:cs typeface="Play"/>
                <a:sym typeface="Play"/>
              </a:rPr>
              <a:t>Which action will protect against unintended user actions?</a:t>
            </a:r>
            <a:endParaRPr>
              <a:solidFill>
                <a:schemeClr val="accent3"/>
              </a:solidFill>
              <a:latin typeface="Play"/>
              <a:ea typeface="Play"/>
              <a:cs typeface="Play"/>
              <a:sym typeface="Play"/>
            </a:endParaRPr>
          </a:p>
          <a:p>
            <a:pPr indent="0" lvl="0" marL="0" rtl="0" algn="l">
              <a:lnSpc>
                <a:spcPct val="100000"/>
              </a:lnSpc>
              <a:spcBef>
                <a:spcPts val="600"/>
              </a:spcBef>
              <a:spcAft>
                <a:spcPts val="0"/>
              </a:spcAft>
              <a:buClr>
                <a:schemeClr val="lt1"/>
              </a:buClr>
              <a:buSzPts val="1600"/>
              <a:buNone/>
            </a:pPr>
            <a:r>
              <a:t/>
            </a:r>
            <a:endParaRPr/>
          </a:p>
        </p:txBody>
      </p:sp>
      <p:sp>
        <p:nvSpPr>
          <p:cNvPr id="2661" name="Google Shape;2661;p73"/>
          <p:cNvSpPr txBox="1"/>
          <p:nvPr/>
        </p:nvSpPr>
        <p:spPr>
          <a:xfrm>
            <a:off x="0" y="2440732"/>
            <a:ext cx="12188952" cy="558729"/>
          </a:xfrm>
          <a:prstGeom prst="rect">
            <a:avLst/>
          </a:prstGeom>
          <a:noFill/>
          <a:ln>
            <a:noFill/>
          </a:ln>
        </p:spPr>
        <p:txBody>
          <a:bodyPr anchorCtr="0" anchor="ctr" bIns="91425" lIns="182875" spcFirstLastPara="1" rIns="182875" wrap="square" tIns="91425">
            <a:normAutofit/>
          </a:bodyPr>
          <a:lstStyle/>
          <a:p>
            <a:pPr indent="0" lvl="0" marL="0" marR="0" rtl="0" algn="l">
              <a:lnSpc>
                <a:spcPct val="100000"/>
              </a:lnSpc>
              <a:spcBef>
                <a:spcPts val="0"/>
              </a:spcBef>
              <a:spcAft>
                <a:spcPts val="0"/>
              </a:spcAft>
              <a:buClr>
                <a:srgbClr val="232F3E"/>
              </a:buClr>
              <a:buSzPts val="1800"/>
              <a:buFont typeface="Arial"/>
              <a:buNone/>
            </a:pPr>
            <a:r>
              <a:rPr b="0" i="0" lang="en-US" sz="1800" u="none" cap="none" strike="noStrike">
                <a:solidFill>
                  <a:srgbClr val="232F3E"/>
                </a:solidFill>
                <a:latin typeface="Play"/>
                <a:ea typeface="Play"/>
                <a:cs typeface="Play"/>
                <a:sym typeface="Play"/>
              </a:rPr>
              <a:t>Identify the key words and phrases before continuing.</a:t>
            </a:r>
            <a:endParaRPr/>
          </a:p>
        </p:txBody>
      </p:sp>
      <p:sp>
        <p:nvSpPr>
          <p:cNvPr id="2662" name="Google Shape;2662;p73"/>
          <p:cNvSpPr txBox="1"/>
          <p:nvPr/>
        </p:nvSpPr>
        <p:spPr>
          <a:xfrm>
            <a:off x="0" y="2999461"/>
            <a:ext cx="12188952" cy="3051128"/>
          </a:xfrm>
          <a:prstGeom prst="rect">
            <a:avLst/>
          </a:prstGeom>
          <a:noFill/>
          <a:ln>
            <a:noFill/>
          </a:ln>
        </p:spPr>
        <p:txBody>
          <a:bodyPr anchorCtr="0" anchor="t" bIns="91425" lIns="182875" spcFirstLastPara="1" rIns="182875" wrap="square" tIns="91425">
            <a:noAutofit/>
          </a:bodyPr>
          <a:lstStyle/>
          <a:p>
            <a:pPr indent="0" lvl="0" marL="0" marR="0" rtl="0" algn="l">
              <a:lnSpc>
                <a:spcPct val="100000"/>
              </a:lnSpc>
              <a:spcBef>
                <a:spcPts val="0"/>
              </a:spcBef>
              <a:spcAft>
                <a:spcPts val="0"/>
              </a:spcAft>
              <a:buClr>
                <a:srgbClr val="232F3E"/>
              </a:buClr>
              <a:buSzPts val="1800"/>
              <a:buFont typeface="Arial"/>
              <a:buNone/>
            </a:pPr>
            <a:r>
              <a:rPr i="0" lang="en-US" sz="1800" u="none" cap="none" strike="noStrike">
                <a:solidFill>
                  <a:srgbClr val="232F3E"/>
                </a:solidFill>
                <a:latin typeface="Play"/>
                <a:ea typeface="Play"/>
                <a:cs typeface="Play"/>
                <a:sym typeface="Play"/>
              </a:rPr>
              <a:t>The following are the key words and phrases:</a:t>
            </a:r>
            <a:endParaRPr/>
          </a:p>
          <a:p>
            <a:pPr indent="-285750" lvl="0" marL="285750" marR="0" rtl="0" algn="l">
              <a:lnSpc>
                <a:spcPct val="100000"/>
              </a:lnSpc>
              <a:spcBef>
                <a:spcPts val="1600"/>
              </a:spcBef>
              <a:spcAft>
                <a:spcPts val="0"/>
              </a:spcAft>
              <a:buClr>
                <a:srgbClr val="232F3E"/>
              </a:buClr>
              <a:buSzPts val="1800"/>
              <a:buFont typeface="Arial"/>
              <a:buChar char="•"/>
            </a:pPr>
            <a:r>
              <a:rPr i="0" lang="en-US" sz="1800" u="none" cap="none" strike="noStrike">
                <a:solidFill>
                  <a:srgbClr val="232F3E"/>
                </a:solidFill>
                <a:latin typeface="Play"/>
                <a:ea typeface="Play"/>
                <a:cs typeface="Play"/>
                <a:sym typeface="Play"/>
              </a:rPr>
              <a:t>Amazon S3</a:t>
            </a:r>
            <a:endParaRPr/>
          </a:p>
          <a:p>
            <a:pPr indent="-285750" lvl="0" marL="285750" marR="0" rtl="0" algn="l">
              <a:lnSpc>
                <a:spcPct val="100000"/>
              </a:lnSpc>
              <a:spcBef>
                <a:spcPts val="1600"/>
              </a:spcBef>
              <a:spcAft>
                <a:spcPts val="0"/>
              </a:spcAft>
              <a:buClr>
                <a:srgbClr val="232F3E"/>
              </a:buClr>
              <a:buSzPts val="1800"/>
              <a:buFont typeface="Arial"/>
              <a:buChar char="•"/>
            </a:pPr>
            <a:r>
              <a:rPr lang="en-US" sz="1800">
                <a:solidFill>
                  <a:srgbClr val="232F3E"/>
                </a:solidFill>
                <a:latin typeface="Play"/>
                <a:ea typeface="Play"/>
                <a:cs typeface="Play"/>
                <a:sym typeface="Play"/>
              </a:rPr>
              <a:t>Accidentally delete or overwrite</a:t>
            </a:r>
            <a:endParaRPr/>
          </a:p>
          <a:p>
            <a:pPr indent="-285750" lvl="0" marL="285750" marR="0" rtl="0" algn="l">
              <a:lnSpc>
                <a:spcPct val="100000"/>
              </a:lnSpc>
              <a:spcBef>
                <a:spcPts val="1600"/>
              </a:spcBef>
              <a:spcAft>
                <a:spcPts val="0"/>
              </a:spcAft>
              <a:buClr>
                <a:srgbClr val="232F3E"/>
              </a:buClr>
              <a:buSzPts val="1800"/>
              <a:buFont typeface="Arial"/>
              <a:buChar char="•"/>
            </a:pPr>
            <a:r>
              <a:rPr lang="en-US" sz="1800">
                <a:solidFill>
                  <a:srgbClr val="232F3E"/>
                </a:solidFill>
                <a:latin typeface="Play"/>
                <a:ea typeface="Play"/>
                <a:cs typeface="Play"/>
                <a:sym typeface="Play"/>
              </a:rPr>
              <a:t>Protect against unintended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6" name="Shape 2666"/>
        <p:cNvGrpSpPr/>
        <p:nvPr/>
      </p:nvGrpSpPr>
      <p:grpSpPr>
        <a:xfrm>
          <a:off x="0" y="0"/>
          <a:ext cx="0" cy="0"/>
          <a:chOff x="0" y="0"/>
          <a:chExt cx="0" cy="0"/>
        </a:xfrm>
      </p:grpSpPr>
      <p:sp>
        <p:nvSpPr>
          <p:cNvPr id="2667" name="Google Shape;2667;p74"/>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668" name="Google Shape;2668;p74"/>
          <p:cNvSpPr txBox="1"/>
          <p:nvPr>
            <p:ph type="title"/>
          </p:nvPr>
        </p:nvSpPr>
        <p:spPr>
          <a:xfrm>
            <a:off x="0" y="185995"/>
            <a:ext cx="12192000" cy="535531"/>
          </a:xfrm>
          <a:prstGeom prst="rect">
            <a:avLst/>
          </a:prstGeom>
          <a:noFill/>
          <a:ln>
            <a:noFill/>
          </a:ln>
        </p:spPr>
        <p:txBody>
          <a:bodyPr anchorCtr="0" anchor="ctr" bIns="45700" lIns="182875" spcFirstLastPara="1" rIns="182875" wrap="square" tIns="45700">
            <a:spAutoFit/>
          </a:bodyPr>
          <a:lstStyle/>
          <a:p>
            <a:pPr indent="0" lvl="0" marL="0" rtl="0" algn="l">
              <a:lnSpc>
                <a:spcPct val="90000"/>
              </a:lnSpc>
              <a:spcBef>
                <a:spcPts val="0"/>
              </a:spcBef>
              <a:spcAft>
                <a:spcPts val="0"/>
              </a:spcAft>
              <a:buClr>
                <a:srgbClr val="232F3E"/>
              </a:buClr>
              <a:buSzPts val="3200"/>
              <a:buFont typeface="Play"/>
              <a:buNone/>
            </a:pPr>
            <a:r>
              <a:rPr lang="en-US"/>
              <a:t>Sample exam question: Response choices</a:t>
            </a:r>
            <a:endParaRPr/>
          </a:p>
        </p:txBody>
      </p:sp>
      <p:sp>
        <p:nvSpPr>
          <p:cNvPr id="2669" name="Google Shape;2669;p74"/>
          <p:cNvSpPr txBox="1"/>
          <p:nvPr>
            <p:ph idx="1" type="body"/>
          </p:nvPr>
        </p:nvSpPr>
        <p:spPr>
          <a:xfrm>
            <a:off x="0" y="721526"/>
            <a:ext cx="12192000" cy="1463040"/>
          </a:xfrm>
          <a:prstGeom prst="rect">
            <a:avLst/>
          </a:prstGeom>
          <a:solidFill>
            <a:schemeClr val="accent1"/>
          </a:solidFill>
          <a:ln>
            <a:noFill/>
          </a:ln>
        </p:spPr>
        <p:txBody>
          <a:bodyPr anchorCtr="0" anchor="t" bIns="91425" lIns="182875" spcFirstLastPara="1" rIns="182875" wrap="square" tIns="91425">
            <a:noAutofit/>
          </a:bodyPr>
          <a:lstStyle/>
          <a:p>
            <a:pPr indent="0" lvl="0" marL="0" rtl="0" algn="l">
              <a:lnSpc>
                <a:spcPct val="110000"/>
              </a:lnSpc>
              <a:spcBef>
                <a:spcPts val="0"/>
              </a:spcBef>
              <a:spcAft>
                <a:spcPts val="0"/>
              </a:spcAft>
              <a:buClr>
                <a:schemeClr val="lt1"/>
              </a:buClr>
              <a:buSzPts val="1600"/>
              <a:buNone/>
            </a:pPr>
            <a:r>
              <a:rPr lang="en-US">
                <a:latin typeface="Play"/>
                <a:ea typeface="Play"/>
                <a:cs typeface="Play"/>
                <a:sym typeface="Play"/>
              </a:rPr>
              <a:t>Company salespeople upload their sales figures daily to </a:t>
            </a:r>
            <a:r>
              <a:rPr b="1" lang="en-US">
                <a:latin typeface="Play"/>
                <a:ea typeface="Play"/>
                <a:cs typeface="Play"/>
                <a:sym typeface="Play"/>
              </a:rPr>
              <a:t>Amazon S3</a:t>
            </a:r>
            <a:r>
              <a:rPr lang="en-US">
                <a:latin typeface="Play"/>
                <a:ea typeface="Play"/>
                <a:cs typeface="Play"/>
                <a:sym typeface="Play"/>
              </a:rPr>
              <a:t>, but their solutions architect is concerned that users might  </a:t>
            </a:r>
            <a:r>
              <a:rPr b="1" lang="en-US">
                <a:latin typeface="Play"/>
                <a:ea typeface="Play"/>
                <a:cs typeface="Play"/>
                <a:sym typeface="Play"/>
              </a:rPr>
              <a:t>accidentally delete or overwrite </a:t>
            </a:r>
            <a:r>
              <a:rPr lang="en-US">
                <a:latin typeface="Play"/>
                <a:ea typeface="Play"/>
                <a:cs typeface="Play"/>
                <a:sym typeface="Play"/>
              </a:rPr>
              <a:t>important documents. </a:t>
            </a:r>
            <a:endParaRPr/>
          </a:p>
          <a:p>
            <a:pPr indent="0" lvl="0" marL="0" rtl="0" algn="l">
              <a:lnSpc>
                <a:spcPct val="100000"/>
              </a:lnSpc>
              <a:spcBef>
                <a:spcPts val="600"/>
              </a:spcBef>
              <a:spcAft>
                <a:spcPts val="0"/>
              </a:spcAft>
              <a:buClr>
                <a:schemeClr val="lt1"/>
              </a:buClr>
              <a:buSzPts val="1600"/>
              <a:buNone/>
            </a:pPr>
            <a:r>
              <a:t/>
            </a:r>
            <a:endParaRPr>
              <a:latin typeface="Play"/>
              <a:ea typeface="Play"/>
              <a:cs typeface="Play"/>
              <a:sym typeface="Play"/>
            </a:endParaRPr>
          </a:p>
          <a:p>
            <a:pPr indent="0" lvl="0" marL="0" rtl="0" algn="l">
              <a:lnSpc>
                <a:spcPct val="100000"/>
              </a:lnSpc>
              <a:spcBef>
                <a:spcPts val="600"/>
              </a:spcBef>
              <a:spcAft>
                <a:spcPts val="0"/>
              </a:spcAft>
              <a:buClr>
                <a:schemeClr val="lt1"/>
              </a:buClr>
              <a:buSzPts val="1600"/>
              <a:buNone/>
            </a:pPr>
            <a:r>
              <a:rPr lang="en-US">
                <a:latin typeface="Play"/>
                <a:ea typeface="Play"/>
                <a:cs typeface="Play"/>
                <a:sym typeface="Play"/>
              </a:rPr>
              <a:t>Which action will </a:t>
            </a:r>
            <a:r>
              <a:rPr b="1" lang="en-US">
                <a:latin typeface="Play"/>
                <a:ea typeface="Play"/>
                <a:cs typeface="Play"/>
                <a:sym typeface="Play"/>
              </a:rPr>
              <a:t>protect against unintended </a:t>
            </a:r>
            <a:r>
              <a:rPr lang="en-US">
                <a:latin typeface="Play"/>
                <a:ea typeface="Play"/>
                <a:cs typeface="Play"/>
                <a:sym typeface="Play"/>
              </a:rPr>
              <a:t>user actions?</a:t>
            </a:r>
            <a:endParaRPr>
              <a:solidFill>
                <a:schemeClr val="accent3"/>
              </a:solidFill>
              <a:latin typeface="Play"/>
              <a:ea typeface="Play"/>
              <a:cs typeface="Play"/>
              <a:sym typeface="Play"/>
            </a:endParaRPr>
          </a:p>
        </p:txBody>
      </p:sp>
      <p:sp>
        <p:nvSpPr>
          <p:cNvPr id="2670" name="Google Shape;2670;p74"/>
          <p:cNvSpPr txBox="1"/>
          <p:nvPr/>
        </p:nvSpPr>
        <p:spPr>
          <a:xfrm>
            <a:off x="2477" y="2247498"/>
            <a:ext cx="886968" cy="317500"/>
          </a:xfrm>
          <a:prstGeom prst="rect">
            <a:avLst/>
          </a:prstGeom>
          <a:solidFill>
            <a:schemeClr val="accent2"/>
          </a:solidFill>
          <a:ln>
            <a:noFill/>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chemeClr val="lt1"/>
              </a:buClr>
              <a:buSzPts val="1600"/>
              <a:buFont typeface="Arial"/>
              <a:buNone/>
            </a:pPr>
            <a:r>
              <a:rPr b="1" i="0" lang="en-US" sz="1600" u="none" cap="none" strike="noStrike">
                <a:solidFill>
                  <a:schemeClr val="lt1"/>
                </a:solidFill>
                <a:latin typeface="Play"/>
                <a:ea typeface="Play"/>
                <a:cs typeface="Play"/>
                <a:sym typeface="Play"/>
              </a:rPr>
              <a:t>Choice</a:t>
            </a:r>
            <a:endParaRPr/>
          </a:p>
        </p:txBody>
      </p:sp>
      <p:sp>
        <p:nvSpPr>
          <p:cNvPr id="2671" name="Google Shape;2671;p74"/>
          <p:cNvSpPr txBox="1"/>
          <p:nvPr/>
        </p:nvSpPr>
        <p:spPr>
          <a:xfrm>
            <a:off x="907950" y="2247498"/>
            <a:ext cx="11284050" cy="3175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600"/>
              <a:buFont typeface="Arial"/>
              <a:buNone/>
            </a:pPr>
            <a:r>
              <a:rPr b="1" i="0" lang="en-US" sz="1600" u="none" cap="none" strike="noStrike">
                <a:solidFill>
                  <a:schemeClr val="lt1"/>
                </a:solidFill>
                <a:latin typeface="Play"/>
                <a:ea typeface="Play"/>
                <a:cs typeface="Play"/>
                <a:sym typeface="Play"/>
              </a:rPr>
              <a:t>Response</a:t>
            </a:r>
            <a:endParaRPr/>
          </a:p>
        </p:txBody>
      </p:sp>
      <p:grpSp>
        <p:nvGrpSpPr>
          <p:cNvPr id="2672" name="Google Shape;2672;p74"/>
          <p:cNvGrpSpPr/>
          <p:nvPr/>
        </p:nvGrpSpPr>
        <p:grpSpPr>
          <a:xfrm>
            <a:off x="2477" y="2564971"/>
            <a:ext cx="12189169" cy="2571900"/>
            <a:chOff x="2477" y="3043941"/>
            <a:chExt cx="12189169" cy="2571900"/>
          </a:xfrm>
        </p:grpSpPr>
        <p:sp>
          <p:nvSpPr>
            <p:cNvPr id="2673" name="Google Shape;2673;p74"/>
            <p:cNvSpPr txBox="1"/>
            <p:nvPr/>
          </p:nvSpPr>
          <p:spPr>
            <a:xfrm>
              <a:off x="2477" y="3043941"/>
              <a:ext cx="886968"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32F3E"/>
                </a:buClr>
                <a:buSzPts val="1600"/>
                <a:buFont typeface="Arial"/>
                <a:buNone/>
              </a:pPr>
              <a:r>
                <a:rPr b="1" i="0" lang="en-US" sz="1600" u="none" cap="none" strike="noStrike">
                  <a:solidFill>
                    <a:srgbClr val="232F3E"/>
                  </a:solidFill>
                  <a:latin typeface="Play"/>
                  <a:ea typeface="Play"/>
                  <a:cs typeface="Play"/>
                  <a:sym typeface="Play"/>
                </a:rPr>
                <a:t>A</a:t>
              </a:r>
              <a:endParaRPr/>
            </a:p>
          </p:txBody>
        </p:sp>
        <p:sp>
          <p:nvSpPr>
            <p:cNvPr id="2674" name="Google Shape;2674;p74"/>
            <p:cNvSpPr txBox="1"/>
            <p:nvPr/>
          </p:nvSpPr>
          <p:spPr>
            <a:xfrm>
              <a:off x="907950" y="3043941"/>
              <a:ext cx="11283696"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1600"/>
                <a:buFont typeface="Arial"/>
                <a:buNone/>
              </a:pPr>
              <a:r>
                <a:rPr lang="en-US" sz="1600">
                  <a:solidFill>
                    <a:schemeClr val="dk2"/>
                  </a:solidFill>
                  <a:latin typeface="Play"/>
                  <a:ea typeface="Play"/>
                  <a:cs typeface="Play"/>
                  <a:sym typeface="Play"/>
                </a:rPr>
                <a:t>Store data in two S3 buckets in different AWS Regions.</a:t>
              </a:r>
              <a:endParaRPr/>
            </a:p>
          </p:txBody>
        </p:sp>
        <p:sp>
          <p:nvSpPr>
            <p:cNvPr id="2675" name="Google Shape;2675;p74"/>
            <p:cNvSpPr txBox="1"/>
            <p:nvPr/>
          </p:nvSpPr>
          <p:spPr>
            <a:xfrm>
              <a:off x="2477" y="3687881"/>
              <a:ext cx="886968"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32F3E"/>
                </a:buClr>
                <a:buSzPts val="1600"/>
                <a:buFont typeface="Arial"/>
                <a:buNone/>
              </a:pPr>
              <a:r>
                <a:rPr b="1" i="0" lang="en-US" sz="1600" u="none" cap="none" strike="noStrike">
                  <a:solidFill>
                    <a:srgbClr val="232F3E"/>
                  </a:solidFill>
                  <a:latin typeface="Play"/>
                  <a:ea typeface="Play"/>
                  <a:cs typeface="Play"/>
                  <a:sym typeface="Play"/>
                </a:rPr>
                <a:t>B</a:t>
              </a:r>
              <a:endParaRPr/>
            </a:p>
          </p:txBody>
        </p:sp>
        <p:sp>
          <p:nvSpPr>
            <p:cNvPr id="2676" name="Google Shape;2676;p74"/>
            <p:cNvSpPr txBox="1"/>
            <p:nvPr/>
          </p:nvSpPr>
          <p:spPr>
            <a:xfrm>
              <a:off x="907950" y="3687881"/>
              <a:ext cx="11283696"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1600"/>
                <a:buFont typeface="Arial"/>
                <a:buNone/>
              </a:pPr>
              <a:r>
                <a:rPr lang="en-US" sz="1600">
                  <a:solidFill>
                    <a:schemeClr val="dk2"/>
                  </a:solidFill>
                  <a:latin typeface="Play"/>
                  <a:ea typeface="Play"/>
                  <a:cs typeface="Play"/>
                  <a:sym typeface="Play"/>
                </a:rPr>
                <a:t>Enable versioning on the S3 bucket where files are stored. </a:t>
              </a:r>
              <a:endParaRPr/>
            </a:p>
          </p:txBody>
        </p:sp>
        <p:sp>
          <p:nvSpPr>
            <p:cNvPr id="2677" name="Google Shape;2677;p74"/>
            <p:cNvSpPr txBox="1"/>
            <p:nvPr/>
          </p:nvSpPr>
          <p:spPr>
            <a:xfrm>
              <a:off x="2477" y="4331821"/>
              <a:ext cx="886968"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32F3E"/>
                </a:buClr>
                <a:buSzPts val="1600"/>
                <a:buFont typeface="Arial"/>
                <a:buNone/>
              </a:pPr>
              <a:r>
                <a:rPr b="1" i="0" lang="en-US" sz="1600" u="none" cap="none" strike="noStrike">
                  <a:solidFill>
                    <a:srgbClr val="232F3E"/>
                  </a:solidFill>
                  <a:latin typeface="Play"/>
                  <a:ea typeface="Play"/>
                  <a:cs typeface="Play"/>
                  <a:sym typeface="Play"/>
                </a:rPr>
                <a:t>C</a:t>
              </a:r>
              <a:endParaRPr/>
            </a:p>
          </p:txBody>
        </p:sp>
        <p:sp>
          <p:nvSpPr>
            <p:cNvPr id="2678" name="Google Shape;2678;p74"/>
            <p:cNvSpPr txBox="1"/>
            <p:nvPr/>
          </p:nvSpPr>
          <p:spPr>
            <a:xfrm>
              <a:off x="907950" y="4331821"/>
              <a:ext cx="11283696"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32F3E"/>
                </a:buClr>
                <a:buSzPts val="1600"/>
                <a:buFont typeface="Arial"/>
                <a:buNone/>
              </a:pPr>
              <a:r>
                <a:rPr lang="en-US" sz="1600">
                  <a:solidFill>
                    <a:srgbClr val="232F3E"/>
                  </a:solidFill>
                  <a:latin typeface="Play"/>
                  <a:ea typeface="Play"/>
                  <a:cs typeface="Play"/>
                  <a:sym typeface="Play"/>
                </a:rPr>
                <a:t>Move uploaded data to an Amazon S3 Infrequent Access storage class at the end of each week.</a:t>
              </a:r>
              <a:endParaRPr/>
            </a:p>
          </p:txBody>
        </p:sp>
        <p:sp>
          <p:nvSpPr>
            <p:cNvPr id="2679" name="Google Shape;2679;p74"/>
            <p:cNvSpPr txBox="1"/>
            <p:nvPr/>
          </p:nvSpPr>
          <p:spPr>
            <a:xfrm>
              <a:off x="2477" y="4975761"/>
              <a:ext cx="886968"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32F3E"/>
                </a:buClr>
                <a:buSzPts val="1600"/>
                <a:buFont typeface="Arial"/>
                <a:buNone/>
              </a:pPr>
              <a:r>
                <a:rPr b="1" i="0" lang="en-US" sz="1600" u="none" cap="none" strike="noStrike">
                  <a:solidFill>
                    <a:srgbClr val="232F3E"/>
                  </a:solidFill>
                  <a:latin typeface="Play"/>
                  <a:ea typeface="Play"/>
                  <a:cs typeface="Play"/>
                  <a:sym typeface="Play"/>
                </a:rPr>
                <a:t>D</a:t>
              </a:r>
              <a:endParaRPr/>
            </a:p>
          </p:txBody>
        </p:sp>
        <p:sp>
          <p:nvSpPr>
            <p:cNvPr id="2680" name="Google Shape;2680;p74"/>
            <p:cNvSpPr txBox="1"/>
            <p:nvPr/>
          </p:nvSpPr>
          <p:spPr>
            <a:xfrm>
              <a:off x="907950" y="4975761"/>
              <a:ext cx="11283696"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32F3E"/>
                </a:buClr>
                <a:buSzPts val="1600"/>
                <a:buFont typeface="Arial"/>
                <a:buNone/>
              </a:pPr>
              <a:r>
                <a:rPr lang="en-US" sz="1600">
                  <a:solidFill>
                    <a:srgbClr val="232F3E"/>
                  </a:solidFill>
                  <a:latin typeface="Play"/>
                  <a:ea typeface="Play"/>
                  <a:cs typeface="Play"/>
                  <a:sym typeface="Play"/>
                </a:rPr>
                <a:t>Use Amazon S3 Inventory to audit the status of objects in the S3 bucket where files are stored.  </a:t>
              </a:r>
              <a:endParaRPr/>
            </a:p>
          </p:txBody>
        </p:sp>
      </p:gr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4" name="Shape 2684"/>
        <p:cNvGrpSpPr/>
        <p:nvPr/>
      </p:nvGrpSpPr>
      <p:grpSpPr>
        <a:xfrm>
          <a:off x="0" y="0"/>
          <a:ext cx="0" cy="0"/>
          <a:chOff x="0" y="0"/>
          <a:chExt cx="0" cy="0"/>
        </a:xfrm>
      </p:grpSpPr>
      <p:sp>
        <p:nvSpPr>
          <p:cNvPr id="2685" name="Google Shape;2685;p75"/>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686" name="Google Shape;2686;p75"/>
          <p:cNvSpPr txBox="1"/>
          <p:nvPr>
            <p:ph type="title"/>
          </p:nvPr>
        </p:nvSpPr>
        <p:spPr>
          <a:xfrm>
            <a:off x="0" y="185995"/>
            <a:ext cx="12192000" cy="535531"/>
          </a:xfrm>
          <a:prstGeom prst="rect">
            <a:avLst/>
          </a:prstGeom>
          <a:noFill/>
          <a:ln>
            <a:noFill/>
          </a:ln>
        </p:spPr>
        <p:txBody>
          <a:bodyPr anchorCtr="0" anchor="ctr" bIns="45700" lIns="182875" spcFirstLastPara="1" rIns="182875" wrap="square" tIns="45700">
            <a:spAutoFit/>
          </a:bodyPr>
          <a:lstStyle/>
          <a:p>
            <a:pPr indent="0" lvl="0" marL="0" rtl="0" algn="l">
              <a:lnSpc>
                <a:spcPct val="90000"/>
              </a:lnSpc>
              <a:spcBef>
                <a:spcPts val="0"/>
              </a:spcBef>
              <a:spcAft>
                <a:spcPts val="0"/>
              </a:spcAft>
              <a:buClr>
                <a:srgbClr val="232F3E"/>
              </a:buClr>
              <a:buSzPts val="3200"/>
              <a:buFont typeface="Play"/>
              <a:buNone/>
            </a:pPr>
            <a:r>
              <a:rPr lang="en-US"/>
              <a:t>Sample exam question: Answer</a:t>
            </a:r>
            <a:endParaRPr/>
          </a:p>
        </p:txBody>
      </p:sp>
      <p:sp>
        <p:nvSpPr>
          <p:cNvPr id="2687" name="Google Shape;2687;p75"/>
          <p:cNvSpPr txBox="1"/>
          <p:nvPr>
            <p:ph idx="1" type="body"/>
          </p:nvPr>
        </p:nvSpPr>
        <p:spPr>
          <a:xfrm>
            <a:off x="0" y="721526"/>
            <a:ext cx="12192000" cy="1463040"/>
          </a:xfrm>
          <a:prstGeom prst="rect">
            <a:avLst/>
          </a:prstGeom>
          <a:solidFill>
            <a:schemeClr val="accent1"/>
          </a:solidFill>
          <a:ln>
            <a:noFill/>
          </a:ln>
        </p:spPr>
        <p:txBody>
          <a:bodyPr anchorCtr="0" anchor="t" bIns="91425" lIns="182875" spcFirstLastPara="1" rIns="182875" wrap="square" tIns="91425">
            <a:noAutofit/>
          </a:bodyPr>
          <a:lstStyle/>
          <a:p>
            <a:pPr indent="0" lvl="0" marL="0" rtl="0" algn="l">
              <a:lnSpc>
                <a:spcPct val="100000"/>
              </a:lnSpc>
              <a:spcBef>
                <a:spcPts val="0"/>
              </a:spcBef>
              <a:spcAft>
                <a:spcPts val="0"/>
              </a:spcAft>
              <a:buClr>
                <a:schemeClr val="lt1"/>
              </a:buClr>
              <a:buSzPts val="1600"/>
              <a:buNone/>
            </a:pPr>
            <a:r>
              <a:rPr lang="en-US">
                <a:latin typeface="Play"/>
                <a:ea typeface="Play"/>
                <a:cs typeface="Play"/>
                <a:sym typeface="Play"/>
              </a:rPr>
              <a:t>The answer is B.</a:t>
            </a:r>
            <a:endParaRPr/>
          </a:p>
        </p:txBody>
      </p:sp>
      <p:sp>
        <p:nvSpPr>
          <p:cNvPr id="2688" name="Google Shape;2688;p75"/>
          <p:cNvSpPr txBox="1"/>
          <p:nvPr/>
        </p:nvSpPr>
        <p:spPr>
          <a:xfrm>
            <a:off x="2477" y="2247498"/>
            <a:ext cx="886968" cy="317500"/>
          </a:xfrm>
          <a:prstGeom prst="rect">
            <a:avLst/>
          </a:prstGeom>
          <a:solidFill>
            <a:schemeClr val="accent2"/>
          </a:solidFill>
          <a:ln>
            <a:noFill/>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chemeClr val="lt1"/>
              </a:buClr>
              <a:buSzPts val="1600"/>
              <a:buFont typeface="Arial"/>
              <a:buNone/>
            </a:pPr>
            <a:r>
              <a:rPr b="1" i="0" lang="en-US" sz="1600" u="none" cap="none" strike="noStrike">
                <a:solidFill>
                  <a:schemeClr val="lt1"/>
                </a:solidFill>
                <a:latin typeface="Play"/>
                <a:ea typeface="Play"/>
                <a:cs typeface="Play"/>
                <a:sym typeface="Play"/>
              </a:rPr>
              <a:t>Choice</a:t>
            </a:r>
            <a:endParaRPr/>
          </a:p>
        </p:txBody>
      </p:sp>
      <p:sp>
        <p:nvSpPr>
          <p:cNvPr id="2689" name="Google Shape;2689;p75"/>
          <p:cNvSpPr txBox="1"/>
          <p:nvPr/>
        </p:nvSpPr>
        <p:spPr>
          <a:xfrm>
            <a:off x="907950" y="2247498"/>
            <a:ext cx="11284050" cy="3175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600"/>
              <a:buFont typeface="Arial"/>
              <a:buNone/>
            </a:pPr>
            <a:r>
              <a:rPr b="1" i="0" lang="en-US" sz="1600" u="none" cap="none" strike="noStrike">
                <a:solidFill>
                  <a:schemeClr val="lt1"/>
                </a:solidFill>
                <a:latin typeface="Play"/>
                <a:ea typeface="Play"/>
                <a:cs typeface="Play"/>
                <a:sym typeface="Play"/>
              </a:rPr>
              <a:t>Response</a:t>
            </a:r>
            <a:endParaRPr/>
          </a:p>
        </p:txBody>
      </p:sp>
      <p:grpSp>
        <p:nvGrpSpPr>
          <p:cNvPr id="2690" name="Google Shape;2690;p75"/>
          <p:cNvGrpSpPr/>
          <p:nvPr/>
        </p:nvGrpSpPr>
        <p:grpSpPr>
          <a:xfrm>
            <a:off x="2477" y="2564971"/>
            <a:ext cx="12189169" cy="2571900"/>
            <a:chOff x="2477" y="3043941"/>
            <a:chExt cx="12189169" cy="2571900"/>
          </a:xfrm>
        </p:grpSpPr>
        <p:sp>
          <p:nvSpPr>
            <p:cNvPr id="2691" name="Google Shape;2691;p75"/>
            <p:cNvSpPr txBox="1"/>
            <p:nvPr/>
          </p:nvSpPr>
          <p:spPr>
            <a:xfrm>
              <a:off x="2477" y="3043941"/>
              <a:ext cx="886968"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32F3E"/>
                </a:buClr>
                <a:buSzPts val="1600"/>
                <a:buFont typeface="Arial"/>
                <a:buNone/>
              </a:pPr>
              <a:r>
                <a:rPr b="1" i="0" lang="en-US" sz="1600" u="none" cap="none" strike="noStrike">
                  <a:solidFill>
                    <a:srgbClr val="232F3E"/>
                  </a:solidFill>
                  <a:latin typeface="Play"/>
                  <a:ea typeface="Play"/>
                  <a:cs typeface="Play"/>
                  <a:sym typeface="Play"/>
                </a:rPr>
                <a:t>A</a:t>
              </a:r>
              <a:endParaRPr/>
            </a:p>
          </p:txBody>
        </p:sp>
        <p:sp>
          <p:nvSpPr>
            <p:cNvPr id="2692" name="Google Shape;2692;p75"/>
            <p:cNvSpPr txBox="1"/>
            <p:nvPr/>
          </p:nvSpPr>
          <p:spPr>
            <a:xfrm>
              <a:off x="2477" y="3687881"/>
              <a:ext cx="886968"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32F3E"/>
                </a:buClr>
                <a:buSzPts val="1600"/>
                <a:buFont typeface="Arial"/>
                <a:buNone/>
              </a:pPr>
              <a:r>
                <a:rPr b="1" i="0" lang="en-US" sz="1600" u="none" cap="none" strike="noStrike">
                  <a:solidFill>
                    <a:srgbClr val="232F3E"/>
                  </a:solidFill>
                  <a:latin typeface="Play"/>
                  <a:ea typeface="Play"/>
                  <a:cs typeface="Play"/>
                  <a:sym typeface="Play"/>
                </a:rPr>
                <a:t>B</a:t>
              </a:r>
              <a:endParaRPr/>
            </a:p>
          </p:txBody>
        </p:sp>
        <p:sp>
          <p:nvSpPr>
            <p:cNvPr id="2693" name="Google Shape;2693;p75"/>
            <p:cNvSpPr txBox="1"/>
            <p:nvPr/>
          </p:nvSpPr>
          <p:spPr>
            <a:xfrm>
              <a:off x="907950" y="3687881"/>
              <a:ext cx="11283696"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1600"/>
                <a:buFont typeface="Arial"/>
                <a:buNone/>
              </a:pPr>
              <a:r>
                <a:rPr lang="en-US" sz="1600">
                  <a:solidFill>
                    <a:schemeClr val="dk2"/>
                  </a:solidFill>
                  <a:latin typeface="Play"/>
                  <a:ea typeface="Play"/>
                  <a:cs typeface="Play"/>
                  <a:sym typeface="Play"/>
                </a:rPr>
                <a:t>Enable versioning on the S3 bucket where files are stored. </a:t>
              </a:r>
              <a:endParaRPr/>
            </a:p>
          </p:txBody>
        </p:sp>
        <p:sp>
          <p:nvSpPr>
            <p:cNvPr id="2694" name="Google Shape;2694;p75"/>
            <p:cNvSpPr txBox="1"/>
            <p:nvPr/>
          </p:nvSpPr>
          <p:spPr>
            <a:xfrm>
              <a:off x="2477" y="4331821"/>
              <a:ext cx="886968"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32F3E"/>
                </a:buClr>
                <a:buSzPts val="1600"/>
                <a:buFont typeface="Arial"/>
                <a:buNone/>
              </a:pPr>
              <a:r>
                <a:rPr b="1" i="0" lang="en-US" sz="1600" u="none" cap="none" strike="noStrike">
                  <a:solidFill>
                    <a:srgbClr val="232F3E"/>
                  </a:solidFill>
                  <a:latin typeface="Play"/>
                  <a:ea typeface="Play"/>
                  <a:cs typeface="Play"/>
                  <a:sym typeface="Play"/>
                </a:rPr>
                <a:t>C</a:t>
              </a:r>
              <a:endParaRPr/>
            </a:p>
          </p:txBody>
        </p:sp>
        <p:sp>
          <p:nvSpPr>
            <p:cNvPr id="2695" name="Google Shape;2695;p75"/>
            <p:cNvSpPr txBox="1"/>
            <p:nvPr/>
          </p:nvSpPr>
          <p:spPr>
            <a:xfrm>
              <a:off x="2477" y="4975761"/>
              <a:ext cx="886968"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32F3E"/>
                </a:buClr>
                <a:buSzPts val="1600"/>
                <a:buFont typeface="Arial"/>
                <a:buNone/>
              </a:pPr>
              <a:r>
                <a:rPr b="1" i="0" lang="en-US" sz="1600" u="none" cap="none" strike="noStrike">
                  <a:solidFill>
                    <a:srgbClr val="232F3E"/>
                  </a:solidFill>
                  <a:latin typeface="Play"/>
                  <a:ea typeface="Play"/>
                  <a:cs typeface="Play"/>
                  <a:sym typeface="Play"/>
                </a:rPr>
                <a:t>D</a:t>
              </a:r>
              <a:endParaRPr/>
            </a:p>
          </p:txBody>
        </p:sp>
      </p:gr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9" name="Shape 2699"/>
        <p:cNvGrpSpPr/>
        <p:nvPr/>
      </p:nvGrpSpPr>
      <p:grpSpPr>
        <a:xfrm>
          <a:off x="0" y="0"/>
          <a:ext cx="0" cy="0"/>
          <a:chOff x="0" y="0"/>
          <a:chExt cx="0" cy="0"/>
        </a:xfrm>
      </p:grpSpPr>
      <p:sp>
        <p:nvSpPr>
          <p:cNvPr id="2700" name="Google Shape;2700;p76"/>
          <p:cNvSpPr txBox="1"/>
          <p:nvPr>
            <p:ph idx="12" type="sldNum"/>
          </p:nvPr>
        </p:nvSpPr>
        <p:spPr>
          <a:xfrm>
            <a:off x="11347704" y="6446520"/>
            <a:ext cx="484632" cy="2286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701" name="Google Shape;2701;p76"/>
          <p:cNvSpPr txBox="1"/>
          <p:nvPr>
            <p:ph type="title"/>
          </p:nvPr>
        </p:nvSpPr>
        <p:spPr>
          <a:xfrm>
            <a:off x="457200" y="1256247"/>
            <a:ext cx="7998031" cy="404982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4400"/>
              <a:buFont typeface="Play"/>
              <a:buNone/>
            </a:pPr>
            <a:r>
              <a:rPr lang="en-US"/>
              <a:t>Thank you</a:t>
            </a:r>
            <a:endParaRPr/>
          </a:p>
        </p:txBody>
      </p:sp>
      <p:sp>
        <p:nvSpPr>
          <p:cNvPr id="2702" name="Google Shape;2702;p76"/>
          <p:cNvSpPr txBox="1"/>
          <p:nvPr>
            <p:ph idx="1" type="body"/>
          </p:nvPr>
        </p:nvSpPr>
        <p:spPr>
          <a:xfrm>
            <a:off x="457200" y="5305425"/>
            <a:ext cx="7997825" cy="1141413"/>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1"/>
              </a:buClr>
              <a:buSzPts val="1800"/>
              <a:buFont typeface="Play"/>
              <a:buNone/>
            </a:pPr>
            <a:r>
              <a:rPr b="0" i="0" lang="en-US" sz="1800" u="none" cap="none" strike="noStrike">
                <a:solidFill>
                  <a:schemeClr val="lt1"/>
                </a:solidFill>
                <a:latin typeface="Play"/>
                <a:ea typeface="Play"/>
                <a:cs typeface="Play"/>
                <a:sym typeface="Play"/>
              </a:rPr>
              <a:t>Corrections, feedback, or other questions?</a:t>
            </a:r>
            <a:endParaRPr/>
          </a:p>
          <a:p>
            <a:pPr indent="0" lvl="0" marL="0" rtl="0" algn="l">
              <a:lnSpc>
                <a:spcPct val="100000"/>
              </a:lnSpc>
              <a:spcBef>
                <a:spcPts val="0"/>
              </a:spcBef>
              <a:spcAft>
                <a:spcPts val="0"/>
              </a:spcAft>
              <a:buClr>
                <a:schemeClr val="lt1"/>
              </a:buClr>
              <a:buSzPts val="1800"/>
              <a:buFont typeface="Play"/>
              <a:buNone/>
            </a:pPr>
            <a:r>
              <a:rPr b="0" i="0" lang="en-US" sz="1800" u="none" cap="none" strike="noStrike">
                <a:solidFill>
                  <a:schemeClr val="lt1"/>
                </a:solidFill>
                <a:latin typeface="Play"/>
                <a:ea typeface="Play"/>
                <a:cs typeface="Play"/>
                <a:sym typeface="Play"/>
              </a:rPr>
              <a:t>Contact us at </a:t>
            </a:r>
            <a:r>
              <a:rPr b="0" i="0" lang="en-US" sz="1800" u="sng" cap="none" strike="noStrike">
                <a:solidFill>
                  <a:schemeClr val="lt1"/>
                </a:solidFill>
                <a:latin typeface="Play"/>
                <a:ea typeface="Play"/>
                <a:cs typeface="Play"/>
                <a:sym typeface="Play"/>
                <a:hlinkClick r:id="rId3">
                  <a:extLst>
                    <a:ext uri="{A12FA001-AC4F-418D-AE19-62706E023703}">
                      <ahyp:hlinkClr val="tx"/>
                    </a:ext>
                  </a:extLst>
                </a:hlinkClick>
              </a:rPr>
              <a:t>https://support.aws.amazon.com/#/contacts/aws-academy</a:t>
            </a:r>
            <a:r>
              <a:rPr b="0" i="0" lang="en-US" sz="1800" u="none" cap="none" strike="noStrike">
                <a:solidFill>
                  <a:schemeClr val="lt1"/>
                </a:solidFill>
                <a:latin typeface="Play"/>
                <a:ea typeface="Play"/>
                <a:cs typeface="Play"/>
                <a:sym typeface="Play"/>
              </a:rPr>
              <a: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2_OneBrand EVO (2022-Q4) ColorSet 3">
  <a:themeElements>
    <a:clrScheme name="OneBrand Evo Set 3">
      <a:dk1>
        <a:srgbClr val="000000"/>
      </a:dk1>
      <a:lt1>
        <a:srgbClr val="FFFFFF"/>
      </a:lt1>
      <a:dk2>
        <a:srgbClr val="232F3E"/>
      </a:dk2>
      <a:lt2>
        <a:srgbClr val="F1F3F3"/>
      </a:lt2>
      <a:accent1>
        <a:srgbClr val="005276"/>
      </a:accent1>
      <a:accent2>
        <a:srgbClr val="007FAA"/>
      </a:accent2>
      <a:accent3>
        <a:srgbClr val="9FFCEA"/>
      </a:accent3>
      <a:accent4>
        <a:srgbClr val="38EF7D"/>
      </a:accent4>
      <a:accent5>
        <a:srgbClr val="19594E"/>
      </a:accent5>
      <a:accent6>
        <a:srgbClr val="197956"/>
      </a:accent6>
      <a:hlink>
        <a:srgbClr val="197956"/>
      </a:hlink>
      <a:folHlink>
        <a:srgbClr val="19795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OneBrand EVO (2022-Q4) ColorSet 3">
  <a:themeElements>
    <a:clrScheme name="OneBrand Evo Set 3">
      <a:dk1>
        <a:srgbClr val="000000"/>
      </a:dk1>
      <a:lt1>
        <a:srgbClr val="FFFFFF"/>
      </a:lt1>
      <a:dk2>
        <a:srgbClr val="232F3E"/>
      </a:dk2>
      <a:lt2>
        <a:srgbClr val="F1F3F3"/>
      </a:lt2>
      <a:accent1>
        <a:srgbClr val="005276"/>
      </a:accent1>
      <a:accent2>
        <a:srgbClr val="007FAA"/>
      </a:accent2>
      <a:accent3>
        <a:srgbClr val="9FFCEA"/>
      </a:accent3>
      <a:accent4>
        <a:srgbClr val="38EF7D"/>
      </a:accent4>
      <a:accent5>
        <a:srgbClr val="19594E"/>
      </a:accent5>
      <a:accent6>
        <a:srgbClr val="197956"/>
      </a:accent6>
      <a:hlink>
        <a:srgbClr val="197956"/>
      </a:hlink>
      <a:folHlink>
        <a:srgbClr val="19795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neBrand EVO (2022-Q4) ColorSet 3">
  <a:themeElements>
    <a:clrScheme name="OneBrand Evo Set 3">
      <a:dk1>
        <a:srgbClr val="000000"/>
      </a:dk1>
      <a:lt1>
        <a:srgbClr val="FFFFFF"/>
      </a:lt1>
      <a:dk2>
        <a:srgbClr val="232F3E"/>
      </a:dk2>
      <a:lt2>
        <a:srgbClr val="F1F3F3"/>
      </a:lt2>
      <a:accent1>
        <a:srgbClr val="005276"/>
      </a:accent1>
      <a:accent2>
        <a:srgbClr val="007FAA"/>
      </a:accent2>
      <a:accent3>
        <a:srgbClr val="9FFCEA"/>
      </a:accent3>
      <a:accent4>
        <a:srgbClr val="38EF7D"/>
      </a:accent4>
      <a:accent5>
        <a:srgbClr val="19594E"/>
      </a:accent5>
      <a:accent6>
        <a:srgbClr val="197956"/>
      </a:accent6>
      <a:hlink>
        <a:srgbClr val="197956"/>
      </a:hlink>
      <a:folHlink>
        <a:srgbClr val="19795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2024-02-28T22:49:17Z</dcterms:created>
</cp:coreProperties>
</file>