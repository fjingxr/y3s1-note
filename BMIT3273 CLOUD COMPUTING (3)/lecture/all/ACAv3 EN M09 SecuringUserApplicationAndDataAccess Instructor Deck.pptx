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fntdata" ContentType="application/x-fontdata"/>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theme/theme2.xml" ContentType="application/vnd.openxmlformats-officedocument.theme+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heme/theme3.xml" ContentType="application/vnd.openxmlformats-officedocument.theme+xml"/>
  <Override PartName="/ppt/tags/tag110.xml" ContentType="application/vnd.openxmlformats-officedocument.presentationml.tags+xml"/>
  <Override PartName="/ppt/notesSlides/notesSlide1.xml" ContentType="application/vnd.openxmlformats-officedocument.presentationml.notesSlide+xml"/>
  <Override PartName="/ppt/tags/tag111.xml" ContentType="application/vnd.openxmlformats-officedocument.presentationml.tags+xml"/>
  <Override PartName="/ppt/notesSlides/notesSlide2.xml" ContentType="application/vnd.openxmlformats-officedocument.presentationml.notesSlide+xml"/>
  <Override PartName="/ppt/tags/tag112.xml" ContentType="application/vnd.openxmlformats-officedocument.presentationml.tags+xml"/>
  <Override PartName="/ppt/notesSlides/notesSlide3.xml" ContentType="application/vnd.openxmlformats-officedocument.presentationml.notesSlide+xml"/>
  <Override PartName="/ppt/tags/tag113.xml" ContentType="application/vnd.openxmlformats-officedocument.presentationml.tags+xml"/>
  <Override PartName="/ppt/notesSlides/notesSlide4.xml" ContentType="application/vnd.openxmlformats-officedocument.presentationml.notesSlide+xml"/>
  <Override PartName="/ppt/tags/tag114.xml" ContentType="application/vnd.openxmlformats-officedocument.presentationml.tags+xml"/>
  <Override PartName="/ppt/notesSlides/notesSlide5.xml" ContentType="application/vnd.openxmlformats-officedocument.presentationml.notesSlide+xml"/>
  <Override PartName="/ppt/tags/tag115.xml" ContentType="application/vnd.openxmlformats-officedocument.presentationml.tags+xml"/>
  <Override PartName="/ppt/notesSlides/notesSlide6.xml" ContentType="application/vnd.openxmlformats-officedocument.presentationml.notesSlide+xml"/>
  <Override PartName="/ppt/tags/tag116.xml" ContentType="application/vnd.openxmlformats-officedocument.presentationml.tags+xml"/>
  <Override PartName="/ppt/notesSlides/notesSlide7.xml" ContentType="application/vnd.openxmlformats-officedocument.presentationml.notesSlide+xml"/>
  <Override PartName="/ppt/tags/tag117.xml" ContentType="application/vnd.openxmlformats-officedocument.presentationml.tags+xml"/>
  <Override PartName="/ppt/notesSlides/notesSlide8.xml" ContentType="application/vnd.openxmlformats-officedocument.presentationml.notesSlide+xml"/>
  <Override PartName="/ppt/tags/tag118.xml" ContentType="application/vnd.openxmlformats-officedocument.presentationml.tags+xml"/>
  <Override PartName="/ppt/notesSlides/notesSlide9.xml" ContentType="application/vnd.openxmlformats-officedocument.presentationml.notesSlide+xml"/>
  <Override PartName="/ppt/tags/tag119.xml" ContentType="application/vnd.openxmlformats-officedocument.presentationml.tags+xml"/>
  <Override PartName="/ppt/notesSlides/notesSlide10.xml" ContentType="application/vnd.openxmlformats-officedocument.presentationml.notesSlide+xml"/>
  <Override PartName="/ppt/tags/tag120.xml" ContentType="application/vnd.openxmlformats-officedocument.presentationml.tags+xml"/>
  <Override PartName="/ppt/notesSlides/notesSlide11.xml" ContentType="application/vnd.openxmlformats-officedocument.presentationml.notesSlide+xml"/>
  <Override PartName="/ppt/tags/tag121.xml" ContentType="application/vnd.openxmlformats-officedocument.presentationml.tags+xml"/>
  <Override PartName="/ppt/notesSlides/notesSlide12.xml" ContentType="application/vnd.openxmlformats-officedocument.presentationml.notesSlide+xml"/>
  <Override PartName="/ppt/tags/tag122.xml" ContentType="application/vnd.openxmlformats-officedocument.presentationml.tags+xml"/>
  <Override PartName="/ppt/notesSlides/notesSlide13.xml" ContentType="application/vnd.openxmlformats-officedocument.presentationml.notesSlide+xml"/>
  <Override PartName="/ppt/tags/tag123.xml" ContentType="application/vnd.openxmlformats-officedocument.presentationml.tags+xml"/>
  <Override PartName="/ppt/notesSlides/notesSlide14.xml" ContentType="application/vnd.openxmlformats-officedocument.presentationml.notesSlide+xml"/>
  <Override PartName="/ppt/tags/tag124.xml" ContentType="application/vnd.openxmlformats-officedocument.presentationml.tags+xml"/>
  <Override PartName="/ppt/notesSlides/notesSlide15.xml" ContentType="application/vnd.openxmlformats-officedocument.presentationml.notesSlide+xml"/>
  <Override PartName="/ppt/tags/tag125.xml" ContentType="application/vnd.openxmlformats-officedocument.presentationml.tags+xml"/>
  <Override PartName="/ppt/notesSlides/notesSlide16.xml" ContentType="application/vnd.openxmlformats-officedocument.presentationml.notesSlide+xml"/>
  <Override PartName="/ppt/tags/tag126.xml" ContentType="application/vnd.openxmlformats-officedocument.presentationml.tags+xml"/>
  <Override PartName="/ppt/notesSlides/notesSlide17.xml" ContentType="application/vnd.openxmlformats-officedocument.presentationml.notesSlide+xml"/>
  <Override PartName="/ppt/tags/tag127.xml" ContentType="application/vnd.openxmlformats-officedocument.presentationml.tags+xml"/>
  <Override PartName="/ppt/notesSlides/notesSlide18.xml" ContentType="application/vnd.openxmlformats-officedocument.presentationml.notesSlide+xml"/>
  <Override PartName="/ppt/tags/tag128.xml" ContentType="application/vnd.openxmlformats-officedocument.presentationml.tags+xml"/>
  <Override PartName="/ppt/notesSlides/notesSlide19.xml" ContentType="application/vnd.openxmlformats-officedocument.presentationml.notesSlide+xml"/>
  <Override PartName="/ppt/tags/tag129.xml" ContentType="application/vnd.openxmlformats-officedocument.presentationml.tags+xml"/>
  <Override PartName="/ppt/notesSlides/notesSlide20.xml" ContentType="application/vnd.openxmlformats-officedocument.presentationml.notesSlide+xml"/>
  <Override PartName="/ppt/tags/tag130.xml" ContentType="application/vnd.openxmlformats-officedocument.presentationml.tags+xml"/>
  <Override PartName="/ppt/notesSlides/notesSlide21.xml" ContentType="application/vnd.openxmlformats-officedocument.presentationml.notesSlide+xml"/>
  <Override PartName="/ppt/tags/tag131.xml" ContentType="application/vnd.openxmlformats-officedocument.presentationml.tags+xml"/>
  <Override PartName="/ppt/notesSlides/notesSlide22.xml" ContentType="application/vnd.openxmlformats-officedocument.presentationml.notesSlide+xml"/>
  <Override PartName="/ppt/tags/tag132.xml" ContentType="application/vnd.openxmlformats-officedocument.presentationml.tags+xml"/>
  <Override PartName="/ppt/notesSlides/notesSlide23.xml" ContentType="application/vnd.openxmlformats-officedocument.presentationml.notesSlide+xml"/>
  <Override PartName="/ppt/tags/tag133.xml" ContentType="application/vnd.openxmlformats-officedocument.presentationml.tags+xml"/>
  <Override PartName="/ppt/notesSlides/notesSlide24.xml" ContentType="application/vnd.openxmlformats-officedocument.presentationml.notesSlide+xml"/>
  <Override PartName="/ppt/tags/tag134.xml" ContentType="application/vnd.openxmlformats-officedocument.presentationml.tags+xml"/>
  <Override PartName="/ppt/notesSlides/notesSlide25.xml" ContentType="application/vnd.openxmlformats-officedocument.presentationml.notesSlide+xml"/>
  <Override PartName="/ppt/tags/tag135.xml" ContentType="application/vnd.openxmlformats-officedocument.presentationml.tags+xml"/>
  <Override PartName="/ppt/notesSlides/notesSlide26.xml" ContentType="application/vnd.openxmlformats-officedocument.presentationml.notesSlide+xml"/>
  <Override PartName="/ppt/tags/tag136.xml" ContentType="application/vnd.openxmlformats-officedocument.presentationml.tags+xml"/>
  <Override PartName="/ppt/notesSlides/notesSlide27.xml" ContentType="application/vnd.openxmlformats-officedocument.presentationml.notesSlide+xml"/>
  <Override PartName="/ppt/tags/tag137.xml" ContentType="application/vnd.openxmlformats-officedocument.presentationml.tags+xml"/>
  <Override PartName="/ppt/notesSlides/notesSlide28.xml" ContentType="application/vnd.openxmlformats-officedocument.presentationml.notesSlide+xml"/>
  <Override PartName="/ppt/tags/tag138.xml" ContentType="application/vnd.openxmlformats-officedocument.presentationml.tags+xml"/>
  <Override PartName="/ppt/notesSlides/notesSlide29.xml" ContentType="application/vnd.openxmlformats-officedocument.presentationml.notesSlide+xml"/>
  <Override PartName="/ppt/tags/tag139.xml" ContentType="application/vnd.openxmlformats-officedocument.presentationml.tags+xml"/>
  <Override PartName="/ppt/notesSlides/notesSlide30.xml" ContentType="application/vnd.openxmlformats-officedocument.presentationml.notesSlide+xml"/>
  <Override PartName="/ppt/tags/tag140.xml" ContentType="application/vnd.openxmlformats-officedocument.presentationml.tags+xml"/>
  <Override PartName="/ppt/notesSlides/notesSlide31.xml" ContentType="application/vnd.openxmlformats-officedocument.presentationml.notesSlide+xml"/>
  <Override PartName="/ppt/tags/tag141.xml" ContentType="application/vnd.openxmlformats-officedocument.presentationml.tags+xml"/>
  <Override PartName="/ppt/notesSlides/notesSlide32.xml" ContentType="application/vnd.openxmlformats-officedocument.presentationml.notesSlide+xml"/>
  <Override PartName="/ppt/tags/tag142.xml" ContentType="application/vnd.openxmlformats-officedocument.presentationml.tags+xml"/>
  <Override PartName="/ppt/notesSlides/notesSlide33.xml" ContentType="application/vnd.openxmlformats-officedocument.presentationml.notesSlide+xml"/>
  <Override PartName="/ppt/tags/tag143.xml" ContentType="application/vnd.openxmlformats-officedocument.presentationml.tags+xml"/>
  <Override PartName="/ppt/notesSlides/notesSlide34.xml" ContentType="application/vnd.openxmlformats-officedocument.presentationml.notesSlide+xml"/>
  <Override PartName="/ppt/tags/tag144.xml" ContentType="application/vnd.openxmlformats-officedocument.presentationml.tags+xml"/>
  <Override PartName="/ppt/notesSlides/notesSlide35.xml" ContentType="application/vnd.openxmlformats-officedocument.presentationml.notesSlide+xml"/>
  <Override PartName="/ppt/tags/tag145.xml" ContentType="application/vnd.openxmlformats-officedocument.presentationml.tags+xml"/>
  <Override PartName="/ppt/notesSlides/notesSlide36.xml" ContentType="application/vnd.openxmlformats-officedocument.presentationml.notesSlide+xml"/>
  <Override PartName="/ppt/tags/tag146.xml" ContentType="application/vnd.openxmlformats-officedocument.presentationml.tags+xml"/>
  <Override PartName="/ppt/notesSlides/notesSlide37.xml" ContentType="application/vnd.openxmlformats-officedocument.presentationml.notesSlide+xml"/>
  <Override PartName="/ppt/tags/tag147.xml" ContentType="application/vnd.openxmlformats-officedocument.presentationml.tags+xml"/>
  <Override PartName="/ppt/notesSlides/notesSlide38.xml" ContentType="application/vnd.openxmlformats-officedocument.presentationml.notesSlide+xml"/>
  <Override PartName="/ppt/tags/tag148.xml" ContentType="application/vnd.openxmlformats-officedocument.presentationml.tags+xml"/>
  <Override PartName="/ppt/notesSlides/notesSlide39.xml" ContentType="application/vnd.openxmlformats-officedocument.presentationml.notesSlide+xml"/>
  <Override PartName="/ppt/tags/tag149.xml" ContentType="application/vnd.openxmlformats-officedocument.presentationml.tags+xml"/>
  <Override PartName="/ppt/notesSlides/notesSlide40.xml" ContentType="application/vnd.openxmlformats-officedocument.presentationml.notesSlide+xml"/>
  <Override PartName="/ppt/tags/tag150.xml" ContentType="application/vnd.openxmlformats-officedocument.presentationml.tags+xml"/>
  <Override PartName="/ppt/notesSlides/notesSlide41.xml" ContentType="application/vnd.openxmlformats-officedocument.presentationml.notesSlide+xml"/>
  <Override PartName="/ppt/tags/tag151.xml" ContentType="application/vnd.openxmlformats-officedocument.presentationml.tags+xml"/>
  <Override PartName="/ppt/notesSlides/notesSlide42.xml" ContentType="application/vnd.openxmlformats-officedocument.presentationml.notesSlide+xml"/>
  <Override PartName="/ppt/tags/tag152.xml" ContentType="application/vnd.openxmlformats-officedocument.presentationml.tags+xml"/>
  <Override PartName="/ppt/notesSlides/notesSlide43.xml" ContentType="application/vnd.openxmlformats-officedocument.presentationml.notesSlide+xml"/>
  <Override PartName="/ppt/tags/tag153.xml" ContentType="application/vnd.openxmlformats-officedocument.presentationml.tags+xml"/>
  <Override PartName="/ppt/notesSlides/notesSlide44.xml" ContentType="application/vnd.openxmlformats-officedocument.presentationml.notesSlide+xml"/>
  <Override PartName="/ppt/tags/tag154.xml" ContentType="application/vnd.openxmlformats-officedocument.presentationml.tags+xml"/>
  <Override PartName="/ppt/notesSlides/notesSlide45.xml" ContentType="application/vnd.openxmlformats-officedocument.presentationml.notesSlide+xml"/>
  <Override PartName="/ppt/tags/tag155.xml" ContentType="application/vnd.openxmlformats-officedocument.presentationml.tags+xml"/>
  <Override PartName="/ppt/notesSlides/notesSlide46.xml" ContentType="application/vnd.openxmlformats-officedocument.presentationml.notesSlide+xml"/>
  <Override PartName="/ppt/tags/tag156.xml" ContentType="application/vnd.openxmlformats-officedocument.presentationml.tags+xml"/>
  <Override PartName="/ppt/notesSlides/notesSlide47.xml" ContentType="application/vnd.openxmlformats-officedocument.presentationml.notesSlide+xml"/>
  <Override PartName="/ppt/tags/tag157.xml" ContentType="application/vnd.openxmlformats-officedocument.presentationml.tags+xml"/>
  <Override PartName="/ppt/notesSlides/notesSlide48.xml" ContentType="application/vnd.openxmlformats-officedocument.presentationml.notesSlide+xml"/>
  <Override PartName="/ppt/tags/tag158.xml" ContentType="application/vnd.openxmlformats-officedocument.presentationml.tags+xml"/>
  <Override PartName="/ppt/notesSlides/notesSlide49.xml" ContentType="application/vnd.openxmlformats-officedocument.presentationml.notesSlide+xml"/>
  <Override PartName="/ppt/tags/tag159.xml" ContentType="application/vnd.openxmlformats-officedocument.presentationml.tags+xml"/>
  <Override PartName="/ppt/notesSlides/notesSlide50.xml" ContentType="application/vnd.openxmlformats-officedocument.presentationml.notesSlide+xml"/>
  <Override PartName="/ppt/tags/tag160.xml" ContentType="application/vnd.openxmlformats-officedocument.presentationml.tags+xml"/>
  <Override PartName="/ppt/notesSlides/notesSlide51.xml" ContentType="application/vnd.openxmlformats-officedocument.presentationml.notesSlide+xml"/>
  <Override PartName="/ppt/tags/tag161.xml" ContentType="application/vnd.openxmlformats-officedocument.presentationml.tags+xml"/>
  <Override PartName="/ppt/notesSlides/notesSlide52.xml" ContentType="application/vnd.openxmlformats-officedocument.presentationml.notesSlide+xml"/>
  <Override PartName="/ppt/tags/tag162.xml" ContentType="application/vnd.openxmlformats-officedocument.presentationml.tags+xml"/>
  <Override PartName="/ppt/notesSlides/notesSlide53.xml" ContentType="application/vnd.openxmlformats-officedocument.presentationml.notesSlide+xml"/>
  <Override PartName="/ppt/tags/tag163.xml" ContentType="application/vnd.openxmlformats-officedocument.presentationml.tags+xml"/>
  <Override PartName="/ppt/notesSlides/notesSlide54.xml" ContentType="application/vnd.openxmlformats-officedocument.presentationml.notesSlide+xml"/>
  <Override PartName="/ppt/tags/tag164.xml" ContentType="application/vnd.openxmlformats-officedocument.presentationml.tags+xml"/>
  <Override PartName="/ppt/notesSlides/notesSlide55.xml" ContentType="application/vnd.openxmlformats-officedocument.presentationml.notesSlide+xml"/>
  <Override PartName="/ppt/tags/tag165.xml" ContentType="application/vnd.openxmlformats-officedocument.presentationml.tags+xml"/>
  <Override PartName="/ppt/notesSlides/notesSlide56.xml" ContentType="application/vnd.openxmlformats-officedocument.presentationml.notesSlide+xml"/>
  <Override PartName="/ppt/tags/tag166.xml" ContentType="application/vnd.openxmlformats-officedocument.presentationml.tags+xml"/>
  <Override PartName="/ppt/notesSlides/notesSlide57.xml" ContentType="application/vnd.openxmlformats-officedocument.presentationml.notesSlide+xml"/>
  <Override PartName="/ppt/tags/tag167.xml" ContentType="application/vnd.openxmlformats-officedocument.presentationml.tags+xml"/>
  <Override PartName="/ppt/notesSlides/notesSlide58.xml" ContentType="application/vnd.openxmlformats-officedocument.presentationml.notesSlide+xml"/>
  <Override PartName="/ppt/tags/tag168.xml" ContentType="application/vnd.openxmlformats-officedocument.presentationml.tags+xml"/>
  <Override PartName="/ppt/notesSlides/notesSlide59.xml" ContentType="application/vnd.openxmlformats-officedocument.presentationml.notesSlide+xml"/>
  <Override PartName="/ppt/tags/tag169.xml" ContentType="application/vnd.openxmlformats-officedocument.presentationml.tags+xml"/>
  <Override PartName="/ppt/notesSlides/notesSlide60.xml" ContentType="application/vnd.openxmlformats-officedocument.presentationml.notesSlide+xml"/>
  <Override PartName="/ppt/tags/tag170.xml" ContentType="application/vnd.openxmlformats-officedocument.presentationml.tags+xml"/>
  <Override PartName="/ppt/notesSlides/notesSlide61.xml" ContentType="application/vnd.openxmlformats-officedocument.presentationml.notesSlide+xml"/>
  <Override PartName="/ppt/tags/tag171.xml" ContentType="application/vnd.openxmlformats-officedocument.presentationml.tags+xml"/>
  <Override PartName="/ppt/notesSlides/notesSlide62.xml" ContentType="application/vnd.openxmlformats-officedocument.presentationml.notesSlide+xml"/>
  <Override PartName="/ppt/tags/tag172.xml" ContentType="application/vnd.openxmlformats-officedocument.presentationml.tags+xml"/>
  <Override PartName="/ppt/notesSlides/notesSlide63.xml" ContentType="application/vnd.openxmlformats-officedocument.presentationml.notesSlide+xml"/>
  <Override PartName="/ppt/tags/tag173.xml" ContentType="application/vnd.openxmlformats-officedocument.presentationml.tags+xml"/>
  <Override PartName="/ppt/notesSlides/notesSlide64.xml" ContentType="application/vnd.openxmlformats-officedocument.presentationml.notesSlide+xml"/>
  <Override PartName="/ppt/tags/tag174.xml" ContentType="application/vnd.openxmlformats-officedocument.presentationml.tags+xml"/>
  <Override PartName="/ppt/notesSlides/notesSlide65.xml" ContentType="application/vnd.openxmlformats-officedocument.presentationml.notesSlide+xml"/>
  <Override PartName="/ppt/tags/tag175.xml" ContentType="application/vnd.openxmlformats-officedocument.presentationml.tags+xml"/>
  <Override PartName="/ppt/notesSlides/notesSlide66.xml" ContentType="application/vnd.openxmlformats-officedocument.presentationml.notesSlide+xml"/>
  <Override PartName="/ppt/tags/tag176.xml" ContentType="application/vnd.openxmlformats-officedocument.presentationml.tags+xml"/>
  <Override PartName="/ppt/notesSlides/notesSlide67.xml" ContentType="application/vnd.openxmlformats-officedocument.presentationml.notesSlide+xml"/>
  <Override PartName="/ppt/tags/tag177.xml" ContentType="application/vnd.openxmlformats-officedocument.presentationml.tags+xml"/>
  <Override PartName="/ppt/notesSlides/notesSlide68.xml" ContentType="application/vnd.openxmlformats-officedocument.presentationml.notesSlide+xml"/>
  <Override PartName="/ppt/tags/tag178.xml" ContentType="application/vnd.openxmlformats-officedocument.presentationml.tags+xml"/>
  <Override PartName="/ppt/notesSlides/notesSlide69.xml" ContentType="application/vnd.openxmlformats-officedocument.presentationml.notesSlide+xml"/>
  <Override PartName="/ppt/tags/tag179.xml" ContentType="application/vnd.openxmlformats-officedocument.presentationml.tags+xml"/>
  <Override PartName="/ppt/notesSlides/notesSlide70.xml" ContentType="application/vnd.openxmlformats-officedocument.presentationml.notesSlide+xml"/>
  <Override PartName="/ppt/tags/tag180.xml" ContentType="application/vnd.openxmlformats-officedocument.presentationml.tags+xml"/>
  <Override PartName="/ppt/notesSlides/notesSlide71.xml" ContentType="application/vnd.openxmlformats-officedocument.presentationml.notesSlide+xml"/>
  <Override PartName="/ppt/tags/tag181.xml" ContentType="application/vnd.openxmlformats-officedocument.presentationml.tags+xml"/>
  <Override PartName="/ppt/notesSlides/notesSlide72.xml" ContentType="application/vnd.openxmlformats-officedocument.presentationml.notesSlide+xml"/>
  <Override PartName="/ppt/tags/tag182.xml" ContentType="application/vnd.openxmlformats-officedocument.presentationml.tags+xml"/>
  <Override PartName="/ppt/notesSlides/notesSlide73.xml" ContentType="application/vnd.openxmlformats-officedocument.presentationml.notesSlide+xml"/>
  <Override PartName="/ppt/tags/tag183.xml" ContentType="application/vnd.openxmlformats-officedocument.presentationml.tags+xml"/>
  <Override PartName="/ppt/notesSlides/notesSlide74.xml" ContentType="application/vnd.openxmlformats-officedocument.presentationml.notesSlide+xml"/>
  <Override PartName="/ppt/tags/tag184.xml" ContentType="application/vnd.openxmlformats-officedocument.presentationml.tags+xml"/>
  <Override PartName="/ppt/notesSlides/notesSlide75.xml" ContentType="application/vnd.openxmlformats-officedocument.presentationml.notesSlide+xml"/>
  <Override PartName="/ppt/tags/tag185.xml" ContentType="application/vnd.openxmlformats-officedocument.presentationml.tags+xml"/>
  <Override PartName="/ppt/notesSlides/notesSlide76.xml" ContentType="application/vnd.openxmlformats-officedocument.presentationml.notesSlide+xml"/>
  <Override PartName="/ppt/tags/tag186.xml" ContentType="application/vnd.openxmlformats-officedocument.presentationml.tags+xml"/>
  <Override PartName="/ppt/notesSlides/notesSlide77.xml" ContentType="application/vnd.openxmlformats-officedocument.presentationml.notesSlide+xml"/>
  <Override PartName="/ppt/tags/tag187.xml" ContentType="application/vnd.openxmlformats-officedocument.presentationml.tags+xml"/>
  <Override PartName="/ppt/notesSlides/notesSlide78.xml" ContentType="application/vnd.openxmlformats-officedocument.presentationml.notesSlide+xml"/>
  <Override PartName="/ppt/tags/tag188.xml" ContentType="application/vnd.openxmlformats-officedocument.presentationml.tags+xml"/>
  <Override PartName="/ppt/notesSlides/notesSlide79.xml" ContentType="application/vnd.openxmlformats-officedocument.presentationml.notesSlide+xml"/>
  <Override PartName="/ppt/tags/tag189.xml" ContentType="application/vnd.openxmlformats-officedocument.presentationml.tags+xml"/>
  <Override PartName="/ppt/notesSlides/notesSlide80.xml" ContentType="application/vnd.openxmlformats-officedocument.presentationml.notesSlide+xml"/>
  <Override PartName="/ppt/tags/tag190.xml" ContentType="application/vnd.openxmlformats-officedocument.presentationml.tags+xml"/>
  <Override PartName="/ppt/notesSlides/notesSlide81.xml" ContentType="application/vnd.openxmlformats-officedocument.presentationml.notesSlide+xml"/>
  <Override PartName="/ppt/tags/tag191.xml" ContentType="application/vnd.openxmlformats-officedocument.presentationml.tags+xml"/>
  <Override PartName="/ppt/notesSlides/notesSlide82.xml" ContentType="application/vnd.openxmlformats-officedocument.presentationml.notesSlide+xml"/>
  <Override PartName="/ppt/tags/tag192.xml" ContentType="application/vnd.openxmlformats-officedocument.presentationml.tags+xml"/>
  <Override PartName="/ppt/notesSlides/notesSlide83.xml" ContentType="application/vnd.openxmlformats-officedocument.presentationml.notesSlide+xml"/>
  <Override PartName="/ppt/tags/tag193.xml" ContentType="application/vnd.openxmlformats-officedocument.presentationml.tags+xml"/>
  <Override PartName="/ppt/notesSlides/notesSlide84.xml" ContentType="application/vnd.openxmlformats-officedocument.presentationml.notesSlide+xml"/>
  <Override PartName="/ppt/tags/tag194.xml" ContentType="application/vnd.openxmlformats-officedocument.presentationml.tags+xml"/>
  <Override PartName="/ppt/notesSlides/notesSlide85.xml" ContentType="application/vnd.openxmlformats-officedocument.presentationml.notesSlide+xml"/>
  <Override PartName="/ppt/tags/tag195.xml" ContentType="application/vnd.openxmlformats-officedocument.presentationml.tags+xml"/>
  <Override PartName="/ppt/notesSlides/notesSlide86.xml" ContentType="application/vnd.openxmlformats-officedocument.presentationml.notesSlide+xml"/>
  <Override PartName="/ppt/tags/tag196.xml" ContentType="application/vnd.openxmlformats-officedocument.presentationml.tags+xml"/>
  <Override PartName="/ppt/notesSlides/notesSlide87.xml" ContentType="application/vnd.openxmlformats-officedocument.presentationml.notesSlide+xml"/>
  <Override PartName="/ppt/tags/tag197.xml" ContentType="application/vnd.openxmlformats-officedocument.presentationml.tags+xml"/>
  <Override PartName="/ppt/notesSlides/notesSlide88.xml" ContentType="application/vnd.openxmlformats-officedocument.presentationml.notesSlide+xml"/>
  <Override PartName="/ppt/tags/tag198.xml" ContentType="application/vnd.openxmlformats-officedocument.presentationml.tags+xml"/>
  <Override PartName="/ppt/notesSlides/notesSlide89.xml" ContentType="application/vnd.openxmlformats-officedocument.presentationml.notesSlide+xml"/>
  <Override PartName="/ppt/tags/tag199.xml" ContentType="application/vnd.openxmlformats-officedocument.presentationml.tags+xml"/>
  <Override PartName="/ppt/notesSlides/notesSlide90.xml" ContentType="application/vnd.openxmlformats-officedocument.presentationml.notesSlide+xml"/>
  <Override PartName="/ppt/tags/tag200.xml" ContentType="application/vnd.openxmlformats-officedocument.presentationml.tags+xml"/>
  <Override PartName="/ppt/notesSlides/notesSlide9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embedTrueTypeFonts="1">
  <p:sldMasterIdLst>
    <p:sldMasterId id="2147484258" r:id="rId1"/>
    <p:sldMasterId id="2147484324" r:id="rId2"/>
  </p:sldMasterIdLst>
  <p:notesMasterIdLst>
    <p:notesMasterId r:id="rId94"/>
  </p:notesMasterIdLst>
  <p:sldIdLst>
    <p:sldId id="258" r:id="rId3"/>
    <p:sldId id="1869" r:id="rId4"/>
    <p:sldId id="325" r:id="rId5"/>
    <p:sldId id="1749" r:id="rId6"/>
    <p:sldId id="1871" r:id="rId7"/>
    <p:sldId id="1879" r:id="rId8"/>
    <p:sldId id="1748" r:id="rId9"/>
    <p:sldId id="1832" r:id="rId10"/>
    <p:sldId id="1830" r:id="rId11"/>
    <p:sldId id="1897" r:id="rId12"/>
    <p:sldId id="1822" r:id="rId13"/>
    <p:sldId id="1844" r:id="rId14"/>
    <p:sldId id="1845" r:id="rId15"/>
    <p:sldId id="1894" r:id="rId16"/>
    <p:sldId id="1632" r:id="rId17"/>
    <p:sldId id="1899" r:id="rId18"/>
    <p:sldId id="1811" r:id="rId19"/>
    <p:sldId id="338" r:id="rId20"/>
    <p:sldId id="1900" r:id="rId21"/>
    <p:sldId id="1901" r:id="rId22"/>
    <p:sldId id="1834" r:id="rId23"/>
    <p:sldId id="467" r:id="rId24"/>
    <p:sldId id="1812" r:id="rId25"/>
    <p:sldId id="1903" r:id="rId26"/>
    <p:sldId id="1613" r:id="rId27"/>
    <p:sldId id="1614" r:id="rId28"/>
    <p:sldId id="1598" r:id="rId29"/>
    <p:sldId id="1825" r:id="rId30"/>
    <p:sldId id="1615" r:id="rId31"/>
    <p:sldId id="1827" r:id="rId32"/>
    <p:sldId id="1904" r:id="rId33"/>
    <p:sldId id="1852" r:id="rId34"/>
    <p:sldId id="1862" r:id="rId35"/>
    <p:sldId id="1863" r:id="rId36"/>
    <p:sldId id="1864" r:id="rId37"/>
    <p:sldId id="340" r:id="rId38"/>
    <p:sldId id="1824" r:id="rId39"/>
    <p:sldId id="1853" r:id="rId40"/>
    <p:sldId id="454" r:id="rId41"/>
    <p:sldId id="1813" r:id="rId42"/>
    <p:sldId id="1815" r:id="rId43"/>
    <p:sldId id="1816" r:id="rId44"/>
    <p:sldId id="1819" r:id="rId45"/>
    <p:sldId id="1828" r:id="rId46"/>
    <p:sldId id="455" r:id="rId47"/>
    <p:sldId id="1854" r:id="rId48"/>
    <p:sldId id="1829" r:id="rId49"/>
    <p:sldId id="1820" r:id="rId50"/>
    <p:sldId id="1821" r:id="rId51"/>
    <p:sldId id="1906" r:id="rId52"/>
    <p:sldId id="1905" r:id="rId53"/>
    <p:sldId id="1856" r:id="rId54"/>
    <p:sldId id="1857" r:id="rId55"/>
    <p:sldId id="342" r:id="rId56"/>
    <p:sldId id="1794" r:id="rId57"/>
    <p:sldId id="1910" r:id="rId58"/>
    <p:sldId id="1795" r:id="rId59"/>
    <p:sldId id="1640" r:id="rId60"/>
    <p:sldId id="1907" r:id="rId61"/>
    <p:sldId id="1908" r:id="rId62"/>
    <p:sldId id="1921" r:id="rId63"/>
    <p:sldId id="728" r:id="rId64"/>
    <p:sldId id="1791" r:id="rId65"/>
    <p:sldId id="1792" r:id="rId66"/>
    <p:sldId id="1778" r:id="rId67"/>
    <p:sldId id="1818" r:id="rId68"/>
    <p:sldId id="1800" r:id="rId69"/>
    <p:sldId id="739" r:id="rId70"/>
    <p:sldId id="738" r:id="rId71"/>
    <p:sldId id="704" r:id="rId72"/>
    <p:sldId id="1859" r:id="rId73"/>
    <p:sldId id="1755" r:id="rId74"/>
    <p:sldId id="1756" r:id="rId75"/>
    <p:sldId id="1757" r:id="rId76"/>
    <p:sldId id="344" r:id="rId77"/>
    <p:sldId id="1913" r:id="rId78"/>
    <p:sldId id="1915" r:id="rId79"/>
    <p:sldId id="1916" r:id="rId80"/>
    <p:sldId id="1917" r:id="rId81"/>
    <p:sldId id="1918" r:id="rId82"/>
    <p:sldId id="1919" r:id="rId83"/>
    <p:sldId id="1920" r:id="rId84"/>
    <p:sldId id="575" r:id="rId85"/>
    <p:sldId id="1876" r:id="rId86"/>
    <p:sldId id="1758" r:id="rId87"/>
    <p:sldId id="1759" r:id="rId88"/>
    <p:sldId id="1760" r:id="rId89"/>
    <p:sldId id="1761" r:id="rId90"/>
    <p:sldId id="1762" r:id="rId91"/>
    <p:sldId id="1763" r:id="rId92"/>
    <p:sldId id="1678" r:id="rId93"/>
  </p:sldIdLst>
  <p:sldSz cx="12192000" cy="6858000"/>
  <p:notesSz cx="7772400" cy="10058400"/>
  <p:embeddedFontLst>
    <p:embeddedFont>
      <p:font typeface="Amazon Ember" panose="020B0603020204020204" pitchFamily="34" charset="0"/>
      <p:regular r:id="rId95"/>
      <p:bold r:id="rId96"/>
      <p:italic r:id="rId97"/>
      <p:boldItalic r:id="rId98"/>
    </p:embeddedFont>
    <p:embeddedFont>
      <p:font typeface="Amazon Ember Display" panose="020F0603020204020204" pitchFamily="34" charset="0"/>
      <p:regular r:id="rId99"/>
      <p:bold r:id="rId100"/>
      <p:italic r:id="rId101"/>
      <p:boldItalic r:id="rId102"/>
    </p:embeddedFont>
    <p:embeddedFont>
      <p:font typeface="Amazon Ember Display" panose="020F0603020204020204" pitchFamily="34" charset="0"/>
      <p:regular r:id="rId99"/>
      <p:bold r:id="rId100"/>
      <p:italic r:id="rId101"/>
      <p:boldItalic r:id="rId102"/>
    </p:embeddedFont>
    <p:embeddedFont>
      <p:font typeface="Amazon Ember Display Heavy" panose="020F0803020204020204" pitchFamily="34" charset="0"/>
      <p:bold r:id="rId103"/>
    </p:embeddedFont>
    <p:embeddedFont>
      <p:font typeface="Amazon Ember Heavy" panose="020B0803020204020204" pitchFamily="34" charset="0"/>
      <p:bold r:id="rId104"/>
      <p:boldItalic r:id="rId105"/>
    </p:embeddedFont>
    <p:embeddedFont>
      <p:font typeface="Amazon Ember Light" panose="020B0403020204020204" pitchFamily="34" charset="0"/>
      <p:regular r:id="rId106"/>
      <p:italic r:id="rId107"/>
    </p:embeddedFont>
    <p:embeddedFont>
      <p:font typeface="Calibri" panose="020F0502020204030204" pitchFamily="34" charset="0"/>
      <p:regular r:id="rId108"/>
      <p:bold r:id="rId109"/>
      <p:italic r:id="rId110"/>
      <p:boldItalic r:id="rId111"/>
    </p:embeddedFont>
    <p:embeddedFont>
      <p:font typeface="Lucida Console" panose="020B0609040504020204" pitchFamily="49" charset="0"/>
      <p:regular r:id="rId112"/>
    </p:embeddedFont>
  </p:embeddedFontLst>
  <p:custDataLst>
    <p:tags r:id="rId11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odule 9: Securing User, Application, and Data Access" id="{4435AA00-829A-40C3-8DCB-FB9ACA7400F3}">
          <p14:sldIdLst>
            <p14:sldId id="258"/>
          </p14:sldIdLst>
        </p14:section>
        <p14:section name="Introduction" id="{A7F9A24F-DD96-4609-86D3-2EF343F9FDC4}">
          <p14:sldIdLst>
            <p14:sldId id="1869"/>
            <p14:sldId id="325"/>
            <p14:sldId id="1749"/>
            <p14:sldId id="1871"/>
            <p14:sldId id="1879"/>
          </p14:sldIdLst>
        </p14:section>
        <p14:section name="Managing permissions" id="{76B5C9E1-C14E-4F0D-9DDE-62043A2E240B}">
          <p14:sldIdLst>
            <p14:sldId id="1748"/>
            <p14:sldId id="1832"/>
            <p14:sldId id="1830"/>
            <p14:sldId id="1897"/>
            <p14:sldId id="1822"/>
            <p14:sldId id="1844"/>
            <p14:sldId id="1845"/>
            <p14:sldId id="1894"/>
            <p14:sldId id="1632"/>
            <p14:sldId id="1899"/>
            <p14:sldId id="1811"/>
          </p14:sldIdLst>
        </p14:section>
        <p14:section name="Federating users" id="{25376111-90E2-41FF-B9AA-442991D5BB01}">
          <p14:sldIdLst>
            <p14:sldId id="338"/>
            <p14:sldId id="1900"/>
            <p14:sldId id="1901"/>
            <p14:sldId id="1834"/>
            <p14:sldId id="467"/>
            <p14:sldId id="1812"/>
            <p14:sldId id="1903"/>
            <p14:sldId id="1613"/>
            <p14:sldId id="1614"/>
            <p14:sldId id="1598"/>
            <p14:sldId id="1825"/>
            <p14:sldId id="1615"/>
            <p14:sldId id="1827"/>
            <p14:sldId id="1904"/>
            <p14:sldId id="1852"/>
          </p14:sldIdLst>
        </p14:section>
        <p14:section name="Guided lab: Securing Applications by Using Amazon Cognito (Amazon Cognito lab)" id="{96345B4D-D329-446E-960B-D2C7EEE3DAC5}">
          <p14:sldIdLst>
            <p14:sldId id="1862"/>
            <p14:sldId id="1863"/>
            <p14:sldId id="1864"/>
          </p14:sldIdLst>
        </p14:section>
        <p14:section name="Managing access to multiple accounts" id="{55178EDF-B49D-40EE-B200-BB3B92AA27FE}">
          <p14:sldIdLst>
            <p14:sldId id="340"/>
            <p14:sldId id="1824"/>
            <p14:sldId id="1853"/>
            <p14:sldId id="454"/>
            <p14:sldId id="1813"/>
            <p14:sldId id="1815"/>
            <p14:sldId id="1816"/>
            <p14:sldId id="1819"/>
            <p14:sldId id="1828"/>
            <p14:sldId id="455"/>
            <p14:sldId id="1854"/>
            <p14:sldId id="1829"/>
            <p14:sldId id="1820"/>
            <p14:sldId id="1821"/>
            <p14:sldId id="1906"/>
            <p14:sldId id="1905"/>
            <p14:sldId id="1856"/>
            <p14:sldId id="1857"/>
          </p14:sldIdLst>
        </p14:section>
        <p14:section name="Encrypting data at rest" id="{C3F75BFE-8D78-4EFC-8FBF-4663F86E0DE5}">
          <p14:sldIdLst>
            <p14:sldId id="342"/>
            <p14:sldId id="1794"/>
            <p14:sldId id="1910"/>
            <p14:sldId id="1795"/>
            <p14:sldId id="1640"/>
            <p14:sldId id="1907"/>
            <p14:sldId id="1908"/>
            <p14:sldId id="1921"/>
            <p14:sldId id="728"/>
            <p14:sldId id="1791"/>
            <p14:sldId id="1792"/>
            <p14:sldId id="1778"/>
            <p14:sldId id="1818"/>
            <p14:sldId id="1800"/>
            <p14:sldId id="739"/>
            <p14:sldId id="738"/>
            <p14:sldId id="704"/>
            <p14:sldId id="1859"/>
          </p14:sldIdLst>
        </p14:section>
        <p14:section name="Guided lab: Encrypting Data at Rest by Using AWS Encryption Options" id="{7A4ACB2E-E2BC-43D8-882E-A787E792F692}">
          <p14:sldIdLst>
            <p14:sldId id="1755"/>
            <p14:sldId id="1756"/>
            <p14:sldId id="1757"/>
          </p14:sldIdLst>
        </p14:section>
        <p14:section name="AWS security services for securing user, application, and data access" id="{E31740BB-41C7-4888-9700-211DFA2C2B21}">
          <p14:sldIdLst>
            <p14:sldId id="344"/>
            <p14:sldId id="1913"/>
            <p14:sldId id="1915"/>
            <p14:sldId id="1916"/>
            <p14:sldId id="1917"/>
            <p14:sldId id="1918"/>
            <p14:sldId id="1919"/>
            <p14:sldId id="1920"/>
            <p14:sldId id="575"/>
            <p14:sldId id="1876"/>
          </p14:sldIdLst>
        </p14:section>
        <p14:section name="Module wrap-up" id="{FF92FF6D-5C4A-427B-8471-87D9F1C15538}">
          <p14:sldIdLst>
            <p14:sldId id="1758"/>
            <p14:sldId id="1759"/>
            <p14:sldId id="1760"/>
            <p14:sldId id="1761"/>
            <p14:sldId id="1762"/>
            <p14:sldId id="1763"/>
            <p14:sldId id="167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8" name="Author" initials="A" lastIdx="0" clrIdx="7"/>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C9208A"/>
    <a:srgbClr val="B0084D"/>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032" autoAdjust="0"/>
    <p:restoredTop sz="47648" autoAdjust="0"/>
  </p:normalViewPr>
  <p:slideViewPr>
    <p:cSldViewPr snapToGrid="0">
      <p:cViewPr varScale="1">
        <p:scale>
          <a:sx n="60" d="100"/>
          <a:sy n="60" d="100"/>
        </p:scale>
        <p:origin x="4229" y="43"/>
      </p:cViewPr>
      <p:guideLst/>
    </p:cSldViewPr>
  </p:slideViewPr>
  <p:notesTextViewPr>
    <p:cViewPr>
      <p:scale>
        <a:sx n="125" d="100"/>
        <a:sy n="125" d="100"/>
      </p:scale>
      <p:origin x="0" y="0"/>
    </p:cViewPr>
  </p:notesTextViewPr>
  <p:sorterViewPr>
    <p:cViewPr>
      <p:scale>
        <a:sx n="100" d="100"/>
        <a:sy n="100" d="100"/>
      </p:scale>
      <p:origin x="0" y="-11742"/>
    </p:cViewPr>
  </p:sorterViewPr>
  <p:notesViewPr>
    <p:cSldViewPr snapToGrid="0">
      <p:cViewPr varScale="1">
        <p:scale>
          <a:sx n="87" d="100"/>
          <a:sy n="87" d="100"/>
        </p:scale>
        <p:origin x="6086" y="4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theme" Target="theme/theme1.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font" Target="fonts/font18.fntdata"/><Relationship Id="rId16" Type="http://schemas.openxmlformats.org/officeDocument/2006/relationships/slide" Target="slides/slide14.xml"/><Relationship Id="rId107" Type="http://schemas.openxmlformats.org/officeDocument/2006/relationships/font" Target="fonts/font13.fntdata"/><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slide" Target="slides/slide77.xml"/><Relationship Id="rId87" Type="http://schemas.openxmlformats.org/officeDocument/2006/relationships/slide" Target="slides/slide85.xml"/><Relationship Id="rId102" Type="http://schemas.openxmlformats.org/officeDocument/2006/relationships/font" Target="fonts/font8.fntdata"/><Relationship Id="rId110" Type="http://schemas.openxmlformats.org/officeDocument/2006/relationships/font" Target="fonts/font16.fntdata"/><Relationship Id="rId115"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slide" Target="slides/slide80.xml"/><Relationship Id="rId90" Type="http://schemas.openxmlformats.org/officeDocument/2006/relationships/slide" Target="slides/slide88.xml"/><Relationship Id="rId95" Type="http://schemas.openxmlformats.org/officeDocument/2006/relationships/font" Target="fonts/font1.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100" Type="http://schemas.openxmlformats.org/officeDocument/2006/relationships/font" Target="fonts/font6.fntdata"/><Relationship Id="rId105" Type="http://schemas.openxmlformats.org/officeDocument/2006/relationships/font" Target="fonts/font11.fntdata"/><Relationship Id="rId113" Type="http://schemas.openxmlformats.org/officeDocument/2006/relationships/tags" Target="tags/tag1.xml"/><Relationship Id="rId118"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slide" Target="slides/slide91.xml"/><Relationship Id="rId98" Type="http://schemas.openxmlformats.org/officeDocument/2006/relationships/font" Target="fonts/font4.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font" Target="fonts/font9.fntdata"/><Relationship Id="rId108" Type="http://schemas.openxmlformats.org/officeDocument/2006/relationships/font" Target="fonts/font14.fntdata"/><Relationship Id="rId116"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font" Target="fonts/font2.fntdata"/><Relationship Id="rId111" Type="http://schemas.openxmlformats.org/officeDocument/2006/relationships/font" Target="fonts/font17.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font" Target="fonts/font12.fntdata"/><Relationship Id="rId114" Type="http://schemas.openxmlformats.org/officeDocument/2006/relationships/commentAuthors" Target="commentAuthor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notesMaster" Target="notesMasters/notesMaster1.xml"/><Relationship Id="rId99" Type="http://schemas.openxmlformats.org/officeDocument/2006/relationships/font" Target="fonts/font5.fntdata"/><Relationship Id="rId101" Type="http://schemas.openxmlformats.org/officeDocument/2006/relationships/font" Target="fonts/font7.fntdata"/><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font" Target="fonts/font15.fntdata"/><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font" Target="fonts/font3.fntdata"/><Relationship Id="rId104" Type="http://schemas.openxmlformats.org/officeDocument/2006/relationships/font" Target="fonts/font10.fntdata"/><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143000" y="635000"/>
            <a:ext cx="5486400" cy="3086822"/>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317500" y="3810000"/>
            <a:ext cx="7112000" cy="55880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15890323"/>
      </p:ext>
    </p:extLst>
  </p:cSld>
  <p:clrMap bg1="lt1" tx1="dk1" bg2="lt2" tx2="dk2" accent1="accent1" accent2="accent2" accent3="accent3" accent4="accent4" accent5="accent5" accent6="accent6" hlink="hlink" folHlink="folHlink"/>
  <p:notesStyle>
    <a:lvl1pPr marL="0" algn="l" defTabSz="914400" rtl="0" eaLnBrk="1" latinLnBrk="0" hangingPunct="1">
      <a:spcBef>
        <a:spcPts val="0"/>
      </a:spcBef>
      <a:spcAft>
        <a:spcPts val="0"/>
      </a:spcAft>
      <a:defRPr sz="1200" kern="1200">
        <a:solidFill>
          <a:schemeClr val="tx1"/>
        </a:solidFill>
        <a:latin typeface="+mn-lt"/>
        <a:ea typeface="+mn-ea"/>
        <a:cs typeface="+mn-cs"/>
      </a:defRPr>
    </a:lvl1pPr>
    <a:lvl2pPr marL="457200" algn="l" defTabSz="914400" rtl="0" eaLnBrk="1" latinLnBrk="0" hangingPunct="1">
      <a:spcBef>
        <a:spcPts val="0"/>
      </a:spcBef>
      <a:spcAft>
        <a:spcPts val="0"/>
      </a:spcAft>
      <a:defRPr sz="1200" kern="1200">
        <a:solidFill>
          <a:schemeClr val="tx1"/>
        </a:solidFill>
        <a:latin typeface="+mn-lt"/>
        <a:ea typeface="+mn-ea"/>
        <a:cs typeface="+mn-cs"/>
      </a:defRPr>
    </a:lvl2pPr>
    <a:lvl3pPr marL="914400" algn="l" defTabSz="914400" rtl="0" eaLnBrk="1" latinLnBrk="0" hangingPunct="1">
      <a:spcBef>
        <a:spcPts val="0"/>
      </a:spcBef>
      <a:spcAft>
        <a:spcPts val="0"/>
      </a:spcAft>
      <a:defRPr sz="1200" kern="1200">
        <a:solidFill>
          <a:schemeClr val="tx1"/>
        </a:solidFill>
        <a:latin typeface="+mn-lt"/>
        <a:ea typeface="+mn-ea"/>
        <a:cs typeface="+mn-cs"/>
      </a:defRPr>
    </a:lvl3pPr>
    <a:lvl4pPr marL="1371600" algn="l" defTabSz="914400" rtl="0" eaLnBrk="1" latinLnBrk="0" hangingPunct="1">
      <a:spcBef>
        <a:spcPts val="0"/>
      </a:spcBef>
      <a:spcAft>
        <a:spcPts val="0"/>
      </a:spcAft>
      <a:defRPr sz="1200" kern="1200">
        <a:solidFill>
          <a:schemeClr val="tx1"/>
        </a:solidFill>
        <a:latin typeface="+mn-lt"/>
        <a:ea typeface="+mn-ea"/>
        <a:cs typeface="+mn-cs"/>
      </a:defRPr>
    </a:lvl4pPr>
    <a:lvl5pPr marL="1828800" algn="l" defTabSz="914400" rtl="0" eaLnBrk="1" latinLnBrk="0" hangingPunct="1">
      <a:spcBef>
        <a:spcPts val="0"/>
      </a:spcBef>
      <a:spcAft>
        <a:spcPts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397500"/>
          </a:xfrm>
        </p:spPr>
        <p:txBody>
          <a:bodyPr/>
          <a:lstStyle/>
          <a:p>
            <a:pPr marL="0" marR="0" lvl="0" indent="0" defTabSz="914400" rtl="0" eaLnBrk="1" fontAlgn="auto" latinLnBrk="0" hangingPunct="1">
              <a:buClrTx/>
              <a:buSzTx/>
              <a:buFontTx/>
              <a:buNone/>
              <a:tabLst/>
              <a:defRPr/>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marR="0" lvl="0" indent="0" defTabSz="914400" rtl="0" eaLnBrk="1" fontAlgn="auto" latinLnBrk="0" hangingPunct="1">
                <a:buClrTx/>
                <a:buSzTx/>
                <a:buFontTx/>
                <a:buNone/>
                <a:tabLst/>
                <a:defRPr/>
              </a:pPr>
              <a:t>1</a:t>
            </a:fld>
            <a:r>
              <a:rPr lang="en-US" b="1" dirty="0">
                <a:latin typeface="Calibri" panose="020F0502020204030204" pitchFamily="34" charset="0"/>
              </a:rPr>
              <a:t> </a:t>
            </a:r>
            <a:endParaRPr lang="en-US" dirty="0">
              <a:latin typeface="Calibri" panose="020F0502020204030204" pitchFamily="34" charset="0"/>
            </a:endParaRPr>
          </a:p>
          <a:p>
            <a:pPr marL="0" indent="0">
              <a:buNone/>
            </a:pPr>
            <a:r>
              <a:rPr lang="en-US" b="1" dirty="0">
                <a:latin typeface="Calibri" panose="020F0502020204030204" pitchFamily="34" charset="0"/>
              </a:rPr>
              <a:t>|Instructor notes</a:t>
            </a:r>
          </a:p>
          <a:p>
            <a:pPr marL="0" indent="0">
              <a:buNone/>
            </a:pPr>
            <a:r>
              <a:rPr lang="en-US" dirty="0">
                <a:latin typeface="Calibri" panose="020F0502020204030204" pitchFamily="34" charset="0"/>
              </a:rPr>
              <a:t>|</a:t>
            </a:r>
          </a:p>
          <a:p>
            <a:pPr marL="0" indent="0">
              <a:buNone/>
            </a:pPr>
            <a:r>
              <a:rPr lang="en-US" b="1" dirty="0">
                <a:latin typeface="Calibri" panose="020F0502020204030204" pitchFamily="34" charset="0"/>
              </a:rPr>
              <a:t>|Student notes</a:t>
            </a:r>
          </a:p>
          <a:p>
            <a:pPr marL="0" indent="0">
              <a:buNone/>
            </a:pPr>
            <a:r>
              <a:rPr lang="en-US" dirty="0">
                <a:latin typeface="Calibri" panose="020F0502020204030204" pitchFamily="34" charset="0"/>
              </a:rPr>
              <a:t>Welcome to the Securing User, Application, and Data Access module. </a:t>
            </a:r>
          </a:p>
        </p:txBody>
      </p:sp>
    </p:spTree>
    <p:extLst>
      <p:ext uri="{BB962C8B-B14F-4D97-AF65-F5344CB8AC3E}">
        <p14:creationId xmlns:p14="http://schemas.microsoft.com/office/powerpoint/2010/main" val="11714462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defTabSz="914400" rtl="0" eaLnBrk="1" fontAlgn="auto" latinLnBrk="0" hangingPunct="1">
              <a:buClrTx/>
              <a:buSzTx/>
              <a:buFontTx/>
              <a:buNone/>
              <a:tabLst/>
              <a:defRPr/>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marR="0" lvl="0" indent="0" defTabSz="914400" rtl="0" eaLnBrk="1" fontAlgn="auto" latinLnBrk="0" hangingPunct="1">
                <a:buClrTx/>
                <a:buSzTx/>
                <a:buFontTx/>
                <a:buNone/>
                <a:tabLst/>
                <a:defRPr/>
              </a:pPr>
              <a:t>2</a:t>
            </a:fld>
            <a:r>
              <a:rPr lang="en-US" b="1" dirty="0">
                <a:latin typeface="Calibri" panose="020F0502020204030204" pitchFamily="34" charset="0"/>
              </a:rPr>
              <a:t> </a:t>
            </a:r>
          </a:p>
          <a:p>
            <a:r>
              <a:rPr lang="en-US" b="1" dirty="0">
                <a:latin typeface="Calibri" panose="020F0502020204030204" pitchFamily="34" charset="0"/>
              </a:rPr>
              <a:t>|Instructor notes: </a:t>
            </a:r>
            <a:r>
              <a:rPr lang="en-US" b="0" dirty="0">
                <a:latin typeface="Calibri" panose="020F0502020204030204" pitchFamily="34" charset="0"/>
              </a:rPr>
              <a:t>This module extends the foundational security principles introduced in module 3. </a:t>
            </a:r>
          </a:p>
          <a:p>
            <a:r>
              <a:rPr lang="en-US" dirty="0">
                <a:latin typeface="Calibri" panose="020F0502020204030204" pitchFamily="34" charset="0"/>
              </a:rPr>
              <a:t>|</a:t>
            </a:r>
          </a:p>
          <a:p>
            <a:r>
              <a:rPr lang="en-US" b="1" dirty="0">
                <a:latin typeface="Calibri" panose="020F0502020204030204" pitchFamily="34" charset="0"/>
              </a:rPr>
              <a:t>|Student notes</a:t>
            </a:r>
          </a:p>
          <a:p>
            <a:r>
              <a:rPr lang="en-US" dirty="0">
                <a:latin typeface="Calibri" panose="020F0502020204030204" pitchFamily="34" charset="0"/>
              </a:rPr>
              <a:t>This introduction section describes the content of this module.</a:t>
            </a:r>
          </a:p>
        </p:txBody>
      </p:sp>
    </p:spTree>
    <p:extLst>
      <p:ext uri="{BB962C8B-B14F-4D97-AF65-F5344CB8AC3E}">
        <p14:creationId xmlns:p14="http://schemas.microsoft.com/office/powerpoint/2010/main" val="17397199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397500"/>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3</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p>
        </p:txBody>
      </p:sp>
    </p:spTree>
    <p:extLst>
      <p:ext uri="{BB962C8B-B14F-4D97-AF65-F5344CB8AC3E}">
        <p14:creationId xmlns:p14="http://schemas.microsoft.com/office/powerpoint/2010/main" val="9214445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4</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|Each module has an introduction, content sections, and a wrap-up. The wrap-up for this module contains a sample exam question for you to review with the students.</a:t>
            </a:r>
          </a:p>
          <a:p>
            <a:r>
              <a:rPr lang="en-US" dirty="0">
                <a:latin typeface="Calibri" panose="020F0502020204030204" pitchFamily="34" charset="0"/>
              </a:rPr>
              <a:t>|</a:t>
            </a:r>
          </a:p>
          <a:p>
            <a:r>
              <a:rPr lang="en-US" b="1" dirty="0">
                <a:latin typeface="Calibri" panose="020F0502020204030204" pitchFamily="34" charset="0"/>
              </a:rPr>
              <a:t>|Student notes</a:t>
            </a:r>
          </a:p>
          <a:p>
            <a:r>
              <a:rPr lang="en-US" dirty="0">
                <a:latin typeface="Calibri" panose="020F0502020204030204" pitchFamily="34" charset="0"/>
              </a:rPr>
              <a:t>The objectives of this module are presented across multiple sections. The module wraps up with a 10-question knowledge check delivered in the online course, and a sample exam question to discuss in class. The labs in this module are described on the next slide.</a:t>
            </a:r>
          </a:p>
        </p:txBody>
      </p:sp>
    </p:spTree>
    <p:extLst>
      <p:ext uri="{BB962C8B-B14F-4D97-AF65-F5344CB8AC3E}">
        <p14:creationId xmlns:p14="http://schemas.microsoft.com/office/powerpoint/2010/main" val="34110715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5</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|This module includes guided labs. These labs provide step-by-step instructions and are stand-alone labs. They do not depend on the café scenario or related architecture. Introductions to each lab are include in the lab sections within the module. </a:t>
            </a:r>
          </a:p>
          <a:p>
            <a:r>
              <a:rPr lang="en-US" dirty="0">
                <a:latin typeface="Calibri" panose="020F0502020204030204" pitchFamily="34" charset="0"/>
              </a:rPr>
              <a:t>|</a:t>
            </a:r>
          </a:p>
          <a:p>
            <a:r>
              <a:rPr lang="en-US" b="1" dirty="0">
                <a:latin typeface="Calibri" panose="020F0502020204030204" pitchFamily="34" charset="0"/>
              </a:rPr>
              <a:t>|Student notes</a:t>
            </a:r>
          </a:p>
          <a:p>
            <a:pPr marL="0" marR="0" lvl="0" indent="0" defTabSz="914400" rtl="0" eaLnBrk="1" fontAlgn="auto" latinLnBrk="0" hangingPunct="1">
              <a:buClrTx/>
              <a:buSzTx/>
              <a:buFontTx/>
              <a:buNone/>
              <a:tabLst/>
              <a:defRPr/>
            </a:pPr>
            <a:r>
              <a:rPr lang="en-US" dirty="0">
                <a:latin typeface="Calibri" panose="020F0502020204030204" pitchFamily="34" charset="0"/>
              </a:rPr>
              <a:t>This module includes the guided labs listed. Additional information about each lab is included in the student guide where the lab takes place, and detailed instructions are provided in the lab environment. </a:t>
            </a:r>
          </a:p>
        </p:txBody>
      </p:sp>
    </p:spTree>
    <p:extLst>
      <p:ext uri="{BB962C8B-B14F-4D97-AF65-F5344CB8AC3E}">
        <p14:creationId xmlns:p14="http://schemas.microsoft.com/office/powerpoint/2010/main" val="37559601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6</a:t>
            </a:fld>
            <a:r>
              <a:rPr lang="en-US" b="1" dirty="0">
                <a:latin typeface="Calibri" panose="020F0502020204030204" pitchFamily="34" charset="0"/>
              </a:rPr>
              <a:t> </a:t>
            </a:r>
          </a:p>
          <a:p>
            <a:r>
              <a:rPr lang="en-US" b="1" dirty="0">
                <a:latin typeface="Calibri" panose="020F0502020204030204" pitchFamily="34" charset="0"/>
              </a:rPr>
              <a:t>|Instructor notes: </a:t>
            </a:r>
            <a:r>
              <a:rPr lang="en-US" b="0" dirty="0">
                <a:latin typeface="Calibri" panose="020F0502020204030204" pitchFamily="34" charset="0"/>
              </a:rPr>
              <a:t>This slide presents key overarching design considerations that should guide decision making for this layer of a cloud architecture. Emphasize how a cloud architect must always start with the business case and work backwards to choose the best components for that use case. Also remind students that the decisions are likely to evolve over time as needs change or are better understood to optimize cost and performance. At the end of the module, there’s an optional discussion included in the wrap-up section to prompt the students to consider these factors in the context of the café scenario. </a:t>
            </a:r>
            <a:endParaRPr lang="en-US" b="1" dirty="0">
              <a:latin typeface="Calibri" panose="020F0502020204030204" pitchFamily="34" charset="0"/>
            </a:endParaRPr>
          </a:p>
          <a:p>
            <a:r>
              <a:rPr lang="en-US" dirty="0">
                <a:latin typeface="Calibri" panose="020F0502020204030204" pitchFamily="34" charset="0"/>
              </a:rPr>
              <a:t>|</a:t>
            </a:r>
          </a:p>
          <a:p>
            <a:r>
              <a:rPr lang="en-US" b="1" dirty="0">
                <a:latin typeface="Calibri" panose="020F0502020204030204" pitchFamily="34" charset="0"/>
              </a:rPr>
              <a:t>|Student notes</a:t>
            </a:r>
          </a:p>
          <a:p>
            <a:r>
              <a:rPr lang="en-US" b="0" dirty="0">
                <a:latin typeface="Calibri" panose="020F0502020204030204" pitchFamily="34" charset="0"/>
              </a:rPr>
              <a:t>This slide asks you to take the perspective of a cloud architect as you think about how to approach cloud network design. Keep these considerations in mind as you progress through this module, remembering that the cloud architect should work backwards from the business need to design the best architecture for a specific use case. </a:t>
            </a:r>
            <a:r>
              <a:rPr lang="en-US" dirty="0">
                <a:latin typeface="Calibri" panose="020F0502020204030204" pitchFamily="34" charset="0"/>
              </a:rPr>
              <a:t>As you progress through the module, consider the café scenario presented in the course as an example business need and think about how you would address these needs for the fictional café business. </a:t>
            </a:r>
          </a:p>
        </p:txBody>
      </p:sp>
    </p:spTree>
    <p:extLst>
      <p:ext uri="{BB962C8B-B14F-4D97-AF65-F5344CB8AC3E}">
        <p14:creationId xmlns:p14="http://schemas.microsoft.com/office/powerpoint/2010/main" val="37235044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defTabSz="914400" rtl="0" eaLnBrk="1" fontAlgn="auto" latinLnBrk="0" hangingPunct="1">
              <a:buClrTx/>
              <a:buSzTx/>
              <a:buFontTx/>
              <a:buNone/>
              <a:tabLst/>
              <a:defRPr/>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marR="0" lvl="0" indent="0" defTabSz="914400" rtl="0" eaLnBrk="1" fontAlgn="auto" latinLnBrk="0" hangingPunct="1">
                <a:buClrTx/>
                <a:buSzTx/>
                <a:buFontTx/>
                <a:buNone/>
                <a:tabLst/>
                <a:defRPr/>
              </a:pPr>
              <a:t>7</a:t>
            </a:fld>
            <a:r>
              <a:rPr lang="en-US" b="1" dirty="0">
                <a:latin typeface="Calibri" panose="020F0502020204030204" pitchFamily="34" charset="0"/>
              </a:rPr>
              <a:t> </a:t>
            </a:r>
            <a:endParaRPr lang="en-US" dirty="0">
              <a:latin typeface="Calibri" panose="020F0502020204030204" pitchFamily="34" charset="0"/>
            </a:endParaRPr>
          </a:p>
          <a:p>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p>
        </p:txBody>
      </p:sp>
    </p:spTree>
    <p:extLst>
      <p:ext uri="{BB962C8B-B14F-4D97-AF65-F5344CB8AC3E}">
        <p14:creationId xmlns:p14="http://schemas.microsoft.com/office/powerpoint/2010/main" val="17397199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defTabSz="914400" rtl="0" eaLnBrk="1" fontAlgn="auto" latinLnBrk="0" hangingPunct="1">
              <a:buClrTx/>
              <a:buSzTx/>
              <a:buFontTx/>
              <a:buNone/>
              <a:tabLst/>
              <a:defRPr/>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marR="0" lvl="0" indent="0" defTabSz="914400" rtl="0" eaLnBrk="1" fontAlgn="auto" latinLnBrk="0" hangingPunct="1">
                <a:buClrTx/>
                <a:buSzTx/>
                <a:buFontTx/>
                <a:buNone/>
                <a:tabLst/>
                <a:defRPr/>
              </a:pPr>
              <a:t>8</a:t>
            </a:fld>
            <a:r>
              <a:rPr lang="en-US" b="1" dirty="0">
                <a:latin typeface="Calibri" panose="020F0502020204030204" pitchFamily="34" charset="0"/>
              </a:rPr>
              <a:t> </a:t>
            </a:r>
          </a:p>
          <a:p>
            <a:r>
              <a:rPr lang="en-US" b="1" dirty="0">
                <a:latin typeface="Calibri" panose="020F0502020204030204" pitchFamily="34" charset="0"/>
              </a:rPr>
              <a:t>|Instructor notes</a:t>
            </a:r>
          </a:p>
          <a:p>
            <a:pPr marL="0" marR="0" lvl="0" indent="0" defTabSz="914400" rtl="0" eaLnBrk="1" fontAlgn="auto" latinLnBrk="0" hangingPunct="1">
              <a:buClrTx/>
              <a:buSzTx/>
              <a:buFontTx/>
              <a:buNone/>
              <a:tabLst/>
              <a:defRPr/>
            </a:pPr>
            <a:r>
              <a:rPr lang="en-US" dirty="0">
                <a:latin typeface="Calibri" panose="020F0502020204030204" pitchFamily="34" charset="0"/>
              </a:rPr>
              <a:t>|</a:t>
            </a:r>
            <a:r>
              <a:rPr lang="en-US" b="0" i="0" kern="1200" dirty="0">
                <a:solidFill>
                  <a:schemeClr val="tx1"/>
                </a:solidFill>
                <a:effectLst/>
                <a:latin typeface="Calibri" panose="020F0502020204030204" pitchFamily="34" charset="0"/>
                <a:ea typeface="+mn-ea"/>
                <a:cs typeface="+mn-cs"/>
              </a:rPr>
              <a:t>This example shows the challenges of adding the same policy to multiple users. Ask the students whether there’s an easier way to manage multiple permissions and users. The next slide explains the solution, IAM groups.</a:t>
            </a:r>
          </a:p>
          <a:p>
            <a:pPr marL="0" marR="0" lvl="0" indent="0" defTabSz="914400" rtl="0" eaLnBrk="1" fontAlgn="auto" latinLnBrk="0" hangingPunct="1">
              <a:buClrTx/>
              <a:buSzTx/>
              <a:buFontTx/>
              <a:buNone/>
              <a:tabLst/>
              <a:defRPr/>
            </a:pPr>
            <a:r>
              <a:rPr lang="en-US" dirty="0">
                <a:solidFill>
                  <a:srgbClr val="000000"/>
                </a:solidFill>
                <a:latin typeface="Calibri" panose="020F0502020204030204" pitchFamily="34" charset="0"/>
              </a:rPr>
              <a:t>|</a:t>
            </a:r>
          </a:p>
          <a:p>
            <a:r>
              <a:rPr lang="en-US" b="1" dirty="0">
                <a:latin typeface="Calibri" panose="020F0502020204030204" pitchFamily="34" charset="0"/>
              </a:rPr>
              <a:t>|Student notes</a:t>
            </a:r>
          </a:p>
          <a:p>
            <a:pPr marL="0" marR="0" lvl="0" indent="0" defTabSz="914400" rtl="0" eaLnBrk="1" fontAlgn="auto" latinLnBrk="0" hangingPunct="1">
              <a:buClrTx/>
              <a:buSzTx/>
              <a:buFontTx/>
              <a:buNone/>
              <a:tabLst/>
              <a:defRPr/>
            </a:pPr>
            <a:r>
              <a:rPr lang="en-US" b="1" u="none" dirty="0">
                <a:solidFill>
                  <a:srgbClr val="000000"/>
                </a:solidFill>
                <a:latin typeface="Calibri" panose="020F0502020204030204" pitchFamily="34" charset="0"/>
              </a:rPr>
              <a:t>Image description:</a:t>
            </a:r>
            <a:r>
              <a:rPr lang="en-US" b="0" u="none" dirty="0">
                <a:solidFill>
                  <a:srgbClr val="000000"/>
                </a:solidFill>
                <a:latin typeface="Calibri" panose="020F0502020204030204" pitchFamily="34" charset="0"/>
              </a:rPr>
              <a:t> The diagram shows three users, </a:t>
            </a:r>
            <a:r>
              <a:rPr lang="en-US" kern="1200" dirty="0">
                <a:solidFill>
                  <a:schemeClr val="tx1"/>
                </a:solidFill>
                <a:effectLst/>
                <a:latin typeface="Calibri" panose="020F0502020204030204" pitchFamily="34" charset="0"/>
                <a:ea typeface="+mn-ea"/>
                <a:cs typeface="+mn-cs"/>
              </a:rPr>
              <a:t>John, Mary, and Pat, each with their own IAM policy attachment. These policies give each user individually the permission to access </a:t>
            </a:r>
            <a:r>
              <a:rPr lang="en-US" b="0" i="0" kern="1200" dirty="0">
                <a:solidFill>
                  <a:schemeClr val="tx1"/>
                </a:solidFill>
                <a:effectLst/>
                <a:latin typeface="Calibri" panose="020F0502020204030204" pitchFamily="34" charset="0"/>
                <a:ea typeface="+mn-ea"/>
                <a:cs typeface="+mn-cs"/>
              </a:rPr>
              <a:t>Amazon EC2</a:t>
            </a:r>
            <a:r>
              <a:rPr lang="en-US" kern="1200" dirty="0">
                <a:solidFill>
                  <a:schemeClr val="tx1"/>
                </a:solidFill>
                <a:effectLst/>
                <a:latin typeface="Calibri" panose="020F0502020204030204" pitchFamily="34" charset="0"/>
                <a:ea typeface="+mn-ea"/>
                <a:cs typeface="+mn-cs"/>
              </a:rPr>
              <a:t>. </a:t>
            </a:r>
            <a:r>
              <a:rPr lang="en-US" b="1" u="none" dirty="0">
                <a:solidFill>
                  <a:srgbClr val="000000"/>
                </a:solidFill>
                <a:latin typeface="Calibri" panose="020F0502020204030204" pitchFamily="34" charset="0"/>
              </a:rPr>
              <a:t>End description.</a:t>
            </a:r>
            <a:endParaRPr lang="en-US" b="0" i="0" kern="1200" dirty="0">
              <a:solidFill>
                <a:schemeClr val="tx1"/>
              </a:solidFill>
              <a:effectLst/>
              <a:latin typeface="Calibri" panose="020F0502020204030204" pitchFamily="34" charset="0"/>
              <a:ea typeface="+mn-ea"/>
              <a:cs typeface="+mn-cs"/>
            </a:endParaRPr>
          </a:p>
          <a:p>
            <a:endParaRPr lang="en-US" b="1" dirty="0">
              <a:latin typeface="Calibri" panose="020F0502020204030204" pitchFamily="34" charset="0"/>
            </a:endParaRPr>
          </a:p>
          <a:p>
            <a:r>
              <a:rPr lang="en-US" b="0" dirty="0">
                <a:latin typeface="Calibri" panose="020F0502020204030204" pitchFamily="34" charset="0"/>
              </a:rPr>
              <a:t>Assigning permissions directly to users is difficult to manage. In this example, there are three users that have policies attached to them to access </a:t>
            </a:r>
            <a:r>
              <a:rPr lang="en-US" b="0" i="0" kern="1200" dirty="0">
                <a:solidFill>
                  <a:schemeClr val="tx1"/>
                </a:solidFill>
                <a:effectLst/>
                <a:latin typeface="Calibri" panose="020F0502020204030204" pitchFamily="34" charset="0"/>
                <a:ea typeface="+mn-ea"/>
                <a:cs typeface="+mn-cs"/>
              </a:rPr>
              <a:t>Amazon Elastic Compute Cloud (Amazon EC2)</a:t>
            </a:r>
            <a:r>
              <a:rPr lang="en-US" b="0" dirty="0">
                <a:latin typeface="Calibri" panose="020F0502020204030204" pitchFamily="34" charset="0"/>
              </a:rPr>
              <a:t>. To implement a change, an administrator needs to make modifications to each individual user policy. Imagine you have 100 developers in the group; this becomes difficult to manage.</a:t>
            </a:r>
          </a:p>
        </p:txBody>
      </p:sp>
    </p:spTree>
    <p:extLst>
      <p:ext uri="{BB962C8B-B14F-4D97-AF65-F5344CB8AC3E}">
        <p14:creationId xmlns:p14="http://schemas.microsoft.com/office/powerpoint/2010/main" val="3612918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9</a:t>
            </a:fld>
            <a:r>
              <a:rPr lang="en-US" b="1" dirty="0">
                <a:latin typeface="Calibri" panose="020F0502020204030204" pitchFamily="34" charset="0"/>
              </a:rPr>
              <a:t> </a:t>
            </a:r>
          </a:p>
          <a:p>
            <a:r>
              <a:rPr lang="en-US" b="1" dirty="0">
                <a:latin typeface="Calibri" panose="020F0502020204030204" pitchFamily="34" charset="0"/>
              </a:rPr>
              <a:t>|Instructor notes</a:t>
            </a:r>
          </a:p>
          <a:p>
            <a:pPr marL="0" marR="0" lvl="0" indent="0" defTabSz="914400" rtl="0" eaLnBrk="1" fontAlgn="auto" latinLnBrk="0" hangingPunct="1">
              <a:buClrTx/>
              <a:buSzTx/>
              <a:buFontTx/>
              <a:buNone/>
              <a:tabLst/>
              <a:defRPr/>
            </a:pPr>
            <a:r>
              <a:rPr lang="en-US" dirty="0">
                <a:latin typeface="Calibri" panose="020F0502020204030204" pitchFamily="34" charset="0"/>
              </a:rPr>
              <a:t>|Communicate that the solution is to create AWS Identity and Access Management (IAM) groups. IAM groups is a collec</a:t>
            </a:r>
            <a:r>
              <a:rPr lang="en-US" b="0" i="0" kern="1200" dirty="0">
                <a:solidFill>
                  <a:schemeClr val="tx1"/>
                </a:solidFill>
                <a:effectLst/>
                <a:latin typeface="Calibri" panose="020F0502020204030204" pitchFamily="34" charset="0"/>
                <a:ea typeface="+mn-ea"/>
                <a:cs typeface="+mn-cs"/>
              </a:rPr>
              <a:t>tion of IAM users. User groups let you specify permissions for multiple users, which can make it easier to manage the permissions for those users. John, Mary, and Pat now become members of the IAM developer group, and you manage one policy for the group. </a:t>
            </a:r>
            <a:endParaRPr lang="en-US" dirty="0">
              <a:solidFill>
                <a:srgbClr val="000000"/>
              </a:solidFill>
              <a:latin typeface="Calibri" panose="020F0502020204030204" pitchFamily="34" charset="0"/>
            </a:endParaRPr>
          </a:p>
          <a:p>
            <a:pPr marL="0" marR="0" lvl="0" indent="0" defTabSz="914400" rtl="0" eaLnBrk="1" fontAlgn="auto" latinLnBrk="0" hangingPunct="1">
              <a:buClrTx/>
              <a:buSzTx/>
              <a:buFontTx/>
              <a:buNone/>
              <a:tabLst/>
              <a:defRPr/>
            </a:pPr>
            <a:r>
              <a:rPr lang="en-US" dirty="0">
                <a:solidFill>
                  <a:srgbClr val="000000"/>
                </a:solidFill>
                <a:latin typeface="Calibri" panose="020F0502020204030204" pitchFamily="34" charset="0"/>
              </a:rPr>
              <a:t>|</a:t>
            </a:r>
          </a:p>
          <a:p>
            <a:r>
              <a:rPr lang="en-US" b="1" dirty="0">
                <a:latin typeface="Calibri" panose="020F0502020204030204" pitchFamily="34" charset="0"/>
              </a:rPr>
              <a:t>|Student notes</a:t>
            </a:r>
          </a:p>
          <a:p>
            <a:pPr marL="0" marR="0" lvl="0" indent="0" defTabSz="914400" rtl="0" eaLnBrk="1" fontAlgn="auto" latinLnBrk="0" hangingPunct="1">
              <a:buClrTx/>
              <a:buSzTx/>
              <a:buFontTx/>
              <a:buNone/>
              <a:tabLst/>
              <a:defRPr/>
            </a:pPr>
            <a:r>
              <a:rPr lang="en-US" b="0" u="none" dirty="0">
                <a:solidFill>
                  <a:srgbClr val="000000"/>
                </a:solidFill>
                <a:latin typeface="Calibri" panose="020F0502020204030204" pitchFamily="34" charset="0"/>
              </a:rPr>
              <a:t>In the example on the slide, an AWS Identity and Access Management (IAM) group is created to group all users that are developers. A single IAM policy is attached to the group to grant all the permissions that a developer requires. When John, Mary, and Pat are added to the group, they automatically inherit the permissions for the group. When a new permission needs to be granted to all developers, for example to access </a:t>
            </a:r>
            <a:r>
              <a:rPr lang="en-US" b="0" i="0" kern="1200" dirty="0">
                <a:solidFill>
                  <a:schemeClr val="tx1"/>
                </a:solidFill>
                <a:effectLst/>
                <a:latin typeface="Calibri" panose="020F0502020204030204" pitchFamily="34" charset="0"/>
                <a:ea typeface="+mn-ea"/>
                <a:cs typeface="+mn-cs"/>
              </a:rPr>
              <a:t>Amazon Simple Storage Service (Amazon S3)</a:t>
            </a:r>
            <a:r>
              <a:rPr lang="en-US" b="0" u="none" dirty="0">
                <a:solidFill>
                  <a:srgbClr val="000000"/>
                </a:solidFill>
                <a:latin typeface="Calibri" panose="020F0502020204030204" pitchFamily="34" charset="0"/>
              </a:rPr>
              <a:t>, only one change is required: either add the new permission to the existing policy, or create a new policy with the new permission and attach the policy to the group. </a:t>
            </a:r>
          </a:p>
          <a:p>
            <a:endParaRPr lang="en-US" b="1" dirty="0">
              <a:latin typeface="Calibri" panose="020F0502020204030204" pitchFamily="34" charset="0"/>
            </a:endParaRPr>
          </a:p>
          <a:p>
            <a:r>
              <a:rPr lang="en-US" b="0" i="0" kern="1200" dirty="0">
                <a:solidFill>
                  <a:schemeClr val="tx1"/>
                </a:solidFill>
                <a:effectLst/>
                <a:latin typeface="Calibri" panose="020F0502020204030204" pitchFamily="34" charset="0"/>
                <a:ea typeface="+mn-ea"/>
                <a:cs typeface="+mn-cs"/>
              </a:rPr>
              <a:t>An IAM group is a collection of IAM users. Groups are a convenience that makes it easier to manage permissions for a collection of users, instead of managing permissions for each individual user.</a:t>
            </a:r>
          </a:p>
          <a:p>
            <a:endParaRPr lang="en-US" b="0" i="0" kern="1200" dirty="0">
              <a:solidFill>
                <a:schemeClr val="tx1"/>
              </a:solidFill>
              <a:effectLst/>
              <a:latin typeface="Calibri" panose="020F0502020204030204" pitchFamily="34" charset="0"/>
              <a:ea typeface="+mn-ea"/>
              <a:cs typeface="+mn-cs"/>
            </a:endParaRPr>
          </a:p>
          <a:p>
            <a:r>
              <a:rPr lang="en-US" b="0" i="0" kern="1200" dirty="0">
                <a:solidFill>
                  <a:schemeClr val="tx1"/>
                </a:solidFill>
                <a:effectLst/>
                <a:latin typeface="Calibri" panose="020F0502020204030204" pitchFamily="34" charset="0"/>
                <a:ea typeface="+mn-ea"/>
                <a:cs typeface="+mn-cs"/>
              </a:rPr>
              <a:t>The characteristics of an IAM group include the following:</a:t>
            </a:r>
          </a:p>
          <a:p>
            <a:pPr marL="171450" indent="-171450">
              <a:buFont typeface="Arial" panose="020B0604020202020204" pitchFamily="34" charset="0"/>
              <a:buChar char="•"/>
            </a:pPr>
            <a:r>
              <a:rPr lang="en-US" b="0" i="0" kern="1200" dirty="0">
                <a:solidFill>
                  <a:schemeClr val="tx1"/>
                </a:solidFill>
                <a:effectLst/>
                <a:latin typeface="Calibri" panose="020F0502020204030204" pitchFamily="34" charset="0"/>
                <a:ea typeface="+mn-ea"/>
                <a:cs typeface="+mn-cs"/>
              </a:rPr>
              <a:t>You can add users to a group or remove them from a group.</a:t>
            </a:r>
          </a:p>
          <a:p>
            <a:pPr marL="171450" indent="-171450">
              <a:buFont typeface="Arial" panose="020B0604020202020204" pitchFamily="34" charset="0"/>
              <a:buChar char="•"/>
            </a:pPr>
            <a:r>
              <a:rPr lang="en-US" b="0" i="0" kern="1200" dirty="0">
                <a:solidFill>
                  <a:schemeClr val="tx1"/>
                </a:solidFill>
                <a:effectLst/>
                <a:latin typeface="Calibri" panose="020F0502020204030204" pitchFamily="34" charset="0"/>
                <a:ea typeface="+mn-ea"/>
                <a:cs typeface="+mn-cs"/>
              </a:rPr>
              <a:t>A user can belong to multiple groups.</a:t>
            </a:r>
          </a:p>
          <a:p>
            <a:pPr marL="171450" indent="-171450">
              <a:buFont typeface="Arial" panose="020B0604020202020204" pitchFamily="34" charset="0"/>
              <a:buChar char="•"/>
            </a:pPr>
            <a:r>
              <a:rPr lang="en-US" b="0" i="0" kern="1200" dirty="0">
                <a:solidFill>
                  <a:schemeClr val="tx1"/>
                </a:solidFill>
                <a:effectLst/>
                <a:latin typeface="Calibri" panose="020F0502020204030204" pitchFamily="34" charset="0"/>
                <a:ea typeface="+mn-ea"/>
                <a:cs typeface="+mn-cs"/>
              </a:rPr>
              <a:t>Groups cannot belong to other groups.</a:t>
            </a:r>
          </a:p>
          <a:p>
            <a:pPr marL="171450" indent="-171450">
              <a:buFont typeface="Arial" panose="020B0604020202020204" pitchFamily="34" charset="0"/>
              <a:buChar char="•"/>
            </a:pPr>
            <a:r>
              <a:rPr lang="en-US" b="0" i="0" kern="1200" dirty="0">
                <a:solidFill>
                  <a:schemeClr val="tx1"/>
                </a:solidFill>
                <a:effectLst/>
                <a:latin typeface="Calibri" panose="020F0502020204030204" pitchFamily="34" charset="0"/>
                <a:ea typeface="+mn-ea"/>
                <a:cs typeface="+mn-cs"/>
              </a:rPr>
              <a:t>Groups can be granted permissions by using access control policies. </a:t>
            </a:r>
          </a:p>
          <a:p>
            <a:pPr marL="171450" indent="-171450">
              <a:buFont typeface="Arial" panose="020B0604020202020204" pitchFamily="34" charset="0"/>
              <a:buChar char="•"/>
            </a:pPr>
            <a:r>
              <a:rPr lang="en-US" b="0" i="0" kern="1200" dirty="0">
                <a:solidFill>
                  <a:schemeClr val="tx1"/>
                </a:solidFill>
                <a:effectLst/>
                <a:latin typeface="Calibri" panose="020F0502020204030204" pitchFamily="34" charset="0"/>
                <a:ea typeface="+mn-ea"/>
                <a:cs typeface="+mn-cs"/>
              </a:rPr>
              <a:t>Groups do not have security credentials and cannot access web services directly. They exist solely to make it easier to manage user permissions. </a:t>
            </a:r>
          </a:p>
        </p:txBody>
      </p:sp>
    </p:spTree>
    <p:extLst>
      <p:ext uri="{BB962C8B-B14F-4D97-AF65-F5344CB8AC3E}">
        <p14:creationId xmlns:p14="http://schemas.microsoft.com/office/powerpoint/2010/main" val="14214669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10</a:t>
            </a:fld>
            <a:r>
              <a:rPr lang="en-US" b="1" dirty="0">
                <a:latin typeface="Calibri" panose="020F0502020204030204" pitchFamily="34" charset="0"/>
              </a:rPr>
              <a:t> </a:t>
            </a:r>
          </a:p>
          <a:p>
            <a:r>
              <a:rPr lang="en-US" b="1" dirty="0">
                <a:latin typeface="Calibri" panose="020F0502020204030204" pitchFamily="34" charset="0"/>
              </a:rPr>
              <a:t>|Instructor notes</a:t>
            </a:r>
          </a:p>
          <a:p>
            <a:pPr marL="0" marR="0" lvl="0" indent="0" defTabSz="914400" rtl="0" eaLnBrk="1" fontAlgn="auto" latinLnBrk="0" hangingPunct="1">
              <a:buClrTx/>
              <a:buSzTx/>
              <a:buFontTx/>
              <a:buNone/>
              <a:tabLst/>
              <a:defRPr/>
            </a:pPr>
            <a:r>
              <a:rPr lang="en-US" dirty="0">
                <a:latin typeface="Calibri" panose="020F0502020204030204" pitchFamily="34" charset="0"/>
              </a:rPr>
              <a:t>|</a:t>
            </a:r>
            <a:r>
              <a:rPr lang="en-US" dirty="0">
                <a:solidFill>
                  <a:srgbClr val="000000"/>
                </a:solidFill>
                <a:latin typeface="Calibri" panose="020F0502020204030204" pitchFamily="34" charset="0"/>
              </a:rPr>
              <a:t> </a:t>
            </a:r>
          </a:p>
          <a:p>
            <a:r>
              <a:rPr lang="en-US" b="1" dirty="0">
                <a:latin typeface="Calibri" panose="020F0502020204030204" pitchFamily="34" charset="0"/>
              </a:rPr>
              <a:t>|Student notes</a:t>
            </a:r>
          </a:p>
          <a:p>
            <a:pPr marL="0" marR="0" lvl="0" indent="0" defTabSz="914400" rtl="0" eaLnBrk="1" fontAlgn="auto" latinLnBrk="0" hangingPunct="1">
              <a:buClrTx/>
              <a:buSzTx/>
              <a:buFontTx/>
              <a:buNone/>
              <a:tabLst/>
              <a:defRPr/>
            </a:pPr>
            <a:r>
              <a:rPr lang="en-US" b="1" dirty="0">
                <a:solidFill>
                  <a:srgbClr val="000000"/>
                </a:solidFill>
                <a:latin typeface="Calibri" panose="020F0502020204030204" pitchFamily="34" charset="0"/>
              </a:rPr>
              <a:t>Image description: </a:t>
            </a:r>
            <a:r>
              <a:rPr lang="en-US" b="0" dirty="0">
                <a:latin typeface="Calibri" panose="020F0502020204030204" pitchFamily="34" charset="0"/>
              </a:rPr>
              <a:t>An AWS account has three IAM groups named admins, developers, and test. The admins group has two members: Li and Paulo. The Developers group has Mateo, Shirley and Sofia. The test group has Ana, Zhang, and Jane. </a:t>
            </a:r>
            <a:r>
              <a:rPr lang="en-US" b="1" u="none" dirty="0">
                <a:solidFill>
                  <a:srgbClr val="000000"/>
                </a:solidFill>
                <a:latin typeface="Calibri" panose="020F0502020204030204" pitchFamily="34" charset="0"/>
              </a:rPr>
              <a:t>End description.</a:t>
            </a:r>
          </a:p>
          <a:p>
            <a:endParaRPr lang="en-US" b="1" dirty="0">
              <a:latin typeface="Calibri" panose="020F0502020204030204" pitchFamily="34" charset="0"/>
            </a:endParaRPr>
          </a:p>
          <a:p>
            <a:r>
              <a:rPr lang="en-US" dirty="0">
                <a:latin typeface="Calibri" panose="020F0502020204030204" pitchFamily="34" charset="0"/>
              </a:rPr>
              <a:t>Typically, you want to create groups that reflect job functions. For example, you can create one group for administrators, another group for developers, and another group for the team that performs testing functions.</a:t>
            </a:r>
          </a:p>
          <a:p>
            <a:endParaRPr lang="en-US" dirty="0">
              <a:latin typeface="Calibri" panose="020F0502020204030204" pitchFamily="34" charset="0"/>
            </a:endParaRPr>
          </a:p>
          <a:p>
            <a:r>
              <a:rPr lang="en-US" dirty="0">
                <a:latin typeface="Calibri" panose="020F0502020204030204" pitchFamily="34" charset="0"/>
              </a:rPr>
              <a:t>Then, you attach one or more policy files to each group and add users to the groups. Users have the access rights that are assigned to the group or groups that they are in because of their group membership.</a:t>
            </a:r>
          </a:p>
          <a:p>
            <a:endParaRPr lang="en-US" dirty="0">
              <a:latin typeface="Calibri" panose="020F0502020204030204" pitchFamily="34" charset="0"/>
            </a:endParaRPr>
          </a:p>
          <a:p>
            <a:r>
              <a:rPr lang="en-US" dirty="0">
                <a:latin typeface="Calibri" panose="020F0502020204030204" pitchFamily="34" charset="0"/>
              </a:rPr>
              <a:t>If a new developer is hired, you can add them to the existing developers group. They will get the same access that the other developers already have.</a:t>
            </a:r>
          </a:p>
          <a:p>
            <a:endParaRPr lang="en-US" dirty="0">
              <a:latin typeface="Calibri" panose="020F0502020204030204" pitchFamily="34" charset="0"/>
            </a:endParaRPr>
          </a:p>
          <a:p>
            <a:r>
              <a:rPr lang="en-US" dirty="0">
                <a:latin typeface="Calibri" panose="020F0502020204030204" pitchFamily="34" charset="0"/>
              </a:rPr>
              <a:t>If a person, such as Ana (shown in the example) takes on a new role in the organization, you can remove her from the </a:t>
            </a:r>
            <a:r>
              <a:rPr lang="en-US" i="0" dirty="0">
                <a:latin typeface="Calibri" panose="020F0502020204030204" pitchFamily="34" charset="0"/>
              </a:rPr>
              <a:t>test</a:t>
            </a:r>
            <a:r>
              <a:rPr lang="en-US" dirty="0">
                <a:latin typeface="Calibri" panose="020F0502020204030204" pitchFamily="34" charset="0"/>
              </a:rPr>
              <a:t> group and add her to the </a:t>
            </a:r>
            <a:r>
              <a:rPr lang="en-US" i="0" dirty="0">
                <a:latin typeface="Calibri" panose="020F0502020204030204" pitchFamily="34" charset="0"/>
              </a:rPr>
              <a:t>developers group. Or, if Ana will perform both functions, you can leave her in the test group and add her to the developers group</a:t>
            </a:r>
            <a:r>
              <a:rPr lang="en-US" dirty="0">
                <a:latin typeface="Calibri" panose="020F0502020204030204" pitchFamily="34" charset="0"/>
              </a:rPr>
              <a:t>.</a:t>
            </a:r>
          </a:p>
          <a:p>
            <a:endParaRPr lang="en-US" dirty="0">
              <a:latin typeface="Calibri" panose="020F0502020204030204" pitchFamily="34" charset="0"/>
            </a:endParaRPr>
          </a:p>
          <a:p>
            <a:r>
              <a:rPr lang="en-US" dirty="0">
                <a:latin typeface="Calibri" panose="020F0502020204030204" pitchFamily="34" charset="0"/>
              </a:rPr>
              <a:t>If you discover that developers need access to some additional resource in the account, you can update or add a policy to the </a:t>
            </a:r>
            <a:r>
              <a:rPr lang="en-US" i="0" dirty="0">
                <a:latin typeface="Calibri" panose="020F0502020204030204" pitchFamily="34" charset="0"/>
              </a:rPr>
              <a:t>developers </a:t>
            </a:r>
            <a:r>
              <a:rPr lang="en-US" dirty="0">
                <a:latin typeface="Calibri" panose="020F0502020204030204" pitchFamily="34" charset="0"/>
              </a:rPr>
              <a:t>group. All members of the group will gain that additional level of access. Groups make it easier to maintain consistent access rights across teams.</a:t>
            </a:r>
          </a:p>
        </p:txBody>
      </p:sp>
    </p:spTree>
    <p:extLst>
      <p:ext uri="{BB962C8B-B14F-4D97-AF65-F5344CB8AC3E}">
        <p14:creationId xmlns:p14="http://schemas.microsoft.com/office/powerpoint/2010/main" val="35413562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11</a:t>
            </a:fld>
            <a:r>
              <a:rPr lang="en-US" b="1" dirty="0">
                <a:latin typeface="Calibri" panose="020F0502020204030204" pitchFamily="34" charset="0"/>
              </a:rPr>
              <a:t> </a:t>
            </a:r>
          </a:p>
          <a:p>
            <a:r>
              <a:rPr lang="en-US" b="1" dirty="0">
                <a:latin typeface="Calibri" panose="020F0502020204030204" pitchFamily="34" charset="0"/>
              </a:rPr>
              <a:t>|Instructor notes</a:t>
            </a:r>
          </a:p>
          <a:p>
            <a:pPr marL="0" marR="0" lvl="0" indent="0" defTabSz="914400" rtl="0" eaLnBrk="1" fontAlgn="auto" latinLnBrk="0" hangingPunct="1">
              <a:buClrTx/>
              <a:buSzTx/>
              <a:buFontTx/>
              <a:buNone/>
              <a:tabLst/>
              <a:defRPr/>
            </a:pPr>
            <a:r>
              <a:rPr lang="en-US" dirty="0">
                <a:latin typeface="Calibri" panose="020F0502020204030204" pitchFamily="34" charset="0"/>
              </a:rPr>
              <a:t>|</a:t>
            </a:r>
            <a:r>
              <a:rPr lang="en-US" dirty="0">
                <a:solidFill>
                  <a:srgbClr val="000000"/>
                </a:solidFill>
                <a:latin typeface="Calibri" panose="020F0502020204030204" pitchFamily="34" charset="0"/>
              </a:rPr>
              <a:t>Review each question with students and discuss answers on following slide.</a:t>
            </a:r>
          </a:p>
          <a:p>
            <a:pPr marL="0" marR="0" lvl="0" indent="0" defTabSz="914400" rtl="0" eaLnBrk="1" fontAlgn="auto" latinLnBrk="0" hangingPunct="1">
              <a:buClrTx/>
              <a:buSzTx/>
              <a:buFontTx/>
              <a:buNone/>
              <a:tabLst/>
              <a:defRPr/>
            </a:pPr>
            <a:r>
              <a:rPr lang="en-US" dirty="0">
                <a:solidFill>
                  <a:srgbClr val="000000"/>
                </a:solidFill>
                <a:latin typeface="Calibri" panose="020F0502020204030204" pitchFamily="34" charset="0"/>
              </a:rPr>
              <a:t>|</a:t>
            </a:r>
          </a:p>
          <a:p>
            <a:r>
              <a:rPr lang="en-US" b="1" dirty="0">
                <a:latin typeface="Calibri" panose="020F0502020204030204" pitchFamily="34" charset="0"/>
              </a:rPr>
              <a:t>|Student notes</a:t>
            </a:r>
          </a:p>
          <a:p>
            <a:r>
              <a:rPr lang="en-US" dirty="0">
                <a:latin typeface="Calibri" panose="020F0502020204030204" pitchFamily="34" charset="0"/>
              </a:rPr>
              <a:t>This example illustrates a case where a user has permission information derived from both a user policy and a group policy. In this example, Zhang has a user policy that allows access to Amazon S3 and Amazon DynamoDB, but it denies access to Amazon Kinesis. Zhang is also a member of an IAM group called Developer that allows access to S3, Amazon Athena, DynamoDB, and Kinesis. What are the results of these two policies on Zhang's access? </a:t>
            </a:r>
          </a:p>
        </p:txBody>
      </p:sp>
    </p:spTree>
    <p:extLst>
      <p:ext uri="{BB962C8B-B14F-4D97-AF65-F5344CB8AC3E}">
        <p14:creationId xmlns:p14="http://schemas.microsoft.com/office/powerpoint/2010/main" val="37935069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12</a:t>
            </a:fld>
            <a:r>
              <a:rPr lang="en-US" b="1" dirty="0">
                <a:latin typeface="Calibri" panose="020F0502020204030204" pitchFamily="34" charset="0"/>
              </a:rPr>
              <a:t> </a:t>
            </a:r>
          </a:p>
          <a:p>
            <a:r>
              <a:rPr lang="en-US" b="1" dirty="0">
                <a:latin typeface="Calibri" panose="020F0502020204030204" pitchFamily="34" charset="0"/>
              </a:rPr>
              <a:t>|Instructor notes</a:t>
            </a:r>
          </a:p>
          <a:p>
            <a:pPr marL="0" marR="0" lvl="0" indent="0" defTabSz="914400" rtl="0" eaLnBrk="1" fontAlgn="auto" latinLnBrk="0" hangingPunct="1">
              <a:buClrTx/>
              <a:buSzTx/>
              <a:buFontTx/>
              <a:buNone/>
              <a:tabLst/>
              <a:defRPr/>
            </a:pPr>
            <a:r>
              <a:rPr lang="en-US" dirty="0">
                <a:latin typeface="Calibri" panose="020F0502020204030204" pitchFamily="34" charset="0"/>
              </a:rPr>
              <a:t>|</a:t>
            </a:r>
            <a:r>
              <a:rPr lang="en-US" dirty="0">
                <a:solidFill>
                  <a:srgbClr val="000000"/>
                </a:solidFill>
                <a:latin typeface="Calibri" panose="020F0502020204030204" pitchFamily="34" charset="0"/>
              </a:rPr>
              <a:t>Review each answer with students.</a:t>
            </a:r>
          </a:p>
          <a:p>
            <a:pPr marL="0" marR="0" lvl="0" indent="0" defTabSz="914400" rtl="0" eaLnBrk="1" fontAlgn="auto" latinLnBrk="0" hangingPunct="1">
              <a:buClrTx/>
              <a:buSzTx/>
              <a:buFontTx/>
              <a:buNone/>
              <a:tabLst/>
              <a:defRPr/>
            </a:pPr>
            <a:r>
              <a:rPr lang="en-US" dirty="0">
                <a:solidFill>
                  <a:srgbClr val="000000"/>
                </a:solidFill>
                <a:latin typeface="Calibri" panose="020F0502020204030204" pitchFamily="34" charset="0"/>
              </a:rPr>
              <a:t>|</a:t>
            </a:r>
          </a:p>
          <a:p>
            <a:pPr marL="0" marR="0" lvl="0" indent="0" defTabSz="914400" rtl="0" eaLnBrk="1" fontAlgn="auto" latinLnBrk="0" hangingPunct="1">
              <a:buClrTx/>
              <a:buSzTx/>
              <a:buFontTx/>
              <a:buNone/>
              <a:tabLst/>
              <a:defRPr/>
            </a:pPr>
            <a:r>
              <a:rPr lang="en-US" b="1" dirty="0">
                <a:latin typeface="Calibri" panose="020F0502020204030204" pitchFamily="34" charset="0"/>
              </a:rPr>
              <a:t>|Student notes</a:t>
            </a:r>
          </a:p>
          <a:p>
            <a:pPr marL="0" marR="0" lvl="0" indent="0" defTabSz="914400" rtl="0" eaLnBrk="1" fontAlgn="auto" latinLnBrk="0" hangingPunct="1">
              <a:buClrTx/>
              <a:buSzTx/>
              <a:buFontTx/>
              <a:buNone/>
              <a:tabLst/>
              <a:defRPr/>
            </a:pPr>
            <a:r>
              <a:rPr lang="en-US" dirty="0">
                <a:latin typeface="Calibri" panose="020F0502020204030204" pitchFamily="34" charset="0"/>
              </a:rPr>
              <a:t>Zhang can access Athena even though the user policy doesn’t mention Athena. Zhang can’t access Kinesis because of the explicit deny in the user policy. Remember that an explicit deny in an IAM policy overrides an explicit allow, so the explicit deny overrides the allow Kinesis access in the group policy.  </a:t>
            </a:r>
          </a:p>
          <a:p>
            <a:pPr marL="0" marR="0" lvl="0" indent="0" defTabSz="914400" rtl="0" eaLnBrk="1" fontAlgn="auto" latinLnBrk="0" hangingPunct="1">
              <a:buClrTx/>
              <a:buSzTx/>
              <a:buFontTx/>
              <a:buNone/>
              <a:tabLst/>
              <a:defRPr/>
            </a:pPr>
            <a:endParaRPr lang="en-US" dirty="0">
              <a:latin typeface="Calibri" panose="020F0502020204030204" pitchFamily="34" charset="0"/>
            </a:endParaRPr>
          </a:p>
          <a:p>
            <a:pPr marL="0" marR="0" lvl="0" indent="0" defTabSz="914400" rtl="0" eaLnBrk="1" fontAlgn="auto" latinLnBrk="0" hangingPunct="1">
              <a:buClrTx/>
              <a:buSzTx/>
              <a:buFontTx/>
              <a:buNone/>
              <a:tabLst/>
              <a:defRPr/>
            </a:pPr>
            <a:endParaRPr lang="en-US" dirty="0">
              <a:latin typeface="Calibri" panose="020F0502020204030204" pitchFamily="34" charset="0"/>
            </a:endParaRPr>
          </a:p>
          <a:p>
            <a:pPr marL="0" marR="0" lvl="0" indent="0" defTabSz="914400" rtl="0" eaLnBrk="1" fontAlgn="auto" latinLnBrk="0" hangingPunct="1">
              <a:buClrTx/>
              <a:buSzTx/>
              <a:buFontTx/>
              <a:buNone/>
              <a:tabLst/>
              <a:defRPr/>
            </a:pPr>
            <a:endParaRPr lang="en-US" dirty="0">
              <a:solidFill>
                <a:schemeClr val="bg1"/>
              </a:solidFill>
              <a:latin typeface="Calibri" panose="020F0502020204030204" pitchFamily="34" charset="0"/>
            </a:endParaRPr>
          </a:p>
          <a:p>
            <a:pPr marL="0" marR="0" lvl="0" indent="0" defTabSz="914400" rtl="0" eaLnBrk="1" fontAlgn="auto" latinLnBrk="0" hangingPunct="1">
              <a:buClrTx/>
              <a:buSzTx/>
              <a:buFontTx/>
              <a:buNone/>
              <a:tabLst/>
              <a:defRPr/>
            </a:pPr>
            <a:endParaRPr lang="en-US" dirty="0">
              <a:latin typeface="Calibri" panose="020F0502020204030204" pitchFamily="34" charset="0"/>
            </a:endParaRPr>
          </a:p>
          <a:p>
            <a:pPr marL="0" marR="0" lvl="0" indent="0" defTabSz="914400" rtl="0" eaLnBrk="1" fontAlgn="auto" latinLnBrk="0" hangingPunct="1">
              <a:buClrTx/>
              <a:buSzTx/>
              <a:buFontTx/>
              <a:buNone/>
              <a:tabLst/>
              <a:defRPr/>
            </a:pPr>
            <a:endParaRPr lang="en-US" dirty="0">
              <a:solidFill>
                <a:schemeClr val="bg1"/>
              </a:solidFill>
              <a:latin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p:txBody>
      </p:sp>
    </p:spTree>
    <p:extLst>
      <p:ext uri="{BB962C8B-B14F-4D97-AF65-F5344CB8AC3E}">
        <p14:creationId xmlns:p14="http://schemas.microsoft.com/office/powerpoint/2010/main" val="2045170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defTabSz="914400" rtl="0" eaLnBrk="1" fontAlgn="auto" latinLnBrk="0" hangingPunct="1">
              <a:buClrTx/>
              <a:buSzTx/>
              <a:buFontTx/>
              <a:buNone/>
              <a:tabLst/>
              <a:defRPr/>
            </a:pPr>
            <a:r>
              <a:rPr kumimoji="0" lang="en-US" b="1" i="0" u="none" strike="noStrike" kern="1200" cap="none" spc="0" normalizeH="0" baseline="0" noProof="0">
                <a:ln>
                  <a:noFill/>
                </a:ln>
                <a:solidFill>
                  <a:prstClr val="black"/>
                </a:solidFill>
                <a:effectLst/>
                <a:uLnTx/>
                <a:uFillTx/>
                <a:latin typeface="Calibri" panose="020F0502020204030204" pitchFamily="34" charset="0"/>
                <a:ea typeface="+mn-ea"/>
                <a:cs typeface="+mn-cs"/>
              </a:rPr>
              <a:t>|</a:t>
            </a: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Slide number </a:t>
            </a:r>
            <a:fld id="{8664C272-6569-4216-A95E-54311E5C5ED8}" type="slidenum">
              <a:rPr kumimoji="0" lang="en-US" b="1"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defTabSz="914400" rtl="0" eaLnBrk="1" fontAlgn="auto" latinLnBrk="0" hangingPunct="1">
                <a:buClrTx/>
                <a:buSzTx/>
                <a:buFontTx/>
                <a:buNone/>
                <a:tabLst/>
                <a:defRPr/>
              </a:pPr>
              <a:t>13</a:t>
            </a:fld>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|Instructor notes</a:t>
            </a:r>
          </a:p>
          <a:p>
            <a:r>
              <a:rPr kumimoji="0" lang="en-US"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|Student notes</a:t>
            </a:r>
          </a:p>
          <a:p>
            <a:pPr marL="0" marR="0" lvl="0" indent="0" defTabSz="914400" rtl="0" eaLnBrk="1" fontAlgn="auto" latinLnBrk="0" hangingPunct="1">
              <a:buClrTx/>
              <a:buSzTx/>
              <a:buFontTx/>
              <a:buNone/>
              <a:tabLst/>
              <a:defRPr/>
            </a:pPr>
            <a:r>
              <a:rPr lang="en-US" dirty="0">
                <a:latin typeface="Calibri" panose="020F0502020204030204" pitchFamily="34" charset="0"/>
              </a:rPr>
              <a:t>As illustrated in the previous example, traditionally, permissions are defined based on job function. This is known as role-based access control (RBAC). </a:t>
            </a:r>
          </a:p>
          <a:p>
            <a:pPr marL="0" marR="0" lvl="0" indent="0" defTabSz="914400" rtl="0" eaLnBrk="1" fontAlgn="auto" latinLnBrk="0" hangingPunct="1">
              <a:buClrTx/>
              <a:buSzTx/>
              <a:buFontTx/>
              <a:buNone/>
              <a:tabLst/>
              <a:defRPr/>
            </a:pPr>
            <a:endParaRPr lang="en-US" dirty="0">
              <a:latin typeface="Calibri" panose="020F0502020204030204" pitchFamily="34" charset="0"/>
            </a:endParaRPr>
          </a:p>
          <a:p>
            <a:pPr marL="0" marR="0" lvl="0" indent="0" defTabSz="914400" rtl="0" eaLnBrk="1" fontAlgn="auto" latinLnBrk="0" hangingPunct="1">
              <a:buClrTx/>
              <a:buSzTx/>
              <a:buFontTx/>
              <a:buNone/>
              <a:tabLst/>
              <a:defRPr/>
            </a:pPr>
            <a:r>
              <a:rPr lang="en-US" dirty="0">
                <a:latin typeface="Calibri" panose="020F0502020204030204" pitchFamily="34" charset="0"/>
              </a:rPr>
              <a:t>The disadvantage to using the traditional RBAC model is that you have to maintain multiple policies. When new resources are added, you must update multiple policies to allow access to those resources. Updating polices can become time-consuming.</a:t>
            </a:r>
          </a:p>
        </p:txBody>
      </p:sp>
    </p:spTree>
    <p:extLst>
      <p:ext uri="{BB962C8B-B14F-4D97-AF65-F5344CB8AC3E}">
        <p14:creationId xmlns:p14="http://schemas.microsoft.com/office/powerpoint/2010/main" val="37797107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defTabSz="914400" rtl="0" eaLnBrk="1" fontAlgn="auto" latinLnBrk="0" hangingPunct="1">
              <a:buClrTx/>
              <a:buSzTx/>
              <a:buFontTx/>
              <a:buNone/>
              <a:tabLst/>
              <a:defRPr/>
            </a:pPr>
            <a:r>
              <a:rPr kumimoji="0" lang="en-US" b="1" i="0" u="none" strike="noStrike" kern="1200" cap="none" spc="0" normalizeH="0" baseline="0" noProof="0">
                <a:ln>
                  <a:noFill/>
                </a:ln>
                <a:solidFill>
                  <a:prstClr val="black"/>
                </a:solidFill>
                <a:effectLst/>
                <a:uLnTx/>
                <a:uFillTx/>
                <a:latin typeface="Calibri" panose="020F0502020204030204" pitchFamily="34" charset="0"/>
                <a:ea typeface="+mn-ea"/>
                <a:cs typeface="+mn-cs"/>
              </a:rPr>
              <a:t>|</a:t>
            </a: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Slide number </a:t>
            </a:r>
            <a:fld id="{8664C272-6569-4216-A95E-54311E5C5ED8}" type="slidenum">
              <a:rPr kumimoji="0" lang="en-US" b="1"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defTabSz="914400" rtl="0" eaLnBrk="1" fontAlgn="auto" latinLnBrk="0" hangingPunct="1">
                <a:buClrTx/>
                <a:buSzTx/>
                <a:buFontTx/>
                <a:buNone/>
                <a:tabLst/>
                <a:defRPr/>
              </a:pPr>
              <a:t>14</a:t>
            </a:fld>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|Instructor notes</a:t>
            </a:r>
          </a:p>
          <a:p>
            <a:r>
              <a:rPr kumimoji="0" lang="en-US"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|Student notes</a:t>
            </a:r>
          </a:p>
          <a:p>
            <a:pPr marL="0" marR="0" lvl="0" indent="0" defTabSz="914400" rtl="0" eaLnBrk="1" fontAlgn="auto" latinLnBrk="0" hangingPunct="1">
              <a:buClrTx/>
              <a:buSzTx/>
              <a:buFontTx/>
              <a:buNone/>
              <a:tabLst/>
              <a:defRPr/>
            </a:pPr>
            <a:r>
              <a:rPr kumimoji="0" lang="en-US"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This slide summarizes what attribute-based access control (ABAC) is and how it can benefit your permissions management approach. </a:t>
            </a:r>
          </a:p>
          <a:p>
            <a:endParaRPr lang="en-US" i="0" dirty="0">
              <a:latin typeface="Calibri" panose="020F0502020204030204" pitchFamily="34" charset="0"/>
            </a:endParaRPr>
          </a:p>
          <a:p>
            <a:r>
              <a:rPr lang="en-US" i="0" dirty="0">
                <a:latin typeface="Calibri" panose="020F0502020204030204" pitchFamily="34" charset="0"/>
              </a:rPr>
              <a:t>Using ABAC, writing permissions is relatively straightforward. The policy checks whether an attribute that’s applied to the IAM user is also applied to the resource that they want to access. When you create new IAM users and new account resources, you apply the correct tags to the users and to the resources.</a:t>
            </a:r>
          </a:p>
          <a:p>
            <a:endParaRPr lang="en-US" i="0" dirty="0">
              <a:latin typeface="Calibri" panose="020F0502020204030204" pitchFamily="34" charset="0"/>
            </a:endParaRPr>
          </a:p>
          <a:p>
            <a:r>
              <a:rPr lang="en-US" i="0" dirty="0">
                <a:latin typeface="Calibri" panose="020F0502020204030204" pitchFamily="34" charset="0"/>
              </a:rPr>
              <a:t>Using ABAC, you can grant developers access to their project resources, but you do not need to specify resources in the policy file. This is far more scalable than role-based access. </a:t>
            </a:r>
          </a:p>
          <a:p>
            <a:endParaRPr lang="en-US" i="0" dirty="0">
              <a:latin typeface="Calibri" panose="020F0502020204030204" pitchFamily="34" charset="0"/>
            </a:endParaRPr>
          </a:p>
          <a:p>
            <a:pPr marL="0" marR="0" lvl="0" indent="0" defTabSz="914400" rtl="0" eaLnBrk="1" fontAlgn="auto" latinLnBrk="0" hangingPunct="1">
              <a:buClrTx/>
              <a:buSzTx/>
              <a:buFontTx/>
              <a:buNone/>
              <a:tabLst/>
              <a:defRPr/>
            </a:pPr>
            <a:r>
              <a:rPr lang="en-US" dirty="0">
                <a:latin typeface="Calibri" panose="020F0502020204030204" pitchFamily="34" charset="0"/>
              </a:rPr>
              <a:t>For more information, see </a:t>
            </a:r>
            <a:r>
              <a:rPr lang="en-US" b="0" i="0" dirty="0">
                <a:solidFill>
                  <a:srgbClr val="16191F"/>
                </a:solidFill>
                <a:effectLst/>
                <a:latin typeface="Calibri" panose="020F0502020204030204" pitchFamily="34" charset="0"/>
              </a:rPr>
              <a:t>What is ABAC for AWS? </a:t>
            </a:r>
            <a:r>
              <a:rPr lang="en-US" dirty="0">
                <a:latin typeface="Calibri" panose="020F0502020204030204" pitchFamily="34" charset="0"/>
              </a:rPr>
              <a:t>on the content resources page of your online course.</a:t>
            </a:r>
          </a:p>
        </p:txBody>
      </p:sp>
    </p:spTree>
    <p:extLst>
      <p:ext uri="{BB962C8B-B14F-4D97-AF65-F5344CB8AC3E}">
        <p14:creationId xmlns:p14="http://schemas.microsoft.com/office/powerpoint/2010/main" val="14104381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defTabSz="914400" rtl="0" eaLnBrk="1" fontAlgn="auto" latinLnBrk="0" hangingPunct="1">
              <a:buClrTx/>
              <a:buSzTx/>
              <a:buFontTx/>
              <a:buNone/>
              <a:tabLst/>
              <a:defRPr/>
            </a:pPr>
            <a:r>
              <a:rPr kumimoji="0" lang="en-US" b="1" i="0" u="none" strike="noStrike" kern="1200" cap="none" spc="0" normalizeH="0" baseline="0" noProof="0">
                <a:ln>
                  <a:noFill/>
                </a:ln>
                <a:solidFill>
                  <a:prstClr val="black"/>
                </a:solidFill>
                <a:effectLst/>
                <a:uLnTx/>
                <a:uFillTx/>
                <a:latin typeface="Calibri" panose="020F0502020204030204" pitchFamily="34" charset="0"/>
                <a:ea typeface="+mn-ea"/>
                <a:cs typeface="+mn-cs"/>
              </a:rPr>
              <a:t>|</a:t>
            </a: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Slide number </a:t>
            </a:r>
            <a:fld id="{8664C272-6569-4216-A95E-54311E5C5ED8}" type="slidenum">
              <a:rPr kumimoji="0" lang="en-US" b="1"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defTabSz="914400" rtl="0" eaLnBrk="1" fontAlgn="auto" latinLnBrk="0" hangingPunct="1">
                <a:buClrTx/>
                <a:buSzTx/>
                <a:buFontTx/>
                <a:buNone/>
                <a:tabLst/>
                <a:defRPr/>
              </a:pPr>
              <a:t>15</a:t>
            </a:fld>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|Instructor notes</a:t>
            </a:r>
          </a:p>
          <a:p>
            <a:r>
              <a:rPr kumimoji="0" lang="en-US"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Review the following key information for tagging:</a:t>
            </a:r>
          </a:p>
          <a:p>
            <a:pPr marL="0" indent="0">
              <a:buFont typeface="Arial" panose="020B0604020202020204" pitchFamily="34" charset="0"/>
              <a:buNone/>
            </a:pPr>
            <a:r>
              <a:rPr kumimoji="0" lang="en-US"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 </a:t>
            </a:r>
            <a:r>
              <a:rPr lang="en-US" b="0" i="0" kern="1200" dirty="0">
                <a:solidFill>
                  <a:schemeClr val="tx1"/>
                </a:solidFill>
                <a:effectLst/>
                <a:latin typeface="Calibri" panose="020F0502020204030204" pitchFamily="34" charset="0"/>
                <a:ea typeface="+mn-ea"/>
                <a:cs typeface="+mn-cs"/>
              </a:rPr>
              <a:t>The maximum number of tags that you can assign to a resource is 50.</a:t>
            </a:r>
          </a:p>
          <a:p>
            <a:pPr marL="0" indent="0">
              <a:buFont typeface="Arial" panose="020B0604020202020204" pitchFamily="34" charset="0"/>
              <a:buNone/>
            </a:pPr>
            <a:r>
              <a:rPr lang="en-US" b="0" i="0" kern="1200" dirty="0">
                <a:solidFill>
                  <a:schemeClr val="tx1"/>
                </a:solidFill>
                <a:effectLst/>
                <a:latin typeface="Calibri" panose="020F0502020204030204" pitchFamily="34" charset="0"/>
                <a:ea typeface="+mn-ea"/>
                <a:cs typeface="+mn-cs"/>
              </a:rPr>
              <a:t>|  - The maximum key length is 128 Unicode characters.</a:t>
            </a:r>
          </a:p>
          <a:p>
            <a:pPr marL="0" indent="0">
              <a:buFont typeface="Arial" panose="020B0604020202020204" pitchFamily="34" charset="0"/>
              <a:buNone/>
            </a:pPr>
            <a:r>
              <a:rPr lang="en-US" b="0" i="0" kern="1200" dirty="0">
                <a:solidFill>
                  <a:schemeClr val="tx1"/>
                </a:solidFill>
                <a:effectLst/>
                <a:latin typeface="Calibri" panose="020F0502020204030204" pitchFamily="34" charset="0"/>
                <a:ea typeface="+mn-ea"/>
                <a:cs typeface="+mn-cs"/>
              </a:rPr>
              <a:t>|  - The maximum value length is 256 Unicode characters.</a:t>
            </a:r>
          </a:p>
          <a:p>
            <a:pPr marL="0" indent="0">
              <a:buFont typeface="Arial" panose="020B0604020202020204" pitchFamily="34" charset="0"/>
              <a:buNone/>
            </a:pPr>
            <a:r>
              <a:rPr lang="en-US" b="0" i="0" kern="1200" dirty="0">
                <a:solidFill>
                  <a:schemeClr val="tx1"/>
                </a:solidFill>
                <a:effectLst/>
                <a:latin typeface="Calibri" panose="020F0502020204030204" pitchFamily="34" charset="0"/>
                <a:ea typeface="+mn-ea"/>
                <a:cs typeface="+mn-cs"/>
              </a:rPr>
              <a:t>|  - Valid characters for a tag key and value are: a-z, A-Z, 0-9, space, and the following characters: _ . : / = + - and @</a:t>
            </a:r>
          </a:p>
          <a:p>
            <a:pPr marL="0" indent="0">
              <a:buFont typeface="Arial" panose="020B0604020202020204" pitchFamily="34" charset="0"/>
              <a:buNone/>
            </a:pPr>
            <a:r>
              <a:rPr lang="en-US" b="0" i="0" kern="1200" dirty="0">
                <a:solidFill>
                  <a:schemeClr val="tx1"/>
                </a:solidFill>
                <a:effectLst/>
                <a:latin typeface="Calibri" panose="020F0502020204030204" pitchFamily="34" charset="0"/>
                <a:ea typeface="+mn-ea"/>
                <a:cs typeface="+mn-cs"/>
              </a:rPr>
              <a:t>|  - Keys and values are case sensitive.</a:t>
            </a:r>
          </a:p>
          <a:p>
            <a:pPr marL="0" indent="0">
              <a:buFont typeface="Arial" panose="020B0604020202020204" pitchFamily="34" charset="0"/>
              <a:buNone/>
            </a:pPr>
            <a:r>
              <a:rPr lang="en-US" b="0" i="0" kern="1200" dirty="0">
                <a:solidFill>
                  <a:schemeClr val="tx1"/>
                </a:solidFill>
                <a:effectLst/>
                <a:latin typeface="Calibri" panose="020F0502020204030204" pitchFamily="34" charset="0"/>
                <a:ea typeface="+mn-ea"/>
                <a:cs typeface="+mn-cs"/>
              </a:rPr>
              <a:t>|  - Don't use aws: as a prefix for keys; it's reserved for AWS use.</a:t>
            </a:r>
          </a:p>
          <a:p>
            <a:r>
              <a:rPr kumimoji="0" lang="en-US"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|Student notes</a:t>
            </a:r>
          </a:p>
          <a:p>
            <a:r>
              <a:rPr lang="en-US" b="0" i="0" u="none" strike="noStrike" kern="1200" dirty="0">
                <a:solidFill>
                  <a:schemeClr val="tx1"/>
                </a:solidFill>
                <a:effectLst/>
                <a:latin typeface="Calibri" panose="020F0502020204030204" pitchFamily="34" charset="0"/>
                <a:ea typeface="+mn-ea"/>
                <a:cs typeface="+mn-cs"/>
              </a:rPr>
              <a:t>Before you consider the attribute-based approach to permissions controls, you should understand the tagging feature in AWS</a:t>
            </a:r>
            <a:r>
              <a:rPr lang="en-US" dirty="0">
                <a:latin typeface="Calibri" panose="020F0502020204030204" pitchFamily="34" charset="0"/>
              </a:rPr>
              <a:t>.</a:t>
            </a:r>
          </a:p>
          <a:p>
            <a:endParaRPr lang="en-US" b="0" i="0" u="none" strike="noStrike" kern="1200" dirty="0">
              <a:solidFill>
                <a:schemeClr val="tx1"/>
              </a:solidFill>
              <a:effectLst/>
              <a:latin typeface="Calibri" panose="020F0502020204030204" pitchFamily="34" charset="0"/>
              <a:ea typeface="+mn-ea"/>
              <a:cs typeface="+mn-cs"/>
            </a:endParaRPr>
          </a:p>
          <a:p>
            <a:r>
              <a:rPr lang="en-US" dirty="0">
                <a:latin typeface="Calibri" panose="020F0502020204030204" pitchFamily="34" charset="0"/>
              </a:rPr>
              <a:t>AWS enables customers to assign metadata to their AWS resources and identities in the form of </a:t>
            </a:r>
            <a:r>
              <a:rPr lang="en-US" i="0" dirty="0">
                <a:latin typeface="Calibri" panose="020F0502020204030204" pitchFamily="34" charset="0"/>
              </a:rPr>
              <a:t>tags.</a:t>
            </a:r>
            <a:r>
              <a:rPr lang="en-US" dirty="0">
                <a:latin typeface="Calibri" panose="020F0502020204030204" pitchFamily="34" charset="0"/>
              </a:rPr>
              <a:t> Each tag is a simple label that consists of a customer-defined key and an optional value. Tags can make it easier to manage, search for, and filter resources. </a:t>
            </a:r>
          </a:p>
          <a:p>
            <a:endParaRPr lang="en-US" b="0" i="0" u="none" strike="noStrike" kern="1200" dirty="0">
              <a:solidFill>
                <a:schemeClr val="tx1"/>
              </a:solidFill>
              <a:effectLst/>
              <a:latin typeface="Calibri" panose="020F0502020204030204" pitchFamily="34" charset="0"/>
              <a:ea typeface="+mn-ea"/>
              <a:cs typeface="+mn-cs"/>
            </a:endParaRPr>
          </a:p>
          <a:p>
            <a:r>
              <a:rPr lang="en-US" i="0" dirty="0">
                <a:latin typeface="Calibri" panose="020F0502020204030204" pitchFamily="34" charset="0"/>
              </a:rPr>
              <a:t>Tags have many practical uses. For example, you can create technical tags to identify that a resource is a web server, part of a specific project, part of a specific environment (test, development, or production), among others. You can also create business tags to identify the department or cost center that should be billed for this resource or the project that this resource is a part of. Finally, you can also set security tags, such as an identifier for the specific data-confidentiality level that a resource supports.</a:t>
            </a:r>
            <a:endParaRPr lang="en-US" b="0" i="0" u="none" strike="noStrike" kern="1200" dirty="0">
              <a:solidFill>
                <a:schemeClr val="tx1"/>
              </a:solidFill>
              <a:effectLst/>
              <a:latin typeface="Calibri" panose="020F0502020204030204" pitchFamily="34" charset="0"/>
              <a:ea typeface="+mn-ea"/>
              <a:cs typeface="+mn-cs"/>
            </a:endParaRPr>
          </a:p>
          <a:p>
            <a:endParaRPr lang="en-US" i="0" dirty="0">
              <a:latin typeface="Calibri" panose="020F0502020204030204" pitchFamily="34" charset="0"/>
            </a:endParaRPr>
          </a:p>
          <a:p>
            <a:r>
              <a:rPr lang="en-US" i="0" dirty="0">
                <a:latin typeface="Calibri" panose="020F0502020204030204" pitchFamily="34" charset="0"/>
              </a:rPr>
              <a:t>You can create up to 50 </a:t>
            </a:r>
            <a:r>
              <a:rPr lang="en-US" b="0" i="0" u="none" strike="noStrike" kern="1200" dirty="0">
                <a:solidFill>
                  <a:schemeClr val="tx1"/>
                </a:solidFill>
                <a:effectLst/>
                <a:latin typeface="Calibri" panose="020F0502020204030204" pitchFamily="34" charset="0"/>
                <a:ea typeface="+mn-ea"/>
                <a:cs typeface="+mn-cs"/>
              </a:rPr>
              <a:t>tags per resource.</a:t>
            </a:r>
            <a:r>
              <a:rPr lang="en-US" i="0" dirty="0">
                <a:latin typeface="Calibri" panose="020F0502020204030204" pitchFamily="34" charset="0"/>
              </a:rPr>
              <a:t> </a:t>
            </a:r>
            <a:r>
              <a:rPr lang="en-US" b="0" i="0" u="none" strike="noStrike" kern="1200" dirty="0">
                <a:solidFill>
                  <a:schemeClr val="tx1"/>
                </a:solidFill>
                <a:effectLst/>
                <a:latin typeface="Calibri" panose="020F0502020204030204" pitchFamily="34" charset="0"/>
                <a:ea typeface="+mn-ea"/>
                <a:cs typeface="+mn-cs"/>
              </a:rPr>
              <a:t>For each resource, each tag key must be unique, and each tag key can have only one value. </a:t>
            </a:r>
            <a:r>
              <a:rPr lang="en-US" b="0" i="0" kern="1200" dirty="0">
                <a:solidFill>
                  <a:schemeClr val="tx1"/>
                </a:solidFill>
                <a:effectLst/>
                <a:latin typeface="Calibri" panose="020F0502020204030204" pitchFamily="34" charset="0"/>
                <a:ea typeface="+mn-ea"/>
                <a:cs typeface="+mn-cs"/>
              </a:rPr>
              <a:t>Tag keys and values are case-sensitive.</a:t>
            </a:r>
          </a:p>
          <a:p>
            <a:endParaRPr lang="en-US" i="0" dirty="0">
              <a:latin typeface="Calibri" panose="020F0502020204030204" pitchFamily="34" charset="0"/>
            </a:endParaRPr>
          </a:p>
          <a:p>
            <a:r>
              <a:rPr lang="en-US" i="0" dirty="0">
                <a:latin typeface="Calibri" panose="020F0502020204030204" pitchFamily="34" charset="0"/>
              </a:rPr>
              <a:t>You can also add tags to IAM users and IAM roles. Tags are an important part of the second access-control method</a:t>
            </a:r>
            <a:r>
              <a:rPr lang="en-US" dirty="0">
                <a:latin typeface="Calibri" panose="020F0502020204030204" pitchFamily="34" charset="0"/>
              </a:rPr>
              <a:t>.</a:t>
            </a:r>
          </a:p>
        </p:txBody>
      </p:sp>
    </p:spTree>
    <p:extLst>
      <p:ext uri="{BB962C8B-B14F-4D97-AF65-F5344CB8AC3E}">
        <p14:creationId xmlns:p14="http://schemas.microsoft.com/office/powerpoint/2010/main" val="25018531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09999"/>
            <a:ext cx="7112000" cy="5397500"/>
          </a:xfrm>
        </p:spPr>
        <p:txBody>
          <a:bodyPr/>
          <a:lstStyle/>
          <a:p>
            <a:pPr marL="0" marR="0" lvl="0" indent="0" defTabSz="914400" rtl="0" eaLnBrk="1" fontAlgn="auto" latinLnBrk="0" hangingPunct="1">
              <a:buClrTx/>
              <a:buSzTx/>
              <a:buFontTx/>
              <a:buNone/>
              <a:tabLst/>
              <a:defRPr/>
            </a:pPr>
            <a:r>
              <a:rPr kumimoji="0" lang="en-US" b="1" i="0" u="none" strike="noStrike" kern="1200" cap="none" spc="0" normalizeH="0" baseline="0" noProof="0">
                <a:ln>
                  <a:noFill/>
                </a:ln>
                <a:solidFill>
                  <a:prstClr val="black"/>
                </a:solidFill>
                <a:effectLst/>
                <a:uLnTx/>
                <a:uFillTx/>
                <a:latin typeface="Calibri" panose="020F0502020204030204" pitchFamily="34" charset="0"/>
                <a:ea typeface="+mn-ea"/>
                <a:cs typeface="+mn-cs"/>
              </a:rPr>
              <a:t>|</a:t>
            </a: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Slide number </a:t>
            </a:r>
            <a:fld id="{8664C272-6569-4216-A95E-54311E5C5ED8}" type="slidenum">
              <a:rPr kumimoji="0" lang="en-US" b="1"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defTabSz="914400" rtl="0" eaLnBrk="1" fontAlgn="auto" latinLnBrk="0" hangingPunct="1">
                <a:buClrTx/>
                <a:buSzTx/>
                <a:buFontTx/>
                <a:buNone/>
                <a:tabLst/>
                <a:defRPr/>
              </a:pPr>
              <a:t>16</a:t>
            </a:fld>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|Instructor notes</a:t>
            </a:r>
          </a:p>
          <a:p>
            <a:r>
              <a:rPr kumimoji="0" lang="en-US"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|Reinforce that ABAC refers to attribute-based access control and that it’</a:t>
            </a:r>
            <a:r>
              <a:rPr lang="en-US" b="0" i="0" kern="1200" dirty="0">
                <a:solidFill>
                  <a:schemeClr val="tx1"/>
                </a:solidFill>
                <a:effectLst/>
                <a:latin typeface="Calibri" panose="020F0502020204030204" pitchFamily="34" charset="0"/>
                <a:ea typeface="+mn-ea"/>
                <a:cs typeface="+mn-cs"/>
              </a:rPr>
              <a:t>s an authorization strategy that defines permissions based on attributes. This is a simplified example. If you want to go deeper, you might take the students through the tutorial that’s linked in the course resources. </a:t>
            </a:r>
          </a:p>
          <a:p>
            <a:r>
              <a:rPr lang="en-US" dirty="0">
                <a:latin typeface="Calibri" panose="020F0502020204030204" pitchFamily="34" charset="0"/>
              </a:rPr>
              <a:t>|</a:t>
            </a:r>
            <a:endParaRPr lang="en-US" b="0" i="0" kern="1200" dirty="0">
              <a:solidFill>
                <a:schemeClr val="tx1"/>
              </a:solidFill>
              <a:effectLst/>
              <a:latin typeface="Calibri" panose="020F0502020204030204" pitchFamily="34" charset="0"/>
              <a:ea typeface="+mn-ea"/>
              <a:cs typeface="+mn-cs"/>
            </a:endParaRPr>
          </a:p>
          <a:p>
            <a:r>
              <a:rPr kumimoji="0" lang="en-US"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|Student notes</a:t>
            </a:r>
          </a:p>
          <a:p>
            <a:r>
              <a:rPr kumimoji="0" lang="en-US"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In this example, the development organization is using attributes to identify the team (development or test) and the project (maintenance or new development). They have four IAM roles: one for developers on the maintenance project, one for developers on the new development project, one for testers on the maintenance project, and one for testers on the new development project. </a:t>
            </a:r>
          </a:p>
          <a:p>
            <a:endParaRPr kumimoji="0" lang="en-US"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p>
            <a:r>
              <a:rPr kumimoji="0" lang="en-US"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Each project has two EC2 instances. One is tagged for the dev environment, and the other is tagged for test. There’s also an Amazon S3 bucket tagged for developers and an Amazon S3 bucket tagged for testers. </a:t>
            </a:r>
          </a:p>
          <a:p>
            <a:endParaRPr kumimoji="0" lang="en-US"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p>
            <a:r>
              <a:rPr kumimoji="0" lang="en-US"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Using the attributes, they can set up a single policy that says which tags have access to which resources. This gives them flexibility as they add new resources or roles, and it limits the number of individual permissions that are needed. If a new EC2 instance is added, for example, they can just add the appropriate tag to the new instance and the roles that should have access will have it without any other changes. </a:t>
            </a:r>
          </a:p>
          <a:p>
            <a:endParaRPr kumimoji="0" lang="en-US"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p>
            <a:r>
              <a:rPr lang="en-US" i="0" dirty="0">
                <a:latin typeface="Calibri" panose="020F0502020204030204" pitchFamily="34" charset="0"/>
              </a:rPr>
              <a:t>To apply ABAC to your organization, the first step is to create identities, such as IAM users or IAM roles. These identities must have the attributes that will be used for access control purposes. For example, you can apply the Env = Dev and Project = Maint tags to the role for maintenance developers. </a:t>
            </a:r>
          </a:p>
          <a:p>
            <a:endParaRPr lang="en-US" i="0" dirty="0">
              <a:latin typeface="Calibri" panose="020F0502020204030204" pitchFamily="34" charset="0"/>
            </a:endParaRPr>
          </a:p>
          <a:p>
            <a:r>
              <a:rPr lang="en-US" i="0" dirty="0">
                <a:latin typeface="Calibri" panose="020F0502020204030204" pitchFamily="34" charset="0"/>
              </a:rPr>
              <a:t>Next, require attributes for new resources. You should create policies that enforce the rule at the time of resource creation. For example, you could require that a Project attribute and a Team attribute must be applied to any resource when it is created. </a:t>
            </a:r>
          </a:p>
          <a:p>
            <a:endParaRPr lang="en-US" i="0" dirty="0">
              <a:latin typeface="Calibri" panose="020F0502020204030204" pitchFamily="34" charset="0"/>
            </a:endParaRPr>
          </a:p>
          <a:p>
            <a:r>
              <a:rPr lang="en-US" i="0" dirty="0">
                <a:latin typeface="Calibri" panose="020F0502020204030204" pitchFamily="34" charset="0"/>
              </a:rPr>
              <a:t>With attributes in place for roles and resources, configure access permissions based on the attributes. For example, the policy would allow roles with the dev and maintenance tags to access the EC2 dev maintenance instance and the developer Amazon S3 bucket. Roles with the dev and newdev tags would be granted access to the EC2 dev newdev instance and the developer Amazon S3 bucket. The policy would deny access to roles without the appropriate tags. </a:t>
            </a:r>
          </a:p>
          <a:p>
            <a:endParaRPr lang="en-US" i="0" dirty="0">
              <a:latin typeface="Calibri" panose="020F0502020204030204" pitchFamily="34" charset="0"/>
            </a:endParaRPr>
          </a:p>
          <a:p>
            <a:r>
              <a:rPr lang="en-US" i="0" dirty="0">
                <a:latin typeface="Calibri" panose="020F0502020204030204" pitchFamily="34" charset="0"/>
              </a:rPr>
              <a:t>Test your configuration. For example, a user could try to add an additional EC2 instance without the required tags. The attempt should fail. Try creating the instance again with the required tags. This time, they should be able to create the resource successfully. After verifying that resources can’t be created without the desired tags, have users with each role try to access the resources they should and should not have access to. </a:t>
            </a:r>
          </a:p>
          <a:p>
            <a:endParaRPr kumimoji="0" lang="en-US"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p>
            <a:r>
              <a:rPr kumimoji="0" lang="en-US"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For a detailed tutorial that demonstrates how to use ABAC in AWS, see the link in your courses resources for this tutorial titled IAM tutorial: Define permissions to access AWS resources based on tags.</a:t>
            </a:r>
          </a:p>
        </p:txBody>
      </p:sp>
    </p:spTree>
    <p:extLst>
      <p:ext uri="{BB962C8B-B14F-4D97-AF65-F5344CB8AC3E}">
        <p14:creationId xmlns:p14="http://schemas.microsoft.com/office/powerpoint/2010/main" val="3296635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397500"/>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17</a:t>
            </a:fld>
            <a:r>
              <a:rPr lang="en-US" b="1" dirty="0">
                <a:latin typeface="Calibri" panose="020F0502020204030204" pitchFamily="34" charset="0"/>
              </a:rPr>
              <a:t> </a:t>
            </a:r>
          </a:p>
          <a:p>
            <a:r>
              <a:rPr lang="en-US" b="1" dirty="0">
                <a:latin typeface="Calibri" panose="020F0502020204030204" pitchFamily="34" charset="0"/>
              </a:rPr>
              <a:t>|Instructor notes</a:t>
            </a:r>
          </a:p>
          <a:p>
            <a:pPr marL="0" marR="0" lvl="0" indent="0" defTabSz="914400" rtl="0" eaLnBrk="1" fontAlgn="auto" latinLnBrk="0" hangingPunct="1">
              <a:buClrTx/>
              <a:buSzTx/>
              <a:buFontTx/>
              <a:buNone/>
              <a:tabLst/>
              <a:defRPr/>
            </a:pPr>
            <a:r>
              <a:rPr lang="en-US" dirty="0">
                <a:latin typeface="Calibri" panose="020F0502020204030204" pitchFamily="34" charset="0"/>
              </a:rPr>
              <a:t>|</a:t>
            </a:r>
            <a:r>
              <a:rPr lang="en-US" dirty="0">
                <a:solidFill>
                  <a:srgbClr val="000000"/>
                </a:solidFill>
                <a:latin typeface="Calibri" panose="020F0502020204030204" pitchFamily="34" charset="0"/>
              </a:rPr>
              <a:t> </a:t>
            </a:r>
          </a:p>
          <a:p>
            <a:r>
              <a:rPr lang="en-US" b="1" dirty="0">
                <a:latin typeface="Calibri" panose="020F0502020204030204" pitchFamily="34" charset="0"/>
              </a:rPr>
              <a:t>|Student notes</a:t>
            </a:r>
          </a:p>
          <a:p>
            <a:pPr marL="0" marR="0" lvl="0" indent="0" defTabSz="914400" rtl="0" eaLnBrk="1" fontAlgn="auto" latinLnBrk="0" hangingPunct="1">
              <a:buClrTx/>
              <a:buSzTx/>
              <a:buFont typeface="Arial" panose="020B0604020202020204" pitchFamily="34" charset="0"/>
              <a:buNone/>
              <a:tabLst/>
              <a:defRPr/>
            </a:pPr>
            <a:r>
              <a:rPr lang="en-US" dirty="0">
                <a:solidFill>
                  <a:srgbClr val="000000"/>
                </a:solidFill>
                <a:latin typeface="Calibri" panose="020F0502020204030204" pitchFamily="34" charset="0"/>
              </a:rPr>
              <a:t>Here are a few key points to summarize this section.</a:t>
            </a:r>
          </a:p>
        </p:txBody>
      </p:sp>
    </p:spTree>
    <p:extLst>
      <p:ext uri="{BB962C8B-B14F-4D97-AF65-F5344CB8AC3E}">
        <p14:creationId xmlns:p14="http://schemas.microsoft.com/office/powerpoint/2010/main" val="23072001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Image Placeholder 5">
            <a:extLst>
              <a:ext uri="{FF2B5EF4-FFF2-40B4-BE49-F238E27FC236}">
                <a16:creationId xmlns:a16="http://schemas.microsoft.com/office/drawing/2014/main" id="{F6BB7BC7-CE4D-4E47-86AE-F7B614A20F37}"/>
              </a:ext>
            </a:extLst>
          </p:cNvPr>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lvl="0"/>
            <a:r>
              <a:rPr lang="en-US" b="1" noProof="0">
                <a:latin typeface="Calibri" panose="020F0502020204030204" pitchFamily="34" charset="0"/>
              </a:rPr>
              <a:t>|</a:t>
            </a:r>
            <a:r>
              <a:rPr lang="en-US" b="1" noProof="0" dirty="0">
                <a:latin typeface="Calibri" panose="020F0502020204030204" pitchFamily="34" charset="0"/>
              </a:rPr>
              <a:t>Slide number </a:t>
            </a:r>
            <a:fld id="{8664C272-6569-4216-A95E-54311E5C5ED8}" type="slidenum">
              <a:rPr lang="en-US" b="1" noProof="0" smtClean="0">
                <a:latin typeface="Calibri" panose="020F0502020204030204" pitchFamily="34" charset="0"/>
              </a:rPr>
              <a:pPr lvl="0"/>
              <a:t>18</a:t>
            </a:fld>
            <a:r>
              <a:rPr lang="en-US" b="1" noProof="0" dirty="0">
                <a:latin typeface="Calibri" panose="020F0502020204030204" pitchFamily="34" charset="0"/>
              </a:rPr>
              <a:t> </a:t>
            </a:r>
          </a:p>
          <a:p>
            <a:pPr lvl="0"/>
            <a:r>
              <a:rPr lang="en-US" b="1" noProof="0" dirty="0">
                <a:latin typeface="Calibri" panose="020F0502020204030204" pitchFamily="34" charset="0"/>
              </a:rPr>
              <a:t>|Instructor notes</a:t>
            </a:r>
          </a:p>
          <a:p>
            <a:r>
              <a:rPr lang="en-US" noProof="0" dirty="0">
                <a:latin typeface="Calibri" panose="020F0502020204030204" pitchFamily="34" charset="0"/>
              </a:rPr>
              <a:t>|</a:t>
            </a:r>
          </a:p>
          <a:p>
            <a:pPr lvl="0"/>
            <a:r>
              <a:rPr lang="en-US" b="1" noProof="0" dirty="0">
                <a:latin typeface="Calibri" panose="020F0502020204030204" pitchFamily="34" charset="0"/>
              </a:rPr>
              <a:t>|Student notes</a:t>
            </a:r>
          </a:p>
          <a:p>
            <a:pPr lvl="0"/>
            <a:r>
              <a:rPr lang="en-US" dirty="0">
                <a:latin typeface="Calibri" panose="020F0502020204030204" pitchFamily="34" charset="0"/>
              </a:rPr>
              <a:t>This section covers federating users and conveying information needed to authorize access to resources. </a:t>
            </a:r>
          </a:p>
        </p:txBody>
      </p:sp>
    </p:spTree>
    <p:extLst>
      <p:ext uri="{BB962C8B-B14F-4D97-AF65-F5344CB8AC3E}">
        <p14:creationId xmlns:p14="http://schemas.microsoft.com/office/powerpoint/2010/main" val="35488597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defTabSz="914400" rtl="0" eaLnBrk="1" fontAlgn="auto" latinLnBrk="0" hangingPunct="1">
              <a:buClrTx/>
              <a:buSzTx/>
              <a:buFontTx/>
              <a:buNone/>
              <a:tabLst/>
              <a:defRPr/>
            </a:pPr>
            <a:r>
              <a:rPr kumimoji="0" lang="en-US" b="1" i="0" u="none" strike="noStrike" kern="1200" cap="none" spc="0" normalizeH="0" baseline="0" noProof="0">
                <a:ln>
                  <a:noFill/>
                </a:ln>
                <a:solidFill>
                  <a:prstClr val="black"/>
                </a:solidFill>
                <a:effectLst/>
                <a:uLnTx/>
                <a:uFillTx/>
                <a:latin typeface="Calibri" panose="020F0502020204030204" pitchFamily="34" charset="0"/>
                <a:ea typeface="+mn-ea"/>
                <a:cs typeface="+mn-cs"/>
              </a:rPr>
              <a:t>|</a:t>
            </a: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Slide number </a:t>
            </a:r>
            <a:fld id="{8664C272-6569-4216-A95E-54311E5C5ED8}" type="slidenum">
              <a:rPr kumimoji="0" lang="en-US" b="1"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defTabSz="914400" rtl="0" eaLnBrk="1" fontAlgn="auto" latinLnBrk="0" hangingPunct="1">
                <a:buClrTx/>
                <a:buSzTx/>
                <a:buFontTx/>
                <a:buNone/>
                <a:tabLst/>
                <a:defRPr/>
              </a:pPr>
              <a:t>19</a:t>
            </a:fld>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|Instructor notes</a:t>
            </a:r>
          </a:p>
          <a:p>
            <a:r>
              <a:rPr kumimoji="0" lang="en-US"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|Student notes</a:t>
            </a:r>
            <a:endParaRPr lang="en-US" b="0" i="0" kern="1200" dirty="0">
              <a:solidFill>
                <a:schemeClr val="tx1"/>
              </a:solidFill>
              <a:effectLst/>
              <a:latin typeface="Calibri" panose="020F0502020204030204" pitchFamily="34" charset="0"/>
              <a:ea typeface="+mn-ea"/>
              <a:cs typeface="+mn-cs"/>
            </a:endParaRPr>
          </a:p>
          <a:p>
            <a:pPr marL="0" marR="0" lvl="0" indent="0" defTabSz="914400" rtl="0" eaLnBrk="1" fontAlgn="auto" latinLnBrk="0" hangingPunct="1">
              <a:buClrTx/>
              <a:buSzTx/>
              <a:buFontTx/>
              <a:buNone/>
              <a:tabLst/>
              <a:defRPr/>
            </a:pPr>
            <a:r>
              <a:rPr lang="en-US" i="0" dirty="0">
                <a:solidFill>
                  <a:srgbClr val="000000"/>
                </a:solidFill>
                <a:latin typeface="Calibri" panose="020F0502020204030204" pitchFamily="34" charset="0"/>
              </a:rPr>
              <a:t>Identity federation </a:t>
            </a:r>
            <a:r>
              <a:rPr lang="en-US" dirty="0">
                <a:solidFill>
                  <a:srgbClr val="000000"/>
                </a:solidFill>
                <a:latin typeface="Calibri" panose="020F0502020204030204" pitchFamily="34" charset="0"/>
              </a:rPr>
              <a:t>is a system of trust between two parties to authenticate users and convey information that’s needed to authorize access to resources. Identity providers (IdPs) are responsible for user authentication. Service providers (SPs), such as services or applications, are responsible for controlling access to resources. Through administrative agreement and configuration, the SP trusts the IdP to authenticate users and grants them access to the requested resources.</a:t>
            </a:r>
          </a:p>
          <a:p>
            <a:pPr marL="0" marR="0" lvl="0" indent="0" defTabSz="914400" rtl="0" eaLnBrk="1" fontAlgn="auto" latinLnBrk="0" hangingPunct="1">
              <a:buClrTx/>
              <a:buSzTx/>
              <a:buFontTx/>
              <a:buNone/>
              <a:tabLst/>
              <a:defRPr/>
            </a:pPr>
            <a:endParaRPr lang="en-US" dirty="0">
              <a:solidFill>
                <a:srgbClr val="000000"/>
              </a:solidFill>
              <a:latin typeface="Calibri" panose="020F0502020204030204" pitchFamily="34" charset="0"/>
            </a:endParaRPr>
          </a:p>
          <a:p>
            <a:pPr marL="0" marR="0" lvl="0" indent="0" defTabSz="914400" rtl="0" eaLnBrk="1" fontAlgn="auto" latinLnBrk="0" hangingPunct="1">
              <a:buClrTx/>
              <a:buSzTx/>
              <a:buFontTx/>
              <a:buNone/>
              <a:tabLst/>
              <a:defRPr/>
            </a:pPr>
            <a:r>
              <a:rPr lang="en-US" dirty="0">
                <a:solidFill>
                  <a:srgbClr val="000000"/>
                </a:solidFill>
                <a:latin typeface="Calibri" panose="020F0502020204030204" pitchFamily="34" charset="0"/>
              </a:rPr>
              <a:t>For more information, see the Identity Federation link that’s provided on the course resource page.</a:t>
            </a:r>
          </a:p>
        </p:txBody>
      </p:sp>
    </p:spTree>
    <p:extLst>
      <p:ext uri="{BB962C8B-B14F-4D97-AF65-F5344CB8AC3E}">
        <p14:creationId xmlns:p14="http://schemas.microsoft.com/office/powerpoint/2010/main" val="27065561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defTabSz="914400" rtl="0" eaLnBrk="1" fontAlgn="auto" latinLnBrk="0" hangingPunct="1">
              <a:buClrTx/>
              <a:buSzTx/>
              <a:buFontTx/>
              <a:buNone/>
              <a:tabLst/>
              <a:defRPr/>
            </a:pPr>
            <a:r>
              <a:rPr kumimoji="0" lang="en-US" b="1" i="0" u="none" strike="noStrike" kern="1200" cap="none" spc="0" normalizeH="0" baseline="0" noProof="0">
                <a:ln>
                  <a:noFill/>
                </a:ln>
                <a:solidFill>
                  <a:prstClr val="black"/>
                </a:solidFill>
                <a:effectLst/>
                <a:uLnTx/>
                <a:uFillTx/>
                <a:latin typeface="Calibri" panose="020F0502020204030204" pitchFamily="34" charset="0"/>
                <a:ea typeface="+mn-ea"/>
                <a:cs typeface="+mn-cs"/>
              </a:rPr>
              <a:t>|</a:t>
            </a: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Slide number </a:t>
            </a:r>
            <a:fld id="{8664C272-6569-4216-A95E-54311E5C5ED8}" type="slidenum">
              <a:rPr kumimoji="0" lang="en-US" b="1"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defTabSz="914400" rtl="0" eaLnBrk="1" fontAlgn="auto" latinLnBrk="0" hangingPunct="1">
                <a:buClrTx/>
                <a:buSzTx/>
                <a:buFontTx/>
                <a:buNone/>
                <a:tabLst/>
                <a:defRPr/>
              </a:pPr>
              <a:t>20</a:t>
            </a:fld>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|Instructor notes</a:t>
            </a:r>
          </a:p>
          <a:p>
            <a:r>
              <a:rPr kumimoji="0" lang="en-US"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|Student notes</a:t>
            </a:r>
            <a:endParaRPr lang="en-US" b="0" i="0" kern="1200" dirty="0">
              <a:solidFill>
                <a:schemeClr val="tx1"/>
              </a:solidFill>
              <a:effectLst/>
              <a:latin typeface="Calibri" panose="020F0502020204030204" pitchFamily="34" charset="0"/>
              <a:ea typeface="+mn-ea"/>
              <a:cs typeface="+mn-cs"/>
            </a:endParaRPr>
          </a:p>
          <a:p>
            <a:pPr marL="0" marR="0" lvl="0" indent="0" defTabSz="914400" rtl="0" eaLnBrk="1" fontAlgn="auto" latinLnBrk="0" hangingPunct="1">
              <a:buClrTx/>
              <a:buSzTx/>
              <a:buFontTx/>
              <a:buNone/>
              <a:tabLst/>
              <a:defRPr/>
            </a:pPr>
            <a:r>
              <a:rPr kumimoji="0" lang="en-US"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You can use two AWS services to federate your workforce into AWS accounts and business applications: AWS Identity and Access Management (IAM) or AWS IAM Identity Center (successor to AWS SSO). </a:t>
            </a:r>
          </a:p>
          <a:p>
            <a:pPr marL="0" marR="0" lvl="0" indent="0" defTabSz="914400" rtl="0" eaLnBrk="1" fontAlgn="auto" latinLnBrk="0" hangingPunct="1">
              <a:buClrTx/>
              <a:buSzTx/>
              <a:buFontTx/>
              <a:buNone/>
              <a:tabLst/>
              <a:defRPr/>
            </a:pPr>
            <a:endParaRPr kumimoji="0" lang="en-US"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p>
            <a:pPr marL="0" marR="0" lvl="0" indent="0" defTabSz="914400" rtl="0" eaLnBrk="1" fontAlgn="auto" latinLnBrk="0" hangingPunct="1">
              <a:buClrTx/>
              <a:buSzTx/>
              <a:buFontTx/>
              <a:buNone/>
              <a:tabLst/>
              <a:defRPr/>
            </a:pPr>
            <a:r>
              <a:rPr lang="en-US" b="0" i="0" kern="1200" dirty="0">
                <a:solidFill>
                  <a:schemeClr val="tx1"/>
                </a:solidFill>
                <a:effectLst/>
                <a:latin typeface="Calibri" panose="020F0502020204030204" pitchFamily="34" charset="0"/>
                <a:ea typeface="+mn-ea"/>
                <a:cs typeface="+mn-cs"/>
              </a:rPr>
              <a:t>You can enable federated access to AWS accounts using IAM. The flexibility of IAM allows you to enable a separate Security Assertion Markup Language (SAML) 2.0 or an Open ID Connect (OIDC) IdP for each AWS account and use federated user attributes for access control. With IAM, you can pass user attributes, such as cost center, title, or locale, from your IdPs to AWS, and implement fine-grained access permissions based on these attributes. IAM helps you define permissions once, and then grant, revoke, or modify AWS access by simply changing the attributes in the IdP. You can apply the same federated access policy to multiple AWS accounts by implementing reusable customer managed IAM policies.</a:t>
            </a:r>
            <a:endParaRPr kumimoji="0" lang="en-US"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p>
            <a:pPr marL="0" marR="0" lvl="0" indent="0" defTabSz="914400" rtl="0" eaLnBrk="1" fontAlgn="auto" latinLnBrk="0" hangingPunct="1">
              <a:buClrTx/>
              <a:buSzTx/>
              <a:buFontTx/>
              <a:buNone/>
              <a:tabLst/>
              <a:defRPr/>
            </a:pPr>
            <a:endParaRPr kumimoji="0" lang="en-US"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p>
            <a:pPr marL="0" marR="0" lvl="0" indent="0" defTabSz="914400" rtl="0" eaLnBrk="1" fontAlgn="auto" latinLnBrk="0" hangingPunct="1">
              <a:buClrTx/>
              <a:buSzTx/>
              <a:buFontTx/>
              <a:buNone/>
              <a:tabLst/>
              <a:defRPr/>
            </a:pPr>
            <a:r>
              <a:rPr lang="en-US" b="0" i="0" kern="1200" dirty="0">
                <a:solidFill>
                  <a:schemeClr val="tx1"/>
                </a:solidFill>
                <a:effectLst/>
                <a:latin typeface="Calibri" panose="020F0502020204030204" pitchFamily="34" charset="0"/>
                <a:ea typeface="+mn-ea"/>
                <a:cs typeface="+mn-cs"/>
              </a:rPr>
              <a:t>AWS Identity Center makes it easy to centrally manage federated access to multiple AWS accounts and business applications and provide users with single sign-on access to all their assigned accounts and applications from one place. You can use AWS IAM Identity Center for identities in the AWS IAM Identity Center’s user directory, your existing corporate directory, or external IdP.</a:t>
            </a:r>
          </a:p>
          <a:p>
            <a:pPr marL="0" marR="0" lvl="0" indent="0" defTabSz="914400" rtl="0" eaLnBrk="1" fontAlgn="auto" latinLnBrk="0" hangingPunct="1">
              <a:buClrTx/>
              <a:buSzTx/>
              <a:buFontTx/>
              <a:buNone/>
              <a:tabLst/>
              <a:defRPr/>
            </a:pPr>
            <a:endParaRPr kumimoji="0" lang="en-US" b="0" i="0" u="none" strike="noStrike" kern="1200" cap="none" spc="0" normalizeH="0" baseline="0" noProof="0" dirty="0">
              <a:ln>
                <a:noFill/>
              </a:ln>
              <a:solidFill>
                <a:schemeClr val="tx1"/>
              </a:solidFill>
              <a:effectLst/>
              <a:uLnTx/>
              <a:uFillTx/>
              <a:latin typeface="Calibri" panose="020F0502020204030204" pitchFamily="34" charset="0"/>
              <a:ea typeface="+mn-ea"/>
              <a:cs typeface="+mn-cs"/>
            </a:endParaRPr>
          </a:p>
          <a:p>
            <a:pPr marL="0" marR="0" lvl="0" indent="0" defTabSz="914400" rtl="0" eaLnBrk="1" fontAlgn="auto" latinLnBrk="0" hangingPunct="1">
              <a:buClrTx/>
              <a:buSzTx/>
              <a:buFontTx/>
              <a:buNone/>
              <a:tabLst/>
              <a:defRPr/>
            </a:pPr>
            <a:r>
              <a:rPr lang="en-US" b="0" i="0" kern="1200" dirty="0">
                <a:solidFill>
                  <a:schemeClr val="tx1"/>
                </a:solidFill>
                <a:effectLst/>
                <a:latin typeface="Calibri" panose="020F0502020204030204" pitchFamily="34" charset="0"/>
                <a:ea typeface="+mn-ea"/>
                <a:cs typeface="+mn-cs"/>
              </a:rPr>
              <a:t>AWS IAM Identity Center works with an IdP of your choice, such as Okta Universal Directory or Azure Active Directory (AD) through the SAML 2.0 protocol. IAM Identity Center seamlessly leverages IAM permissions and policies for federated users and roles to help you manage federated access centrally across all AWS accounts in your AWS organization. With IAM Identity Center, you can assign permissions based on the group membership in your IdP’s directory, and then control the access for your users by simply modifying users and groups in the IdP.</a:t>
            </a:r>
            <a:endParaRPr kumimoji="0" lang="en-US"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p>
            <a:pPr marL="0" marR="0" lvl="0" indent="0" defTabSz="914400" rtl="0" eaLnBrk="1" fontAlgn="auto" latinLnBrk="0" hangingPunct="1">
              <a:buClrTx/>
              <a:buSzTx/>
              <a:buFontTx/>
              <a:buNone/>
              <a:tabLst/>
              <a:defRPr/>
            </a:pPr>
            <a:endParaRPr kumimoji="0" lang="en-US"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p>
            <a:pPr marL="0" marR="0" lvl="0" indent="0" defTabSz="914400" rtl="0" eaLnBrk="1" fontAlgn="auto" latinLnBrk="0" hangingPunct="1">
              <a:buClrTx/>
              <a:buSzTx/>
              <a:buFontTx/>
              <a:buNone/>
              <a:tabLst/>
              <a:defRPr/>
            </a:pPr>
            <a:r>
              <a:rPr lang="en-US" i="0" dirty="0">
                <a:latin typeface="Calibri" panose="020F0502020204030204" pitchFamily="34" charset="0"/>
              </a:rPr>
              <a:t>AWS Security Token Service (AWS STS) is a web service that provides temporary AWS credentials. This service </a:t>
            </a:r>
            <a:r>
              <a:rPr lang="en-US" dirty="0">
                <a:latin typeface="Calibri" panose="020F0502020204030204" pitchFamily="34" charset="0"/>
              </a:rPr>
              <a:t>enables an IAM user, federated user, or application to assume an IAM role. </a:t>
            </a:r>
            <a:endParaRPr kumimoji="0" lang="en-US"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p>
            <a:endParaRPr lang="en-US" b="0" i="0" kern="1200" dirty="0">
              <a:solidFill>
                <a:schemeClr val="tx1"/>
              </a:solidFill>
              <a:effectLst/>
              <a:latin typeface="Calibri" panose="020F0502020204030204" pitchFamily="34" charset="0"/>
              <a:ea typeface="+mn-ea"/>
              <a:cs typeface="+mn-cs"/>
            </a:endParaRPr>
          </a:p>
          <a:p>
            <a:r>
              <a:rPr lang="en-US" b="0" i="0" kern="1200" dirty="0">
                <a:solidFill>
                  <a:schemeClr val="tx1"/>
                </a:solidFill>
                <a:effectLst/>
                <a:latin typeface="Calibri" panose="020F0502020204030204" pitchFamily="34" charset="0"/>
                <a:ea typeface="+mn-ea"/>
                <a:cs typeface="+mn-cs"/>
              </a:rPr>
              <a:t>You can also add federation support to your customer-facing web and mobile applications using Amazon Cognito. It helps you add user sign-up, sign-in, and access control to your mobile and web apps quickly and easily. Amazon Cognito scales to millions of users and supports sign-in with social identity providers, such as Apple, Facebook, Google, and Amazon, and enterprise identity providers using SAML 2.0.</a:t>
            </a:r>
          </a:p>
          <a:p>
            <a:endParaRPr lang="en-US" b="0" i="0" kern="1200" dirty="0">
              <a:solidFill>
                <a:schemeClr val="tx1"/>
              </a:solidFill>
              <a:effectLst/>
              <a:latin typeface="Calibri" panose="020F0502020204030204" pitchFamily="34" charset="0"/>
              <a:ea typeface="+mn-ea"/>
              <a:cs typeface="+mn-cs"/>
            </a:endParaRPr>
          </a:p>
          <a:p>
            <a:r>
              <a:rPr lang="en-US" dirty="0">
                <a:latin typeface="Calibri" panose="020F0502020204030204" pitchFamily="34" charset="0"/>
              </a:rPr>
              <a:t>The next few slides look at how these services support identity federation in a bit more detail. For additional information on these services and how they work together, </a:t>
            </a:r>
            <a:r>
              <a:rPr lang="en-US" b="0" i="0" u="none" kern="1200" dirty="0">
                <a:solidFill>
                  <a:schemeClr val="tx1"/>
                </a:solidFill>
                <a:effectLst/>
                <a:latin typeface="Calibri" panose="020F0502020204030204" pitchFamily="34" charset="0"/>
                <a:ea typeface="+mn-ea"/>
                <a:cs typeface="+mn-cs"/>
              </a:rPr>
              <a:t>see the </a:t>
            </a:r>
            <a:r>
              <a:rPr lang="en-US" u="none" dirty="0">
                <a:solidFill>
                  <a:srgbClr val="000000"/>
                </a:solidFill>
                <a:latin typeface="Calibri" panose="020F0502020204030204" pitchFamily="34" charset="0"/>
              </a:rPr>
              <a:t>links provided on the course resource page. </a:t>
            </a:r>
          </a:p>
        </p:txBody>
      </p:sp>
    </p:spTree>
    <p:extLst>
      <p:ext uri="{BB962C8B-B14F-4D97-AF65-F5344CB8AC3E}">
        <p14:creationId xmlns:p14="http://schemas.microsoft.com/office/powerpoint/2010/main" val="4256476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defTabSz="914400" rtl="0" eaLnBrk="1" fontAlgn="auto" latinLnBrk="0" hangingPunct="1">
              <a:buClrTx/>
              <a:buSzTx/>
              <a:buFontTx/>
              <a:buNone/>
              <a:tabLst/>
              <a:defRPr/>
            </a:pPr>
            <a:r>
              <a:rPr kumimoji="0" lang="en-US" b="1" i="0" u="none" strike="noStrike" kern="1200" cap="none" spc="0" normalizeH="0" baseline="0" noProof="0">
                <a:ln>
                  <a:noFill/>
                </a:ln>
                <a:solidFill>
                  <a:prstClr val="black"/>
                </a:solidFill>
                <a:effectLst/>
                <a:uLnTx/>
                <a:uFillTx/>
                <a:latin typeface="Calibri" panose="020F0502020204030204" pitchFamily="34" charset="0"/>
                <a:ea typeface="+mn-ea"/>
                <a:cs typeface="+mn-cs"/>
              </a:rPr>
              <a:t>|</a:t>
            </a: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Slide number </a:t>
            </a:r>
            <a:fld id="{8664C272-6569-4216-A95E-54311E5C5ED8}" type="slidenum">
              <a:rPr kumimoji="0" lang="en-US" b="1"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defTabSz="914400" rtl="0" eaLnBrk="1" fontAlgn="auto" latinLnBrk="0" hangingPunct="1">
                <a:buClrTx/>
                <a:buSzTx/>
                <a:buFontTx/>
                <a:buNone/>
                <a:tabLst/>
                <a:defRPr/>
              </a:pPr>
              <a:t>21</a:t>
            </a:fld>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|Instructor notes</a:t>
            </a:r>
          </a:p>
          <a:p>
            <a:r>
              <a:rPr kumimoji="0" lang="en-US"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|Student notes</a:t>
            </a:r>
          </a:p>
          <a:p>
            <a:pPr marL="0" marR="0" lvl="0" indent="0" defTabSz="914400" rtl="0" eaLnBrk="1" fontAlgn="auto" latinLnBrk="0" hangingPunct="1">
              <a:buClrTx/>
              <a:buSzTx/>
              <a:buFontTx/>
              <a:buNone/>
              <a:tabLst/>
              <a:defRPr/>
            </a:pPr>
            <a:r>
              <a:rPr lang="en-US" dirty="0">
                <a:latin typeface="Calibri" panose="020F0502020204030204" pitchFamily="34" charset="0"/>
              </a:rPr>
              <a:t>Human users (as compared to application or service users) who are members of your organization are also known as workforce identities or workforce users. Workforce identity federation refers to those human users. </a:t>
            </a:r>
          </a:p>
          <a:p>
            <a:pPr marL="0" marR="0" lvl="0" indent="0" defTabSz="914400" rtl="0" eaLnBrk="1" fontAlgn="auto" latinLnBrk="0" hangingPunct="1">
              <a:buClrTx/>
              <a:buSzTx/>
              <a:buFontTx/>
              <a:buNone/>
              <a:tabLst/>
              <a:defRPr/>
            </a:pPr>
            <a:endParaRPr lang="en-US" dirty="0">
              <a:latin typeface="Calibri" panose="020F0502020204030204" pitchFamily="34" charset="0"/>
            </a:endParaRPr>
          </a:p>
          <a:p>
            <a:pPr marL="0" marR="0" lvl="0" indent="0" defTabSz="914400" rtl="0" eaLnBrk="1" fontAlgn="auto" latinLnBrk="0" hangingPunct="1">
              <a:buClrTx/>
              <a:buSzTx/>
              <a:buFontTx/>
              <a:buNone/>
              <a:tabLst/>
              <a:defRPr/>
            </a:pPr>
            <a:r>
              <a:rPr lang="en-US" b="0" i="0" kern="1200" dirty="0">
                <a:solidFill>
                  <a:schemeClr val="tx1"/>
                </a:solidFill>
                <a:effectLst/>
                <a:latin typeface="Calibri" panose="020F0502020204030204" pitchFamily="34" charset="0"/>
                <a:ea typeface="+mn-ea"/>
                <a:cs typeface="+mn-cs"/>
              </a:rPr>
              <a:t>If users in your organization already have a way to be authenticated, such as by signing in to your corporate network, you can federate those user identities into AWS using either IAM or AWS IAM Identity Center.</a:t>
            </a:r>
          </a:p>
          <a:p>
            <a:pPr marL="0" marR="0" lvl="0" indent="0" defTabSz="914400" rtl="0" eaLnBrk="1" fontAlgn="auto" latinLnBrk="0" hangingPunct="1">
              <a:buClrTx/>
              <a:buSzTx/>
              <a:buFontTx/>
              <a:buNone/>
              <a:tabLst/>
              <a:defRPr/>
            </a:pPr>
            <a:endParaRPr lang="en-US" b="0" i="0" kern="1200" dirty="0">
              <a:solidFill>
                <a:schemeClr val="tx1"/>
              </a:solidFill>
              <a:effectLst/>
              <a:latin typeface="Calibri" panose="020F0502020204030204" pitchFamily="34" charset="0"/>
              <a:ea typeface="+mn-ea"/>
              <a:cs typeface="+mn-cs"/>
            </a:endParaRPr>
          </a:p>
          <a:p>
            <a:r>
              <a:rPr lang="en-US" b="0" i="0" kern="1200" dirty="0">
                <a:solidFill>
                  <a:schemeClr val="tx1"/>
                </a:solidFill>
                <a:effectLst/>
                <a:latin typeface="Calibri" panose="020F0502020204030204" pitchFamily="34" charset="0"/>
                <a:ea typeface="+mn-ea"/>
                <a:cs typeface="+mn-cs"/>
              </a:rPr>
              <a:t>The diagram shows how a user outside of AWS can access protected AWS resources by using an external directory to gain temporary AWS security credentials.</a:t>
            </a:r>
          </a:p>
          <a:p>
            <a:endParaRPr lang="en-US" b="0" i="0" kern="1200" dirty="0">
              <a:solidFill>
                <a:schemeClr val="tx1"/>
              </a:solidFill>
              <a:effectLst/>
              <a:latin typeface="Calibri" panose="020F0502020204030204" pitchFamily="34" charset="0"/>
              <a:ea typeface="+mn-ea"/>
              <a:cs typeface="+mn-cs"/>
            </a:endParaRPr>
          </a:p>
          <a:p>
            <a:pPr marL="228600" indent="-228600">
              <a:buAutoNum type="arabicPeriod"/>
            </a:pPr>
            <a:r>
              <a:rPr lang="en-US" b="0" i="0" kern="1200" dirty="0">
                <a:solidFill>
                  <a:schemeClr val="tx1"/>
                </a:solidFill>
                <a:effectLst/>
                <a:latin typeface="Calibri" panose="020F0502020204030204" pitchFamily="34" charset="0"/>
                <a:ea typeface="+mn-ea"/>
                <a:cs typeface="+mn-cs"/>
              </a:rPr>
              <a:t>A user authenticates against a local user directory with ID and password.</a:t>
            </a:r>
          </a:p>
          <a:p>
            <a:pPr marL="228600" indent="-228600">
              <a:buAutoNum type="arabicPeriod"/>
            </a:pPr>
            <a:r>
              <a:rPr lang="en-US" b="0" i="0" kern="1200" dirty="0">
                <a:solidFill>
                  <a:schemeClr val="tx1"/>
                </a:solidFill>
                <a:effectLst/>
                <a:latin typeface="Calibri" panose="020F0502020204030204" pitchFamily="34" charset="0"/>
                <a:ea typeface="+mn-ea"/>
                <a:cs typeface="+mn-cs"/>
              </a:rPr>
              <a:t>An outside system presents user authentication information to IAM.</a:t>
            </a:r>
          </a:p>
          <a:p>
            <a:pPr marL="228600" indent="-228600">
              <a:buAutoNum type="arabicPeriod"/>
            </a:pPr>
            <a:r>
              <a:rPr lang="en-US" b="0" i="0" kern="1200" dirty="0">
                <a:solidFill>
                  <a:schemeClr val="tx1"/>
                </a:solidFill>
                <a:effectLst/>
                <a:latin typeface="Calibri" panose="020F0502020204030204" pitchFamily="34" charset="0"/>
                <a:ea typeface="+mn-ea"/>
                <a:cs typeface="+mn-cs"/>
              </a:rPr>
              <a:t>IAM returns the temporary authentication credentials token back to the user using AWS STS.</a:t>
            </a:r>
          </a:p>
          <a:p>
            <a:pPr marL="228600" indent="-228600">
              <a:buAutoNum type="arabicPeriod"/>
            </a:pPr>
            <a:r>
              <a:rPr lang="en-US" b="0" i="0" kern="1200" dirty="0">
                <a:solidFill>
                  <a:schemeClr val="tx1"/>
                </a:solidFill>
                <a:effectLst/>
                <a:latin typeface="Calibri" panose="020F0502020204030204" pitchFamily="34" charset="0"/>
                <a:ea typeface="+mn-ea"/>
                <a:cs typeface="+mn-cs"/>
              </a:rPr>
              <a:t>The user accesses the protected resources using temporary credentials. </a:t>
            </a:r>
          </a:p>
          <a:p>
            <a:endParaRPr lang="en-US" b="0" i="0" kern="1200" dirty="0">
              <a:solidFill>
                <a:schemeClr val="tx1"/>
              </a:solidFill>
              <a:effectLst/>
              <a:latin typeface="Calibri" panose="020F0502020204030204" pitchFamily="34" charset="0"/>
              <a:ea typeface="+mn-ea"/>
              <a:cs typeface="+mn-cs"/>
            </a:endParaRPr>
          </a:p>
          <a:p>
            <a:r>
              <a:rPr lang="en-US" dirty="0">
                <a:latin typeface="Calibri" panose="020F0502020204030204" pitchFamily="34" charset="0"/>
              </a:rPr>
              <a:t>See the link provided on the course resources page for additional information on federating existing users.</a:t>
            </a:r>
          </a:p>
        </p:txBody>
      </p:sp>
    </p:spTree>
    <p:extLst>
      <p:ext uri="{BB962C8B-B14F-4D97-AF65-F5344CB8AC3E}">
        <p14:creationId xmlns:p14="http://schemas.microsoft.com/office/powerpoint/2010/main" val="24153521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397500"/>
          </a:xfrm>
        </p:spPr>
        <p:txBody>
          <a:bodyPr/>
          <a:lstStyle/>
          <a:p>
            <a:pPr marL="0" marR="0" lvl="0" indent="0" defTabSz="914400" rtl="0" eaLnBrk="1" fontAlgn="auto" latinLnBrk="0" hangingPunct="1">
              <a:buClrTx/>
              <a:buSzTx/>
              <a:buFontTx/>
              <a:buNone/>
              <a:tabLst/>
              <a:defRPr/>
            </a:pPr>
            <a:r>
              <a:rPr kumimoji="0" lang="en-US" b="1" i="0" u="none" strike="noStrike" kern="1200" cap="none" spc="0" normalizeH="0" baseline="0" noProof="0">
                <a:ln>
                  <a:noFill/>
                </a:ln>
                <a:solidFill>
                  <a:prstClr val="black"/>
                </a:solidFill>
                <a:effectLst/>
                <a:uLnTx/>
                <a:uFillTx/>
                <a:latin typeface="Calibri" panose="020F0502020204030204" pitchFamily="34" charset="0"/>
                <a:ea typeface="+mn-ea"/>
                <a:cs typeface="+mn-cs"/>
              </a:rPr>
              <a:t>|</a:t>
            </a: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Slide number </a:t>
            </a:r>
            <a:fld id="{8664C272-6569-4216-A95E-54311E5C5ED8}" type="slidenum">
              <a:rPr kumimoji="0" lang="en-US" b="1"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defTabSz="914400" rtl="0" eaLnBrk="1" fontAlgn="auto" latinLnBrk="0" hangingPunct="1">
                <a:buClrTx/>
                <a:buSzTx/>
                <a:buFontTx/>
                <a:buNone/>
                <a:tabLst/>
                <a:defRPr/>
              </a:pPr>
              <a:t>22</a:t>
            </a:fld>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|Instructor notes</a:t>
            </a:r>
          </a:p>
          <a:p>
            <a:r>
              <a:rPr kumimoji="0" lang="en-US"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|Review the key points and note that</a:t>
            </a:r>
            <a:r>
              <a:rPr lang="en-US" b="0" i="0" kern="1200" dirty="0">
                <a:solidFill>
                  <a:schemeClr val="tx1"/>
                </a:solidFill>
                <a:effectLst/>
                <a:latin typeface="Calibri" panose="020F0502020204030204" pitchFamily="34" charset="0"/>
                <a:ea typeface="+mn-ea"/>
                <a:cs typeface="+mn-cs"/>
              </a:rPr>
              <a:t> AWS IAM Identity Center is successor to AWS Single Sign-On. You can manage sign-in security for your workforce identities, also known as workforce users. IAM Identity Center provides one place where you can create or connect workforce users and centrally manage their access across all their AWS accounts and applications.</a:t>
            </a:r>
          </a:p>
          <a:p>
            <a:r>
              <a:rPr kumimoji="0" lang="en-US" b="0" i="0" u="none" strike="noStrike" kern="1200" cap="none" spc="0" normalizeH="0" baseline="0" noProof="0" dirty="0">
                <a:ln>
                  <a:noFill/>
                </a:ln>
                <a:solidFill>
                  <a:schemeClr val="tx1"/>
                </a:solidFill>
                <a:effectLst/>
                <a:uLnTx/>
                <a:uFillTx/>
                <a:latin typeface="Calibri" panose="020F0502020204030204" pitchFamily="34" charset="0"/>
                <a:ea typeface="+mn-ea"/>
                <a:cs typeface="+mn-cs"/>
              </a:rPr>
              <a:t>|</a:t>
            </a:r>
            <a:endParaRPr kumimoji="0" lang="en-US"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|Student notes</a:t>
            </a:r>
          </a:p>
          <a:p>
            <a:r>
              <a:rPr lang="en-US" b="0" i="0" kern="1200" dirty="0">
                <a:solidFill>
                  <a:schemeClr val="tx1"/>
                </a:solidFill>
                <a:effectLst/>
                <a:latin typeface="Calibri" panose="020F0502020204030204" pitchFamily="34" charset="0"/>
                <a:ea typeface="+mn-ea"/>
                <a:cs typeface="+mn-cs"/>
              </a:rPr>
              <a:t>With IAM Identity Center</a:t>
            </a:r>
            <a:r>
              <a:rPr lang="en-US" dirty="0">
                <a:solidFill>
                  <a:srgbClr val="000000"/>
                </a:solidFill>
                <a:latin typeface="Calibri" panose="020F0502020204030204" pitchFamily="34" charset="0"/>
              </a:rPr>
              <a:t>, you can create or connect identities once in AWS and centrally manage access across your AWS accounts. </a:t>
            </a:r>
            <a:r>
              <a:rPr lang="en-US" b="0" i="0" kern="1200" dirty="0">
                <a:solidFill>
                  <a:schemeClr val="tx1"/>
                </a:solidFill>
                <a:effectLst/>
                <a:latin typeface="Calibri" panose="020F0502020204030204" pitchFamily="34" charset="0"/>
                <a:ea typeface="+mn-ea"/>
                <a:cs typeface="+mn-cs"/>
              </a:rPr>
              <a:t>IAM Identity Center </a:t>
            </a:r>
            <a:r>
              <a:rPr lang="en-US" dirty="0">
                <a:solidFill>
                  <a:srgbClr val="000000"/>
                </a:solidFill>
                <a:latin typeface="Calibri" panose="020F0502020204030204" pitchFamily="34" charset="0"/>
              </a:rPr>
              <a:t>provides a unified administration experience to define, customize, and assign fine-grained permissions based on common job functions. </a:t>
            </a:r>
          </a:p>
          <a:p>
            <a:endParaRPr lang="en-US" dirty="0">
              <a:solidFill>
                <a:srgbClr val="000000"/>
              </a:solidFill>
              <a:latin typeface="Calibri" panose="020F0502020204030204" pitchFamily="34" charset="0"/>
            </a:endParaRPr>
          </a:p>
          <a:p>
            <a:r>
              <a:rPr lang="en-US" dirty="0">
                <a:solidFill>
                  <a:srgbClr val="000000"/>
                </a:solidFill>
                <a:latin typeface="Calibri" panose="020F0502020204030204" pitchFamily="34" charset="0"/>
              </a:rPr>
              <a:t>Users in your </a:t>
            </a:r>
            <a:r>
              <a:rPr lang="en-US" b="0" i="0" kern="1200" dirty="0">
                <a:solidFill>
                  <a:schemeClr val="tx1"/>
                </a:solidFill>
                <a:effectLst/>
                <a:latin typeface="Calibri" panose="020F0502020204030204" pitchFamily="34" charset="0"/>
                <a:ea typeface="+mn-ea"/>
                <a:cs typeface="+mn-cs"/>
              </a:rPr>
              <a:t>IAM Identity Center </a:t>
            </a:r>
            <a:r>
              <a:rPr lang="en-US" dirty="0">
                <a:solidFill>
                  <a:srgbClr val="000000"/>
                </a:solidFill>
                <a:latin typeface="Calibri" panose="020F0502020204030204" pitchFamily="34" charset="0"/>
              </a:rPr>
              <a:t>environment can use their directory credentials to access their user portal. Users can access all their assigned AWS accounts or cloud applications. You can flexibly configure access to run parallel to or replace AWS account access management by using IAM. </a:t>
            </a:r>
            <a:r>
              <a:rPr lang="en-US" b="0" i="0" kern="1200" dirty="0">
                <a:solidFill>
                  <a:schemeClr val="tx1"/>
                </a:solidFill>
                <a:effectLst/>
                <a:latin typeface="Calibri" panose="020F0502020204030204" pitchFamily="34" charset="0"/>
                <a:ea typeface="+mn-ea"/>
                <a:cs typeface="+mn-cs"/>
              </a:rPr>
              <a:t>IAM Identity Center </a:t>
            </a:r>
            <a:r>
              <a:rPr lang="en-US" dirty="0">
                <a:solidFill>
                  <a:srgbClr val="000000"/>
                </a:solidFill>
                <a:latin typeface="Calibri" panose="020F0502020204030204" pitchFamily="34" charset="0"/>
              </a:rPr>
              <a:t>supports commonly used cloud applications such as Microsoft 365 and Salesforce. The service provides application integration instructions that eliminate the need for administrators to learn the configuration nuances of each cloud application.</a:t>
            </a:r>
          </a:p>
          <a:p>
            <a:endParaRPr lang="en-US" dirty="0">
              <a:solidFill>
                <a:srgbClr val="000000"/>
              </a:solidFill>
              <a:latin typeface="Calibri" panose="020F0502020204030204" pitchFamily="34" charset="0"/>
            </a:endParaRPr>
          </a:p>
          <a:p>
            <a:r>
              <a:rPr lang="en-US" dirty="0">
                <a:solidFill>
                  <a:srgbClr val="000000"/>
                </a:solidFill>
                <a:latin typeface="Calibri" panose="020F0502020204030204" pitchFamily="34" charset="0"/>
              </a:rPr>
              <a:t>See the link on the resources guide for more information on </a:t>
            </a:r>
            <a:r>
              <a:rPr lang="en-US" b="0" i="0" u="none" strike="noStrike" kern="1200" dirty="0">
                <a:solidFill>
                  <a:schemeClr val="tx1"/>
                </a:solidFill>
                <a:effectLst/>
                <a:latin typeface="Calibri" panose="020F0502020204030204" pitchFamily="34" charset="0"/>
                <a:ea typeface="+mn-ea"/>
                <a:cs typeface="+mn-cs"/>
              </a:rPr>
              <a:t>AWS IAM Identity Center.</a:t>
            </a:r>
          </a:p>
        </p:txBody>
      </p:sp>
    </p:spTree>
    <p:extLst>
      <p:ext uri="{BB962C8B-B14F-4D97-AF65-F5344CB8AC3E}">
        <p14:creationId xmlns:p14="http://schemas.microsoft.com/office/powerpoint/2010/main" val="29444286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397500"/>
          </a:xfrm>
        </p:spPr>
        <p:txBody>
          <a:bodyPr/>
          <a:lstStyle/>
          <a:p>
            <a:pPr marL="0" marR="0" lvl="0" indent="0" defTabSz="914400" rtl="0" eaLnBrk="1" fontAlgn="auto" latinLnBrk="0" hangingPunct="1">
              <a:buClrTx/>
              <a:buSzTx/>
              <a:buFontTx/>
              <a:buNone/>
              <a:tabLst/>
              <a:defRPr/>
            </a:pPr>
            <a:r>
              <a:rPr kumimoji="0" lang="en-US" b="1" i="0" u="none" strike="noStrike" kern="1200" cap="none" spc="0" normalizeH="0" baseline="0" noProof="0">
                <a:ln>
                  <a:noFill/>
                </a:ln>
                <a:solidFill>
                  <a:prstClr val="black"/>
                </a:solidFill>
                <a:effectLst/>
                <a:uLnTx/>
                <a:uFillTx/>
                <a:latin typeface="Calibri" panose="020F0502020204030204" pitchFamily="34" charset="0"/>
                <a:ea typeface="+mn-ea"/>
                <a:cs typeface="+mn-cs"/>
              </a:rPr>
              <a:t>|</a:t>
            </a: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Slide number </a:t>
            </a:r>
            <a:fld id="{8664C272-6569-4216-A95E-54311E5C5ED8}" type="slidenum">
              <a:rPr kumimoji="0" lang="en-US" b="1"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defTabSz="914400" rtl="0" eaLnBrk="1" fontAlgn="auto" latinLnBrk="0" hangingPunct="1">
                <a:buClrTx/>
                <a:buSzTx/>
                <a:buFontTx/>
                <a:buNone/>
                <a:tabLst/>
                <a:defRPr/>
              </a:pPr>
              <a:t>23</a:t>
            </a:fld>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|Instructor notes</a:t>
            </a:r>
          </a:p>
          <a:p>
            <a:r>
              <a:rPr kumimoji="0" lang="en-US"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|Student notes</a:t>
            </a:r>
          </a:p>
          <a:p>
            <a:r>
              <a:rPr lang="en-US" i="0" dirty="0">
                <a:latin typeface="Calibri" panose="020F0502020204030204" pitchFamily="34" charset="0"/>
              </a:rPr>
              <a:t>AWS STS is a web service that provides temporary AWS credentials. </a:t>
            </a:r>
            <a:endParaRPr lang="en-US" dirty="0">
              <a:latin typeface="Calibri" panose="020F0502020204030204" pitchFamily="34" charset="0"/>
            </a:endParaRPr>
          </a:p>
          <a:p>
            <a:r>
              <a:rPr lang="en-US" dirty="0">
                <a:latin typeface="Calibri" panose="020F0502020204030204" pitchFamily="34" charset="0"/>
              </a:rPr>
              <a:t>When the AssumeRole operation of the AWS STS API is successfully invoked, the web service returns the temporary, limited-privilege credentials that were requested by the IAM user or the user that was authenticated through federation. </a:t>
            </a:r>
            <a:r>
              <a:rPr lang="en-US" kern="1200" dirty="0">
                <a:solidFill>
                  <a:schemeClr val="tx1"/>
                </a:solidFill>
                <a:effectLst/>
                <a:latin typeface="Calibri" panose="020F0502020204030204" pitchFamily="34" charset="0"/>
                <a:ea typeface="+mn-ea"/>
                <a:cs typeface="+mn-cs"/>
              </a:rPr>
              <a:t>Typically, the AssumeRole operation is used for cross-account access or for federation.</a:t>
            </a:r>
            <a:endParaRPr lang="en-US" dirty="0">
              <a:latin typeface="Calibri" panose="020F0502020204030204" pitchFamily="34" charset="0"/>
            </a:endParaRPr>
          </a:p>
          <a:p>
            <a:endParaRPr lang="en-US" kern="1200" dirty="0">
              <a:solidFill>
                <a:schemeClr val="tx1"/>
              </a:solidFill>
              <a:effectLst/>
              <a:latin typeface="Calibri" panose="020F0502020204030204" pitchFamily="34" charset="0"/>
              <a:ea typeface="+mn-ea"/>
              <a:cs typeface="+mn-cs"/>
            </a:endParaRPr>
          </a:p>
          <a:p>
            <a:r>
              <a:rPr lang="en-US" kern="1200" dirty="0">
                <a:solidFill>
                  <a:schemeClr val="tx1"/>
                </a:solidFill>
                <a:effectLst/>
                <a:latin typeface="Calibri" panose="020F0502020204030204" pitchFamily="34" charset="0"/>
                <a:ea typeface="+mn-ea"/>
                <a:cs typeface="+mn-cs"/>
              </a:rPr>
              <a:t>The next slides looks at how AWS STS provides temporary credentials as part of identity federation. </a:t>
            </a:r>
          </a:p>
        </p:txBody>
      </p:sp>
    </p:spTree>
    <p:extLst>
      <p:ext uri="{BB962C8B-B14F-4D97-AF65-F5344CB8AC3E}">
        <p14:creationId xmlns:p14="http://schemas.microsoft.com/office/powerpoint/2010/main" val="26530980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defTabSz="914400" rtl="0" eaLnBrk="1" fontAlgn="auto" latinLnBrk="0" hangingPunct="1">
              <a:buClrTx/>
              <a:buSzTx/>
              <a:buFontTx/>
              <a:buNone/>
              <a:tabLst/>
              <a:defRPr/>
            </a:pPr>
            <a:r>
              <a:rPr kumimoji="0" lang="en-US" b="1" i="0" u="none" strike="noStrike" kern="1200" cap="none" spc="0" normalizeH="0" baseline="0" noProof="0">
                <a:ln>
                  <a:noFill/>
                </a:ln>
                <a:solidFill>
                  <a:prstClr val="black"/>
                </a:solidFill>
                <a:effectLst/>
                <a:uLnTx/>
                <a:uFillTx/>
                <a:latin typeface="Calibri" panose="020F0502020204030204" pitchFamily="34" charset="0"/>
                <a:ea typeface="+mn-ea"/>
                <a:cs typeface="+mn-cs"/>
              </a:rPr>
              <a:t>|</a:t>
            </a: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Slide number </a:t>
            </a:r>
            <a:fld id="{8664C272-6569-4216-A95E-54311E5C5ED8}" type="slidenum">
              <a:rPr kumimoji="0" lang="en-US" b="1"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defTabSz="914400" rtl="0" eaLnBrk="1" fontAlgn="auto" latinLnBrk="0" hangingPunct="1">
                <a:buClrTx/>
                <a:buSzTx/>
                <a:buFontTx/>
                <a:buNone/>
                <a:tabLst/>
                <a:defRPr/>
              </a:pPr>
              <a:t>24</a:t>
            </a:fld>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|Instructor notes</a:t>
            </a:r>
          </a:p>
          <a:p>
            <a:r>
              <a:rPr kumimoji="0" lang="en-US"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|Student notes</a:t>
            </a:r>
          </a:p>
          <a:p>
            <a:pPr marL="0" marR="0" lvl="0" indent="0" defTabSz="914400" rtl="0" eaLnBrk="1" fontAlgn="auto" latinLnBrk="0" hangingPunct="1">
              <a:buClrTx/>
              <a:buSzTx/>
              <a:buFontTx/>
              <a:buNone/>
              <a:tabLst/>
              <a:defRPr/>
            </a:pPr>
            <a:r>
              <a:rPr lang="en-US" dirty="0">
                <a:latin typeface="Calibri" panose="020F0502020204030204" pitchFamily="34" charset="0"/>
              </a:rPr>
              <a:t>As noted on the prior slide, AWS STS provides temporary security credentials. When (or even before) the temporary security credentials expire, the user can request new credentials as long as the user requesting them still has permissions to do so.</a:t>
            </a:r>
          </a:p>
          <a:p>
            <a:pPr marL="0" marR="0" lvl="0" indent="0" defTabSz="914400" rtl="0" eaLnBrk="1" fontAlgn="auto" latinLnBrk="0" hangingPunct="1">
              <a:buClrTx/>
              <a:buSzTx/>
              <a:buFontTx/>
              <a:buNone/>
              <a:tabLst/>
              <a:defRPr/>
            </a:pPr>
            <a:r>
              <a:rPr lang="en-US" b="0" i="0" kern="1200" dirty="0">
                <a:solidFill>
                  <a:schemeClr val="tx1"/>
                </a:solidFill>
                <a:effectLst/>
                <a:latin typeface="Calibri" panose="020F0502020204030204" pitchFamily="34" charset="0"/>
                <a:ea typeface="+mn-ea"/>
                <a:cs typeface="+mn-cs"/>
              </a:rPr>
              <a:t>To request temporary security credentials, use AWS STS operations in the AWS API. These include operations to create and provide trusted users with temporary security credentials that can control access to your AWS resources. </a:t>
            </a:r>
          </a:p>
          <a:p>
            <a:pPr marL="0" marR="0" lvl="0" indent="0" defTabSz="914400" rtl="0" eaLnBrk="1" fontAlgn="auto" latinLnBrk="0" hangingPunct="1">
              <a:buClrTx/>
              <a:buSzTx/>
              <a:buFontTx/>
              <a:buNone/>
              <a:tabLst/>
              <a:defRPr/>
            </a:pPr>
            <a:endParaRPr lang="en-US" dirty="0">
              <a:latin typeface="Calibri" panose="020F0502020204030204" pitchFamily="34" charset="0"/>
            </a:endParaRPr>
          </a:p>
          <a:p>
            <a:pPr marL="0" marR="0" lvl="0" indent="0" defTabSz="914400" rtl="0" eaLnBrk="1" fontAlgn="auto" latinLnBrk="0" hangingPunct="1">
              <a:buClrTx/>
              <a:buSzTx/>
              <a:buFontTx/>
              <a:buNone/>
              <a:tabLst/>
              <a:defRPr/>
            </a:pPr>
            <a:r>
              <a:rPr lang="en-US" dirty="0">
                <a:latin typeface="Calibri" panose="020F0502020204030204" pitchFamily="34" charset="0"/>
              </a:rPr>
              <a:t>The slide shows the four general steps that occur during identity federation to access AWS services using temporary credentials generated by AWS STS. An Identity Broker is an intermediary proxy service that connects multiple SPs with multiple </a:t>
            </a:r>
            <a:r>
              <a:rPr lang="en-US" dirty="0" err="1">
                <a:latin typeface="Calibri" panose="020F0502020204030204" pitchFamily="34" charset="0"/>
              </a:rPr>
              <a:t>dPs</a:t>
            </a:r>
            <a:r>
              <a:rPr lang="en-US" dirty="0">
                <a:latin typeface="Calibri" panose="020F0502020204030204" pitchFamily="34" charset="0"/>
              </a:rPr>
              <a:t>.  </a:t>
            </a:r>
            <a:r>
              <a:rPr kumimoji="0" lang="en-US" b="0" i="0" u="none" strike="noStrike" kern="1200" cap="none" spc="0" normalizeH="0" baseline="0" dirty="0">
                <a:ln>
                  <a:noFill/>
                </a:ln>
                <a:solidFill>
                  <a:schemeClr val="tx1"/>
                </a:solidFill>
                <a:effectLst/>
                <a:uLnTx/>
                <a:uFillTx/>
                <a:latin typeface="Calibri" panose="020F0502020204030204" pitchFamily="34" charset="0"/>
                <a:ea typeface="+mn-ea"/>
                <a:cs typeface="+mn-cs"/>
              </a:rPr>
              <a:t>The identity broker facilitates the communication between an external IdP and the SP, in this example AWS services. </a:t>
            </a:r>
            <a:endParaRPr kumimoji="0" lang="en-US"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24741734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defTabSz="914400" rtl="0" eaLnBrk="1" fontAlgn="auto" latinLnBrk="0" hangingPunct="1">
              <a:buClrTx/>
              <a:buSzTx/>
              <a:buFontTx/>
              <a:buNone/>
              <a:tabLst/>
              <a:defRPr/>
            </a:pPr>
            <a:r>
              <a:rPr kumimoji="0" lang="en-US" b="1" i="0" u="none" strike="noStrike" kern="1200" cap="none" spc="0" normalizeH="0" baseline="0" noProof="0">
                <a:ln>
                  <a:noFill/>
                </a:ln>
                <a:solidFill>
                  <a:prstClr val="black"/>
                </a:solidFill>
                <a:effectLst/>
                <a:uLnTx/>
                <a:uFillTx/>
                <a:latin typeface="Calibri" panose="020F0502020204030204" pitchFamily="34" charset="0"/>
                <a:ea typeface="+mn-ea"/>
                <a:cs typeface="+mn-cs"/>
              </a:rPr>
              <a:t>|</a:t>
            </a: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Slide number </a:t>
            </a:r>
            <a:fld id="{8664C272-6569-4216-A95E-54311E5C5ED8}" type="slidenum">
              <a:rPr kumimoji="0" lang="en-US" b="1"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defTabSz="914400" rtl="0" eaLnBrk="1" fontAlgn="auto" latinLnBrk="0" hangingPunct="1">
                <a:buClrTx/>
                <a:buSzTx/>
                <a:buFontTx/>
                <a:buNone/>
                <a:tabLst/>
                <a:defRPr/>
              </a:pPr>
              <a:t>25</a:t>
            </a:fld>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|Instructor notes</a:t>
            </a:r>
          </a:p>
          <a:p>
            <a:r>
              <a:rPr kumimoji="0" lang="en-US"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|Communicate that</a:t>
            </a:r>
            <a:r>
              <a:rPr lang="en-US" b="0" i="0" kern="1200" dirty="0">
                <a:solidFill>
                  <a:schemeClr val="tx1"/>
                </a:solidFill>
                <a:effectLst/>
                <a:latin typeface="Calibri" panose="020F0502020204030204" pitchFamily="34" charset="0"/>
                <a:ea typeface="+mn-ea"/>
                <a:cs typeface="+mn-cs"/>
              </a:rPr>
              <a:t> users might already have identities outside of AWS, such as a corporate directory. If those users need to work with AWS resources (or work with applications that access those resources), then those users also need AWS security credentials. You can use an IAM role to specify permissions for users whose identity is federated from their organization or a third-party IdP.</a:t>
            </a:r>
          </a:p>
          <a:p>
            <a:r>
              <a:rPr kumimoji="0" lang="en-US" u="none" strike="noStrike" cap="none" spc="0" normalizeH="0" baseline="0" noProof="0" dirty="0">
                <a:ln>
                  <a:noFill/>
                </a:ln>
                <a:uLnTx/>
                <a:uFillTx/>
                <a:latin typeface="Calibri" panose="020F0502020204030204" pitchFamily="34" charset="0"/>
              </a:rPr>
              <a:t>|</a:t>
            </a:r>
            <a:endParaRPr kumimoji="0" lang="en-US"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|Student notes</a:t>
            </a:r>
          </a:p>
          <a:p>
            <a:pPr marL="0" marR="0" lvl="0" indent="0" defTabSz="914400" rtl="0" eaLnBrk="1" fontAlgn="auto" latinLnBrk="0" hangingPunct="1">
              <a:buClrTx/>
              <a:buSzTx/>
              <a:buFont typeface="+mj-lt"/>
              <a:buNone/>
              <a:tabLst/>
              <a:defRPr/>
            </a:pPr>
            <a:r>
              <a:rPr lang="en-US" b="0" i="0" kern="1200" dirty="0">
                <a:solidFill>
                  <a:schemeClr val="tx1"/>
                </a:solidFill>
                <a:effectLst/>
                <a:latin typeface="Calibri" panose="020F0502020204030204" pitchFamily="34" charset="0"/>
                <a:ea typeface="+mn-ea"/>
                <a:cs typeface="+mn-cs"/>
              </a:rPr>
              <a:t>This slide illustrates the more detailed steps that occur when using an OIDC-based IdP with an identity broker for identity federation. In this example, a corporate identity store is used to authenticate users who need to access the AWS Management Console.</a:t>
            </a:r>
          </a:p>
          <a:p>
            <a:pPr marL="228600" marR="0" lvl="0" indent="-228600" defTabSz="914400" rtl="0" eaLnBrk="1" fontAlgn="auto" latinLnBrk="0" hangingPunct="1">
              <a:buClrTx/>
              <a:buSzTx/>
              <a:buFont typeface="+mj-lt"/>
              <a:buAutoNum type="arabicPeriod"/>
              <a:tabLst/>
              <a:defRPr/>
            </a:pPr>
            <a:r>
              <a:rPr lang="en-US" b="0" i="0" kern="1200" dirty="0">
                <a:solidFill>
                  <a:schemeClr val="tx1"/>
                </a:solidFill>
                <a:effectLst/>
                <a:latin typeface="Calibri" panose="020F0502020204030204" pitchFamily="34" charset="0"/>
                <a:ea typeface="+mn-ea"/>
                <a:cs typeface="+mn-cs"/>
              </a:rPr>
              <a:t>A user accesses an application that prompts them for a user ID and password, and then submits their request.</a:t>
            </a:r>
          </a:p>
          <a:p>
            <a:pPr marL="228600" marR="0" lvl="0" indent="-228600" defTabSz="914400" rtl="0" eaLnBrk="1" fontAlgn="auto" latinLnBrk="0" hangingPunct="1">
              <a:buClrTx/>
              <a:buSzTx/>
              <a:buFont typeface="+mj-lt"/>
              <a:buAutoNum type="arabicPeriod"/>
              <a:tabLst/>
              <a:defRPr/>
            </a:pPr>
            <a:r>
              <a:rPr lang="en-US" b="0" i="0" kern="1200" dirty="0">
                <a:solidFill>
                  <a:schemeClr val="tx1"/>
                </a:solidFill>
                <a:effectLst/>
                <a:latin typeface="Calibri" panose="020F0502020204030204" pitchFamily="34" charset="0"/>
                <a:ea typeface="+mn-ea"/>
                <a:cs typeface="+mn-cs"/>
              </a:rPr>
              <a:t>The identity broker receives the authentication request. It then communicates with the corporate identity store, which might be Microsoft Active Directory or a Lightweight Directory Access Protocol (LDAP) server.</a:t>
            </a:r>
          </a:p>
          <a:p>
            <a:pPr marL="228600" marR="0" lvl="0" indent="-228600" defTabSz="914400" rtl="0" eaLnBrk="1" fontAlgn="auto" latinLnBrk="0" hangingPunct="1">
              <a:buClrTx/>
              <a:buSzTx/>
              <a:buFont typeface="+mj-lt"/>
              <a:buAutoNum type="arabicPeriod"/>
              <a:tabLst/>
              <a:defRPr/>
            </a:pPr>
            <a:r>
              <a:rPr lang="en-US" b="0" i="0" kern="1200" dirty="0">
                <a:solidFill>
                  <a:schemeClr val="tx1"/>
                </a:solidFill>
                <a:effectLst/>
                <a:latin typeface="Calibri" panose="020F0502020204030204" pitchFamily="34" charset="0"/>
                <a:ea typeface="+mn-ea"/>
                <a:cs typeface="+mn-cs"/>
              </a:rPr>
              <a:t>If the authentication request is successful, the identity broker makes a request to AWS STS. The request is to retrieve temporary AWS security credentials for the user application.</a:t>
            </a:r>
          </a:p>
          <a:p>
            <a:pPr marL="228600" marR="0" lvl="0" indent="-228600" defTabSz="914400" rtl="0" eaLnBrk="1" fontAlgn="auto" latinLnBrk="0" hangingPunct="1">
              <a:buClrTx/>
              <a:buSzTx/>
              <a:buFont typeface="+mj-lt"/>
              <a:buAutoNum type="arabicPeriod"/>
              <a:tabLst/>
              <a:defRPr/>
            </a:pPr>
            <a:r>
              <a:rPr lang="en-US" b="0" i="0" kern="1200" dirty="0">
                <a:solidFill>
                  <a:schemeClr val="tx1"/>
                </a:solidFill>
                <a:effectLst/>
                <a:latin typeface="Calibri" panose="020F0502020204030204" pitchFamily="34" charset="0"/>
                <a:ea typeface="+mn-ea"/>
                <a:cs typeface="+mn-cs"/>
              </a:rPr>
              <a:t>The user application receives the temporary AWS security credentials and redirects the user to the AWS Management Console. The user did not need to sign directly in to AWS with a different set of credentials. This process is an example of a single-sign on (SSO) implementation. The user application can also use these same temporary AWS security credentials to access AWS services if the IAM policy document allows it.</a:t>
            </a:r>
            <a:endParaRPr kumimoji="0" lang="en-US"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18743037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defTabSz="914400" rtl="0" eaLnBrk="1" fontAlgn="auto" latinLnBrk="0" hangingPunct="1">
              <a:buClrTx/>
              <a:buSzTx/>
              <a:buFontTx/>
              <a:buNone/>
              <a:tabLst/>
              <a:defRPr/>
            </a:pPr>
            <a:r>
              <a:rPr kumimoji="0" lang="en-US" b="1" i="0" u="none" strike="noStrike" kern="1200" cap="none" spc="0" normalizeH="0" baseline="0" noProof="0">
                <a:ln>
                  <a:noFill/>
                </a:ln>
                <a:solidFill>
                  <a:prstClr val="black"/>
                </a:solidFill>
                <a:effectLst/>
                <a:uLnTx/>
                <a:uFillTx/>
                <a:latin typeface="Calibri" panose="020F0502020204030204" pitchFamily="34" charset="0"/>
                <a:ea typeface="+mn-ea"/>
                <a:cs typeface="+mn-cs"/>
              </a:rPr>
              <a:t>|</a:t>
            </a: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Slide number </a:t>
            </a:r>
            <a:fld id="{8664C272-6569-4216-A95E-54311E5C5ED8}" type="slidenum">
              <a:rPr kumimoji="0" lang="en-US" b="1"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defTabSz="914400" rtl="0" eaLnBrk="1" fontAlgn="auto" latinLnBrk="0" hangingPunct="1">
                <a:buClrTx/>
                <a:buSzTx/>
                <a:buFontTx/>
                <a:buNone/>
                <a:tabLst/>
                <a:defRPr/>
              </a:pPr>
              <a:t>26</a:t>
            </a:fld>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|Instructor notes</a:t>
            </a:r>
          </a:p>
          <a:p>
            <a:r>
              <a:rPr kumimoji="0" lang="en-US"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|Communicate to students that </a:t>
            </a:r>
            <a:r>
              <a:rPr lang="en-US" b="0" i="0" kern="1200" dirty="0">
                <a:solidFill>
                  <a:schemeClr val="tx1"/>
                </a:solidFill>
                <a:effectLst/>
                <a:latin typeface="Calibri" panose="020F0502020204030204" pitchFamily="34" charset="0"/>
                <a:ea typeface="+mn-ea"/>
                <a:cs typeface="+mn-cs"/>
              </a:rPr>
              <a:t>AWS supports identity federation with SAML 2.0, an open standard that many </a:t>
            </a:r>
            <a:r>
              <a:rPr lang="en-US" b="0" i="0" kern="1200" dirty="0" err="1">
                <a:solidFill>
                  <a:schemeClr val="tx1"/>
                </a:solidFill>
                <a:effectLst/>
                <a:latin typeface="Calibri" panose="020F0502020204030204" pitchFamily="34" charset="0"/>
                <a:ea typeface="+mn-ea"/>
                <a:cs typeface="+mn-cs"/>
              </a:rPr>
              <a:t>IdPs</a:t>
            </a:r>
            <a:r>
              <a:rPr lang="en-US" b="0" i="0" kern="1200" dirty="0">
                <a:solidFill>
                  <a:schemeClr val="tx1"/>
                </a:solidFill>
                <a:effectLst/>
                <a:latin typeface="Calibri" panose="020F0502020204030204" pitchFamily="34" charset="0"/>
                <a:ea typeface="+mn-ea"/>
                <a:cs typeface="+mn-cs"/>
              </a:rPr>
              <a:t> use. This feature enables federated SSO, so users can log into the AWS Management Console or call the AWS API operations without having to create an IAM user for everyone in their organization.</a:t>
            </a:r>
          </a:p>
          <a:p>
            <a:r>
              <a:rPr kumimoji="0" lang="en-US" u="none" strike="noStrike" cap="none" spc="0" normalizeH="0" baseline="0" noProof="0" dirty="0">
                <a:ln>
                  <a:noFill/>
                </a:ln>
                <a:uLnTx/>
                <a:uFillTx/>
                <a:latin typeface="Calibri" panose="020F0502020204030204" pitchFamily="34" charset="0"/>
              </a:rPr>
              <a:t>|</a:t>
            </a:r>
            <a:endParaRPr kumimoji="0" lang="en-US"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|Student notes</a:t>
            </a:r>
          </a:p>
          <a:p>
            <a:r>
              <a:rPr lang="en-US" b="0" i="0" kern="1200" dirty="0">
                <a:solidFill>
                  <a:schemeClr val="tx1"/>
                </a:solidFill>
                <a:effectLst/>
                <a:latin typeface="Calibri" panose="020F0502020204030204" pitchFamily="34" charset="0"/>
                <a:ea typeface="+mn-ea"/>
                <a:cs typeface="+mn-cs"/>
              </a:rPr>
              <a:t>This example shows the use of SAML for exchanging authentication and authorization data between IdPs and service providers. </a:t>
            </a:r>
            <a:r>
              <a:rPr lang="en-US" dirty="0">
                <a:solidFill>
                  <a:srgbClr val="16191F"/>
                </a:solidFill>
                <a:latin typeface="Calibri" panose="020F0502020204030204" pitchFamily="34" charset="0"/>
              </a:rPr>
              <a:t>If your corporate directory is compatible with SAML 2.0, you can configure your corporate directory to provide SSO access to the AWS Management Console for your users.  </a:t>
            </a:r>
          </a:p>
          <a:p>
            <a:endParaRPr lang="en-US" dirty="0">
              <a:solidFill>
                <a:srgbClr val="16191F"/>
              </a:solidFill>
              <a:latin typeface="Calibri" panose="020F0502020204030204" pitchFamily="34" charset="0"/>
            </a:endParaRPr>
          </a:p>
          <a:p>
            <a:r>
              <a:rPr lang="en-US" dirty="0">
                <a:solidFill>
                  <a:srgbClr val="16191F"/>
                </a:solidFill>
                <a:latin typeface="Calibri" panose="020F0502020204030204" pitchFamily="34" charset="0"/>
              </a:rPr>
              <a:t>Here are the steps for this identity federation flow. They are similar to the previous slide, but they are specific to the features of SAML.</a:t>
            </a:r>
          </a:p>
          <a:p>
            <a:endParaRPr lang="en-US" b="0" i="0" kern="1200" dirty="0">
              <a:solidFill>
                <a:schemeClr val="tx1"/>
              </a:solidFill>
              <a:effectLst/>
              <a:latin typeface="Calibri" panose="020F0502020204030204" pitchFamily="34" charset="0"/>
              <a:ea typeface="+mn-ea"/>
              <a:cs typeface="+mn-cs"/>
            </a:endParaRPr>
          </a:p>
          <a:p>
            <a:pPr marL="228600" indent="-228600">
              <a:buFont typeface="+mj-lt"/>
              <a:buAutoNum type="arabicPeriod"/>
            </a:pPr>
            <a:r>
              <a:rPr lang="en-US" dirty="0">
                <a:latin typeface="Calibri" panose="020F0502020204030204" pitchFamily="34" charset="0"/>
              </a:rPr>
              <a:t>A user in your organization navigates to an internal portal in your network. The portal also functions as the IdP that handles the SAML trust between your organization and AWS.</a:t>
            </a:r>
          </a:p>
          <a:p>
            <a:pPr marL="228600" indent="-228600">
              <a:buFont typeface="+mj-lt"/>
              <a:buAutoNum type="arabicPeriod"/>
            </a:pPr>
            <a:r>
              <a:rPr lang="en-US" dirty="0">
                <a:latin typeface="Calibri" panose="020F0502020204030204" pitchFamily="34" charset="0"/>
              </a:rPr>
              <a:t>The IdP authenticates the user’s identity against the identity store, which might be an LDAP server or Microsoft Active Directory.</a:t>
            </a:r>
          </a:p>
          <a:p>
            <a:pPr marL="228600" indent="-228600">
              <a:buFont typeface="+mj-lt"/>
              <a:buAutoNum type="arabicPeriod"/>
            </a:pPr>
            <a:r>
              <a:rPr lang="en-US" dirty="0">
                <a:latin typeface="Calibri" panose="020F0502020204030204" pitchFamily="34" charset="0"/>
              </a:rPr>
              <a:t>The portal</a:t>
            </a:r>
            <a:r>
              <a:rPr lang="en-US" baseline="0" dirty="0">
                <a:latin typeface="Calibri" panose="020F0502020204030204" pitchFamily="34" charset="0"/>
              </a:rPr>
              <a:t> r</a:t>
            </a:r>
            <a:r>
              <a:rPr lang="en-US" dirty="0">
                <a:latin typeface="Calibri" panose="020F0502020204030204" pitchFamily="34" charset="0"/>
              </a:rPr>
              <a:t>eceives the authentication response as a </a:t>
            </a:r>
            <a:r>
              <a:rPr lang="en-US" b="0" i="0" dirty="0">
                <a:latin typeface="Calibri" panose="020F0502020204030204" pitchFamily="34" charset="0"/>
              </a:rPr>
              <a:t>SAML assertion </a:t>
            </a:r>
            <a:r>
              <a:rPr lang="en-US" dirty="0">
                <a:latin typeface="Calibri" panose="020F0502020204030204" pitchFamily="34" charset="0"/>
              </a:rPr>
              <a:t>from the IdP.</a:t>
            </a:r>
          </a:p>
          <a:p>
            <a:pPr marL="228600" indent="-228600">
              <a:buFont typeface="+mj-lt"/>
              <a:buAutoNum type="arabicPeriod"/>
            </a:pPr>
            <a:r>
              <a:rPr lang="en-US" dirty="0">
                <a:latin typeface="Calibri" panose="020F0502020204030204" pitchFamily="34" charset="0"/>
              </a:rPr>
              <a:t>The client posts the SAML assertion to the AWS sign-in endpoint for SAML. The endpoint communicates with AWS STS, and it invokes the AssumeRoleWithSAML operation to request temporary security credentials and construct a sign-in URL.</a:t>
            </a:r>
          </a:p>
          <a:p>
            <a:pPr marL="228600" indent="-228600">
              <a:buFont typeface="+mj-lt"/>
              <a:buAutoNum type="arabicPeriod"/>
            </a:pPr>
            <a:r>
              <a:rPr lang="en-US" dirty="0">
                <a:latin typeface="Calibri" panose="020F0502020204030204" pitchFamily="34" charset="0"/>
              </a:rPr>
              <a:t>The client receives the temporary AWS security credentials. The client</a:t>
            </a:r>
            <a:r>
              <a:rPr lang="en-US" baseline="0" dirty="0">
                <a:latin typeface="Calibri" panose="020F0502020204030204" pitchFamily="34" charset="0"/>
              </a:rPr>
              <a:t> is r</a:t>
            </a:r>
            <a:r>
              <a:rPr lang="en-US" dirty="0">
                <a:latin typeface="Calibri" panose="020F0502020204030204" pitchFamily="34" charset="0"/>
              </a:rPr>
              <a:t>edirected to the AWS Management Console and is authenticated with the temporary AWS security credentials.</a:t>
            </a:r>
          </a:p>
          <a:p>
            <a:endParaRPr lang="en-US" kern="1200" dirty="0">
              <a:solidFill>
                <a:schemeClr val="tx1"/>
              </a:solidFill>
              <a:effectLst/>
              <a:latin typeface="Calibri" panose="020F0502020204030204" pitchFamily="34" charset="0"/>
              <a:ea typeface="+mn-ea"/>
              <a:cs typeface="+mn-cs"/>
            </a:endParaRPr>
          </a:p>
          <a:p>
            <a:r>
              <a:rPr lang="en-US" dirty="0">
                <a:solidFill>
                  <a:srgbClr val="000000"/>
                </a:solidFill>
                <a:latin typeface="Calibri" panose="020F0502020204030204" pitchFamily="34" charset="0"/>
              </a:rPr>
              <a:t>See the link on the resources guide for more information on </a:t>
            </a:r>
            <a:r>
              <a:rPr lang="en-US" kern="1200" dirty="0">
                <a:solidFill>
                  <a:schemeClr val="tx1"/>
                </a:solidFill>
                <a:effectLst/>
                <a:latin typeface="Calibri" panose="020F0502020204030204" pitchFamily="34" charset="0"/>
                <a:ea typeface="+mn-ea"/>
                <a:cs typeface="+mn-cs"/>
              </a:rPr>
              <a:t>SAML 2.0.</a:t>
            </a:r>
            <a:endParaRPr lang="en-US" dirty="0">
              <a:latin typeface="Calibri" panose="020F0502020204030204" pitchFamily="34" charset="0"/>
            </a:endParaRPr>
          </a:p>
        </p:txBody>
      </p:sp>
    </p:spTree>
    <p:extLst>
      <p:ext uri="{BB962C8B-B14F-4D97-AF65-F5344CB8AC3E}">
        <p14:creationId xmlns:p14="http://schemas.microsoft.com/office/powerpoint/2010/main" val="32228035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Image Placeholder 4">
            <a:extLst>
              <a:ext uri="{FF2B5EF4-FFF2-40B4-BE49-F238E27FC236}">
                <a16:creationId xmlns:a16="http://schemas.microsoft.com/office/drawing/2014/main" id="{09D2B25B-AF7B-4B9A-A471-0CFE6DA6A20D}"/>
              </a:ext>
            </a:extLst>
          </p:cNvPr>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lvl="0"/>
            <a:r>
              <a:rPr lang="en-US" b="1" noProof="0">
                <a:latin typeface="Calibri" panose="020F0502020204030204" pitchFamily="34" charset="0"/>
              </a:rPr>
              <a:t>|</a:t>
            </a:r>
            <a:r>
              <a:rPr lang="en-US" b="1" noProof="0" dirty="0">
                <a:latin typeface="Calibri" panose="020F0502020204030204" pitchFamily="34" charset="0"/>
              </a:rPr>
              <a:t>Slide number </a:t>
            </a:r>
            <a:fld id="{8664C272-6569-4216-A95E-54311E5C5ED8}" type="slidenum">
              <a:rPr lang="en-US" b="1" noProof="0" smtClean="0">
                <a:latin typeface="Calibri" panose="020F0502020204030204" pitchFamily="34" charset="0"/>
              </a:rPr>
              <a:pPr lvl="0"/>
              <a:t>27</a:t>
            </a:fld>
            <a:r>
              <a:rPr lang="en-US" b="1" noProof="0" dirty="0">
                <a:latin typeface="Calibri" panose="020F0502020204030204" pitchFamily="34" charset="0"/>
              </a:rPr>
              <a:t> </a:t>
            </a:r>
          </a:p>
          <a:p>
            <a:pPr lvl="0"/>
            <a:r>
              <a:rPr lang="en-US" b="1" noProof="0" dirty="0">
                <a:latin typeface="Calibri" panose="020F0502020204030204" pitchFamily="34" charset="0"/>
              </a:rPr>
              <a:t>|Instructor notes</a:t>
            </a:r>
          </a:p>
          <a:p>
            <a:r>
              <a:rPr lang="en-US" noProof="0" dirty="0">
                <a:latin typeface="Calibri" panose="020F0502020204030204" pitchFamily="34" charset="0"/>
              </a:rPr>
              <a:t>|</a:t>
            </a:r>
            <a:r>
              <a:rPr lang="en-US" dirty="0">
                <a:latin typeface="Calibri" panose="020F0502020204030204" pitchFamily="34" charset="0"/>
              </a:rPr>
              <a:t>The preferred way to use web identity federation is to use Amazon Cognito.  </a:t>
            </a:r>
            <a:br>
              <a:rPr lang="en-US" dirty="0">
                <a:latin typeface="Calibri" panose="020F0502020204030204" pitchFamily="34" charset="0"/>
              </a:rPr>
            </a:br>
            <a:r>
              <a:rPr lang="en-US" dirty="0">
                <a:latin typeface="Calibri" panose="020F0502020204030204" pitchFamily="34" charset="0"/>
              </a:rPr>
              <a:t>|</a:t>
            </a:r>
          </a:p>
          <a:p>
            <a:r>
              <a:rPr lang="en-US" b="1" noProof="0" dirty="0">
                <a:latin typeface="Calibri" panose="020F0502020204030204" pitchFamily="34" charset="0"/>
              </a:rPr>
              <a:t>|Student notes</a:t>
            </a:r>
          </a:p>
          <a:p>
            <a:r>
              <a:rPr lang="en-US" dirty="0">
                <a:latin typeface="Calibri" panose="020F0502020204030204" pitchFamily="34" charset="0"/>
              </a:rPr>
              <a:t>The final identity federation option is using Amazon Cognito. Amazon Cognito is a fully managed service that provides authentication, authorization, and user management for web and mobile applications. Users can sign in directly with a username and password or through a third party, such as Facebook, Amazon, or Google.</a:t>
            </a:r>
          </a:p>
          <a:p>
            <a:endParaRPr lang="en-US" dirty="0">
              <a:latin typeface="Calibri" panose="020F0502020204030204" pitchFamily="34" charset="0"/>
            </a:endParaRPr>
          </a:p>
          <a:p>
            <a:r>
              <a:rPr lang="en-US" dirty="0">
                <a:latin typeface="Calibri" panose="020F0502020204030204" pitchFamily="34" charset="0"/>
              </a:rPr>
              <a:t>The two main components of Amazon Cognito are user pools and identity pools. </a:t>
            </a:r>
          </a:p>
          <a:p>
            <a:endParaRPr lang="en-US" dirty="0">
              <a:latin typeface="Calibri" panose="020F0502020204030204" pitchFamily="34" charset="0"/>
            </a:endParaRPr>
          </a:p>
          <a:p>
            <a:r>
              <a:rPr lang="en-US" dirty="0">
                <a:latin typeface="Calibri" panose="020F0502020204030204" pitchFamily="34" charset="0"/>
              </a:rPr>
              <a:t>A user pool is a user directory in Amazon Cognito. With a user pool, users can sign into a web or mobile application through Amazon Cognito. They can also federate through a third-party IdP. All members of the user pool have a directory profile that can be accessed through an SDK.</a:t>
            </a:r>
          </a:p>
          <a:p>
            <a:endParaRPr lang="en-US" dirty="0">
              <a:latin typeface="Calibri" panose="020F0502020204030204" pitchFamily="34" charset="0"/>
            </a:endParaRPr>
          </a:p>
          <a:p>
            <a:r>
              <a:rPr lang="en-US" dirty="0">
                <a:latin typeface="Calibri" panose="020F0502020204030204" pitchFamily="34" charset="0"/>
              </a:rPr>
              <a:t>Identity pools enable the creation of unique identities and permissions assignment for users. With an identity pool, users can obtain temporary AWS credentials to access AWS services or resources. Identity pools can communicate with Amazon Cognito user pools’ social sign-in with Facebook, Google, and Login with Amazon and OIDC providers. Identity pools use AWS STS behind the scenes. </a:t>
            </a:r>
          </a:p>
        </p:txBody>
      </p:sp>
    </p:spTree>
    <p:extLst>
      <p:ext uri="{BB962C8B-B14F-4D97-AF65-F5344CB8AC3E}">
        <p14:creationId xmlns:p14="http://schemas.microsoft.com/office/powerpoint/2010/main" val="39572815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defTabSz="914400" rtl="0" eaLnBrk="1" fontAlgn="auto" latinLnBrk="0" hangingPunct="1">
              <a:buClrTx/>
              <a:buSzTx/>
              <a:buFontTx/>
              <a:buNone/>
              <a:tabLst/>
              <a:defRPr/>
            </a:pPr>
            <a:r>
              <a:rPr kumimoji="0" lang="en-US" b="1" i="0" u="none" strike="noStrike" kern="1200" cap="none" spc="0" normalizeH="0" baseline="0" noProof="0">
                <a:ln>
                  <a:noFill/>
                </a:ln>
                <a:solidFill>
                  <a:prstClr val="black"/>
                </a:solidFill>
                <a:effectLst/>
                <a:uLnTx/>
                <a:uFillTx/>
                <a:latin typeface="Calibri" panose="020F0502020204030204" pitchFamily="34" charset="0"/>
                <a:ea typeface="+mn-ea"/>
                <a:cs typeface="+mn-cs"/>
              </a:rPr>
              <a:t>|</a:t>
            </a: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Slide number </a:t>
            </a:r>
            <a:fld id="{8664C272-6569-4216-A95E-54311E5C5ED8}" type="slidenum">
              <a:rPr kumimoji="0" lang="en-US" b="1"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defTabSz="914400" rtl="0" eaLnBrk="1" fontAlgn="auto" latinLnBrk="0" hangingPunct="1">
                <a:buClrTx/>
                <a:buSzTx/>
                <a:buFontTx/>
                <a:buNone/>
                <a:tabLst/>
                <a:defRPr/>
              </a:pPr>
              <a:t>28</a:t>
            </a:fld>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|Instructor notes</a:t>
            </a:r>
          </a:p>
          <a:p>
            <a:r>
              <a:rPr kumimoji="0" lang="en-US"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|Information on user pools can be located on following slide. </a:t>
            </a:r>
          </a:p>
          <a:p>
            <a:r>
              <a:rPr lang="en-US" dirty="0">
                <a:solidFill>
                  <a:prstClr val="black"/>
                </a:solidFill>
                <a:latin typeface="Calibri" panose="020F0502020204030204" pitchFamily="34" charset="0"/>
              </a:rPr>
              <a:t>|</a:t>
            </a:r>
            <a:endParaRPr lang="en-US" b="0" i="0" kern="1200" dirty="0">
              <a:solidFill>
                <a:schemeClr val="tx1"/>
              </a:solidFill>
              <a:effectLst/>
              <a:latin typeface="Calibri" panose="020F0502020204030204" pitchFamily="34" charset="0"/>
              <a:ea typeface="+mn-ea"/>
              <a:cs typeface="+mn-cs"/>
            </a:endParaRPr>
          </a:p>
          <a:p>
            <a:r>
              <a:rPr kumimoji="0" lang="en-US"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|Student notes</a:t>
            </a:r>
          </a:p>
          <a:p>
            <a:pPr marL="0" marR="0" lvl="0" indent="0" defTabSz="914400" rtl="0" eaLnBrk="1" fontAlgn="auto" latinLnBrk="0" hangingPunct="1">
              <a:buClrTx/>
              <a:buSzTx/>
              <a:buFontTx/>
              <a:buNone/>
              <a:tabLst/>
              <a:defRPr/>
            </a:pPr>
            <a:r>
              <a:rPr lang="en-US" b="0" i="0" u="none" kern="1200" dirty="0">
                <a:solidFill>
                  <a:schemeClr val="tx1"/>
                </a:solidFill>
                <a:effectLst/>
                <a:latin typeface="Calibri" panose="020F0502020204030204" pitchFamily="34" charset="0"/>
                <a:ea typeface="+mn-ea"/>
                <a:cs typeface="+mn-cs"/>
              </a:rPr>
              <a:t>Remember, y</a:t>
            </a:r>
            <a:r>
              <a:rPr lang="en-US" b="0" i="0" kern="1200" dirty="0">
                <a:solidFill>
                  <a:schemeClr val="tx1"/>
                </a:solidFill>
                <a:effectLst/>
                <a:latin typeface="Calibri" panose="020F0502020204030204" pitchFamily="34" charset="0"/>
                <a:ea typeface="+mn-ea"/>
                <a:cs typeface="+mn-cs"/>
              </a:rPr>
              <a:t>ou can also add federation support to your customer-facing web and mobile applications using Amazon Cognito. It helps you add user sign-up, sign-in, and access control to your mobile and web apps quickly. </a:t>
            </a:r>
            <a:endParaRPr lang="en-US" u="sng" dirty="0">
              <a:solidFill>
                <a:srgbClr val="000000"/>
              </a:solidFill>
              <a:latin typeface="Calibri" panose="020F0502020204030204" pitchFamily="34" charset="0"/>
            </a:endParaRPr>
          </a:p>
          <a:p>
            <a:endParaRPr kumimoji="0" lang="en-US"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p>
            <a:pPr marL="0" marR="0" lvl="0" indent="0" defTabSz="914400" rtl="0" eaLnBrk="1" fontAlgn="auto" latinLnBrk="0" hangingPunct="1">
              <a:buClrTx/>
              <a:buSzTx/>
              <a:buFontTx/>
              <a:buNone/>
              <a:tabLst/>
              <a:defRPr/>
            </a:pPr>
            <a:r>
              <a:rPr kumimoji="0" lang="en-US"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The diagram shows accessing</a:t>
            </a:r>
            <a:r>
              <a:rPr lang="en-US" b="0" i="0" kern="1200" dirty="0">
                <a:solidFill>
                  <a:schemeClr val="tx1"/>
                </a:solidFill>
                <a:effectLst/>
                <a:latin typeface="Calibri" panose="020F0502020204030204" pitchFamily="34" charset="0"/>
                <a:ea typeface="+mn-ea"/>
                <a:cs typeface="+mn-cs"/>
              </a:rPr>
              <a:t> server-side resources with a user pool.</a:t>
            </a:r>
          </a:p>
          <a:p>
            <a:endParaRPr kumimoji="0" lang="en-US"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p>
            <a:r>
              <a:rPr lang="en-US" b="0" i="0" kern="1200" dirty="0">
                <a:solidFill>
                  <a:schemeClr val="tx1"/>
                </a:solidFill>
                <a:effectLst/>
                <a:latin typeface="Calibri" panose="020F0502020204030204" pitchFamily="34" charset="0"/>
                <a:ea typeface="+mn-ea"/>
                <a:cs typeface="+mn-cs"/>
              </a:rPr>
              <a:t>1. After a successful user pool sign-in, your web or mobile app will receive user pool tokens from Amazon Cognito. </a:t>
            </a:r>
          </a:p>
          <a:p>
            <a:r>
              <a:rPr lang="en-US" b="0" i="0" kern="1200" dirty="0">
                <a:solidFill>
                  <a:schemeClr val="tx1"/>
                </a:solidFill>
                <a:effectLst/>
                <a:latin typeface="Calibri" panose="020F0502020204030204" pitchFamily="34" charset="0"/>
                <a:ea typeface="+mn-ea"/>
                <a:cs typeface="+mn-cs"/>
              </a:rPr>
              <a:t>2. You can use those tokens to control access to your server-side resources. You can also create user pool groups to manage permissions and to represent different types of users.</a:t>
            </a:r>
          </a:p>
          <a:p>
            <a:endParaRPr lang="en-US" b="0" i="0" kern="1200" dirty="0">
              <a:solidFill>
                <a:schemeClr val="tx1"/>
              </a:solidFill>
              <a:effectLst/>
              <a:latin typeface="Calibri" panose="020F0502020204030204" pitchFamily="34" charset="0"/>
              <a:ea typeface="+mn-ea"/>
              <a:cs typeface="+mn-cs"/>
            </a:endParaRPr>
          </a:p>
          <a:p>
            <a:r>
              <a:rPr lang="en-US" b="0" i="0" kern="1200" dirty="0">
                <a:solidFill>
                  <a:schemeClr val="tx1"/>
                </a:solidFill>
                <a:effectLst/>
                <a:latin typeface="Calibri" panose="020F0502020204030204" pitchFamily="34" charset="0"/>
                <a:ea typeface="+mn-ea"/>
                <a:cs typeface="+mn-cs"/>
              </a:rPr>
              <a:t>After you configure a domain for your user pool, Amazon Cognito provisions a hosted web UI that allows you to add sign-up and sign-in pages to your app. Using this OAuth 2.0 foundation, you can create your own resource server to enable your users to access protected resources.</a:t>
            </a:r>
          </a:p>
          <a:p>
            <a:endParaRPr lang="en-US" b="0" i="0" kern="1200" dirty="0">
              <a:solidFill>
                <a:schemeClr val="tx1"/>
              </a:solidFill>
              <a:effectLst/>
              <a:latin typeface="Calibri" panose="020F0502020204030204" pitchFamily="34" charset="0"/>
              <a:ea typeface="+mn-ea"/>
              <a:cs typeface="+mn-cs"/>
            </a:endParaRPr>
          </a:p>
          <a:p>
            <a:pPr marL="0" marR="0" lvl="0" indent="0" defTabSz="914400" rtl="0" eaLnBrk="1" fontAlgn="auto" latinLnBrk="0" hangingPunct="1">
              <a:buClrTx/>
              <a:buSzTx/>
              <a:buFontTx/>
              <a:buNone/>
              <a:tabLst/>
              <a:defRPr/>
            </a:pPr>
            <a:r>
              <a:rPr lang="en-US" b="0" i="0" kern="1200" dirty="0">
                <a:solidFill>
                  <a:schemeClr val="tx1"/>
                </a:solidFill>
                <a:effectLst/>
                <a:latin typeface="Calibri" panose="020F0502020204030204" pitchFamily="34" charset="0"/>
                <a:ea typeface="+mn-ea"/>
                <a:cs typeface="+mn-cs"/>
              </a:rPr>
              <a:t>See the link on the course resources page for more information on accessing your server-side resources with a user pool.</a:t>
            </a:r>
          </a:p>
        </p:txBody>
      </p:sp>
    </p:spTree>
    <p:extLst>
      <p:ext uri="{BB962C8B-B14F-4D97-AF65-F5344CB8AC3E}">
        <p14:creationId xmlns:p14="http://schemas.microsoft.com/office/powerpoint/2010/main" val="1801817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defTabSz="914400" rtl="0" eaLnBrk="1" fontAlgn="auto" latinLnBrk="0" hangingPunct="1">
              <a:buClrTx/>
              <a:buSzTx/>
              <a:buFontTx/>
              <a:buNone/>
              <a:tabLst/>
              <a:defRPr/>
            </a:pPr>
            <a:r>
              <a:rPr kumimoji="0" lang="en-US" b="1" i="0" u="none" strike="noStrike" kern="1200" cap="none" spc="0" normalizeH="0" baseline="0" noProof="0">
                <a:ln>
                  <a:noFill/>
                </a:ln>
                <a:solidFill>
                  <a:prstClr val="black"/>
                </a:solidFill>
                <a:effectLst/>
                <a:uLnTx/>
                <a:uFillTx/>
                <a:latin typeface="Calibri" panose="020F0502020204030204" pitchFamily="34" charset="0"/>
                <a:ea typeface="+mn-ea"/>
                <a:cs typeface="+mn-cs"/>
              </a:rPr>
              <a:t>|</a:t>
            </a: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Slide number </a:t>
            </a:r>
            <a:fld id="{8664C272-6569-4216-A95E-54311E5C5ED8}" type="slidenum">
              <a:rPr kumimoji="0" lang="en-US" b="1"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defTabSz="914400" rtl="0" eaLnBrk="1" fontAlgn="auto" latinLnBrk="0" hangingPunct="1">
                <a:buClrTx/>
                <a:buSzTx/>
                <a:buFontTx/>
                <a:buNone/>
                <a:tabLst/>
                <a:defRPr/>
              </a:pPr>
              <a:t>29</a:t>
            </a:fld>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|Instructor notes</a:t>
            </a:r>
          </a:p>
          <a:p>
            <a:r>
              <a:rPr kumimoji="0" lang="en-US"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|This is an Amazon Cognito example with direct end device to service. </a:t>
            </a:r>
            <a:r>
              <a:rPr lang="en-US" b="0" i="0" kern="1200" dirty="0">
                <a:solidFill>
                  <a:schemeClr val="tx1"/>
                </a:solidFill>
                <a:effectLst/>
                <a:latin typeface="Calibri" panose="020F0502020204030204" pitchFamily="34" charset="0"/>
                <a:ea typeface="+mn-ea"/>
                <a:cs typeface="+mn-cs"/>
              </a:rPr>
              <a:t>This is one approach. The other approach would be to not use identity pool and have the service manage sessions.</a:t>
            </a:r>
          </a:p>
          <a:p>
            <a:r>
              <a:rPr kumimoji="0" lang="en-US" b="0" i="0" u="none" strike="noStrike" kern="1200" cap="none" spc="0" normalizeH="0" baseline="0" noProof="0" dirty="0">
                <a:ln>
                  <a:noFill/>
                </a:ln>
                <a:solidFill>
                  <a:schemeClr val="tx1"/>
                </a:solidFill>
                <a:effectLst/>
                <a:uLnTx/>
                <a:uFillTx/>
                <a:latin typeface="Calibri" panose="020F0502020204030204" pitchFamily="34" charset="0"/>
                <a:ea typeface="+mn-ea"/>
                <a:cs typeface="+mn-cs"/>
              </a:rPr>
              <a:t>|</a:t>
            </a:r>
            <a:endParaRPr kumimoji="0" lang="en-US"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|Student notes</a:t>
            </a:r>
          </a:p>
          <a:p>
            <a:r>
              <a:rPr lang="en-US" b="0" i="0" kern="1200" dirty="0">
                <a:solidFill>
                  <a:schemeClr val="tx1"/>
                </a:solidFill>
                <a:effectLst/>
                <a:latin typeface="Calibri" panose="020F0502020204030204" pitchFamily="34" charset="0"/>
                <a:ea typeface="+mn-ea"/>
                <a:cs typeface="+mn-cs"/>
              </a:rPr>
              <a:t>In this diagram, the goal is to authenticate a user using Amazon Cognito and then grant that user access to another AWS service.</a:t>
            </a:r>
          </a:p>
          <a:p>
            <a:endParaRPr lang="en-US" b="0" i="0" kern="1200" dirty="0">
              <a:solidFill>
                <a:schemeClr val="tx1"/>
              </a:solidFill>
              <a:effectLst/>
              <a:latin typeface="Calibri" panose="020F0502020204030204" pitchFamily="34" charset="0"/>
              <a:ea typeface="+mn-ea"/>
              <a:cs typeface="+mn-cs"/>
            </a:endParaRPr>
          </a:p>
          <a:p>
            <a:pPr marL="228600" indent="-228600">
              <a:buFont typeface="+mj-lt"/>
              <a:buAutoNum type="arabicPeriod"/>
            </a:pPr>
            <a:r>
              <a:rPr lang="en-US" b="0" i="0" kern="1200" dirty="0">
                <a:solidFill>
                  <a:schemeClr val="tx1"/>
                </a:solidFill>
                <a:effectLst/>
                <a:latin typeface="Calibri" panose="020F0502020204030204" pitchFamily="34" charset="0"/>
                <a:ea typeface="+mn-ea"/>
                <a:cs typeface="+mn-cs"/>
              </a:rPr>
              <a:t>An app user signs in through an Amazon Cognito user pool.</a:t>
            </a:r>
          </a:p>
          <a:p>
            <a:pPr marL="228600" indent="-228600">
              <a:buFont typeface="+mj-lt"/>
              <a:buAutoNum type="arabicPeriod"/>
            </a:pPr>
            <a:r>
              <a:rPr lang="en-US" b="0" i="0" kern="1200" dirty="0">
                <a:solidFill>
                  <a:schemeClr val="tx1"/>
                </a:solidFill>
                <a:effectLst/>
                <a:latin typeface="Calibri" panose="020F0502020204030204" pitchFamily="34" charset="0"/>
                <a:ea typeface="+mn-ea"/>
                <a:cs typeface="+mn-cs"/>
              </a:rPr>
              <a:t>After successfully authenticating, the user receives user pool tokens.</a:t>
            </a:r>
          </a:p>
          <a:p>
            <a:pPr marL="228600" indent="-228600">
              <a:buFont typeface="+mj-lt"/>
              <a:buAutoNum type="arabicPeriod"/>
            </a:pPr>
            <a:r>
              <a:rPr lang="en-US" b="0" i="0" kern="1200" dirty="0">
                <a:solidFill>
                  <a:schemeClr val="tx1"/>
                </a:solidFill>
                <a:effectLst/>
                <a:latin typeface="Calibri" panose="020F0502020204030204" pitchFamily="34" charset="0"/>
                <a:ea typeface="+mn-ea"/>
                <a:cs typeface="+mn-cs"/>
              </a:rPr>
              <a:t>The app exchanges the user pool tokens for AWS credentials through an Amazon Cognito identity pool.</a:t>
            </a:r>
          </a:p>
          <a:p>
            <a:pPr marL="228600" indent="-228600">
              <a:buFont typeface="+mj-lt"/>
              <a:buAutoNum type="arabicPeriod"/>
            </a:pPr>
            <a:r>
              <a:rPr lang="en-US" b="0" i="0" kern="1200" dirty="0">
                <a:solidFill>
                  <a:schemeClr val="tx1"/>
                </a:solidFill>
                <a:effectLst/>
                <a:latin typeface="Calibri" panose="020F0502020204030204" pitchFamily="34" charset="0"/>
                <a:ea typeface="+mn-ea"/>
                <a:cs typeface="+mn-cs"/>
              </a:rPr>
              <a:t>The app user uses those AWS credentials to access other AWS services.</a:t>
            </a:r>
          </a:p>
        </p:txBody>
      </p:sp>
    </p:spTree>
    <p:extLst>
      <p:ext uri="{BB962C8B-B14F-4D97-AF65-F5344CB8AC3E}">
        <p14:creationId xmlns:p14="http://schemas.microsoft.com/office/powerpoint/2010/main" val="418552014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defTabSz="914400" rtl="0" eaLnBrk="1" fontAlgn="auto" latinLnBrk="0" hangingPunct="1">
              <a:buClrTx/>
              <a:buSzTx/>
              <a:buFontTx/>
              <a:buNone/>
              <a:tabLst/>
              <a:defRPr/>
            </a:pPr>
            <a:r>
              <a:rPr kumimoji="0" lang="en-US" b="1" i="0" u="none" strike="noStrike" kern="1200" cap="none" spc="0" normalizeH="0" baseline="0" noProof="0">
                <a:ln>
                  <a:noFill/>
                </a:ln>
                <a:solidFill>
                  <a:prstClr val="black"/>
                </a:solidFill>
                <a:effectLst/>
                <a:uLnTx/>
                <a:uFillTx/>
                <a:latin typeface="Calibri" panose="020F0502020204030204" pitchFamily="34" charset="0"/>
                <a:ea typeface="+mn-ea"/>
                <a:cs typeface="+mn-cs"/>
              </a:rPr>
              <a:t>|</a:t>
            </a: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Slide number </a:t>
            </a:r>
            <a:fld id="{8664C272-6569-4216-A95E-54311E5C5ED8}" type="slidenum">
              <a:rPr kumimoji="0" lang="en-US" b="1"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defTabSz="914400" rtl="0" eaLnBrk="1" fontAlgn="auto" latinLnBrk="0" hangingPunct="1">
                <a:buClrTx/>
                <a:buSzTx/>
                <a:buFontTx/>
                <a:buNone/>
                <a:tabLst/>
                <a:defRPr/>
              </a:pPr>
              <a:t>30</a:t>
            </a:fld>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|Instructor notes</a:t>
            </a:r>
          </a:p>
          <a:p>
            <a:r>
              <a:rPr kumimoji="0" lang="en-US"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|Student notes</a:t>
            </a:r>
          </a:p>
          <a:p>
            <a:pPr marL="0" marR="0" lvl="0" indent="0" defTabSz="914400" rtl="0" eaLnBrk="1" fontAlgn="auto" latinLnBrk="0" hangingPunct="1">
              <a:buClrTx/>
              <a:buSzTx/>
              <a:buFontTx/>
              <a:buNone/>
              <a:tabLst/>
              <a:defRPr/>
            </a:pPr>
            <a:r>
              <a:rPr lang="en-US" b="1" dirty="0">
                <a:latin typeface="Calibri" panose="020F0502020204030204" pitchFamily="34" charset="0"/>
              </a:rPr>
              <a:t>Image description: </a:t>
            </a:r>
            <a:r>
              <a:rPr lang="en-US" dirty="0">
                <a:latin typeface="Calibri" panose="020F0502020204030204" pitchFamily="34" charset="0"/>
              </a:rPr>
              <a:t>Diagram of Amazon Cognito user pools including connection to a user, identity provider, app, and API/database. Arrows showing user connecting to app, user requests to sign into Amazon Cognito user pool, user redirected to third party identity provider (optional), additional challenges, and challenge responses between user and Amazon Cognito user pool, Amazon Cognito user pool provides token and sign in to app, and app providing access token and retrieving data to API/database.</a:t>
            </a:r>
            <a:r>
              <a:rPr lang="en-US" b="0" dirty="0">
                <a:solidFill>
                  <a:srgbClr val="000000"/>
                </a:solidFill>
                <a:latin typeface="Calibri" panose="020F0502020204030204" pitchFamily="34" charset="0"/>
              </a:rPr>
              <a:t> </a:t>
            </a:r>
            <a:r>
              <a:rPr lang="en-US" b="1" dirty="0">
                <a:latin typeface="Calibri" panose="020F0502020204030204" pitchFamily="34" charset="0"/>
              </a:rPr>
              <a:t>End description</a:t>
            </a:r>
          </a:p>
          <a:p>
            <a:pPr marL="0" marR="0" lvl="0" indent="0" defTabSz="914400" rtl="0" eaLnBrk="1" fontAlgn="auto" latinLnBrk="0" hangingPunct="1">
              <a:buClrTx/>
              <a:buSzTx/>
              <a:buFontTx/>
              <a:buNone/>
              <a:tabLst/>
              <a:defRPr/>
            </a:pPr>
            <a:endParaRPr kumimoji="0" lang="en-US"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p>
            <a:r>
              <a:rPr lang="en-US" b="0" i="0" kern="1200" dirty="0">
                <a:solidFill>
                  <a:schemeClr val="tx1"/>
                </a:solidFill>
                <a:effectLst/>
                <a:latin typeface="Calibri" panose="020F0502020204030204" pitchFamily="34" charset="0"/>
                <a:ea typeface="+mn-ea"/>
                <a:cs typeface="+mn-cs"/>
              </a:rPr>
              <a:t>An Amazon Cognito user pool is a user directory. With a user pool, your users can sign into your web or mobile app through Amazon Cognito or federate through a third-party IdP. Federated and local users have a user profile in your user pool.</a:t>
            </a:r>
          </a:p>
          <a:p>
            <a:endParaRPr lang="en-US" b="0" i="0" kern="1200" dirty="0">
              <a:solidFill>
                <a:schemeClr val="tx1"/>
              </a:solidFill>
              <a:effectLst/>
              <a:latin typeface="Calibri" panose="020F0502020204030204" pitchFamily="34" charset="0"/>
              <a:ea typeface="+mn-ea"/>
              <a:cs typeface="+mn-cs"/>
            </a:endParaRPr>
          </a:p>
          <a:p>
            <a:r>
              <a:rPr lang="en-US" b="0" i="0" kern="1200" dirty="0">
                <a:solidFill>
                  <a:schemeClr val="tx1"/>
                </a:solidFill>
                <a:effectLst/>
                <a:latin typeface="Calibri" panose="020F0502020204030204" pitchFamily="34" charset="0"/>
                <a:ea typeface="+mn-ea"/>
                <a:cs typeface="+mn-cs"/>
              </a:rPr>
              <a:t>Local users are those who signed up or who you created directly in your user pool. You can manage and customize these user profiles in the AWS Management Console, an AWS SDK, or the AWS Command Line Interface (AWS CLI).</a:t>
            </a:r>
          </a:p>
          <a:p>
            <a:endParaRPr lang="en-US" b="0" i="0" kern="1200" dirty="0">
              <a:solidFill>
                <a:schemeClr val="tx1"/>
              </a:solidFill>
              <a:effectLst/>
              <a:latin typeface="Calibri" panose="020F0502020204030204" pitchFamily="34" charset="0"/>
              <a:ea typeface="+mn-ea"/>
              <a:cs typeface="+mn-cs"/>
            </a:endParaRPr>
          </a:p>
          <a:p>
            <a:r>
              <a:rPr lang="en-US" b="0" i="0" kern="1200" dirty="0">
                <a:solidFill>
                  <a:schemeClr val="tx1"/>
                </a:solidFill>
                <a:effectLst/>
                <a:latin typeface="Calibri" panose="020F0502020204030204" pitchFamily="34" charset="0"/>
                <a:ea typeface="+mn-ea"/>
                <a:cs typeface="+mn-cs"/>
              </a:rPr>
              <a:t>Amazon Cognito user pools accept tokens and assertions from third-party </a:t>
            </a:r>
            <a:r>
              <a:rPr lang="en-US" b="0" i="0" kern="1200" dirty="0" err="1">
                <a:solidFill>
                  <a:schemeClr val="tx1"/>
                </a:solidFill>
                <a:effectLst/>
                <a:latin typeface="Calibri" panose="020F0502020204030204" pitchFamily="34" charset="0"/>
                <a:ea typeface="+mn-ea"/>
                <a:cs typeface="+mn-cs"/>
              </a:rPr>
              <a:t>IdPs</a:t>
            </a:r>
            <a:r>
              <a:rPr lang="en-US" b="0" i="0" kern="1200" dirty="0">
                <a:solidFill>
                  <a:schemeClr val="tx1"/>
                </a:solidFill>
                <a:effectLst/>
                <a:latin typeface="Calibri" panose="020F0502020204030204" pitchFamily="34" charset="0"/>
                <a:ea typeface="+mn-ea"/>
                <a:cs typeface="+mn-cs"/>
              </a:rPr>
              <a:t> and collect the user attributes into a JSON web token (JWT) that it issues to your app. You can standardize your app on one set of JWTs while Amazon Cognito handles the interactions with IdPs, mapping their claims to a central token format.</a:t>
            </a:r>
          </a:p>
          <a:p>
            <a:endParaRPr lang="en-US" b="0" i="0" kern="1200" dirty="0">
              <a:solidFill>
                <a:schemeClr val="tx1"/>
              </a:solidFill>
              <a:effectLst/>
              <a:latin typeface="Calibri" panose="020F0502020204030204" pitchFamily="34" charset="0"/>
              <a:ea typeface="+mn-ea"/>
              <a:cs typeface="+mn-cs"/>
            </a:endParaRPr>
          </a:p>
          <a:p>
            <a:r>
              <a:rPr lang="en-US" b="0" i="0" kern="1200" dirty="0">
                <a:solidFill>
                  <a:schemeClr val="tx1"/>
                </a:solidFill>
                <a:effectLst/>
                <a:latin typeface="Calibri" panose="020F0502020204030204" pitchFamily="34" charset="0"/>
                <a:ea typeface="+mn-ea"/>
                <a:cs typeface="+mn-cs"/>
              </a:rPr>
              <a:t>An Amazon Cognito user pool can be a standalone IdP. Amazon Cognito draws from the OIDC standard to generate JWTs for authentication and authorization. When you sign in local users, your user pool is authoritative for those users. You have access to the following features when you authenticate local users.</a:t>
            </a:r>
          </a:p>
          <a:p>
            <a:pPr marL="0" marR="0" lvl="0" indent="0" defTabSz="914400" rtl="0" eaLnBrk="1" fontAlgn="auto" latinLnBrk="0" hangingPunct="1">
              <a:buClrTx/>
              <a:buSzTx/>
              <a:buFontTx/>
              <a:buNone/>
              <a:tabLst/>
              <a:defRPr/>
            </a:pPr>
            <a:endParaRPr kumimoji="0" lang="en-US"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p>
            <a:pPr marL="0" marR="0" lvl="0" indent="0" defTabSz="914400" rtl="0" eaLnBrk="1" fontAlgn="auto" latinLnBrk="0" hangingPunct="1">
              <a:buClrTx/>
              <a:buSzTx/>
              <a:buFontTx/>
              <a:buNone/>
              <a:tabLst/>
              <a:defRPr/>
            </a:pPr>
            <a:r>
              <a:rPr lang="en-US" dirty="0">
                <a:solidFill>
                  <a:srgbClr val="000000"/>
                </a:solidFill>
                <a:latin typeface="Calibri" panose="020F0502020204030204" pitchFamily="34" charset="0"/>
              </a:rPr>
              <a:t>See the link on the resources guide for more information on </a:t>
            </a:r>
            <a:r>
              <a:rPr lang="en-US" dirty="0">
                <a:latin typeface="Calibri" panose="020F0502020204030204" pitchFamily="34" charset="0"/>
              </a:rPr>
              <a:t>Amazon Cognito user pools.</a:t>
            </a:r>
            <a:endParaRPr kumimoji="0" lang="en-US"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290169653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defTabSz="914400" rtl="0" eaLnBrk="1" fontAlgn="auto" latinLnBrk="0" hangingPunct="1">
              <a:buClrTx/>
              <a:buSzTx/>
              <a:buFontTx/>
              <a:buNone/>
              <a:tabLst/>
              <a:defRPr/>
            </a:pPr>
            <a:r>
              <a:rPr kumimoji="0" lang="en-US" b="1" i="0" u="none" strike="noStrike" kern="1200" cap="none" spc="0" normalizeH="0" baseline="0" noProof="0">
                <a:ln>
                  <a:noFill/>
                </a:ln>
                <a:solidFill>
                  <a:prstClr val="black"/>
                </a:solidFill>
                <a:effectLst/>
                <a:uLnTx/>
                <a:uFillTx/>
                <a:latin typeface="Calibri" panose="020F0502020204030204" pitchFamily="34" charset="0"/>
                <a:ea typeface="+mn-ea"/>
                <a:cs typeface="+mn-cs"/>
              </a:rPr>
              <a:t>|</a:t>
            </a: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Slide number </a:t>
            </a:r>
            <a:fld id="{8664C272-6569-4216-A95E-54311E5C5ED8}" type="slidenum">
              <a:rPr kumimoji="0" lang="en-US" b="1"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defTabSz="914400" rtl="0" eaLnBrk="1" fontAlgn="auto" latinLnBrk="0" hangingPunct="1">
                <a:buClrTx/>
                <a:buSzTx/>
                <a:buFontTx/>
                <a:buNone/>
                <a:tabLst/>
                <a:defRPr/>
              </a:pPr>
              <a:t>31</a:t>
            </a:fld>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|Instructor notes</a:t>
            </a:r>
          </a:p>
          <a:p>
            <a:r>
              <a:rPr kumimoji="0" lang="en-US"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|Student notes</a:t>
            </a:r>
          </a:p>
          <a:p>
            <a:pPr marL="0" marR="0" lvl="0" indent="0" defTabSz="914400" rtl="0" eaLnBrk="1" fontAlgn="auto" latinLnBrk="0" hangingPunct="1">
              <a:buClrTx/>
              <a:buSzTx/>
              <a:buFontTx/>
              <a:buNone/>
              <a:tabLst/>
              <a:defRPr/>
            </a:pPr>
            <a:r>
              <a:rPr kumimoji="0" lang="en-US"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This slide highlights a few of the features of Amazon Cognito pools for supporting authentication and identity federation. </a:t>
            </a:r>
          </a:p>
          <a:p>
            <a:pPr marL="0" marR="0" lvl="0" indent="0" defTabSz="914400" rtl="0" eaLnBrk="1" fontAlgn="auto" latinLnBrk="0" hangingPunct="1">
              <a:buClrTx/>
              <a:buSzTx/>
              <a:buFontTx/>
              <a:buNone/>
              <a:tabLst/>
              <a:defRPr/>
            </a:pPr>
            <a:endParaRPr lang="en-US" b="0" i="0" kern="1200" dirty="0">
              <a:solidFill>
                <a:schemeClr val="tx1"/>
              </a:solidFill>
              <a:effectLst/>
              <a:latin typeface="Calibri" panose="020F0502020204030204" pitchFamily="34" charset="0"/>
              <a:ea typeface="+mn-ea"/>
              <a:cs typeface="+mn-cs"/>
            </a:endParaRPr>
          </a:p>
          <a:p>
            <a:r>
              <a:rPr lang="en-US" dirty="0">
                <a:solidFill>
                  <a:srgbClr val="000000"/>
                </a:solidFill>
                <a:latin typeface="Calibri" panose="020F0502020204030204" pitchFamily="34" charset="0"/>
              </a:rPr>
              <a:t>See the link on the resources guide for more information on </a:t>
            </a:r>
            <a:r>
              <a:rPr kumimoji="0" lang="en-US"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Amazon Cognito user pool features. </a:t>
            </a:r>
            <a:endParaRPr lang="en-US" b="0" i="0" kern="1200" dirty="0">
              <a:solidFill>
                <a:schemeClr val="tx1"/>
              </a:solidFill>
              <a:effectLst/>
              <a:latin typeface="Calibri" panose="020F0502020204030204" pitchFamily="34" charset="0"/>
              <a:ea typeface="+mn-ea"/>
              <a:cs typeface="+mn-cs"/>
            </a:endParaRPr>
          </a:p>
        </p:txBody>
      </p:sp>
    </p:spTree>
    <p:extLst>
      <p:ext uri="{BB962C8B-B14F-4D97-AF65-F5344CB8AC3E}">
        <p14:creationId xmlns:p14="http://schemas.microsoft.com/office/powerpoint/2010/main" val="12329579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397500"/>
          </a:xfrm>
        </p:spPr>
        <p:txBody>
          <a:bodyPr/>
          <a:lstStyle/>
          <a:p>
            <a:pPr marL="0" marR="0" lvl="0" indent="0" defTabSz="914400" rtl="0" eaLnBrk="1" fontAlgn="auto" latinLnBrk="0" hangingPunct="1">
              <a:buClrTx/>
              <a:buSzTx/>
              <a:buFontTx/>
              <a:buNone/>
              <a:tabLst/>
              <a:defRPr/>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marR="0" lvl="0" indent="0" defTabSz="914400" rtl="0" eaLnBrk="1" fontAlgn="auto" latinLnBrk="0" hangingPunct="1">
                <a:buClrTx/>
                <a:buSzTx/>
                <a:buFontTx/>
                <a:buNone/>
                <a:tabLst/>
                <a:defRPr/>
              </a:pPr>
              <a:t>32</a:t>
            </a:fld>
            <a:r>
              <a:rPr lang="en-US" b="1" dirty="0">
                <a:latin typeface="Calibri" panose="020F0502020204030204" pitchFamily="34" charset="0"/>
              </a:rPr>
              <a:t> </a:t>
            </a:r>
          </a:p>
          <a:p>
            <a:r>
              <a:rPr lang="en-US" b="1" dirty="0">
                <a:solidFill>
                  <a:srgbClr val="000000"/>
                </a:solidFill>
                <a:latin typeface="Calibri" panose="020F0502020204030204" pitchFamily="34" charset="0"/>
              </a:rPr>
              <a:t>|Instructor notes</a:t>
            </a:r>
          </a:p>
          <a:p>
            <a:r>
              <a:rPr lang="en-US" b="1" dirty="0">
                <a:solidFill>
                  <a:srgbClr val="000000"/>
                </a:solidFill>
                <a:latin typeface="Calibri" panose="020F0502020204030204" pitchFamily="34" charset="0"/>
              </a:rPr>
              <a:t>|</a:t>
            </a:r>
          </a:p>
          <a:p>
            <a:r>
              <a:rPr lang="en-US" b="1" dirty="0">
                <a:solidFill>
                  <a:srgbClr val="000000"/>
                </a:solidFill>
                <a:latin typeface="Calibri" panose="020F0502020204030204" pitchFamily="34" charset="0"/>
              </a:rPr>
              <a:t>|Student notes</a:t>
            </a:r>
          </a:p>
          <a:p>
            <a:pPr marL="0" marR="0" lvl="0" indent="0" defTabSz="914400" rtl="0" eaLnBrk="1" fontAlgn="auto" latinLnBrk="0" hangingPunct="1">
              <a:buClrTx/>
              <a:buSzTx/>
              <a:buFontTx/>
              <a:buNone/>
              <a:tabLst/>
              <a:defRPr/>
            </a:pPr>
            <a:r>
              <a:rPr lang="en-US" dirty="0">
                <a:solidFill>
                  <a:srgbClr val="000000"/>
                </a:solidFill>
                <a:latin typeface="Calibri" panose="020F0502020204030204" pitchFamily="34" charset="0"/>
              </a:rPr>
              <a:t>These key takeaways summarize this section.</a:t>
            </a:r>
          </a:p>
        </p:txBody>
      </p:sp>
    </p:spTree>
    <p:extLst>
      <p:ext uri="{BB962C8B-B14F-4D97-AF65-F5344CB8AC3E}">
        <p14:creationId xmlns:p14="http://schemas.microsoft.com/office/powerpoint/2010/main" val="230720010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33</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p>
          <a:p>
            <a:r>
              <a:rPr lang="en-US" dirty="0">
                <a:latin typeface="Calibri" panose="020F0502020204030204" pitchFamily="34" charset="0"/>
              </a:rPr>
              <a:t>You will now complete a lab. The next slide summarizes what you will do in the lab, and you will find the detailed instructions in the lab environment.</a:t>
            </a:r>
          </a:p>
        </p:txBody>
      </p:sp>
    </p:spTree>
    <p:extLst>
      <p:ext uri="{BB962C8B-B14F-4D97-AF65-F5344CB8AC3E}">
        <p14:creationId xmlns:p14="http://schemas.microsoft.com/office/powerpoint/2010/main" val="70779811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34</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p>
          <a:p>
            <a:r>
              <a:rPr lang="en-US" dirty="0">
                <a:latin typeface="Calibri" panose="020F0502020204030204" pitchFamily="34" charset="0"/>
              </a:rPr>
              <a:t>Access the lab environment through your online course to get additional details and complete the lab.</a:t>
            </a:r>
          </a:p>
        </p:txBody>
      </p:sp>
    </p:spTree>
    <p:extLst>
      <p:ext uri="{BB962C8B-B14F-4D97-AF65-F5344CB8AC3E}">
        <p14:creationId xmlns:p14="http://schemas.microsoft.com/office/powerpoint/2010/main" val="104691838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35</a:t>
            </a:fld>
            <a:r>
              <a:rPr lang="en-US" b="1" dirty="0">
                <a:latin typeface="Calibri" panose="020F0502020204030204" pitchFamily="34" charset="0"/>
              </a:rPr>
              <a:t> </a:t>
            </a:r>
          </a:p>
          <a:p>
            <a:r>
              <a:rPr lang="en-US" b="1" dirty="0">
                <a:latin typeface="Calibri" panose="020F0502020204030204" pitchFamily="34" charset="0"/>
              </a:rPr>
              <a:t>|Instructor notes</a:t>
            </a:r>
            <a:br>
              <a:rPr lang="en-US" b="1" dirty="0">
                <a:latin typeface="Calibri" panose="020F0502020204030204" pitchFamily="34" charset="0"/>
              </a:rPr>
            </a:br>
            <a:r>
              <a:rPr lang="en-US" dirty="0">
                <a:latin typeface="Calibri" panose="020F0502020204030204" pitchFamily="34" charset="0"/>
              </a:rPr>
              <a:t>|Relevant before and after architectural diagrams are included in the lab instructions for each lab. You might find it helpful to pull the lab diagrams up as part of debriefing this lab.</a:t>
            </a:r>
            <a:br>
              <a:rPr lang="en-US" dirty="0">
                <a:latin typeface="Calibri" panose="020F0502020204030204" pitchFamily="34" charset="0"/>
              </a:rPr>
            </a:br>
            <a:r>
              <a:rPr lang="en-US" dirty="0">
                <a:latin typeface="Calibri" panose="020F0502020204030204" pitchFamily="34" charset="0"/>
              </a:rPr>
              <a:t>|</a:t>
            </a:r>
            <a:endParaRPr lang="en-US" b="1" dirty="0">
              <a:latin typeface="Calibri" panose="020F0502020204030204" pitchFamily="34" charset="0"/>
            </a:endParaRPr>
          </a:p>
          <a:p>
            <a:r>
              <a:rPr lang="en-US" dirty="0">
                <a:latin typeface="Calibri" panose="020F0502020204030204" pitchFamily="34" charset="0"/>
              </a:rPr>
              <a:t>|Lead the class in a conversation about the key takeaways from the lab. Use the details from the previous section to help you debrief the lab with the students after they have completed it. Debriefing the lab is strongly encouraged. It helps the students make connections between their hands-on experience and the concepts that you discussed in the lecture before this lab.</a:t>
            </a:r>
          </a:p>
          <a:p>
            <a:r>
              <a:rPr lang="en-US" dirty="0">
                <a:latin typeface="Calibri" panose="020F0502020204030204" pitchFamily="34" charset="0"/>
              </a:rPr>
              <a:t>|During the debrief, you can ask the students the questions shown on this slide. The following are the answers:</a:t>
            </a:r>
          </a:p>
          <a:p>
            <a:r>
              <a:rPr lang="en-US" dirty="0">
                <a:latin typeface="Calibri" panose="020F0502020204030204" pitchFamily="34" charset="0"/>
              </a:rPr>
              <a:t>|</a:t>
            </a:r>
          </a:p>
          <a:p>
            <a:pPr marL="0" marR="0" lvl="0" indent="0" defTabSz="914400" rtl="0" eaLnBrk="1" fontAlgn="auto" latinLnBrk="0" hangingPunct="1">
              <a:buClrTx/>
              <a:buSzTx/>
              <a:buFontTx/>
              <a:buNone/>
              <a:tabLst/>
              <a:defRPr/>
            </a:pPr>
            <a:r>
              <a:rPr lang="en-US" dirty="0">
                <a:latin typeface="Calibri" panose="020F0502020204030204" pitchFamily="34" charset="0"/>
              </a:rPr>
              <a:t>|When configuring the user pool’s sign-up feature, what are the contact methods that Amazon Cognito offered to verify a user’s identity? You can either specify an email address or a phone number as the contact method that Cognito uses to verify a user’s identity when they sign up. Where does the web application that presents the pages for signing in run? The web application that presents the sign-in page runs inside of Amazon Cognito. With Cognito’s hosted UI feature, you don’t need to provide or provision an instance to run the sign-up or sign-in web pages.</a:t>
            </a:r>
          </a:p>
          <a:p>
            <a:r>
              <a:rPr lang="en-US" dirty="0">
                <a:latin typeface="Calibri" panose="020F0502020204030204" pitchFamily="34" charset="0"/>
              </a:rPr>
              <a:t>|</a:t>
            </a:r>
            <a:r>
              <a:rPr lang="en-US" b="1" dirty="0">
                <a:latin typeface="Calibri" panose="020F0502020204030204" pitchFamily="34" charset="0"/>
              </a:rPr>
              <a:t>Suggested responses for question 1</a:t>
            </a:r>
            <a:r>
              <a:rPr lang="en-US" dirty="0">
                <a:latin typeface="Calibri" panose="020F0502020204030204" pitchFamily="34" charset="0"/>
              </a:rPr>
              <a:t>: What did you do to create users and manage user passwords for the Birds website? In this lab, you used Amazon Cognito to create a user pool. An Amazon Cognito user pool is an identity provider that |can create users and manage user passwords. The Birds web application used the tokens generated by an Amazon Cognito user pool to ensure that users have authenticated and have a valid session before they can access a protected page or |perform a protected action.</a:t>
            </a:r>
            <a:br>
              <a:rPr lang="en-US" dirty="0">
                <a:latin typeface="Calibri" panose="020F0502020204030204" pitchFamily="34" charset="0"/>
              </a:rPr>
            </a:br>
            <a:r>
              <a:rPr lang="en-US" dirty="0">
                <a:latin typeface="Calibri" panose="020F0502020204030204" pitchFamily="34" charset="0"/>
              </a:rPr>
              <a:t>|Use a user pool when you need to do the following:</a:t>
            </a:r>
            <a:br>
              <a:rPr lang="en-US" dirty="0">
                <a:latin typeface="Calibri" panose="020F0502020204030204" pitchFamily="34" charset="0"/>
              </a:rPr>
            </a:br>
            <a:r>
              <a:rPr lang="en-US" dirty="0">
                <a:latin typeface="Calibri" panose="020F0502020204030204" pitchFamily="34" charset="0"/>
              </a:rPr>
              <a:t>|- Design sign-up and sign-in webpages for your app.</a:t>
            </a:r>
          </a:p>
          <a:p>
            <a:r>
              <a:rPr lang="en-US" dirty="0">
                <a:latin typeface="Calibri" panose="020F0502020204030204" pitchFamily="34" charset="0"/>
              </a:rPr>
              <a:t>|- Access and manage user data.</a:t>
            </a:r>
          </a:p>
          <a:p>
            <a:r>
              <a:rPr lang="en-US" dirty="0">
                <a:latin typeface="Calibri" panose="020F0502020204030204" pitchFamily="34" charset="0"/>
              </a:rPr>
              <a:t>|- Track your user device, location, and IP address, and adapt to sign-in requests of different risk levels.</a:t>
            </a:r>
          </a:p>
          <a:p>
            <a:r>
              <a:rPr lang="en-US" dirty="0">
                <a:latin typeface="Calibri" panose="020F0502020204030204" pitchFamily="34" charset="0"/>
              </a:rPr>
              <a:t>|- Use a custom authentication flow for your app.</a:t>
            </a:r>
          </a:p>
          <a:p>
            <a:r>
              <a:rPr lang="en-US" dirty="0">
                <a:latin typeface="Calibri" panose="020F0502020204030204" pitchFamily="34" charset="0"/>
              </a:rPr>
              <a:t>|</a:t>
            </a:r>
            <a:r>
              <a:rPr lang="en-US" b="1" dirty="0">
                <a:latin typeface="Calibri" panose="020F0502020204030204" pitchFamily="34" charset="0"/>
              </a:rPr>
              <a:t>Suggested responses for question 2</a:t>
            </a:r>
            <a:r>
              <a:rPr lang="en-US" dirty="0">
                <a:latin typeface="Calibri" panose="020F0502020204030204" pitchFamily="34" charset="0"/>
              </a:rPr>
              <a:t>: In this lab, you used Amazon Cognito to set up an identity pool. Why did you need an identity pool? Identity pools are for authorization to AWS services. You used an identity pool to give users access to |the DynamoDB table.</a:t>
            </a:r>
            <a:br>
              <a:rPr lang="en-US" dirty="0">
                <a:latin typeface="Calibri" panose="020F0502020204030204" pitchFamily="34" charset="0"/>
              </a:rPr>
            </a:br>
            <a:r>
              <a:rPr lang="en-US" dirty="0">
                <a:latin typeface="Calibri" panose="020F0502020204030204" pitchFamily="34" charset="0"/>
              </a:rPr>
              <a:t>|Use a user pool when you need to do the following:</a:t>
            </a:r>
            <a:br>
              <a:rPr lang="en-US" dirty="0">
                <a:latin typeface="Calibri" panose="020F0502020204030204" pitchFamily="34" charset="0"/>
              </a:rPr>
            </a:br>
            <a:r>
              <a:rPr lang="en-US" dirty="0">
                <a:latin typeface="Calibri" panose="020F0502020204030204" pitchFamily="34" charset="0"/>
              </a:rPr>
              <a:t>|- Give your users access to AWS resources, such as an S3 bucket or a DynamoDB table.</a:t>
            </a:r>
          </a:p>
          <a:p>
            <a:r>
              <a:rPr lang="en-US" dirty="0">
                <a:latin typeface="Calibri" panose="020F0502020204030204" pitchFamily="34" charset="0"/>
              </a:rPr>
              <a:t>|- Generate temporary AWS credentials for unauthenticated users.</a:t>
            </a:r>
          </a:p>
          <a:p>
            <a:pPr marL="0" marR="0" lvl="0" indent="0" defTabSz="914400" rtl="0" eaLnBrk="1" fontAlgn="auto" latinLnBrk="0" hangingPunct="1">
              <a:buClrTx/>
              <a:buSzTx/>
              <a:buFontTx/>
              <a:buNone/>
              <a:tabLst/>
              <a:defRPr/>
            </a:pPr>
            <a:r>
              <a:rPr lang="en-US" dirty="0">
                <a:latin typeface="Calibri" panose="020F0502020204030204" pitchFamily="34" charset="0"/>
              </a:rPr>
              <a:t>|</a:t>
            </a:r>
          </a:p>
          <a:p>
            <a:r>
              <a:rPr lang="en-US" b="1" dirty="0">
                <a:latin typeface="Calibri" panose="020F0502020204030204" pitchFamily="34" charset="0"/>
              </a:rPr>
              <a:t>|Student notes</a:t>
            </a:r>
            <a:br>
              <a:rPr lang="en-US" dirty="0">
                <a:latin typeface="Calibri" panose="020F0502020204030204" pitchFamily="34" charset="0"/>
              </a:rPr>
            </a:br>
            <a:r>
              <a:rPr lang="en-US" dirty="0">
                <a:latin typeface="Calibri" panose="020F0502020204030204" pitchFamily="34" charset="0"/>
              </a:rPr>
              <a:t>Your instructor might review these questions with you, or you might review them on your own. Use this opportunity to extend your thinking about the tasks that you performed during the lab.</a:t>
            </a:r>
          </a:p>
        </p:txBody>
      </p:sp>
    </p:spTree>
    <p:extLst>
      <p:ext uri="{BB962C8B-B14F-4D97-AF65-F5344CB8AC3E}">
        <p14:creationId xmlns:p14="http://schemas.microsoft.com/office/powerpoint/2010/main" val="155065887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Image Placeholder 5">
            <a:extLst>
              <a:ext uri="{FF2B5EF4-FFF2-40B4-BE49-F238E27FC236}">
                <a16:creationId xmlns:a16="http://schemas.microsoft.com/office/drawing/2014/main" id="{82C12AF2-D595-4BC1-B558-9E94FE5AC6C3}"/>
              </a:ext>
            </a:extLst>
          </p:cNvPr>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defTabSz="914400" rtl="0" eaLnBrk="1" fontAlgn="auto" latinLnBrk="0" hangingPunct="1">
              <a:buClrTx/>
              <a:buSzTx/>
              <a:buFontTx/>
              <a:buNone/>
              <a:tabLst/>
              <a:defRPr/>
            </a:pPr>
            <a:r>
              <a:rPr kumimoji="0" lang="en-US" b="1" i="0" u="none" strike="noStrike" kern="1200" cap="none" spc="0" normalizeH="0" baseline="0" noProof="0">
                <a:ln>
                  <a:noFill/>
                </a:ln>
                <a:solidFill>
                  <a:prstClr val="black"/>
                </a:solidFill>
                <a:effectLst/>
                <a:uLnTx/>
                <a:uFillTx/>
                <a:latin typeface="Calibri" panose="020F0502020204030204" pitchFamily="34" charset="0"/>
                <a:ea typeface="+mn-ea"/>
                <a:cs typeface="+mn-cs"/>
              </a:rPr>
              <a:t>|</a:t>
            </a:r>
            <a:r>
              <a:rPr lang="en-US" b="1" noProof="0" dirty="0">
                <a:latin typeface="Calibri" panose="020F0502020204030204" pitchFamily="34" charset="0"/>
              </a:rPr>
              <a:t>Slide number </a:t>
            </a:r>
            <a:fld id="{8664C272-6569-4216-A95E-54311E5C5ED8}" type="slidenum">
              <a:rPr lang="en-US" b="1" noProof="0" smtClean="0">
                <a:latin typeface="Calibri" panose="020F0502020204030204" pitchFamily="34" charset="0"/>
              </a:rPr>
              <a:pPr marL="0" marR="0" lvl="0" indent="0" defTabSz="914400" rtl="0" eaLnBrk="1" fontAlgn="auto" latinLnBrk="0" hangingPunct="1">
                <a:buClrTx/>
                <a:buSzTx/>
                <a:buFontTx/>
                <a:buNone/>
                <a:tabLst/>
                <a:defRPr/>
              </a:pPr>
              <a:t>36</a:t>
            </a:fld>
            <a:r>
              <a:rPr lang="en-US" b="1" noProof="0" dirty="0">
                <a:latin typeface="Calibri" panose="020F0502020204030204" pitchFamily="34" charset="0"/>
              </a:rPr>
              <a:t> </a:t>
            </a:r>
          </a:p>
          <a:p>
            <a:pPr lvl="0"/>
            <a:r>
              <a:rPr lang="en-US" b="1" noProof="0" dirty="0">
                <a:latin typeface="Calibri" panose="020F0502020204030204" pitchFamily="34" charset="0"/>
              </a:rPr>
              <a:t>|Instructor notes</a:t>
            </a:r>
          </a:p>
          <a:p>
            <a:r>
              <a:rPr lang="en-US" b="1" noProof="0" dirty="0">
                <a:latin typeface="Calibri" panose="020F0502020204030204" pitchFamily="34" charset="0"/>
              </a:rPr>
              <a:t>|</a:t>
            </a:r>
          </a:p>
          <a:p>
            <a:pPr lvl="0"/>
            <a:r>
              <a:rPr lang="en-US" b="1" noProof="0" dirty="0">
                <a:latin typeface="Calibri" panose="020F0502020204030204" pitchFamily="34" charset="0"/>
              </a:rPr>
              <a:t>|Student notes</a:t>
            </a:r>
          </a:p>
          <a:p>
            <a:pPr lvl="0"/>
            <a:r>
              <a:rPr lang="en-US" dirty="0">
                <a:latin typeface="Calibri" panose="020F0502020204030204" pitchFamily="34" charset="0"/>
              </a:rPr>
              <a:t>This section focuses on managing access to multiple accounts with AWS Organizations.</a:t>
            </a:r>
          </a:p>
        </p:txBody>
      </p:sp>
    </p:spTree>
    <p:extLst>
      <p:ext uri="{BB962C8B-B14F-4D97-AF65-F5344CB8AC3E}">
        <p14:creationId xmlns:p14="http://schemas.microsoft.com/office/powerpoint/2010/main" val="350477271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09999"/>
            <a:ext cx="7112000" cy="5397500"/>
          </a:xfrm>
        </p:spPr>
        <p:txBody>
          <a:bodyPr/>
          <a:lstStyle/>
          <a:p>
            <a:pPr marL="0" marR="0" lvl="0" indent="0" defTabSz="914400" rtl="0" eaLnBrk="1" fontAlgn="auto" latinLnBrk="0" hangingPunct="1">
              <a:buClrTx/>
              <a:buSzTx/>
              <a:buFontTx/>
              <a:buNone/>
              <a:tabLst/>
              <a:defRPr/>
            </a:pPr>
            <a:r>
              <a:rPr kumimoji="0" lang="en-US" b="1" i="0" u="none" strike="noStrike" kern="1200" cap="none" spc="0" normalizeH="0" baseline="0" noProof="0">
                <a:ln>
                  <a:noFill/>
                </a:ln>
                <a:solidFill>
                  <a:prstClr val="black"/>
                </a:solidFill>
                <a:effectLst/>
                <a:uLnTx/>
                <a:uFillTx/>
                <a:latin typeface="Calibri" panose="020F0502020204030204" pitchFamily="34" charset="0"/>
                <a:ea typeface="+mn-ea"/>
                <a:cs typeface="+mn-cs"/>
              </a:rPr>
              <a:t>|</a:t>
            </a: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Slide number </a:t>
            </a:r>
            <a:fld id="{8664C272-6569-4216-A95E-54311E5C5ED8}" type="slidenum">
              <a:rPr kumimoji="0" lang="en-US" b="1"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defTabSz="914400" rtl="0" eaLnBrk="1" fontAlgn="auto" latinLnBrk="0" hangingPunct="1">
                <a:buClrTx/>
                <a:buSzTx/>
                <a:buFontTx/>
                <a:buNone/>
                <a:tabLst/>
                <a:defRPr/>
              </a:pPr>
              <a:t>37</a:t>
            </a:fld>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|Instructor notes</a:t>
            </a:r>
          </a:p>
          <a:p>
            <a:r>
              <a:rPr kumimoji="0" lang="en-US"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|Student notes</a:t>
            </a:r>
          </a:p>
          <a:p>
            <a:pPr marL="0" marR="0" lvl="0" indent="0" defTabSz="914400" rtl="0" eaLnBrk="1" fontAlgn="auto" latinLnBrk="0" hangingPunct="1">
              <a:buClrTx/>
              <a:buSzTx/>
              <a:buFontTx/>
              <a:buNone/>
              <a:tabLst/>
              <a:defRPr/>
            </a:pPr>
            <a:r>
              <a:rPr lang="en-US" dirty="0">
                <a:latin typeface="Calibri" panose="020F0502020204030204" pitchFamily="34" charset="0"/>
              </a:rPr>
              <a:t>When you use AWS to support the different teams and departments in an organization, you can choose between two general architectural patterns to isolate and separate the resources that each team uses.</a:t>
            </a:r>
          </a:p>
          <a:p>
            <a:pPr marL="0" marR="0" lvl="0" indent="0" defTabSz="914400" rtl="0" eaLnBrk="1" fontAlgn="auto" latinLnBrk="0" hangingPunct="1">
              <a:buClrTx/>
              <a:buSzTx/>
              <a:buFontTx/>
              <a:buNone/>
              <a:tabLst/>
              <a:defRPr/>
            </a:pPr>
            <a:endParaRPr lang="en-US" dirty="0">
              <a:latin typeface="Calibri" panose="020F0502020204030204" pitchFamily="34" charset="0"/>
            </a:endParaRPr>
          </a:p>
          <a:p>
            <a:pPr lvl="0"/>
            <a:r>
              <a:rPr lang="en-US" dirty="0">
                <a:latin typeface="Calibri" panose="020F0502020204030204" pitchFamily="34" charset="0"/>
              </a:rPr>
              <a:t>The first pattern is to define multiple virtual private clouds (VPCs) in a single AWS account. If you prefer centralized information security management with minimum overhead, you can choose to use a single AWS account.</a:t>
            </a:r>
          </a:p>
          <a:p>
            <a:pPr marL="0" marR="0" lvl="0" indent="0" defTabSz="914400" rtl="0" eaLnBrk="1" fontAlgn="auto" latinLnBrk="0" hangingPunct="1">
              <a:buClrTx/>
              <a:buSzTx/>
              <a:buFontTx/>
              <a:buNone/>
              <a:tabLst/>
              <a:defRPr/>
            </a:pPr>
            <a:endParaRPr lang="en-US" dirty="0">
              <a:latin typeface="Calibri" panose="020F0502020204030204" pitchFamily="34" charset="0"/>
            </a:endParaRPr>
          </a:p>
          <a:p>
            <a:pPr marL="0" marR="0" lvl="0" indent="0" defTabSz="914400" rtl="0" eaLnBrk="1" fontAlgn="auto" latinLnBrk="0" hangingPunct="1">
              <a:buClrTx/>
              <a:buSzTx/>
              <a:buFontTx/>
              <a:buNone/>
              <a:tabLst/>
              <a:defRPr/>
            </a:pPr>
            <a:r>
              <a:rPr lang="en-US" dirty="0">
                <a:latin typeface="Calibri" panose="020F0502020204030204" pitchFamily="34" charset="0"/>
              </a:rPr>
              <a:t>The second pattern is to create multiple AWS accounts and define a VPC in each account. In practice, large and small organizations tend to create multiple accounts for their organizations. For example, they might create individual accounts for various business units. They can also create separate accounts for their development, test, and production resources.</a:t>
            </a:r>
          </a:p>
        </p:txBody>
      </p:sp>
    </p:spTree>
    <p:extLst>
      <p:ext uri="{BB962C8B-B14F-4D97-AF65-F5344CB8AC3E}">
        <p14:creationId xmlns:p14="http://schemas.microsoft.com/office/powerpoint/2010/main" val="423602833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defTabSz="914400" rtl="0" eaLnBrk="1" fontAlgn="auto" latinLnBrk="0" hangingPunct="1">
              <a:buClrTx/>
              <a:buSzTx/>
              <a:buFontTx/>
              <a:buNone/>
              <a:tabLst/>
              <a:defRPr/>
            </a:pPr>
            <a:r>
              <a:rPr kumimoji="0" lang="en-US" b="1" i="0" u="none" strike="noStrike" kern="1200" cap="none" spc="0" normalizeH="0" baseline="0" noProof="0">
                <a:ln>
                  <a:noFill/>
                </a:ln>
                <a:solidFill>
                  <a:prstClr val="black"/>
                </a:solidFill>
                <a:effectLst/>
                <a:uLnTx/>
                <a:uFillTx/>
                <a:latin typeface="Calibri" panose="020F0502020204030204" pitchFamily="34" charset="0"/>
                <a:ea typeface="+mn-ea"/>
                <a:cs typeface="+mn-cs"/>
              </a:rPr>
              <a:t>|</a:t>
            </a: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Slide number </a:t>
            </a:r>
            <a:fld id="{8664C272-6569-4216-A95E-54311E5C5ED8}" type="slidenum">
              <a:rPr kumimoji="0" lang="en-US" b="1"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defTabSz="914400" rtl="0" eaLnBrk="1" fontAlgn="auto" latinLnBrk="0" hangingPunct="1">
                <a:buClrTx/>
                <a:buSzTx/>
                <a:buFontTx/>
                <a:buNone/>
                <a:tabLst/>
                <a:defRPr/>
              </a:pPr>
              <a:t>38</a:t>
            </a:fld>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|Instructor notes</a:t>
            </a:r>
          </a:p>
          <a:p>
            <a:r>
              <a:rPr kumimoji="0" lang="en-US"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|Student notes</a:t>
            </a:r>
          </a:p>
          <a:p>
            <a:r>
              <a:rPr lang="en-US" dirty="0">
                <a:latin typeface="Calibri" panose="020F0502020204030204" pitchFamily="34" charset="0"/>
              </a:rPr>
              <a:t>When customers use separate AWS accounts (usually with consolidated billing) for development and production resources, it enables them to cleanly separate different types of resources. It can also provide some security benefits. </a:t>
            </a:r>
          </a:p>
          <a:p>
            <a:endParaRPr lang="en-US" dirty="0">
              <a:latin typeface="Calibri" panose="020F0502020204030204" pitchFamily="34" charset="0"/>
            </a:endParaRPr>
          </a:p>
          <a:p>
            <a:r>
              <a:rPr lang="en-US" dirty="0">
                <a:latin typeface="Calibri" panose="020F0502020204030204" pitchFamily="34" charset="0"/>
              </a:rPr>
              <a:t>Alternatively, if your business maintains separate environments for production, development, and testing, you can configure three AWS accounts and have one account for each environment. Also, if you have multiple autonomous departments, you can also create separate AWS accounts for each autonomous part of the organization.</a:t>
            </a:r>
          </a:p>
          <a:p>
            <a:endParaRPr lang="en-US" dirty="0">
              <a:latin typeface="Calibri" panose="020F0502020204030204" pitchFamily="34" charset="0"/>
            </a:endParaRPr>
          </a:p>
          <a:p>
            <a:r>
              <a:rPr lang="en-US" dirty="0">
                <a:latin typeface="Calibri" panose="020F0502020204030204" pitchFamily="34" charset="0"/>
              </a:rPr>
              <a:t>When you use multiple accounts, a more efficient strategy is to create a single AWS account for common project resources. Common resources might include DNS services, Microsoft Active Directory, and content management systems (CMSs). You can also separate accounts for the autonomous projects or departments. This strategy enables you to assign permissions and policies under each department or project account and grant access to resources across accounts. </a:t>
            </a:r>
          </a:p>
          <a:p>
            <a:endParaRPr lang="en-US" dirty="0">
              <a:latin typeface="Calibri" panose="020F0502020204030204" pitchFamily="34" charset="0"/>
            </a:endParaRPr>
          </a:p>
          <a:p>
            <a:r>
              <a:rPr lang="en-US" dirty="0">
                <a:latin typeface="Calibri" panose="020F0502020204030204" pitchFamily="34" charset="0"/>
              </a:rPr>
              <a:t>Although most organizations choose to use multiple AWS accounts, that choice comes with some challenges.</a:t>
            </a:r>
          </a:p>
          <a:p>
            <a:r>
              <a:rPr lang="en-US" dirty="0">
                <a:latin typeface="Calibri" panose="020F0502020204030204" pitchFamily="34" charset="0"/>
              </a:rPr>
              <a:t>First, you must determine how to effectively manage security across all your accounts. If you replicate the IAM policies that you defined across all accounts to ensure consistency, it could involve custom automation, manual effort, or both.</a:t>
            </a:r>
          </a:p>
          <a:p>
            <a:endParaRPr lang="en-US" dirty="0">
              <a:latin typeface="Calibri" panose="020F0502020204030204" pitchFamily="34" charset="0"/>
            </a:endParaRPr>
          </a:p>
          <a:p>
            <a:r>
              <a:rPr lang="en-US" dirty="0">
                <a:latin typeface="Calibri" panose="020F0502020204030204" pitchFamily="34" charset="0"/>
              </a:rPr>
              <a:t>Also, you might be constantly asked to create more accounts. It takes time to manually create these accounts. It also might be difficult to track all the accounts and the purpose of each account.</a:t>
            </a:r>
          </a:p>
          <a:p>
            <a:endParaRPr lang="en-US" dirty="0">
              <a:latin typeface="Calibri" panose="020F0502020204030204" pitchFamily="34" charset="0"/>
            </a:endParaRPr>
          </a:p>
          <a:p>
            <a:r>
              <a:rPr lang="en-US" dirty="0">
                <a:latin typeface="Calibri" panose="020F0502020204030204" pitchFamily="34" charset="0"/>
              </a:rPr>
              <a:t>It can also be a challenge to determine which cost center in the organization should be billed for which resources in which accounts. </a:t>
            </a:r>
          </a:p>
          <a:p>
            <a:endParaRPr lang="en-US" dirty="0">
              <a:latin typeface="Calibri" panose="020F0502020204030204" pitchFamily="34" charset="0"/>
            </a:endParaRPr>
          </a:p>
          <a:p>
            <a:r>
              <a:rPr lang="en-US" dirty="0">
                <a:latin typeface="Calibri" panose="020F0502020204030204" pitchFamily="34" charset="0"/>
              </a:rPr>
              <a:t>And finally, you might also want to achieve the centralized governance that is needed to ensure consistency.</a:t>
            </a:r>
          </a:p>
        </p:txBody>
      </p:sp>
    </p:spTree>
    <p:extLst>
      <p:ext uri="{BB962C8B-B14F-4D97-AF65-F5344CB8AC3E}">
        <p14:creationId xmlns:p14="http://schemas.microsoft.com/office/powerpoint/2010/main" val="304229376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397500"/>
          </a:xfrm>
        </p:spPr>
        <p:txBody>
          <a:bodyPr/>
          <a:lstStyle/>
          <a:p>
            <a:pPr marL="0" marR="0" lvl="0" indent="0" defTabSz="914400" rtl="0" eaLnBrk="1" fontAlgn="auto" latinLnBrk="0" hangingPunct="1">
              <a:buClrTx/>
              <a:buSzTx/>
              <a:buFontTx/>
              <a:buNone/>
              <a:tabLst/>
              <a:defRPr/>
            </a:pPr>
            <a:r>
              <a:rPr kumimoji="0" lang="en-US" b="1" i="0" u="none" strike="noStrike" kern="1200" cap="none" spc="0" normalizeH="0" baseline="0" noProof="0">
                <a:ln>
                  <a:noFill/>
                </a:ln>
                <a:solidFill>
                  <a:prstClr val="black"/>
                </a:solidFill>
                <a:effectLst/>
                <a:uLnTx/>
                <a:uFillTx/>
                <a:latin typeface="Calibri" panose="020F0502020204030204" pitchFamily="34" charset="0"/>
                <a:ea typeface="+mn-ea"/>
                <a:cs typeface="+mn-cs"/>
              </a:rPr>
              <a:t>|</a:t>
            </a: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Slide number </a:t>
            </a:r>
            <a:fld id="{8664C272-6569-4216-A95E-54311E5C5ED8}" type="slidenum">
              <a:rPr kumimoji="0" lang="en-US" b="1"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defTabSz="914400" rtl="0" eaLnBrk="1" fontAlgn="auto" latinLnBrk="0" hangingPunct="1">
                <a:buClrTx/>
                <a:buSzTx/>
                <a:buFontTx/>
                <a:buNone/>
                <a:tabLst/>
                <a:defRPr/>
              </a:pPr>
              <a:t>39</a:t>
            </a:fld>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|Instructor notes</a:t>
            </a:r>
          </a:p>
          <a:p>
            <a:r>
              <a:rPr kumimoji="0" lang="en-US"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|Communicate to students that </a:t>
            </a:r>
            <a:r>
              <a:rPr lang="en-US" b="0" i="0" kern="1200" dirty="0">
                <a:solidFill>
                  <a:schemeClr val="tx1"/>
                </a:solidFill>
                <a:effectLst/>
                <a:latin typeface="Calibri" panose="020F0502020204030204" pitchFamily="34" charset="0"/>
                <a:ea typeface="+mn-ea"/>
                <a:cs typeface="+mn-cs"/>
              </a:rPr>
              <a:t>AWS Organizations includes account management and consolidated billing capabilities that enable you to better meet the budgetary, security, and compliance needs of your business. As an administrator of an organization, you can create accounts in your organization and invite existing accounts to join the organization. It’s also important to point out that tier pricing discounts is big advantage.</a:t>
            </a:r>
          </a:p>
          <a:p>
            <a:r>
              <a:rPr kumimoji="0" lang="en-US" b="0" i="0" u="none" strike="noStrike" kern="1200" cap="none" spc="0" normalizeH="0" baseline="0" noProof="0" dirty="0">
                <a:ln>
                  <a:noFill/>
                </a:ln>
                <a:solidFill>
                  <a:schemeClr val="tx1"/>
                </a:solidFill>
                <a:effectLst/>
                <a:uLnTx/>
                <a:uFillTx/>
                <a:latin typeface="Calibri" panose="020F0502020204030204" pitchFamily="34" charset="0"/>
                <a:ea typeface="+mn-ea"/>
                <a:cs typeface="+mn-cs"/>
              </a:rPr>
              <a:t>|</a:t>
            </a:r>
            <a:endParaRPr kumimoji="0" lang="en-US"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|Student notes</a:t>
            </a:r>
          </a:p>
          <a:p>
            <a:r>
              <a:rPr lang="en-US" dirty="0">
                <a:solidFill>
                  <a:srgbClr val="000000"/>
                </a:solidFill>
                <a:latin typeface="Calibri" panose="020F0502020204030204" pitchFamily="34" charset="0"/>
              </a:rPr>
              <a:t>AWS Organizations is an account management service that you can use to create an </a:t>
            </a:r>
            <a:r>
              <a:rPr lang="en-US" i="0" dirty="0">
                <a:solidFill>
                  <a:srgbClr val="000000"/>
                </a:solidFill>
                <a:latin typeface="Calibri" panose="020F0502020204030204" pitchFamily="34" charset="0"/>
              </a:rPr>
              <a:t>organization</a:t>
            </a:r>
            <a:r>
              <a:rPr lang="en-US" dirty="0">
                <a:solidFill>
                  <a:srgbClr val="000000"/>
                </a:solidFill>
                <a:latin typeface="Calibri" panose="020F0502020204030204" pitchFamily="34" charset="0"/>
              </a:rPr>
              <a:t> where you can consolidate multiple accounts and centrally manage them. AWS Organizations provides centralized account creation and management and consolidated billing capabilities. With these features, you can manage your security, compliance, and budgetary needs more efficiently. </a:t>
            </a:r>
          </a:p>
          <a:p>
            <a:endParaRPr lang="en-US" dirty="0">
              <a:solidFill>
                <a:srgbClr val="000000"/>
              </a:solidFill>
              <a:latin typeface="Calibri" panose="020F0502020204030204" pitchFamily="34" charset="0"/>
            </a:endParaRPr>
          </a:p>
          <a:p>
            <a:r>
              <a:rPr lang="en-US" dirty="0">
                <a:solidFill>
                  <a:srgbClr val="000000"/>
                </a:solidFill>
                <a:latin typeface="Calibri" panose="020F0502020204030204" pitchFamily="34" charset="0"/>
              </a:rPr>
              <a:t>Organizations also provides the ability to hierarchically group your accounts in </a:t>
            </a:r>
            <a:r>
              <a:rPr lang="en-US" i="0" dirty="0">
                <a:solidFill>
                  <a:srgbClr val="000000"/>
                </a:solidFill>
                <a:latin typeface="Calibri" panose="020F0502020204030204" pitchFamily="34" charset="0"/>
              </a:rPr>
              <a:t>organizational units (OUs) </a:t>
            </a:r>
            <a:r>
              <a:rPr lang="en-US" dirty="0">
                <a:solidFill>
                  <a:srgbClr val="000000"/>
                </a:solidFill>
                <a:latin typeface="Calibri" panose="020F0502020204030204" pitchFamily="34" charset="0"/>
              </a:rPr>
              <a:t>and attach different access policies to each. This provides the ability to create and customize fine-grained policies, which you can target to a single OU or attach to multiple OUs. You can nest OUs within other OUs up to a depth of five levels, which helps you to structure your hierarchy as you prefer.</a:t>
            </a:r>
          </a:p>
          <a:p>
            <a:endParaRPr lang="en-US" dirty="0">
              <a:solidFill>
                <a:srgbClr val="000000"/>
              </a:solidFill>
              <a:latin typeface="Calibri" panose="020F0502020204030204" pitchFamily="34" charset="0"/>
            </a:endParaRPr>
          </a:p>
          <a:p>
            <a:r>
              <a:rPr lang="en-US" dirty="0">
                <a:solidFill>
                  <a:srgbClr val="000000"/>
                </a:solidFill>
                <a:latin typeface="Calibri" panose="020F0502020204030204" pitchFamily="34" charset="0"/>
              </a:rPr>
              <a:t>Another key feature of Organizations is the use of </a:t>
            </a:r>
            <a:r>
              <a:rPr lang="en-US" i="0" dirty="0">
                <a:solidFill>
                  <a:srgbClr val="000000"/>
                </a:solidFill>
                <a:latin typeface="Calibri" panose="020F0502020204030204" pitchFamily="34" charset="0"/>
              </a:rPr>
              <a:t>service control policies (SCPs) </a:t>
            </a:r>
            <a:r>
              <a:rPr lang="en-US" dirty="0">
                <a:solidFill>
                  <a:srgbClr val="000000"/>
                </a:solidFill>
                <a:latin typeface="Calibri" panose="020F0502020204030204" pitchFamily="34" charset="0"/>
              </a:rPr>
              <a:t>to specify the maximum permissions for member accounts in your organization. This helps you ensure that your accounts stay within your organization's access control guidelines. </a:t>
            </a:r>
          </a:p>
          <a:p>
            <a:endParaRPr lang="en-US" dirty="0">
              <a:solidFill>
                <a:srgbClr val="000000"/>
              </a:solidFill>
              <a:latin typeface="Calibri" panose="020F0502020204030204" pitchFamily="34" charset="0"/>
            </a:endParaRPr>
          </a:p>
          <a:p>
            <a:r>
              <a:rPr lang="en-US" dirty="0">
                <a:solidFill>
                  <a:srgbClr val="000000"/>
                </a:solidFill>
                <a:latin typeface="Calibri" panose="020F0502020204030204" pitchFamily="34" charset="0"/>
              </a:rPr>
              <a:t>Organizations builds upon AWS Identity and Access Management (IAM) by expanding the granular control that IAM provides to the account level. It does this by giving you control over what users and roles in an account or a group of accounts can do. This additional layer of control ensures that users can access only what both Organizations and IAM policies allow. If either service blocks an operation, the user will not be able to access that operation. </a:t>
            </a:r>
          </a:p>
          <a:p>
            <a:endParaRPr lang="en-US" dirty="0">
              <a:solidFill>
                <a:srgbClr val="000000"/>
              </a:solidFill>
              <a:latin typeface="Calibri" panose="020F0502020204030204" pitchFamily="34" charset="0"/>
            </a:endParaRPr>
          </a:p>
          <a:p>
            <a:r>
              <a:rPr lang="en-US" dirty="0">
                <a:solidFill>
                  <a:srgbClr val="000000"/>
                </a:solidFill>
                <a:latin typeface="Calibri" panose="020F0502020204030204" pitchFamily="34" charset="0"/>
              </a:rPr>
              <a:t>See the link provided on the course resources page for more information on AWS Organizations.</a:t>
            </a:r>
          </a:p>
        </p:txBody>
      </p:sp>
    </p:spTree>
    <p:extLst>
      <p:ext uri="{BB962C8B-B14F-4D97-AF65-F5344CB8AC3E}">
        <p14:creationId xmlns:p14="http://schemas.microsoft.com/office/powerpoint/2010/main" val="254386719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defTabSz="914400" rtl="0" eaLnBrk="1" fontAlgn="auto" latinLnBrk="0" hangingPunct="1">
              <a:buClrTx/>
              <a:buSzTx/>
              <a:buFontTx/>
              <a:buNone/>
              <a:tabLst/>
              <a:defRPr/>
            </a:pPr>
            <a:r>
              <a:rPr kumimoji="0" lang="en-US" b="1" i="0" u="none" strike="noStrike" kern="1200" cap="none" spc="0" normalizeH="0" baseline="0" noProof="0">
                <a:ln>
                  <a:noFill/>
                </a:ln>
                <a:solidFill>
                  <a:prstClr val="black"/>
                </a:solidFill>
                <a:effectLst/>
                <a:uLnTx/>
                <a:uFillTx/>
                <a:latin typeface="Calibri" panose="020F0502020204030204" pitchFamily="34" charset="0"/>
                <a:ea typeface="+mn-ea"/>
                <a:cs typeface="+mn-cs"/>
              </a:rPr>
              <a:t>|</a:t>
            </a: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Slide number </a:t>
            </a:r>
            <a:fld id="{8664C272-6569-4216-A95E-54311E5C5ED8}" type="slidenum">
              <a:rPr kumimoji="0" lang="en-US" b="1"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defTabSz="914400" rtl="0" eaLnBrk="1" fontAlgn="auto" latinLnBrk="0" hangingPunct="1">
                <a:buClrTx/>
                <a:buSzTx/>
                <a:buFontTx/>
                <a:buNone/>
                <a:tabLst/>
                <a:defRPr/>
              </a:pPr>
              <a:t>40</a:t>
            </a:fld>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|Instructor notes</a:t>
            </a:r>
          </a:p>
          <a:p>
            <a:r>
              <a:rPr kumimoji="0" lang="en-US"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Walk through each step on the next 4 slides. Each slide will build off the previous slide to help students better understand the flow. </a:t>
            </a:r>
          </a:p>
          <a:p>
            <a:r>
              <a:rPr kumimoji="0" lang="en-US"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|Student notes</a:t>
            </a:r>
          </a:p>
          <a:p>
            <a:r>
              <a:rPr lang="en-US" b="0" i="0" kern="1200" dirty="0">
                <a:solidFill>
                  <a:schemeClr val="tx1"/>
                </a:solidFill>
                <a:effectLst/>
                <a:latin typeface="Calibri" panose="020F0502020204030204" pitchFamily="34" charset="0"/>
              </a:rPr>
              <a:t>Here is an example AWS organization. It’s defined inside a regular AWS account that’s referred to on the slide as </a:t>
            </a:r>
            <a:r>
              <a:rPr lang="en-US" dirty="0">
                <a:latin typeface="Calibri" panose="020F0502020204030204" pitchFamily="34" charset="0"/>
              </a:rPr>
              <a:t>the</a:t>
            </a:r>
            <a:r>
              <a:rPr lang="en-US" b="0" i="0" kern="1200" dirty="0">
                <a:solidFill>
                  <a:schemeClr val="tx1"/>
                </a:solidFill>
                <a:effectLst/>
                <a:latin typeface="Calibri" panose="020F0502020204030204" pitchFamily="34" charset="0"/>
              </a:rPr>
              <a:t> primary account because the AWS organization is defined in it.</a:t>
            </a:r>
          </a:p>
          <a:p>
            <a:endParaRPr lang="en-US" b="0" i="0" kern="1200" dirty="0">
              <a:solidFill>
                <a:schemeClr val="tx1"/>
              </a:solidFill>
              <a:effectLst/>
              <a:latin typeface="Calibri" panose="020F0502020204030204" pitchFamily="34" charset="0"/>
            </a:endParaRPr>
          </a:p>
          <a:p>
            <a:pPr marL="0" marR="0" lvl="0" indent="0" defTabSz="914400" rtl="0" eaLnBrk="1" fontAlgn="auto" latinLnBrk="0" hangingPunct="1">
              <a:buClrTx/>
              <a:buSzTx/>
              <a:buFontTx/>
              <a:buNone/>
              <a:tabLst/>
              <a:defRPr/>
            </a:pPr>
            <a:r>
              <a:rPr kumimoji="0" lang="en-US" b="0" i="0" u="none" strike="noStrike" kern="1200" cap="none" spc="0" normalizeH="0" baseline="0" noProof="0" dirty="0">
                <a:ln>
                  <a:noFill/>
                </a:ln>
                <a:effectLst/>
                <a:uLnTx/>
                <a:uFillTx/>
                <a:latin typeface="Calibri" panose="020F0502020204030204" pitchFamily="34" charset="0"/>
                <a:ea typeface="Amazon Ember" panose="020B0603020204020204" pitchFamily="34" charset="0"/>
                <a:cs typeface="Amazon Ember" panose="020B0603020204020204" pitchFamily="34" charset="0"/>
              </a:rPr>
              <a:t>Step 1: Create a hierarchy of OUs. </a:t>
            </a:r>
            <a:r>
              <a:rPr lang="en-US" b="0" i="0" kern="1200" dirty="0">
                <a:solidFill>
                  <a:schemeClr val="tx1"/>
                </a:solidFill>
                <a:effectLst/>
                <a:latin typeface="Calibri" panose="020F0502020204030204" pitchFamily="34" charset="0"/>
              </a:rPr>
              <a:t>When you create an organization in the primary account, the organization</a:t>
            </a:r>
            <a:r>
              <a:rPr lang="en-US" dirty="0">
                <a:latin typeface="Calibri" panose="020F0502020204030204" pitchFamily="34" charset="0"/>
              </a:rPr>
              <a:t> </a:t>
            </a:r>
            <a:r>
              <a:rPr lang="en-US" b="0" i="0" kern="1200" dirty="0">
                <a:solidFill>
                  <a:schemeClr val="tx1"/>
                </a:solidFill>
                <a:effectLst/>
                <a:latin typeface="Calibri" panose="020F0502020204030204" pitchFamily="34" charset="0"/>
              </a:rPr>
              <a:t>automatically creates a parent container that is called root. Under each root in the organization, you can then define OUs. </a:t>
            </a:r>
          </a:p>
        </p:txBody>
      </p:sp>
    </p:spTree>
    <p:extLst>
      <p:ext uri="{BB962C8B-B14F-4D97-AF65-F5344CB8AC3E}">
        <p14:creationId xmlns:p14="http://schemas.microsoft.com/office/powerpoint/2010/main" val="346560919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defTabSz="914400" rtl="0" eaLnBrk="1" fontAlgn="auto" latinLnBrk="0" hangingPunct="1">
              <a:buClrTx/>
              <a:buSzTx/>
              <a:buFontTx/>
              <a:buNone/>
              <a:tabLst/>
              <a:defRPr/>
            </a:pPr>
            <a:r>
              <a:rPr kumimoji="0" lang="en-US" b="1" i="0" u="none" strike="noStrike" kern="1200" cap="none" spc="0" normalizeH="0" baseline="0" noProof="0">
                <a:ln>
                  <a:noFill/>
                </a:ln>
                <a:solidFill>
                  <a:prstClr val="black"/>
                </a:solidFill>
                <a:effectLst/>
                <a:uLnTx/>
                <a:uFillTx/>
                <a:latin typeface="Calibri" panose="020F0502020204030204" pitchFamily="34" charset="0"/>
                <a:ea typeface="+mn-ea"/>
                <a:cs typeface="+mn-cs"/>
              </a:rPr>
              <a:t>|</a:t>
            </a: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Slide number </a:t>
            </a:r>
            <a:fld id="{8664C272-6569-4216-A95E-54311E5C5ED8}" type="slidenum">
              <a:rPr kumimoji="0" lang="en-US" b="1"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defTabSz="914400" rtl="0" eaLnBrk="1" fontAlgn="auto" latinLnBrk="0" hangingPunct="1">
                <a:buClrTx/>
                <a:buSzTx/>
                <a:buFontTx/>
                <a:buNone/>
                <a:tabLst/>
                <a:defRPr/>
              </a:pPr>
              <a:t>41</a:t>
            </a:fld>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|Instructor notes</a:t>
            </a:r>
          </a:p>
          <a:p>
            <a:r>
              <a:rPr kumimoji="0" lang="en-US"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Mention that the member accounts are assigned to an OU.</a:t>
            </a:r>
          </a:p>
          <a:p>
            <a:r>
              <a:rPr lang="en-US" dirty="0">
                <a:solidFill>
                  <a:prstClr val="black"/>
                </a:solidFill>
                <a:latin typeface="Calibri" panose="020F0502020204030204" pitchFamily="34" charset="0"/>
              </a:rPr>
              <a:t>|</a:t>
            </a:r>
            <a:endParaRPr kumimoji="0" lang="en-US"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|Student notes</a:t>
            </a:r>
          </a:p>
          <a:p>
            <a:pPr marL="0" marR="0" lvl="0" indent="0" defTabSz="914400" rtl="0" eaLnBrk="1" fontAlgn="auto" latinLnBrk="0" hangingPunct="1">
              <a:buClrTx/>
              <a:buSzTx/>
              <a:buFontTx/>
              <a:buNone/>
              <a:tabLst/>
              <a:defRPr/>
            </a:pPr>
            <a:r>
              <a:rPr kumimoji="0" lang="en-US" b="0" i="0" u="none" strike="noStrike" kern="1200" cap="none" spc="0" normalizeH="0" baseline="0" noProof="0" dirty="0">
                <a:ln>
                  <a:noFill/>
                </a:ln>
                <a:effectLst/>
                <a:uLnTx/>
                <a:uFillTx/>
                <a:latin typeface="Calibri" panose="020F0502020204030204" pitchFamily="34" charset="0"/>
                <a:ea typeface="Amazon Ember" panose="020B0603020204020204" pitchFamily="34" charset="0"/>
                <a:cs typeface="Amazon Ember" panose="020B0603020204020204" pitchFamily="34" charset="0"/>
              </a:rPr>
              <a:t>Step 2: Assign accounts to OUs as member accounts. Each of the member accounts are assigned the following:</a:t>
            </a:r>
          </a:p>
          <a:p>
            <a:pPr marL="171450" marR="0" lvl="0" indent="-171450" defTabSz="914400" rtl="0" eaLnBrk="1" fontAlgn="auto" latinLnBrk="0" hangingPunct="1">
              <a:buClrTx/>
              <a:buSzTx/>
              <a:buFont typeface="Arial" panose="020B0604020202020204" pitchFamily="34" charset="0"/>
              <a:buChar char="•"/>
              <a:tabLst/>
              <a:defRPr/>
            </a:pPr>
            <a:r>
              <a:rPr kumimoji="0" lang="en-US" b="0" i="0" u="none" strike="noStrike" kern="1200" cap="none" spc="0" normalizeH="0" baseline="0" noProof="0" dirty="0">
                <a:ln>
                  <a:noFill/>
                </a:ln>
                <a:solidFill>
                  <a:schemeClr val="tx1"/>
                </a:solidFill>
                <a:effectLst/>
                <a:uLnTx/>
                <a:uFillTx/>
                <a:latin typeface="Calibri" panose="020F0502020204030204" pitchFamily="34" charset="0"/>
                <a:ea typeface="Amazon Ember" panose="020B0603020204020204" pitchFamily="34" charset="0"/>
                <a:cs typeface="Amazon Ember" panose="020B0603020204020204" pitchFamily="34" charset="0"/>
              </a:rPr>
              <a:t>Member account, AWS account #1 is assigned to internal IT OU</a:t>
            </a:r>
          </a:p>
          <a:p>
            <a:pPr marL="171450" marR="0" lvl="0" indent="-171450" defTabSz="914400" rtl="0" eaLnBrk="1" fontAlgn="auto" latinLnBrk="0" hangingPunct="1">
              <a:buClrTx/>
              <a:buSzTx/>
              <a:buFont typeface="Arial" panose="020B0604020202020204" pitchFamily="34" charset="0"/>
              <a:buChar char="•"/>
              <a:tabLst/>
              <a:defRPr/>
            </a:pPr>
            <a:r>
              <a:rPr kumimoji="0" lang="en-US" b="0" i="0" u="none" strike="noStrike" kern="1200" cap="none" spc="0" normalizeH="0" baseline="0" noProof="0" dirty="0">
                <a:ln>
                  <a:noFill/>
                </a:ln>
                <a:solidFill>
                  <a:schemeClr val="tx1"/>
                </a:solidFill>
                <a:effectLst/>
                <a:uLnTx/>
                <a:uFillTx/>
                <a:latin typeface="Calibri" panose="020F0502020204030204" pitchFamily="34" charset="0"/>
                <a:ea typeface="Amazon Ember" panose="020B0603020204020204" pitchFamily="34" charset="0"/>
                <a:cs typeface="Amazon Ember" panose="020B0603020204020204" pitchFamily="34" charset="0"/>
              </a:rPr>
              <a:t>Member account, AWS account #2 is assigned to engineering OU</a:t>
            </a:r>
          </a:p>
          <a:p>
            <a:pPr marL="171450" marR="0" lvl="0" indent="-171450" defTabSz="914400" rtl="0" eaLnBrk="1" fontAlgn="auto" latinLnBrk="0" hangingPunct="1">
              <a:buClrTx/>
              <a:buSzTx/>
              <a:buFont typeface="Arial" panose="020B0604020202020204" pitchFamily="34" charset="0"/>
              <a:buChar char="•"/>
              <a:tabLst/>
              <a:defRPr/>
            </a:pPr>
            <a:r>
              <a:rPr kumimoji="0" lang="en-US" b="0" i="0" u="none" strike="noStrike" kern="1200" cap="none" spc="0" normalizeH="0" baseline="0" noProof="0" dirty="0">
                <a:ln>
                  <a:noFill/>
                </a:ln>
                <a:solidFill>
                  <a:schemeClr val="tx1"/>
                </a:solidFill>
                <a:effectLst/>
                <a:uLnTx/>
                <a:uFillTx/>
                <a:latin typeface="Calibri" panose="020F0502020204030204" pitchFamily="34" charset="0"/>
                <a:ea typeface="Amazon Ember" panose="020B0603020204020204" pitchFamily="34" charset="0"/>
                <a:cs typeface="Amazon Ember" panose="020B0603020204020204" pitchFamily="34" charset="0"/>
              </a:rPr>
              <a:t>Member account, AWS account #3 is assigned to development OU</a:t>
            </a:r>
          </a:p>
          <a:p>
            <a:pPr marL="171450" marR="0" lvl="0" indent="-171450" defTabSz="914400" rtl="0" eaLnBrk="1" fontAlgn="auto" latinLnBrk="0" hangingPunct="1">
              <a:buClrTx/>
              <a:buSzTx/>
              <a:buFont typeface="Arial" panose="020B0604020202020204" pitchFamily="34" charset="0"/>
              <a:buChar char="•"/>
              <a:tabLst/>
              <a:defRPr/>
            </a:pPr>
            <a:r>
              <a:rPr kumimoji="0" lang="en-US" b="0" i="0" u="none" strike="noStrike" kern="1200" cap="none" spc="0" normalizeH="0" baseline="0" noProof="0" dirty="0">
                <a:ln>
                  <a:noFill/>
                </a:ln>
                <a:solidFill>
                  <a:schemeClr val="tx1"/>
                </a:solidFill>
                <a:effectLst/>
                <a:uLnTx/>
                <a:uFillTx/>
                <a:latin typeface="Calibri" panose="020F0502020204030204" pitchFamily="34" charset="0"/>
                <a:ea typeface="Amazon Ember" panose="020B0603020204020204" pitchFamily="34" charset="0"/>
                <a:cs typeface="Amazon Ember" panose="020B0603020204020204" pitchFamily="34" charset="0"/>
              </a:rPr>
              <a:t>Member account, AWS account #4 is assigned to production OU</a:t>
            </a:r>
          </a:p>
          <a:p>
            <a:pPr marL="171450" marR="0" lvl="0" indent="-171450" defTabSz="914400" rtl="0" eaLnBrk="1" fontAlgn="auto" latinLnBrk="0" hangingPunct="1">
              <a:buClrTx/>
              <a:buSzTx/>
              <a:buFont typeface="Arial" panose="020B0604020202020204" pitchFamily="34" charset="0"/>
              <a:buChar char="•"/>
              <a:tabLst/>
              <a:defRPr/>
            </a:pPr>
            <a:r>
              <a:rPr kumimoji="0" lang="en-US" b="0" i="0" u="none" strike="noStrike" kern="1200" cap="none" spc="0" normalizeH="0" baseline="0" noProof="0" dirty="0">
                <a:ln>
                  <a:noFill/>
                </a:ln>
                <a:solidFill>
                  <a:schemeClr val="tx1"/>
                </a:solidFill>
                <a:effectLst/>
                <a:uLnTx/>
                <a:uFillTx/>
                <a:latin typeface="Calibri" panose="020F0502020204030204" pitchFamily="34" charset="0"/>
                <a:ea typeface="Amazon Ember" panose="020B0603020204020204" pitchFamily="34" charset="0"/>
                <a:cs typeface="Amazon Ember" panose="020B0603020204020204" pitchFamily="34" charset="0"/>
              </a:rPr>
              <a:t>Member account, AWS account #5 is assigned to production OU</a:t>
            </a:r>
          </a:p>
        </p:txBody>
      </p:sp>
    </p:spTree>
    <p:extLst>
      <p:ext uri="{BB962C8B-B14F-4D97-AF65-F5344CB8AC3E}">
        <p14:creationId xmlns:p14="http://schemas.microsoft.com/office/powerpoint/2010/main" val="164005495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defTabSz="914400" rtl="0" eaLnBrk="1" fontAlgn="auto" latinLnBrk="0" hangingPunct="1">
              <a:buClrTx/>
              <a:buSzTx/>
              <a:buFontTx/>
              <a:buNone/>
              <a:tabLst/>
              <a:defRPr/>
            </a:pPr>
            <a:r>
              <a:rPr kumimoji="0" lang="en-US" b="1" i="0" u="none" strike="noStrike" kern="1200" cap="none" spc="0" normalizeH="0" baseline="0" noProof="0">
                <a:ln>
                  <a:noFill/>
                </a:ln>
                <a:solidFill>
                  <a:prstClr val="black"/>
                </a:solidFill>
                <a:effectLst/>
                <a:uLnTx/>
                <a:uFillTx/>
                <a:latin typeface="Calibri" panose="020F0502020204030204" pitchFamily="34" charset="0"/>
                <a:ea typeface="+mn-ea"/>
                <a:cs typeface="+mn-cs"/>
              </a:rPr>
              <a:t>|</a:t>
            </a: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Slide number </a:t>
            </a:r>
            <a:fld id="{8664C272-6569-4216-A95E-54311E5C5ED8}" type="slidenum">
              <a:rPr kumimoji="0" lang="en-US" b="1"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defTabSz="914400" rtl="0" eaLnBrk="1" fontAlgn="auto" latinLnBrk="0" hangingPunct="1">
                <a:buClrTx/>
                <a:buSzTx/>
                <a:buFontTx/>
                <a:buNone/>
                <a:tabLst/>
                <a:defRPr/>
              </a:pPr>
              <a:t>42</a:t>
            </a:fld>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|Instructor notes</a:t>
            </a:r>
          </a:p>
          <a:p>
            <a:pPr marL="0" marR="0" lvl="0" indent="0" defTabSz="914400" rtl="0" eaLnBrk="1" fontAlgn="auto" latinLnBrk="0" hangingPunct="1">
              <a:buClrTx/>
              <a:buSzTx/>
              <a:buFontTx/>
              <a:buNone/>
              <a:tabLst/>
              <a:defRPr/>
            </a:pPr>
            <a:r>
              <a:rPr kumimoji="0" lang="en-US"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|Note that </a:t>
            </a:r>
            <a:r>
              <a:rPr lang="en-US" i="0" dirty="0">
                <a:latin typeface="Calibri" panose="020F0502020204030204" pitchFamily="34" charset="0"/>
              </a:rPr>
              <a:t>SCPs </a:t>
            </a:r>
            <a:r>
              <a:rPr lang="en-US" dirty="0">
                <a:latin typeface="Calibri" panose="020F0502020204030204" pitchFamily="34" charset="0"/>
              </a:rPr>
              <a:t>enable you to control which services are accessible to IAM users in member accounts. </a:t>
            </a:r>
          </a:p>
          <a:p>
            <a:pPr marL="0" marR="0" lvl="0" indent="0" defTabSz="914400" rtl="0" eaLnBrk="1" fontAlgn="auto" latinLnBrk="0" hangingPunct="1">
              <a:buClrTx/>
              <a:buSzTx/>
              <a:buFontTx/>
              <a:buNone/>
              <a:tabLst/>
              <a:defRPr/>
            </a:pPr>
            <a:r>
              <a:rPr kumimoji="0" lang="en-US"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|Student notes</a:t>
            </a:r>
          </a:p>
          <a:p>
            <a:r>
              <a:rPr lang="en-US" b="0" i="0" kern="1200" dirty="0">
                <a:solidFill>
                  <a:schemeClr val="tx1"/>
                </a:solidFill>
                <a:effectLst/>
                <a:latin typeface="Calibri" panose="020F0502020204030204" pitchFamily="34" charset="0"/>
              </a:rPr>
              <a:t>Step 3: To </a:t>
            </a:r>
            <a:r>
              <a:rPr lang="en-US" dirty="0">
                <a:latin typeface="Calibri" panose="020F0502020204030204" pitchFamily="34" charset="0"/>
              </a:rPr>
              <a:t>configure </a:t>
            </a:r>
            <a:r>
              <a:rPr lang="en-US" b="0" i="0" kern="1200" dirty="0">
                <a:solidFill>
                  <a:schemeClr val="tx1"/>
                </a:solidFill>
                <a:effectLst/>
                <a:latin typeface="Calibri" panose="020F0502020204030204" pitchFamily="34" charset="0"/>
              </a:rPr>
              <a:t>access controls across accounts, you then define SCPs. In this example, there is SCP a, b, and c. </a:t>
            </a:r>
          </a:p>
        </p:txBody>
      </p:sp>
    </p:spTree>
    <p:extLst>
      <p:ext uri="{BB962C8B-B14F-4D97-AF65-F5344CB8AC3E}">
        <p14:creationId xmlns:p14="http://schemas.microsoft.com/office/powerpoint/2010/main" val="375764943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defTabSz="914400" rtl="0" eaLnBrk="1" fontAlgn="auto" latinLnBrk="0" hangingPunct="1">
              <a:buClrTx/>
              <a:buSzTx/>
              <a:buFontTx/>
              <a:buNone/>
              <a:tabLst/>
              <a:defRPr/>
            </a:pPr>
            <a:r>
              <a:rPr kumimoji="0" lang="en-US" b="0" i="0" u="none" strike="noStrike" kern="1200" cap="none" spc="0" normalizeH="0" baseline="0" noProof="0">
                <a:ln>
                  <a:noFill/>
                </a:ln>
                <a:solidFill>
                  <a:prstClr val="black"/>
                </a:solidFill>
                <a:effectLst/>
                <a:uLnTx/>
                <a:uFillTx/>
                <a:latin typeface="Calibri" panose="020F0502020204030204" pitchFamily="34" charset="0"/>
                <a:ea typeface="+mn-ea"/>
                <a:cs typeface="+mn-cs"/>
              </a:rPr>
              <a:t>|</a:t>
            </a: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Slide number </a:t>
            </a:r>
            <a:fld id="{8664C272-6569-4216-A95E-54311E5C5ED8}" type="slidenum">
              <a:rPr kumimoji="0" lang="en-US" b="1"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defTabSz="914400" rtl="0" eaLnBrk="1" fontAlgn="auto" latinLnBrk="0" hangingPunct="1">
                <a:buClrTx/>
                <a:buSzTx/>
                <a:buFontTx/>
                <a:buNone/>
                <a:tabLst/>
                <a:defRPr/>
              </a:pPr>
              <a:t>43</a:t>
            </a:fld>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|Instructor notes</a:t>
            </a:r>
          </a:p>
          <a:p>
            <a:pPr marL="0" marR="0" lvl="0" indent="0" defTabSz="914400" rtl="0" eaLnBrk="1" fontAlgn="auto" latinLnBrk="0" hangingPunct="1">
              <a:buClrTx/>
              <a:buSzTx/>
              <a:buFontTx/>
              <a:buNone/>
              <a:tabLst/>
              <a:defRPr/>
            </a:pPr>
            <a:r>
              <a:rPr kumimoji="0" lang="en-US"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|Student notes</a:t>
            </a:r>
          </a:p>
          <a:p>
            <a:r>
              <a:rPr lang="en-US" b="1" i="0" kern="1200" dirty="0">
                <a:solidFill>
                  <a:schemeClr val="tx1"/>
                </a:solidFill>
                <a:effectLst/>
                <a:latin typeface="Calibri" panose="020F0502020204030204" pitchFamily="34" charset="0"/>
                <a:ea typeface="+mn-ea"/>
                <a:cs typeface="+mn-cs"/>
              </a:rPr>
              <a:t>Organizations SCPs</a:t>
            </a:r>
            <a:r>
              <a:rPr lang="en-US" b="0" i="0" kern="1200" dirty="0">
                <a:solidFill>
                  <a:schemeClr val="tx1"/>
                </a:solidFill>
                <a:effectLst/>
                <a:latin typeface="Calibri" panose="020F0502020204030204" pitchFamily="34" charset="0"/>
                <a:ea typeface="+mn-ea"/>
                <a:cs typeface="+mn-cs"/>
              </a:rPr>
              <a:t>: </a:t>
            </a:r>
            <a:r>
              <a:rPr lang="en-US" i="0" dirty="0">
                <a:latin typeface="Calibri" panose="020F0502020204030204" pitchFamily="34" charset="0"/>
              </a:rPr>
              <a:t>SCPs enable </a:t>
            </a:r>
            <a:r>
              <a:rPr lang="en-US" dirty="0">
                <a:latin typeface="Calibri" panose="020F0502020204030204" pitchFamily="34" charset="0"/>
              </a:rPr>
              <a:t>you to control which services are accessible to IAM users in member accounts. Say that you have specific policies that you want to apply across multiple accounts. It’s easier to define these policies in an SCP than to replicate these permissions settings into IAM policy documents in each account.</a:t>
            </a:r>
          </a:p>
          <a:p>
            <a:endParaRPr lang="en-US" b="0" i="0" kern="1200" dirty="0">
              <a:solidFill>
                <a:schemeClr val="tx1"/>
              </a:solidFill>
              <a:effectLst/>
              <a:latin typeface="Calibri" panose="020F0502020204030204" pitchFamily="34" charset="0"/>
              <a:ea typeface="+mn-ea"/>
              <a:cs typeface="+mn-cs"/>
            </a:endParaRPr>
          </a:p>
          <a:p>
            <a:r>
              <a:rPr lang="en-US" b="0" i="0" kern="1200" dirty="0">
                <a:solidFill>
                  <a:schemeClr val="tx1"/>
                </a:solidFill>
                <a:effectLst/>
                <a:latin typeface="Calibri" panose="020F0502020204030204" pitchFamily="34" charset="0"/>
                <a:ea typeface="+mn-ea"/>
                <a:cs typeface="+mn-cs"/>
              </a:rPr>
              <a:t>Permissions defined in an SCP affect an entire account. They limit permissions for every request made by a principal within the account. An IAM entity (user or role) can make a request that is affected by an SCP, a permissions boundary, and an identity-based policy. In this case, the request is allowed only if all three policy types allow it. The effective permissions are the intersection of all three policy types. An explicit deny in any of these policies overrides the allow.</a:t>
            </a:r>
            <a:r>
              <a:rPr lang="en-US" dirty="0">
                <a:latin typeface="Calibri" panose="020F0502020204030204" pitchFamily="34" charset="0"/>
              </a:rPr>
              <a:t> </a:t>
            </a:r>
          </a:p>
          <a:p>
            <a:endParaRPr lang="en-US" dirty="0">
              <a:latin typeface="Calibri" panose="020F0502020204030204" pitchFamily="34" charset="0"/>
            </a:endParaRPr>
          </a:p>
          <a:p>
            <a:pPr marL="0" marR="0" lvl="0" indent="0" defTabSz="914400" rtl="0" eaLnBrk="1" fontAlgn="auto" latinLnBrk="0" hangingPunct="1">
              <a:buClrTx/>
              <a:buSzTx/>
              <a:buFontTx/>
              <a:buNone/>
              <a:tabLst/>
              <a:defRPr/>
            </a:pPr>
            <a:r>
              <a:rPr lang="en-US" dirty="0">
                <a:solidFill>
                  <a:srgbClr val="000000"/>
                </a:solidFill>
                <a:latin typeface="Calibri" panose="020F0502020204030204" pitchFamily="34" charset="0"/>
              </a:rPr>
              <a:t>SCPs alone are not sufficient in granting permissions to the accounts in your organization. No permissions are granted by an SCP. An SCP defines a guardrail, or sets limits, on the actions that the account's administrator can delegate to the IAM users and roles in the affected accounts.</a:t>
            </a:r>
          </a:p>
          <a:p>
            <a:pPr marL="0" marR="0" lvl="0" indent="0" defTabSz="914400" rtl="0" eaLnBrk="1" fontAlgn="auto" latinLnBrk="0" hangingPunct="1">
              <a:buClrTx/>
              <a:buSzTx/>
              <a:buFontTx/>
              <a:buNone/>
              <a:tabLst/>
              <a:defRPr/>
            </a:pPr>
            <a:endParaRPr lang="en-US" dirty="0">
              <a:solidFill>
                <a:srgbClr val="000000"/>
              </a:solidFill>
              <a:latin typeface="Calibri" panose="020F0502020204030204" pitchFamily="34" charset="0"/>
            </a:endParaRPr>
          </a:p>
          <a:p>
            <a:r>
              <a:rPr lang="en-US" dirty="0">
                <a:latin typeface="Calibri" panose="020F0502020204030204" pitchFamily="34" charset="0"/>
              </a:rPr>
              <a:t>SCPs should be used with IAM policies that are defined in each individual account. You can think of the SCPs as providing general boundaries around the services and general permissions that users should be allowed (based on the </a:t>
            </a:r>
            <a:r>
              <a:rPr lang="en-US" b="0" i="0" kern="1200" dirty="0">
                <a:solidFill>
                  <a:schemeClr val="tx1"/>
                </a:solidFill>
                <a:effectLst/>
                <a:latin typeface="Calibri" panose="020F0502020204030204" pitchFamily="34" charset="0"/>
                <a:ea typeface="+mn-ea"/>
                <a:cs typeface="+mn-cs"/>
              </a:rPr>
              <a:t>guardrails, or limits set) </a:t>
            </a:r>
            <a:r>
              <a:rPr lang="en-US" dirty="0">
                <a:latin typeface="Calibri" panose="020F0502020204030204" pitchFamily="34" charset="0"/>
              </a:rPr>
              <a:t>or denied access to. Then, you can use IAM policies to set more granular access controls that are specific to individual accounts.</a:t>
            </a:r>
          </a:p>
          <a:p>
            <a:endParaRPr lang="en-US" dirty="0">
              <a:latin typeface="Calibri" panose="020F0502020204030204" pitchFamily="34" charset="0"/>
            </a:endParaRPr>
          </a:p>
          <a:p>
            <a:endParaRPr lang="en-US" dirty="0"/>
          </a:p>
        </p:txBody>
      </p:sp>
    </p:spTree>
    <p:extLst>
      <p:ext uri="{BB962C8B-B14F-4D97-AF65-F5344CB8AC3E}">
        <p14:creationId xmlns:p14="http://schemas.microsoft.com/office/powerpoint/2010/main" val="323673314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defTabSz="914400" rtl="0" eaLnBrk="1" fontAlgn="auto" latinLnBrk="0" hangingPunct="1">
              <a:buClrTx/>
              <a:buSzTx/>
              <a:buFontTx/>
              <a:buNone/>
              <a:tabLst/>
              <a:defRPr/>
            </a:pPr>
            <a:r>
              <a:rPr kumimoji="0" lang="en-US" b="1" i="0" u="none" strike="noStrike" kern="1200" cap="none" spc="0" normalizeH="0" baseline="0" noProof="0">
                <a:ln>
                  <a:noFill/>
                </a:ln>
                <a:solidFill>
                  <a:prstClr val="black"/>
                </a:solidFill>
                <a:effectLst/>
                <a:uLnTx/>
                <a:uFillTx/>
                <a:latin typeface="Calibri" panose="020F0502020204030204" pitchFamily="34" charset="0"/>
                <a:ea typeface="+mn-ea"/>
                <a:cs typeface="+mn-cs"/>
              </a:rPr>
              <a:t>|</a:t>
            </a: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Slide number </a:t>
            </a:r>
            <a:fld id="{8664C272-6569-4216-A95E-54311E5C5ED8}" type="slidenum">
              <a:rPr kumimoji="0" lang="en-US" b="1"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defTabSz="914400" rtl="0" eaLnBrk="1" fontAlgn="auto" latinLnBrk="0" hangingPunct="1">
                <a:buClrTx/>
                <a:buSzTx/>
                <a:buFontTx/>
                <a:buNone/>
                <a:tabLst/>
                <a:defRPr/>
              </a:pPr>
              <a:t>44</a:t>
            </a:fld>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|Instructor notes</a:t>
            </a:r>
          </a:p>
          <a:p>
            <a:r>
              <a:rPr kumimoji="0" lang="en-US"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|Student notes</a:t>
            </a:r>
          </a:p>
          <a:p>
            <a:pPr marL="0" marR="0" lvl="0" indent="0" defTabSz="914400" rtl="0" eaLnBrk="1" fontAlgn="auto" latinLnBrk="0" hangingPunct="1">
              <a:buClrTx/>
              <a:buSzTx/>
              <a:buFontTx/>
              <a:buNone/>
              <a:tabLst/>
              <a:defRPr/>
            </a:pPr>
            <a:r>
              <a:rPr lang="en-US" dirty="0">
                <a:latin typeface="Calibri" panose="020F0502020204030204" pitchFamily="34" charset="0"/>
              </a:rPr>
              <a:t>This slide lists a few common examples for using SCPs to control access and behaviors within an account. </a:t>
            </a:r>
          </a:p>
          <a:p>
            <a:endParaRPr lang="en-US" b="0" i="0" dirty="0"/>
          </a:p>
        </p:txBody>
      </p:sp>
    </p:spTree>
    <p:extLst>
      <p:ext uri="{BB962C8B-B14F-4D97-AF65-F5344CB8AC3E}">
        <p14:creationId xmlns:p14="http://schemas.microsoft.com/office/powerpoint/2010/main" val="78103915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397500"/>
          </a:xfrm>
        </p:spPr>
        <p:txBody>
          <a:bodyPr/>
          <a:lstStyle/>
          <a:p>
            <a:pPr marL="0" marR="0" lvl="0" indent="0" defTabSz="914400" rtl="0" eaLnBrk="1" fontAlgn="auto" latinLnBrk="0" hangingPunct="1">
              <a:buClrTx/>
              <a:buSzTx/>
              <a:buFontTx/>
              <a:buNone/>
              <a:tabLst/>
              <a:defRPr/>
            </a:pPr>
            <a:r>
              <a:rPr kumimoji="0" lang="en-US" b="1" i="0" u="none" strike="noStrike" kern="1200" cap="none" spc="0" normalizeH="0" baseline="0" noProof="0">
                <a:ln>
                  <a:noFill/>
                </a:ln>
                <a:solidFill>
                  <a:prstClr val="black"/>
                </a:solidFill>
                <a:effectLst/>
                <a:uLnTx/>
                <a:uFillTx/>
                <a:latin typeface="Calibri" panose="020F0502020204030204" pitchFamily="34" charset="0"/>
                <a:ea typeface="+mn-ea"/>
                <a:cs typeface="+mn-cs"/>
              </a:rPr>
              <a:t>|</a:t>
            </a: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Slide number </a:t>
            </a:r>
            <a:fld id="{8664C272-6569-4216-A95E-54311E5C5ED8}" type="slidenum">
              <a:rPr kumimoji="0" lang="en-US" b="1"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defTabSz="914400" rtl="0" eaLnBrk="1" fontAlgn="auto" latinLnBrk="0" hangingPunct="1">
                <a:buClrTx/>
                <a:buSzTx/>
                <a:buFontTx/>
                <a:buNone/>
                <a:tabLst/>
                <a:defRPr/>
              </a:pPr>
              <a:t>45</a:t>
            </a:fld>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|Instructor notes</a:t>
            </a:r>
          </a:p>
          <a:p>
            <a:r>
              <a:rPr kumimoji="0" lang="en-US"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|Student notes</a:t>
            </a:r>
          </a:p>
          <a:p>
            <a:r>
              <a:rPr lang="en-US" dirty="0">
                <a:solidFill>
                  <a:srgbClr val="000000"/>
                </a:solidFill>
                <a:latin typeface="Calibri" panose="020F0502020204030204" pitchFamily="34" charset="0"/>
              </a:rPr>
              <a:t>This SCP example prevents member accounts from leaving the organization. The effect of the policy statement is to explicitly deny the organizations:LeaveOrganization action, which prevents member accounts from leaving.</a:t>
            </a:r>
          </a:p>
          <a:p>
            <a:endParaRPr lang="en-US" dirty="0">
              <a:solidFill>
                <a:srgbClr val="000000"/>
              </a:solidFill>
              <a:latin typeface="Calibri" panose="020F0502020204030204" pitchFamily="34" charset="0"/>
            </a:endParaRPr>
          </a:p>
          <a:p>
            <a:r>
              <a:rPr lang="en-US" i="0" dirty="0">
                <a:solidFill>
                  <a:srgbClr val="000000"/>
                </a:solidFill>
                <a:latin typeface="Calibri" panose="020F0502020204030204" pitchFamily="34" charset="0"/>
              </a:rPr>
              <a:t>See the link provided on the course resources page for more information on SCPs in AWS Organizations.</a:t>
            </a:r>
          </a:p>
        </p:txBody>
      </p:sp>
    </p:spTree>
    <p:extLst>
      <p:ext uri="{BB962C8B-B14F-4D97-AF65-F5344CB8AC3E}">
        <p14:creationId xmlns:p14="http://schemas.microsoft.com/office/powerpoint/2010/main" val="281056333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defTabSz="914400" rtl="0" eaLnBrk="1" fontAlgn="auto" latinLnBrk="0" hangingPunct="1">
              <a:buClrTx/>
              <a:buSzTx/>
              <a:buFontTx/>
              <a:buNone/>
              <a:tabLst/>
              <a:defRPr/>
            </a:pPr>
            <a:r>
              <a:rPr kumimoji="0" lang="en-US" b="1" i="0" u="none" strike="noStrike" kern="1200" cap="none" spc="0" normalizeH="0" baseline="0" noProof="0">
                <a:ln>
                  <a:noFill/>
                </a:ln>
                <a:solidFill>
                  <a:prstClr val="black"/>
                </a:solidFill>
                <a:effectLst/>
                <a:uLnTx/>
                <a:uFillTx/>
                <a:latin typeface="Calibri" panose="020F0502020204030204" pitchFamily="34" charset="0"/>
                <a:ea typeface="+mn-ea"/>
                <a:cs typeface="+mn-cs"/>
              </a:rPr>
              <a:t>|</a:t>
            </a: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Slide number </a:t>
            </a:r>
            <a:fld id="{8664C272-6569-4216-A95E-54311E5C5ED8}" type="slidenum">
              <a:rPr kumimoji="0" lang="en-US" b="1"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defTabSz="914400" rtl="0" eaLnBrk="1" fontAlgn="auto" latinLnBrk="0" hangingPunct="1">
                <a:buClrTx/>
                <a:buSzTx/>
                <a:buFontTx/>
                <a:buNone/>
                <a:tabLst/>
                <a:defRPr/>
              </a:pPr>
              <a:t>46</a:t>
            </a:fld>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|Instructor notes</a:t>
            </a:r>
          </a:p>
          <a:p>
            <a:r>
              <a:rPr kumimoji="0" lang="en-US"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|This slide pulls it all together. It’s important to note that t</a:t>
            </a:r>
            <a:r>
              <a:rPr lang="en-US" b="0" i="0" u="none" kern="1200" dirty="0">
                <a:solidFill>
                  <a:schemeClr val="tx1"/>
                </a:solidFill>
                <a:effectLst/>
                <a:latin typeface="Calibri" panose="020F0502020204030204" pitchFamily="34" charset="0"/>
              </a:rPr>
              <a:t>he policy flows out away from the root and it affects all OUs and accounts beneath it.</a:t>
            </a:r>
          </a:p>
          <a:p>
            <a:r>
              <a:rPr kumimoji="0" lang="en-US" b="0" i="0" u="none" strike="noStrike" kern="1200" cap="none" spc="0" normalizeH="0" baseline="0" noProof="0" dirty="0">
                <a:ln>
                  <a:noFill/>
                </a:ln>
                <a:solidFill>
                  <a:schemeClr val="tx1"/>
                </a:solidFill>
                <a:effectLst/>
                <a:uLnTx/>
                <a:uFillTx/>
                <a:latin typeface="Calibri" panose="020F0502020204030204" pitchFamily="34" charset="0"/>
                <a:ea typeface="+mn-ea"/>
                <a:cs typeface="+mn-cs"/>
              </a:rPr>
              <a:t>|</a:t>
            </a:r>
            <a:endParaRPr kumimoji="0" lang="en-US"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|Student notes</a:t>
            </a:r>
          </a:p>
          <a:p>
            <a:r>
              <a:rPr lang="en-US" b="0" i="0" u="none" kern="1200" dirty="0">
                <a:solidFill>
                  <a:schemeClr val="tx1"/>
                </a:solidFill>
                <a:effectLst/>
                <a:latin typeface="Calibri" panose="020F0502020204030204" pitchFamily="34" charset="0"/>
              </a:rPr>
              <a:t>After the SCPs are created, the final step is attaching each policy to the appropriate place in the hierarchy of OUs and accounts. </a:t>
            </a:r>
          </a:p>
          <a:p>
            <a:endParaRPr lang="en-US" b="0" i="0" u="none" kern="1200" dirty="0">
              <a:solidFill>
                <a:schemeClr val="tx1"/>
              </a:solidFill>
              <a:effectLst/>
              <a:latin typeface="Calibri" panose="020F0502020204030204" pitchFamily="34" charset="0"/>
            </a:endParaRPr>
          </a:p>
          <a:p>
            <a:r>
              <a:rPr lang="en-US" b="0" i="0" u="none" kern="1200" dirty="0">
                <a:solidFill>
                  <a:schemeClr val="tx1"/>
                </a:solidFill>
                <a:effectLst/>
                <a:latin typeface="Calibri" panose="020F0502020204030204" pitchFamily="34" charset="0"/>
              </a:rPr>
              <a:t>The policy flows out away from the root and it affects all the OUs and accounts beneath it. If a policy is attached to the root, it affects all OUs and accounts in the hierarchy. Therefore</a:t>
            </a:r>
            <a:r>
              <a:rPr lang="en-US" b="0" i="0" kern="1200" dirty="0">
                <a:solidFill>
                  <a:schemeClr val="tx1"/>
                </a:solidFill>
                <a:effectLst/>
                <a:latin typeface="Calibri" panose="020F0502020204030204" pitchFamily="34" charset="0"/>
              </a:rPr>
              <a:t>, if you apply an </a:t>
            </a:r>
            <a:r>
              <a:rPr lang="en-US" dirty="0">
                <a:latin typeface="Calibri" panose="020F0502020204030204" pitchFamily="34" charset="0"/>
              </a:rPr>
              <a:t>SCP </a:t>
            </a:r>
            <a:r>
              <a:rPr lang="en-US" b="0" i="0" kern="1200" dirty="0">
                <a:solidFill>
                  <a:schemeClr val="tx1"/>
                </a:solidFill>
                <a:effectLst/>
                <a:latin typeface="Calibri" panose="020F0502020204030204" pitchFamily="34" charset="0"/>
              </a:rPr>
              <a:t>to the root (like SCP Policy A in the example), it will apply to all OUs and accounts in the organization. You can attach a SCP to </a:t>
            </a:r>
            <a:r>
              <a:rPr lang="en-US" dirty="0">
                <a:latin typeface="Calibri" panose="020F0502020204030204" pitchFamily="34" charset="0"/>
              </a:rPr>
              <a:t>the root, to any OU, or to an individual account.</a:t>
            </a:r>
          </a:p>
          <a:p>
            <a:endParaRPr lang="en-US" dirty="0">
              <a:latin typeface="Calibri" panose="020F0502020204030204" pitchFamily="34" charset="0"/>
            </a:endParaRPr>
          </a:p>
          <a:p>
            <a:r>
              <a:rPr lang="en-US" dirty="0">
                <a:latin typeface="Calibri" panose="020F0502020204030204" pitchFamily="34" charset="0"/>
              </a:rPr>
              <a:t>Remember that like IAM policies, SCPs will only grant access if it is both explicitly allowed and is not explicitly denied by any other SCP or IAM policy that applies to the user. For example, say that SCP Policy A, which is applied to the root of the organization, sets more restrictions on a particular service or set of resources than SCP Policy C. Then, users in Account 5 are subject to the more restrictive permissions set by Policy A. Similarly, if any IAM policies at the individual account level explicitly deny any actions for the user, these IAM policies override any permissions in the SCPs that are granted to the account.</a:t>
            </a:r>
          </a:p>
        </p:txBody>
      </p:sp>
    </p:spTree>
    <p:extLst>
      <p:ext uri="{BB962C8B-B14F-4D97-AF65-F5344CB8AC3E}">
        <p14:creationId xmlns:p14="http://schemas.microsoft.com/office/powerpoint/2010/main" val="344492881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defTabSz="914400" rtl="0" eaLnBrk="1" fontAlgn="auto" latinLnBrk="0" hangingPunct="1">
              <a:buClrTx/>
              <a:buSzTx/>
              <a:buFontTx/>
              <a:buNone/>
              <a:tabLst/>
              <a:defRPr/>
            </a:pPr>
            <a:r>
              <a:rPr kumimoji="0" lang="en-US" b="0" i="0" u="none" strike="noStrike" kern="1200" cap="none" spc="0" normalizeH="0" baseline="0" noProof="0">
                <a:ln>
                  <a:noFill/>
                </a:ln>
                <a:solidFill>
                  <a:prstClr val="black"/>
                </a:solidFill>
                <a:effectLst/>
                <a:uLnTx/>
                <a:uFillTx/>
                <a:latin typeface="Calibri" panose="020F0502020204030204" pitchFamily="34" charset="0"/>
                <a:ea typeface="+mn-ea"/>
                <a:cs typeface="+mn-cs"/>
              </a:rPr>
              <a:t>|</a:t>
            </a: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Slide number </a:t>
            </a:r>
            <a:fld id="{8664C272-6569-4216-A95E-54311E5C5ED8}" type="slidenum">
              <a:rPr kumimoji="0" lang="en-US" b="1"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defTabSz="914400" rtl="0" eaLnBrk="1" fontAlgn="auto" latinLnBrk="0" hangingPunct="1">
                <a:buClrTx/>
                <a:buSzTx/>
                <a:buFontTx/>
                <a:buNone/>
                <a:tabLst/>
                <a:defRPr/>
              </a:pPr>
              <a:t>47</a:t>
            </a:fld>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|Instructor notes</a:t>
            </a:r>
          </a:p>
          <a:p>
            <a:pPr marL="0" marR="0" lvl="0" indent="0" defTabSz="914400" rtl="0" eaLnBrk="1" fontAlgn="auto" latinLnBrk="0" hangingPunct="1">
              <a:buClrTx/>
              <a:buSzTx/>
              <a:buFontTx/>
              <a:buNone/>
              <a:tabLst/>
              <a:defRPr/>
            </a:pPr>
            <a:r>
              <a:rPr kumimoji="0" lang="en-US"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|Note the intersection and that a</a:t>
            </a:r>
            <a:r>
              <a:rPr lang="en-US" dirty="0">
                <a:latin typeface="Calibri" panose="020F0502020204030204" pitchFamily="34" charset="0"/>
              </a:rPr>
              <a:t>n explicit deny in any of these policies overrides the allow. Emphasize that an SCP is used to restrict the permissions that users can have. It specifies the maximum permissions in member accounts in the organization.</a:t>
            </a:r>
          </a:p>
          <a:p>
            <a:pPr marL="0" marR="0" lvl="0" indent="0" defTabSz="914400" rtl="0" eaLnBrk="1" fontAlgn="auto" latinLnBrk="0" hangingPunct="1">
              <a:buClrTx/>
              <a:buSzTx/>
              <a:buFontTx/>
              <a:buNone/>
              <a:tabLst/>
              <a:defRPr/>
            </a:pPr>
            <a:r>
              <a:rPr lang="en-US" dirty="0">
                <a:latin typeface="Calibri" panose="020F0502020204030204" pitchFamily="34" charset="0"/>
              </a:rPr>
              <a:t>|</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|Student notes</a:t>
            </a:r>
          </a:p>
          <a:p>
            <a:pPr marL="0" marR="0" lvl="0" indent="0" defTabSz="914400" rtl="0" eaLnBrk="1" fontAlgn="base" latinLnBrk="0" hangingPunct="1">
              <a:buClrTx/>
              <a:buSzTx/>
              <a:buFontTx/>
              <a:buNone/>
              <a:tabLst/>
              <a:defRPr/>
            </a:pPr>
            <a:r>
              <a:rPr lang="en-US" dirty="0">
                <a:latin typeface="Calibri" panose="020F0502020204030204" pitchFamily="34" charset="0"/>
              </a:rPr>
              <a:t>Users or groups can have multiple policies attached to them that grant different permissions. In that case, the permissions for the users are calculated based on the combination of policies. But the basic principle still applies: If the user has not been granted an explicit permission for an action and a resource, the user does not have those permissions.</a:t>
            </a:r>
          </a:p>
          <a:p>
            <a:pPr fontAlgn="base"/>
            <a:endParaRPr lang="en-US" dirty="0">
              <a:latin typeface="Calibri" panose="020F0502020204030204" pitchFamily="34" charset="0"/>
            </a:endParaRPr>
          </a:p>
          <a:p>
            <a:pPr fontAlgn="base"/>
            <a:r>
              <a:rPr lang="en-US" dirty="0">
                <a:latin typeface="Calibri" panose="020F0502020204030204" pitchFamily="34" charset="0"/>
              </a:rPr>
              <a:t>Attach identity-based or resource-based policies to IAM users or to the resources in your organization's accounts. Attach an SCP to an Organizations entity (root, OU, or account) to define a guardrail. The SCP sets limits upon the actions that the IAM users and roles in the affected accounts can perform.</a:t>
            </a:r>
          </a:p>
          <a:p>
            <a:pPr fontAlgn="base"/>
            <a:endParaRPr lang="en-US" dirty="0">
              <a:latin typeface="Calibri" panose="020F0502020204030204" pitchFamily="34" charset="0"/>
            </a:endParaRPr>
          </a:p>
          <a:p>
            <a:pPr marL="0" indent="0" fontAlgn="base">
              <a:buNone/>
            </a:pPr>
            <a:r>
              <a:rPr lang="en-US" dirty="0">
                <a:latin typeface="Calibri" panose="020F0502020204030204" pitchFamily="34" charset="0"/>
              </a:rPr>
              <a:t>Organizations SCPs are applied to an entire AWS account. They limit permissions for every request made by a principal within the account. An IAM entity (user or role) can make a request that is affected by an SCP or an identity-based policy. In this case, the request is allowed only if both policy types allow it. The effective permissions are the intersection of the policies. An explicit deny in any of these policies overrides the allow.</a:t>
            </a:r>
          </a:p>
          <a:p>
            <a:pPr marL="0" indent="0" fontAlgn="base">
              <a:buNone/>
            </a:pPr>
            <a:endParaRPr lang="en-US" dirty="0">
              <a:latin typeface="Calibri" panose="020F0502020204030204" pitchFamily="34" charset="0"/>
            </a:endParaRPr>
          </a:p>
          <a:p>
            <a:pPr marL="0" indent="0" fontAlgn="base">
              <a:buNone/>
            </a:pPr>
            <a:r>
              <a:rPr lang="en-US" dirty="0">
                <a:latin typeface="Calibri" panose="020F0502020204030204" pitchFamily="34" charset="0"/>
              </a:rPr>
              <a:t>The permissions allowed (center) are only the ones that are allowed </a:t>
            </a:r>
            <a:r>
              <a:rPr lang="en-US" b="1" dirty="0">
                <a:latin typeface="Calibri" panose="020F0502020204030204" pitchFamily="34" charset="0"/>
              </a:rPr>
              <a:t>both</a:t>
            </a:r>
            <a:r>
              <a:rPr lang="en-US" dirty="0">
                <a:latin typeface="Calibri" panose="020F0502020204030204" pitchFamily="34" charset="0"/>
              </a:rPr>
              <a:t> in the IAM identity-based permissions policy and the Organizations SCP. In this case, because the SCP does not deny access to Amazon Simple Storage Service (Amazon S3), the allow s3* in the identity-based policy grants the permission to access Amazon S3. </a:t>
            </a:r>
          </a:p>
        </p:txBody>
      </p:sp>
    </p:spTree>
    <p:extLst>
      <p:ext uri="{BB962C8B-B14F-4D97-AF65-F5344CB8AC3E}">
        <p14:creationId xmlns:p14="http://schemas.microsoft.com/office/powerpoint/2010/main" val="387253249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defTabSz="914400" rtl="0" eaLnBrk="1" fontAlgn="auto" latinLnBrk="0" hangingPunct="1">
              <a:buClrTx/>
              <a:buSzTx/>
              <a:buFontTx/>
              <a:buNone/>
              <a:tabLst/>
              <a:defRPr/>
            </a:pPr>
            <a:r>
              <a:rPr kumimoji="0" lang="en-US" b="0" i="0" u="none" strike="noStrike" kern="1200" cap="none" spc="0" normalizeH="0" baseline="0" noProof="0">
                <a:ln>
                  <a:noFill/>
                </a:ln>
                <a:solidFill>
                  <a:prstClr val="black"/>
                </a:solidFill>
                <a:effectLst/>
                <a:uLnTx/>
                <a:uFillTx/>
                <a:latin typeface="Calibri" panose="020F0502020204030204" pitchFamily="34" charset="0"/>
                <a:ea typeface="+mn-ea"/>
                <a:cs typeface="+mn-cs"/>
              </a:rPr>
              <a:t>|</a:t>
            </a: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Slide number </a:t>
            </a:r>
            <a:fld id="{8664C272-6569-4216-A95E-54311E5C5ED8}" type="slidenum">
              <a:rPr kumimoji="0" lang="en-US" b="1"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defTabSz="914400" rtl="0" eaLnBrk="1" fontAlgn="auto" latinLnBrk="0" hangingPunct="1">
                <a:buClrTx/>
                <a:buSzTx/>
                <a:buFontTx/>
                <a:buNone/>
                <a:tabLst/>
                <a:defRPr/>
              </a:pPr>
              <a:t>48</a:t>
            </a:fld>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|Instructor notes</a:t>
            </a:r>
          </a:p>
          <a:p>
            <a:r>
              <a:rPr kumimoji="0" lang="en-US"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|Student notes</a:t>
            </a:r>
          </a:p>
          <a:p>
            <a:r>
              <a:rPr lang="en-US" b="0" i="0" kern="1200" dirty="0">
                <a:solidFill>
                  <a:schemeClr val="tx1"/>
                </a:solidFill>
                <a:effectLst/>
                <a:latin typeface="Calibri" panose="020F0502020204030204" pitchFamily="34" charset="0"/>
                <a:ea typeface="+mn-ea"/>
                <a:cs typeface="+mn-cs"/>
              </a:rPr>
              <a:t>AWS supports permissions boundaries for IAM entities (users or roles). A permissions boundary is an advanced feature for using a managed policy to set the maximum permissions that an identity-based policy can grant to an IAM entity. An entity's permissions boundary allows it to perform only the actions that are allowed by both its identity-based policies and its permissions boundaries.</a:t>
            </a:r>
          </a:p>
          <a:p>
            <a:endParaRPr lang="en-US" b="0" i="0" kern="1200" dirty="0">
              <a:solidFill>
                <a:schemeClr val="tx1"/>
              </a:solidFill>
              <a:effectLst/>
              <a:latin typeface="Calibri" panose="020F0502020204030204" pitchFamily="34" charset="0"/>
              <a:ea typeface="+mn-ea"/>
              <a:cs typeface="+mn-cs"/>
            </a:endParaRPr>
          </a:p>
          <a:p>
            <a:r>
              <a:rPr lang="en-US" b="0" i="0" kern="1200" dirty="0">
                <a:solidFill>
                  <a:schemeClr val="tx1"/>
                </a:solidFill>
                <a:effectLst/>
                <a:latin typeface="Calibri" panose="020F0502020204030204" pitchFamily="34" charset="0"/>
                <a:ea typeface="+mn-ea"/>
                <a:cs typeface="+mn-cs"/>
              </a:rPr>
              <a:t>You can use an AWS managed policy or a customer managed policy to set the boundary for an IAM entity (user or role). That policy limits the maximum permissions for the user or role.</a:t>
            </a:r>
          </a:p>
          <a:p>
            <a:endParaRPr lang="en-US" b="0" i="0" kern="1200" dirty="0">
              <a:solidFill>
                <a:schemeClr val="tx1"/>
              </a:solidFill>
              <a:effectLst/>
              <a:latin typeface="Calibri" panose="020F0502020204030204" pitchFamily="34" charset="0"/>
              <a:ea typeface="+mn-ea"/>
              <a:cs typeface="+mn-cs"/>
            </a:endParaRPr>
          </a:p>
          <a:p>
            <a:pPr marL="0" marR="0" lvl="0" indent="0" defTabSz="914400" rtl="0" eaLnBrk="1" fontAlgn="auto" latinLnBrk="0" hangingPunct="1">
              <a:buClrTx/>
              <a:buSzTx/>
              <a:buFontTx/>
              <a:buNone/>
              <a:tabLst/>
              <a:defRPr/>
            </a:pPr>
            <a:r>
              <a:rPr lang="en-US" dirty="0">
                <a:latin typeface="Calibri" panose="020F0502020204030204" pitchFamily="34" charset="0"/>
              </a:rPr>
              <a:t>When you use a policy to set the permissions boundary for a user, it limits the user's permissions but does not provide permissions on its own. In this example, the policy sets the maximum permissions of an IAM user as all operations in Amazon S3, Amazon CloudWatch, and </a:t>
            </a:r>
            <a:r>
              <a:rPr lang="en-US" b="0" i="0" kern="1200" dirty="0">
                <a:solidFill>
                  <a:schemeClr val="tx1"/>
                </a:solidFill>
                <a:effectLst/>
                <a:latin typeface="Calibri" panose="020F0502020204030204" pitchFamily="34" charset="0"/>
                <a:ea typeface="+mn-ea"/>
                <a:cs typeface="+mn-cs"/>
              </a:rPr>
              <a:t>Amazon Elastic Compute Cloud (Amazon EC2</a:t>
            </a:r>
            <a:r>
              <a:rPr lang="en-US" dirty="0">
                <a:latin typeface="Calibri" panose="020F0502020204030204" pitchFamily="34" charset="0"/>
              </a:rPr>
              <a:t>). This IAM user can never perform operations in any other service, including IAM, even if they have a permissions policy that allows it. </a:t>
            </a:r>
          </a:p>
        </p:txBody>
      </p:sp>
    </p:spTree>
    <p:extLst>
      <p:ext uri="{BB962C8B-B14F-4D97-AF65-F5344CB8AC3E}">
        <p14:creationId xmlns:p14="http://schemas.microsoft.com/office/powerpoint/2010/main" val="13682353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defTabSz="914400" rtl="0" eaLnBrk="1" fontAlgn="auto" latinLnBrk="0" hangingPunct="1">
              <a:buClrTx/>
              <a:buSzTx/>
              <a:buFontTx/>
              <a:buNone/>
              <a:tabLst/>
              <a:defRPr/>
            </a:pPr>
            <a:r>
              <a:rPr kumimoji="0" lang="en-US" b="1" i="0" u="none" strike="noStrike" kern="1200" cap="none" spc="0" normalizeH="0" baseline="0" noProof="0">
                <a:ln>
                  <a:noFill/>
                </a:ln>
                <a:solidFill>
                  <a:prstClr val="black"/>
                </a:solidFill>
                <a:effectLst/>
                <a:uLnTx/>
                <a:uFillTx/>
                <a:latin typeface="Calibri" panose="020F0502020204030204" pitchFamily="34" charset="0"/>
                <a:ea typeface="+mn-ea"/>
                <a:cs typeface="+mn-cs"/>
              </a:rPr>
              <a:t>|</a:t>
            </a: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Slide number </a:t>
            </a:r>
            <a:fld id="{8664C272-6569-4216-A95E-54311E5C5ED8}" type="slidenum">
              <a:rPr kumimoji="0" lang="en-US" b="1"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defTabSz="914400" rtl="0" eaLnBrk="1" fontAlgn="auto" latinLnBrk="0" hangingPunct="1">
                <a:buClrTx/>
                <a:buSzTx/>
                <a:buFontTx/>
                <a:buNone/>
                <a:tabLst/>
                <a:defRPr/>
              </a:pPr>
              <a:t>49</a:t>
            </a:fld>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|Instructor notes</a:t>
            </a:r>
          </a:p>
          <a:p>
            <a:r>
              <a:rPr kumimoji="0" lang="en-US"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Note the intersection and the effective permissions. You might note that with a permission boundary, the user cannot access services that aren't explicitly allowed. So this user cannot access IAM even though there’s not an explicit deny in place on IAM. The permission boundary had the impact of denying anything not listed.</a:t>
            </a:r>
          </a:p>
          <a:p>
            <a:r>
              <a:rPr kumimoji="0" lang="en-US"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|Student notes</a:t>
            </a:r>
          </a:p>
          <a:p>
            <a:pPr marL="0" marR="0" lvl="0" indent="0" defTabSz="914400" rtl="0" eaLnBrk="1" fontAlgn="auto" latinLnBrk="0" hangingPunct="1">
              <a:buClrTx/>
              <a:buSzTx/>
              <a:buFontTx/>
              <a:buNone/>
              <a:tabLst/>
              <a:defRPr/>
            </a:pPr>
            <a:r>
              <a:rPr lang="en-US" b="0" i="0" kern="1200" dirty="0">
                <a:solidFill>
                  <a:schemeClr val="tx1"/>
                </a:solidFill>
                <a:effectLst/>
                <a:latin typeface="Calibri" panose="020F0502020204030204" pitchFamily="34" charset="0"/>
                <a:ea typeface="+mn-ea"/>
                <a:cs typeface="+mn-cs"/>
              </a:rPr>
              <a:t>As illustrated in the example on the previous slide, the permissions boundary for an IAM entity (user or role) sets the maximum permissions that the entity can have. This can change the effective permissions for that user or role. Identity-based policies are inline or managed policies that are attached to a user, group of users, or role. Identity-based policies grant permission to the entity, and permissions boundaries limit those permissions. The effective permissions are the intersection of both policy types. </a:t>
            </a:r>
          </a:p>
          <a:p>
            <a:pPr marL="0" marR="0" lvl="0" indent="0" defTabSz="914400" rtl="0" eaLnBrk="1" fontAlgn="auto" latinLnBrk="0" hangingPunct="1">
              <a:buClrTx/>
              <a:buSzTx/>
              <a:buFontTx/>
              <a:buNone/>
              <a:tabLst/>
              <a:defRPr/>
            </a:pPr>
            <a:endParaRPr lang="en-US" b="0" i="0" kern="1200" dirty="0">
              <a:solidFill>
                <a:schemeClr val="tx1"/>
              </a:solidFill>
              <a:effectLst/>
              <a:latin typeface="Calibri" panose="020F0502020204030204" pitchFamily="34" charset="0"/>
              <a:ea typeface="+mn-ea"/>
              <a:cs typeface="+mn-cs"/>
            </a:endParaRPr>
          </a:p>
          <a:p>
            <a:pPr marL="0" marR="0" lvl="0" indent="0" defTabSz="914400" rtl="0" eaLnBrk="1" fontAlgn="auto" latinLnBrk="0" hangingPunct="1">
              <a:buClrTx/>
              <a:buSzTx/>
              <a:buFontTx/>
              <a:buNone/>
              <a:tabLst/>
              <a:defRPr/>
            </a:pPr>
            <a:r>
              <a:rPr lang="en-US" b="0" i="0" kern="1200" dirty="0">
                <a:solidFill>
                  <a:schemeClr val="tx1"/>
                </a:solidFill>
                <a:effectLst/>
                <a:latin typeface="Calibri" panose="020F0502020204030204" pitchFamily="34" charset="0"/>
                <a:ea typeface="+mn-ea"/>
                <a:cs typeface="+mn-cs"/>
              </a:rPr>
              <a:t>An explicit deny in either of these policies overrides the allow. So, although the permissions boundary includes Amazon S3, the IAM identity-based policy denies it, and that explicit deny prevents this user from accessing Amazon S3. Because the permissions boundary allows ec2* and the identity-policy allows ec2: DescribeInstances, this IAM user would be able to use EC2 describe instances. </a:t>
            </a:r>
          </a:p>
        </p:txBody>
      </p:sp>
    </p:spTree>
    <p:extLst>
      <p:ext uri="{BB962C8B-B14F-4D97-AF65-F5344CB8AC3E}">
        <p14:creationId xmlns:p14="http://schemas.microsoft.com/office/powerpoint/2010/main" val="4177962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defTabSz="914400" rtl="0" eaLnBrk="1" fontAlgn="auto" latinLnBrk="0" hangingPunct="1">
              <a:buClrTx/>
              <a:buSzTx/>
              <a:buFontTx/>
              <a:buNone/>
              <a:tabLst/>
              <a:defRPr/>
            </a:pPr>
            <a:r>
              <a:rPr kumimoji="0" lang="en-US" b="1" i="0" u="none" strike="noStrike" kern="1200" cap="none" spc="0" normalizeH="0" baseline="0" noProof="0">
                <a:ln>
                  <a:noFill/>
                </a:ln>
                <a:solidFill>
                  <a:prstClr val="black"/>
                </a:solidFill>
                <a:effectLst/>
                <a:uLnTx/>
                <a:uFillTx/>
                <a:latin typeface="Calibri" panose="020F0502020204030204" pitchFamily="34" charset="0"/>
                <a:ea typeface="+mn-ea"/>
                <a:cs typeface="+mn-cs"/>
              </a:rPr>
              <a:t>|</a:t>
            </a: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Slide number </a:t>
            </a:r>
            <a:fld id="{8664C272-6569-4216-A95E-54311E5C5ED8}" type="slidenum">
              <a:rPr kumimoji="0" lang="en-US" b="1"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defTabSz="914400" rtl="0" eaLnBrk="1" fontAlgn="auto" latinLnBrk="0" hangingPunct="1">
                <a:buClrTx/>
                <a:buSzTx/>
                <a:buFontTx/>
                <a:buNone/>
                <a:tabLst/>
                <a:defRPr/>
              </a:pPr>
              <a:t>50</a:t>
            </a:fld>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|Instructor notes</a:t>
            </a:r>
          </a:p>
          <a:p>
            <a:r>
              <a:rPr kumimoji="0" lang="en-US"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Note the intersection and the effective permissions.</a:t>
            </a:r>
          </a:p>
          <a:p>
            <a:r>
              <a:rPr lang="en-US" dirty="0">
                <a:solidFill>
                  <a:prstClr val="black"/>
                </a:solidFill>
                <a:latin typeface="Calibri" panose="020F0502020204030204" pitchFamily="34" charset="0"/>
              </a:rPr>
              <a:t>|</a:t>
            </a:r>
            <a:endParaRPr kumimoji="0" lang="en-US"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|Student notes</a:t>
            </a:r>
          </a:p>
          <a:p>
            <a:r>
              <a:rPr lang="en-US" b="0" i="0" kern="1200" dirty="0">
                <a:solidFill>
                  <a:schemeClr val="tx1"/>
                </a:solidFill>
                <a:effectLst/>
                <a:latin typeface="Calibri" panose="020F0502020204030204" pitchFamily="34" charset="0"/>
                <a:ea typeface="+mn-ea"/>
                <a:cs typeface="+mn-cs"/>
              </a:rPr>
              <a:t>Within an account, the permissions for an entity can be affected by identity-based policies, resource-based policies, permissions boundaries, Organizations SCPs, or session policies.</a:t>
            </a:r>
          </a:p>
          <a:p>
            <a:endParaRPr lang="en-US" b="0" i="0" kern="1200" dirty="0">
              <a:solidFill>
                <a:schemeClr val="tx1"/>
              </a:solidFill>
              <a:effectLst/>
              <a:latin typeface="Calibri" panose="020F0502020204030204" pitchFamily="34" charset="0"/>
              <a:ea typeface="+mn-ea"/>
              <a:cs typeface="+mn-cs"/>
            </a:endParaRPr>
          </a:p>
          <a:p>
            <a:r>
              <a:rPr lang="en-US" b="0" i="0" kern="1200" dirty="0">
                <a:solidFill>
                  <a:schemeClr val="tx1"/>
                </a:solidFill>
                <a:effectLst/>
                <a:latin typeface="Calibri" panose="020F0502020204030204" pitchFamily="34" charset="0"/>
                <a:ea typeface="+mn-ea"/>
                <a:cs typeface="+mn-cs"/>
              </a:rPr>
              <a:t>If any one of these policy types explicitly denies access for an operation, then the request is denied. The permissions granted to an entity by multiple permissions types are more complex. This example shows the impact of using all three of the permissions types discussed in this section: an SCP on the organization, and both a permissions boundary and an identity-based policy on an IAM user. </a:t>
            </a:r>
          </a:p>
          <a:p>
            <a:endParaRPr lang="en-US" b="0" i="0" kern="1200" dirty="0">
              <a:solidFill>
                <a:schemeClr val="tx1"/>
              </a:solidFill>
              <a:effectLst/>
              <a:latin typeface="Calibri" panose="020F0502020204030204" pitchFamily="34" charset="0"/>
              <a:ea typeface="+mn-ea"/>
              <a:cs typeface="+mn-cs"/>
            </a:endParaRPr>
          </a:p>
          <a:p>
            <a:r>
              <a:rPr lang="en-US" b="0" i="0" kern="1200" dirty="0">
                <a:solidFill>
                  <a:schemeClr val="tx1"/>
                </a:solidFill>
                <a:effectLst/>
                <a:latin typeface="Calibri" panose="020F0502020204030204" pitchFamily="34" charset="0"/>
                <a:ea typeface="+mn-ea"/>
                <a:cs typeface="+mn-cs"/>
              </a:rPr>
              <a:t>For more details about how AWS evaluates policies, see the policy evaluation logic link provided on the course resource page.</a:t>
            </a:r>
          </a:p>
        </p:txBody>
      </p:sp>
    </p:spTree>
    <p:extLst>
      <p:ext uri="{BB962C8B-B14F-4D97-AF65-F5344CB8AC3E}">
        <p14:creationId xmlns:p14="http://schemas.microsoft.com/office/powerpoint/2010/main" val="97065134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defTabSz="914400" rtl="0" eaLnBrk="1" fontAlgn="auto" latinLnBrk="0" hangingPunct="1">
              <a:buClrTx/>
              <a:buSzTx/>
              <a:buFontTx/>
              <a:buNone/>
              <a:tabLst/>
              <a:defRPr/>
            </a:pPr>
            <a:r>
              <a:rPr kumimoji="0" lang="en-US" b="0" i="0" u="none" strike="noStrike" kern="1200" cap="none" spc="0" normalizeH="0" baseline="0" noProof="0">
                <a:ln>
                  <a:noFill/>
                </a:ln>
                <a:solidFill>
                  <a:prstClr val="black"/>
                </a:solidFill>
                <a:effectLst/>
                <a:uLnTx/>
                <a:uFillTx/>
                <a:latin typeface="Calibri" panose="020F0502020204030204" pitchFamily="34" charset="0"/>
                <a:ea typeface="+mn-ea"/>
                <a:cs typeface="+mn-cs"/>
              </a:rPr>
              <a:t>|</a:t>
            </a: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Slide number </a:t>
            </a:r>
            <a:fld id="{8664C272-6569-4216-A95E-54311E5C5ED8}" type="slidenum">
              <a:rPr kumimoji="0" lang="en-US" b="1"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defTabSz="914400" rtl="0" eaLnBrk="1" fontAlgn="auto" latinLnBrk="0" hangingPunct="1">
                <a:buClrTx/>
                <a:buSzTx/>
                <a:buFontTx/>
                <a:buNone/>
                <a:tabLst/>
                <a:defRPr/>
              </a:pPr>
              <a:t>51</a:t>
            </a:fld>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|Instructor notes</a:t>
            </a:r>
          </a:p>
          <a:p>
            <a:r>
              <a:rPr kumimoji="0" lang="en-US"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|Student notes</a:t>
            </a:r>
          </a:p>
          <a:p>
            <a:pPr marL="0" marR="0" lvl="0" indent="0" defTabSz="914400" rtl="0" eaLnBrk="1" fontAlgn="auto" latinLnBrk="0" hangingPunct="1">
              <a:buClrTx/>
              <a:buSzTx/>
              <a:buFontTx/>
              <a:buNone/>
              <a:tabLst/>
              <a:defRPr/>
            </a:pPr>
            <a:r>
              <a:rPr kumimoji="0" lang="en-US"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Both permissions boundaries and organizational SCPs let you limit the scope of access that will be granted. Key distinctions are that the permission boundary is associated to a user or role, while the SCP is applied across an organization. Neither permissions boundaries or SCPs actually grant permissions on their own. In practice, permissions boundaries are often used to explicitly allow a subset of services, preventing access to anything not in that allow list. For example, when a role needs access to only a small subset of AWS services, you can put those in a permission boundary. SCPs by contrast are often used to deny specific services. For example, you have an organization that needs to use a variety of AWS services and resources, but you want to prevent them from accessing a particular type of resource such as Amazon Relational Database Service (Amazon RDS). </a:t>
            </a:r>
          </a:p>
        </p:txBody>
      </p:sp>
    </p:spTree>
    <p:extLst>
      <p:ext uri="{BB962C8B-B14F-4D97-AF65-F5344CB8AC3E}">
        <p14:creationId xmlns:p14="http://schemas.microsoft.com/office/powerpoint/2010/main" val="14053302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defTabSz="914400" rtl="0" eaLnBrk="1" fontAlgn="auto" latinLnBrk="0" hangingPunct="1">
              <a:buClrTx/>
              <a:buSzTx/>
              <a:buFontTx/>
              <a:buNone/>
              <a:tabLst/>
              <a:defRPr/>
            </a:pPr>
            <a:r>
              <a:rPr kumimoji="0" lang="en-US" b="1" i="0" u="none" strike="noStrike" kern="1200" cap="none" spc="0" normalizeH="0" baseline="0" noProof="0">
                <a:ln>
                  <a:noFill/>
                </a:ln>
                <a:solidFill>
                  <a:prstClr val="black"/>
                </a:solidFill>
                <a:effectLst/>
                <a:uLnTx/>
                <a:uFillTx/>
                <a:latin typeface="Calibri" panose="020F0502020204030204" pitchFamily="34" charset="0"/>
                <a:ea typeface="+mn-ea"/>
                <a:cs typeface="+mn-cs"/>
              </a:rPr>
              <a:t>|</a:t>
            </a: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Slide number </a:t>
            </a:r>
            <a:fld id="{8664C272-6569-4216-A95E-54311E5C5ED8}" type="slidenum">
              <a:rPr kumimoji="0" lang="en-US" b="1"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defTabSz="914400" rtl="0" eaLnBrk="1" fontAlgn="auto" latinLnBrk="0" hangingPunct="1">
                <a:buClrTx/>
                <a:buSzTx/>
                <a:buFontTx/>
                <a:buNone/>
                <a:tabLst/>
                <a:defRPr/>
              </a:pPr>
              <a:t>52</a:t>
            </a:fld>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|Instructor notes</a:t>
            </a:r>
          </a:p>
          <a:p>
            <a:r>
              <a:rPr kumimoji="0" lang="en-US"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a:t>
            </a:r>
          </a:p>
          <a:p>
            <a:pPr marL="0" marR="0" lvl="0" indent="0" defTabSz="914400" rtl="0" eaLnBrk="1" fontAlgn="auto" latinLnBrk="0" hangingPunct="1">
              <a:buClrTx/>
              <a:buSzTx/>
              <a:buFontTx/>
              <a:buNone/>
              <a:tabLst/>
              <a:defRPr/>
            </a:pPr>
            <a:r>
              <a:rPr kumimoji="0" lang="en-US"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|Student notes</a:t>
            </a:r>
          </a:p>
          <a:p>
            <a:r>
              <a:rPr lang="en-US" b="0" i="0" kern="1200" dirty="0">
                <a:solidFill>
                  <a:schemeClr val="tx1"/>
                </a:solidFill>
                <a:effectLst/>
                <a:latin typeface="Calibri" panose="020F0502020204030204" pitchFamily="34" charset="0"/>
                <a:ea typeface="+mn-ea"/>
                <a:cs typeface="+mn-cs"/>
              </a:rPr>
              <a:t>AWS Control Tower offers a simple way to set up and govern a secure, multi-account AWS environment. It establishes a landing zone that’s based on best practices blueprints, and it enables governance using guardrails you can choose from a pre-packaged list. A guardrail, also called a control, is</a:t>
            </a:r>
            <a:r>
              <a:rPr lang="en-US" dirty="0">
                <a:latin typeface="Calibri" panose="020F0502020204030204" pitchFamily="34" charset="0"/>
              </a:rPr>
              <a:t> a high-level rule that provides ongoing governance for your overall AWS environment. It's expressed in plain language.</a:t>
            </a:r>
          </a:p>
          <a:p>
            <a:endParaRPr lang="en-US" b="0" i="0" kern="1200" dirty="0">
              <a:solidFill>
                <a:schemeClr val="tx1"/>
              </a:solidFill>
              <a:effectLst/>
              <a:latin typeface="Calibri" panose="020F0502020204030204" pitchFamily="34" charset="0"/>
              <a:ea typeface="+mn-ea"/>
              <a:cs typeface="+mn-cs"/>
            </a:endParaRPr>
          </a:p>
          <a:p>
            <a:r>
              <a:rPr lang="en-US" b="0" i="0" kern="1200" dirty="0">
                <a:solidFill>
                  <a:schemeClr val="tx1"/>
                </a:solidFill>
                <a:effectLst/>
                <a:latin typeface="Calibri" panose="020F0502020204030204" pitchFamily="34" charset="0"/>
                <a:ea typeface="+mn-ea"/>
                <a:cs typeface="+mn-cs"/>
              </a:rPr>
              <a:t>The landing zone is a well-architected, multi-account baseline that follows AWS best practices. Guardrails implement governance rules for security, compliance, and operations.</a:t>
            </a:r>
          </a:p>
          <a:p>
            <a:endParaRPr lang="en-US" b="0" i="0" kern="1200" dirty="0">
              <a:solidFill>
                <a:schemeClr val="tx1"/>
              </a:solidFill>
              <a:effectLst/>
              <a:latin typeface="Calibri" panose="020F0502020204030204" pitchFamily="34" charset="0"/>
              <a:ea typeface="+mn-ea"/>
              <a:cs typeface="+mn-cs"/>
            </a:endParaRPr>
          </a:p>
          <a:p>
            <a:r>
              <a:rPr lang="en-US" b="0" i="0" kern="1200" dirty="0">
                <a:solidFill>
                  <a:schemeClr val="tx1"/>
                </a:solidFill>
                <a:effectLst/>
                <a:latin typeface="Calibri" panose="020F0502020204030204" pitchFamily="34" charset="0"/>
                <a:ea typeface="+mn-ea"/>
                <a:cs typeface="+mn-cs"/>
              </a:rPr>
              <a:t>If you want to create or manage your multi-account AWS environment with best practices, use AWS Control Tower. It offers prescriptive guidance to govern your AWS environment at scale. It gives you control over your environment without sacrificing the speed and agility AWS provides for builders. You will benefit if you are building a new AWS environment, starting out on your journey on AWS, starting a new cloud initiative, are completely new to AWS, or if you have an existing multi-account AWS environment but prefer a solution with built-in blueprints and guardrails.</a:t>
            </a:r>
          </a:p>
          <a:p>
            <a:endParaRPr lang="en-US" b="0" i="0" kern="1200" dirty="0">
              <a:solidFill>
                <a:schemeClr val="tx1"/>
              </a:solidFill>
              <a:effectLst/>
              <a:latin typeface="Calibri" panose="020F0502020204030204" pitchFamily="34" charset="0"/>
              <a:ea typeface="+mn-ea"/>
              <a:cs typeface="+mn-cs"/>
            </a:endParaRPr>
          </a:p>
          <a:p>
            <a:r>
              <a:rPr lang="en-US" dirty="0">
                <a:latin typeface="Calibri" panose="020F0502020204030204" pitchFamily="34" charset="0"/>
              </a:rPr>
              <a:t>For more information, see AWS Control Tower on the content resources page of your online course.</a:t>
            </a:r>
          </a:p>
        </p:txBody>
      </p:sp>
    </p:spTree>
    <p:extLst>
      <p:ext uri="{BB962C8B-B14F-4D97-AF65-F5344CB8AC3E}">
        <p14:creationId xmlns:p14="http://schemas.microsoft.com/office/powerpoint/2010/main" val="413462609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397500"/>
          </a:xfrm>
        </p:spPr>
        <p:txBody>
          <a:bodyPr/>
          <a:lstStyle/>
          <a:p>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a:t>53</a:t>
            </a:fld>
            <a:r>
              <a:rPr lang="en-US" b="1" dirty="0">
                <a:latin typeface="Calibri" panose="020F0502020204030204" pitchFamily="34" charset="0"/>
              </a:rPr>
              <a:t> </a:t>
            </a:r>
          </a:p>
          <a:p>
            <a:r>
              <a:rPr lang="en-US" b="1" dirty="0">
                <a:solidFill>
                  <a:srgbClr val="000000"/>
                </a:solidFill>
                <a:latin typeface="Calibri" panose="020F0502020204030204" pitchFamily="34" charset="0"/>
              </a:rPr>
              <a:t>|Instructor notes</a:t>
            </a:r>
          </a:p>
          <a:p>
            <a:r>
              <a:rPr lang="en-US" b="1" dirty="0">
                <a:solidFill>
                  <a:srgbClr val="000000"/>
                </a:solidFill>
                <a:latin typeface="Calibri" panose="020F0502020204030204" pitchFamily="34" charset="0"/>
              </a:rPr>
              <a:t>|</a:t>
            </a:r>
          </a:p>
          <a:p>
            <a:r>
              <a:rPr lang="en-US" b="1" dirty="0">
                <a:solidFill>
                  <a:srgbClr val="000000"/>
                </a:solidFill>
                <a:latin typeface="Calibri" panose="020F0502020204030204" pitchFamily="34" charset="0"/>
              </a:rPr>
              <a:t>|Student notes</a:t>
            </a:r>
          </a:p>
          <a:p>
            <a:pPr marL="0" marR="0" lvl="0" indent="0" defTabSz="914400" rtl="0" eaLnBrk="1" fontAlgn="auto" latinLnBrk="0" hangingPunct="1">
              <a:buClrTx/>
              <a:buSzTx/>
              <a:buFontTx/>
              <a:buNone/>
              <a:tabLst/>
              <a:defRPr/>
            </a:pPr>
            <a:r>
              <a:rPr lang="en-US" dirty="0">
                <a:solidFill>
                  <a:srgbClr val="000000"/>
                </a:solidFill>
                <a:latin typeface="Calibri" panose="020F0502020204030204" pitchFamily="34" charset="0"/>
              </a:rPr>
              <a:t>These key takeaways summarize this section.</a:t>
            </a:r>
          </a:p>
        </p:txBody>
      </p:sp>
    </p:spTree>
    <p:extLst>
      <p:ext uri="{BB962C8B-B14F-4D97-AF65-F5344CB8AC3E}">
        <p14:creationId xmlns:p14="http://schemas.microsoft.com/office/powerpoint/2010/main" val="230720010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Image Placeholder 7">
            <a:extLst>
              <a:ext uri="{FF2B5EF4-FFF2-40B4-BE49-F238E27FC236}">
                <a16:creationId xmlns:a16="http://schemas.microsoft.com/office/drawing/2014/main" id="{1D47F294-B2F6-47F9-96B8-6B6B49449B34}"/>
              </a:ext>
            </a:extLst>
          </p:cNvPr>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a:t>54</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p>
          <a:p>
            <a:pPr lvl="0"/>
            <a:r>
              <a:rPr lang="en-US" dirty="0">
                <a:latin typeface="Calibri" panose="020F0502020204030204" pitchFamily="34" charset="0"/>
              </a:rPr>
              <a:t>This section focuses on encrypting data at rest using the AWS Key Management Service (AWS KMS).</a:t>
            </a:r>
          </a:p>
        </p:txBody>
      </p:sp>
    </p:spTree>
    <p:extLst>
      <p:ext uri="{BB962C8B-B14F-4D97-AF65-F5344CB8AC3E}">
        <p14:creationId xmlns:p14="http://schemas.microsoft.com/office/powerpoint/2010/main" val="52723864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55</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p>
          <a:p>
            <a:pPr marL="0" marR="0" lvl="0" indent="0" defTabSz="914400" rtl="0" eaLnBrk="1" fontAlgn="auto" latinLnBrk="0" hangingPunct="1">
              <a:buClrTx/>
              <a:buSzTx/>
              <a:buFontTx/>
              <a:buNone/>
              <a:tabLst/>
              <a:defRPr/>
            </a:pPr>
            <a:r>
              <a:rPr lang="en-US" b="0" dirty="0">
                <a:latin typeface="Calibri" panose="020F0502020204030204" pitchFamily="34" charset="0"/>
              </a:rPr>
              <a:t>Sensitive data can be protected at multiple layers, including while in transit and while at rest.</a:t>
            </a:r>
          </a:p>
          <a:p>
            <a:endParaRPr lang="en-US" b="0" dirty="0">
              <a:latin typeface="Calibri" panose="020F0502020204030204" pitchFamily="34" charset="0"/>
            </a:endParaRPr>
          </a:p>
          <a:p>
            <a:r>
              <a:rPr lang="en-US" noProof="0" dirty="0">
                <a:solidFill>
                  <a:srgbClr val="000000"/>
                </a:solidFill>
                <a:latin typeface="Calibri" panose="020F0502020204030204" pitchFamily="34" charset="0"/>
              </a:rPr>
              <a:t>You protect data while it's traveling from network to network or being transferred. You also protect data when it resides in a local storage device or cloud storage device. </a:t>
            </a:r>
          </a:p>
          <a:p>
            <a:endParaRPr lang="en-US" b="0" noProof="0" dirty="0">
              <a:solidFill>
                <a:srgbClr val="000000"/>
              </a:solidFill>
              <a:latin typeface="Calibri" panose="020F0502020204030204" pitchFamily="34" charset="0"/>
            </a:endParaRPr>
          </a:p>
          <a:p>
            <a:r>
              <a:rPr lang="en-US" b="0" noProof="0" dirty="0">
                <a:solidFill>
                  <a:srgbClr val="000000"/>
                </a:solidFill>
                <a:latin typeface="Calibri" panose="020F0502020204030204" pitchFamily="34" charset="0"/>
              </a:rPr>
              <a:t>This section looks at protecting data at rest. </a:t>
            </a:r>
            <a:endParaRPr lang="en-US" b="0" dirty="0">
              <a:latin typeface="Calibri" panose="020F0502020204030204" pitchFamily="34" charset="0"/>
            </a:endParaRPr>
          </a:p>
          <a:p>
            <a:endParaRPr lang="en-US" b="0" dirty="0">
              <a:latin typeface="Calibri" panose="020F0502020204030204" pitchFamily="34" charset="0"/>
            </a:endParaRPr>
          </a:p>
          <a:p>
            <a:r>
              <a:rPr lang="en-US" b="0" dirty="0">
                <a:latin typeface="Calibri" panose="020F0502020204030204" pitchFamily="34" charset="0"/>
              </a:rPr>
              <a:t>The confidentiality, integrity, and availability (CIA) triad is a widely used model to implement data security in enterprises. Confidentiality aims at keeping personal data safe and hidden from non-authorized people. Integrity consists of ensuring that data isn’t modified or altered throughout the process in which it is used. Finally, availability ensures that data stays available when needed for the right person. </a:t>
            </a:r>
          </a:p>
          <a:p>
            <a:endParaRPr lang="en-US" b="0" dirty="0">
              <a:latin typeface="Calibri" panose="020F0502020204030204" pitchFamily="34" charset="0"/>
            </a:endParaRPr>
          </a:p>
          <a:p>
            <a:r>
              <a:rPr lang="en-US" b="0" dirty="0">
                <a:latin typeface="Calibri" panose="020F0502020204030204" pitchFamily="34" charset="0"/>
              </a:rPr>
              <a:t>Protecting data at rest contributes to the confidentiality and integrity of information. It ensures the security of the data even if an unauthorized party gains access to it. Encrypting data at rest makes it much more difficult for attackers to compromise data, even if they can compromise an endpoint. Also, you might need to protect your data at rest due to business or compliance requirements.</a:t>
            </a:r>
          </a:p>
        </p:txBody>
      </p:sp>
    </p:spTree>
    <p:extLst>
      <p:ext uri="{BB962C8B-B14F-4D97-AF65-F5344CB8AC3E}">
        <p14:creationId xmlns:p14="http://schemas.microsoft.com/office/powerpoint/2010/main" val="395856713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397500"/>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56</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|Review the definition of encryption. Point out that the key can be a series of numbers and letters </a:t>
            </a:r>
            <a:r>
              <a:rPr lang="en-US" dirty="0">
                <a:solidFill>
                  <a:srgbClr val="000000"/>
                </a:solidFill>
                <a:latin typeface="Calibri" panose="020F0502020204030204" pitchFamily="34" charset="0"/>
              </a:rPr>
              <a:t>that the algorithm uses to encrypt and decrypt data. Protecting and managing keys becomes a critical part of any encryption solution.</a:t>
            </a:r>
          </a:p>
          <a:p>
            <a:r>
              <a:rPr lang="en-US" dirty="0">
                <a:solidFill>
                  <a:srgbClr val="000000"/>
                </a:solidFill>
                <a:latin typeface="Calibri" panose="020F0502020204030204" pitchFamily="34" charset="0"/>
              </a:rPr>
              <a:t>|</a:t>
            </a:r>
            <a:endParaRPr lang="en-US" dirty="0">
              <a:latin typeface="Calibri" panose="020F0502020204030204" pitchFamily="34" charset="0"/>
            </a:endParaRPr>
          </a:p>
          <a:p>
            <a:r>
              <a:rPr lang="en-US" b="1" dirty="0">
                <a:latin typeface="Calibri" panose="020F0502020204030204" pitchFamily="34" charset="0"/>
              </a:rPr>
              <a:t>|Student notes</a:t>
            </a:r>
          </a:p>
          <a:p>
            <a:r>
              <a:rPr lang="en-US" dirty="0">
                <a:solidFill>
                  <a:srgbClr val="000000"/>
                </a:solidFill>
                <a:latin typeface="Calibri" panose="020F0502020204030204" pitchFamily="34" charset="0"/>
              </a:rPr>
              <a:t>Encryption is the process of using a code, called a cipher, to turn readable data into unreadable data for another party. The cipher contains both algorithms to encrypt and to decrypt the data. A key is a series of numbers and letters that the algorithm uses to encrypt and decrypt data.</a:t>
            </a:r>
          </a:p>
          <a:p>
            <a:endParaRPr lang="en-US" dirty="0">
              <a:solidFill>
                <a:srgbClr val="000000"/>
              </a:solidFill>
              <a:latin typeface="Calibri" panose="020F0502020204030204" pitchFamily="34" charset="0"/>
            </a:endParaRPr>
          </a:p>
          <a:p>
            <a:r>
              <a:rPr lang="en-US" dirty="0">
                <a:solidFill>
                  <a:srgbClr val="000000"/>
                </a:solidFill>
                <a:latin typeface="Calibri" panose="020F0502020204030204" pitchFamily="34" charset="0"/>
              </a:rPr>
              <a:t>Encryption works by using an algorithm with a key to convert plaintext data into unreadable data (ciphertext) that can only become readable again with the right key. For example, a simple phrase such </a:t>
            </a:r>
            <a:r>
              <a:rPr lang="en-US" b="0" dirty="0">
                <a:solidFill>
                  <a:srgbClr val="000000"/>
                </a:solidFill>
                <a:latin typeface="Calibri" panose="020F0502020204030204" pitchFamily="34" charset="0"/>
              </a:rPr>
              <a:t>as “Hello World!” might look like “1c28df2b595b4e30b7b07500963dc7c” when encrypted</a:t>
            </a:r>
            <a:r>
              <a:rPr lang="en-US" dirty="0">
                <a:solidFill>
                  <a:srgbClr val="000000"/>
                </a:solidFill>
                <a:latin typeface="Calibri" panose="020F0502020204030204" pitchFamily="34" charset="0"/>
              </a:rPr>
              <a:t>.</a:t>
            </a:r>
          </a:p>
          <a:p>
            <a:endParaRPr lang="en-US" dirty="0">
              <a:solidFill>
                <a:srgbClr val="000000"/>
              </a:solidFill>
              <a:latin typeface="Calibri" panose="020F0502020204030204" pitchFamily="34" charset="0"/>
            </a:endParaRPr>
          </a:p>
          <a:p>
            <a:r>
              <a:rPr lang="en-US" dirty="0">
                <a:solidFill>
                  <a:srgbClr val="000000"/>
                </a:solidFill>
                <a:latin typeface="Calibri" panose="020F0502020204030204" pitchFamily="34" charset="0"/>
              </a:rPr>
              <a:t>Several different encryption algorithms exist, all using different types of keys. A strong encryption algorithm relies on mathematical properties to produce ciphertext that can’t be decrypted by using any practically available amount of computing power without also having the necessary key. Therefore, protecting and managing the keys becomes a critical part of any encryption solution.</a:t>
            </a:r>
          </a:p>
          <a:p>
            <a:endParaRPr lang="en-US" dirty="0">
              <a:solidFill>
                <a:srgbClr val="000000"/>
              </a:solidFill>
              <a:latin typeface="Calibri" panose="020F0502020204030204" pitchFamily="34" charset="0"/>
            </a:endParaRPr>
          </a:p>
          <a:p>
            <a:pPr marL="0" marR="0" lvl="0" indent="0" defTabSz="914400" rtl="0" eaLnBrk="1" fontAlgn="auto" latinLnBrk="0" hangingPunct="1">
              <a:buClrTx/>
              <a:buSzTx/>
              <a:buFontTx/>
              <a:buNone/>
              <a:tabLst/>
              <a:defRPr/>
            </a:pPr>
            <a:r>
              <a:rPr lang="en-US" b="0" i="0" kern="1200" dirty="0">
                <a:solidFill>
                  <a:srgbClr val="000000"/>
                </a:solidFill>
                <a:effectLst/>
                <a:latin typeface="Calibri" panose="020F0502020204030204" pitchFamily="34" charset="0"/>
              </a:rPr>
              <a:t>There are two types of encryption: symmetric encryption and asymmetric encryption. Both types can be used for encrypting</a:t>
            </a:r>
            <a:r>
              <a:rPr lang="en-US" dirty="0">
                <a:latin typeface="Calibri" panose="020F0502020204030204" pitchFamily="34" charset="0"/>
              </a:rPr>
              <a:t> data in transit or data at rest. </a:t>
            </a:r>
          </a:p>
          <a:p>
            <a:endParaRPr lang="en-US" b="0" i="0" kern="1200" dirty="0">
              <a:solidFill>
                <a:srgbClr val="000000"/>
              </a:solidFill>
              <a:effectLst/>
              <a:latin typeface="Calibri" panose="020F0502020204030204" pitchFamily="34" charset="0"/>
            </a:endParaRPr>
          </a:p>
          <a:p>
            <a:r>
              <a:rPr lang="en-US" b="0" i="0" kern="1200" dirty="0">
                <a:solidFill>
                  <a:srgbClr val="000000"/>
                </a:solidFill>
                <a:effectLst/>
                <a:latin typeface="Calibri" panose="020F0502020204030204" pitchFamily="34" charset="0"/>
              </a:rPr>
              <a:t>Envelope encryption uses </a:t>
            </a:r>
            <a:r>
              <a:rPr lang="en-US" b="0" i="0" kern="1200" dirty="0">
                <a:effectLst/>
                <a:latin typeface="Calibri" panose="020F0502020204030204" pitchFamily="34" charset="0"/>
              </a:rPr>
              <a:t>both </a:t>
            </a:r>
            <a:r>
              <a:rPr lang="en-US" dirty="0">
                <a:latin typeface="Calibri" panose="020F0502020204030204" pitchFamily="34" charset="0"/>
              </a:rPr>
              <a:t>symmetric and asymmetric encryption together. For example</a:t>
            </a:r>
            <a:r>
              <a:rPr lang="en-US" dirty="0">
                <a:solidFill>
                  <a:srgbClr val="000000"/>
                </a:solidFill>
                <a:latin typeface="Calibri" panose="020F0502020204030204" pitchFamily="34" charset="0"/>
              </a:rPr>
              <a:t>, the TLS (SSL) protocol performs envelope encryption by combining the use of both symmetric and asymmetric encryption.</a:t>
            </a:r>
          </a:p>
        </p:txBody>
      </p:sp>
    </p:spTree>
    <p:extLst>
      <p:ext uri="{BB962C8B-B14F-4D97-AF65-F5344CB8AC3E}">
        <p14:creationId xmlns:p14="http://schemas.microsoft.com/office/powerpoint/2010/main" val="353520149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57</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|Review the diagram with students. Point out that the same key is used to encrypt and decrypt the data.</a:t>
            </a:r>
          </a:p>
          <a:p>
            <a:r>
              <a:rPr lang="en-US" dirty="0">
                <a:latin typeface="Calibri" panose="020F0502020204030204" pitchFamily="34" charset="0"/>
              </a:rPr>
              <a:t>|  </a:t>
            </a:r>
          </a:p>
          <a:p>
            <a:r>
              <a:rPr lang="en-US" b="1" dirty="0">
                <a:latin typeface="Calibri" panose="020F0502020204030204" pitchFamily="34" charset="0"/>
              </a:rPr>
              <a:t>|Student notes</a:t>
            </a:r>
          </a:p>
          <a:p>
            <a:r>
              <a:rPr lang="en-US" dirty="0">
                <a:latin typeface="Calibri" panose="020F0502020204030204" pitchFamily="34" charset="0"/>
              </a:rPr>
              <a:t>Symmetric encryption uses the same key to encrypt and decrypt the data. The key is a shared secret between the sender and the receiver. </a:t>
            </a:r>
          </a:p>
          <a:p>
            <a:endParaRPr lang="en-US" dirty="0">
              <a:latin typeface="Calibri" panose="020F0502020204030204" pitchFamily="34" charset="0"/>
            </a:endParaRPr>
          </a:p>
          <a:p>
            <a:r>
              <a:rPr lang="en-US" dirty="0">
                <a:latin typeface="Calibri" panose="020F0502020204030204" pitchFamily="34" charset="0"/>
              </a:rPr>
              <a:t>As illustrated in the diagram, the key is used to encrypt the file before it is stored, and then it must be decrypted using the same key before it can be retrieved and read. </a:t>
            </a:r>
          </a:p>
          <a:p>
            <a:endParaRPr lang="en-US" dirty="0">
              <a:latin typeface="Calibri" panose="020F0502020204030204" pitchFamily="34" charset="0"/>
            </a:endParaRPr>
          </a:p>
          <a:p>
            <a:r>
              <a:rPr lang="en-US" dirty="0">
                <a:latin typeface="Calibri" panose="020F0502020204030204" pitchFamily="34" charset="0"/>
              </a:rPr>
              <a:t>This type of encryption is typically faster and is, therefore, efficient for large amounts of data. This type of encryption is widely used and generally accepted to be secure. Because a single key is used for both encryption and decryption, a best practice is to change the key frequently to prevent an unauthorized person from obtaining it. </a:t>
            </a:r>
          </a:p>
          <a:p>
            <a:endParaRPr lang="en-US" dirty="0">
              <a:latin typeface="Calibri" panose="020F0502020204030204" pitchFamily="34" charset="0"/>
            </a:endParaRPr>
          </a:p>
          <a:p>
            <a:r>
              <a:rPr lang="en-US" dirty="0">
                <a:latin typeface="Calibri" panose="020F0502020204030204" pitchFamily="34" charset="0"/>
              </a:rPr>
              <a:t>For example, the TLS protocol uses symmetric encryption for data exchange.</a:t>
            </a:r>
          </a:p>
        </p:txBody>
      </p:sp>
    </p:spTree>
    <p:extLst>
      <p:ext uri="{BB962C8B-B14F-4D97-AF65-F5344CB8AC3E}">
        <p14:creationId xmlns:p14="http://schemas.microsoft.com/office/powerpoint/2010/main" val="137585775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Image Placeholder 5">
            <a:extLst>
              <a:ext uri="{FF2B5EF4-FFF2-40B4-BE49-F238E27FC236}">
                <a16:creationId xmlns:a16="http://schemas.microsoft.com/office/drawing/2014/main" id="{B78E5231-0444-40DB-A2AD-5E26244FF665}"/>
              </a:ext>
            </a:extLst>
          </p:cNvPr>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a:t>58</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 Review the definition of symmetric encryption and discuss when to use it.</a:t>
            </a:r>
          </a:p>
          <a:p>
            <a:r>
              <a:rPr lang="en-US" dirty="0">
                <a:latin typeface="Calibri" panose="020F0502020204030204" pitchFamily="34" charset="0"/>
              </a:rPr>
              <a:t>|</a:t>
            </a:r>
          </a:p>
          <a:p>
            <a:r>
              <a:rPr lang="en-US" b="1" dirty="0">
                <a:latin typeface="Calibri" panose="020F0502020204030204" pitchFamily="34" charset="0"/>
              </a:rPr>
              <a:t>|Student notes</a:t>
            </a:r>
            <a:endParaRPr lang="en-US" dirty="0">
              <a:latin typeface="Calibri" panose="020F0502020204030204" pitchFamily="34" charset="0"/>
            </a:endParaRPr>
          </a:p>
          <a:p>
            <a:r>
              <a:rPr lang="en-US" dirty="0">
                <a:latin typeface="Calibri" panose="020F0502020204030204" pitchFamily="34" charset="0"/>
              </a:rPr>
              <a:t>See the link provided on the course resources page for more information about when symmetric encryption is recommended.</a:t>
            </a:r>
          </a:p>
          <a:p>
            <a:endParaRPr lang="en-US" dirty="0"/>
          </a:p>
        </p:txBody>
      </p:sp>
    </p:spTree>
    <p:extLst>
      <p:ext uri="{BB962C8B-B14F-4D97-AF65-F5344CB8AC3E}">
        <p14:creationId xmlns:p14="http://schemas.microsoft.com/office/powerpoint/2010/main" val="390556120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59</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|Review the diagram with students. Point out that different keys are used to encrypt and decrypt the data.</a:t>
            </a:r>
          </a:p>
          <a:p>
            <a:r>
              <a:rPr lang="en-US" dirty="0">
                <a:latin typeface="Calibri" panose="020F0502020204030204" pitchFamily="34" charset="0"/>
              </a:rPr>
              <a:t>|</a:t>
            </a:r>
          </a:p>
          <a:p>
            <a:r>
              <a:rPr lang="en-US" b="1" dirty="0">
                <a:latin typeface="Calibri" panose="020F0502020204030204" pitchFamily="34" charset="0"/>
              </a:rPr>
              <a:t>|Student notes</a:t>
            </a:r>
          </a:p>
          <a:p>
            <a:r>
              <a:rPr lang="en-US" dirty="0">
                <a:latin typeface="Calibri" panose="020F0502020204030204" pitchFamily="34" charset="0"/>
              </a:rPr>
              <a:t>Asymmetric encryption uses both a public key and a private key (a key pair) to encrypt and decrypt the data. Every user in the conversation has a key pair. Asymmetric encryption is more complex and much slower than symmetric encryption. However, it provides more capabilities in the way that keys are managed. </a:t>
            </a:r>
          </a:p>
          <a:p>
            <a:endParaRPr lang="en-US" dirty="0">
              <a:latin typeface="Calibri" panose="020F0502020204030204" pitchFamily="34" charset="0"/>
            </a:endParaRPr>
          </a:p>
          <a:p>
            <a:r>
              <a:rPr lang="en-US" dirty="0">
                <a:latin typeface="Calibri" panose="020F0502020204030204" pitchFamily="34" charset="0"/>
              </a:rPr>
              <a:t>In the diagram that is shown on the slide, you can see that the file is encrypted with a public key. After it’s encrypted, the only way to retrieve and read the file is to use the private key associated to this public key to decrypt the message.</a:t>
            </a:r>
          </a:p>
        </p:txBody>
      </p:sp>
    </p:spTree>
    <p:extLst>
      <p:ext uri="{BB962C8B-B14F-4D97-AF65-F5344CB8AC3E}">
        <p14:creationId xmlns:p14="http://schemas.microsoft.com/office/powerpoint/2010/main" val="315744262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Image Placeholder 5">
            <a:extLst>
              <a:ext uri="{FF2B5EF4-FFF2-40B4-BE49-F238E27FC236}">
                <a16:creationId xmlns:a16="http://schemas.microsoft.com/office/drawing/2014/main" id="{B78E5231-0444-40DB-A2AD-5E26244FF665}"/>
              </a:ext>
            </a:extLst>
          </p:cNvPr>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a:t>60</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|Review the definition of asymmetric encryption and discuss when to use it.</a:t>
            </a:r>
          </a:p>
          <a:p>
            <a:r>
              <a:rPr lang="en-US" dirty="0">
                <a:latin typeface="Calibri" panose="020F0502020204030204" pitchFamily="34" charset="0"/>
              </a:rPr>
              <a:t>|</a:t>
            </a:r>
          </a:p>
          <a:p>
            <a:r>
              <a:rPr lang="en-US" b="1" dirty="0">
                <a:latin typeface="Calibri" panose="020F0502020204030204" pitchFamily="34" charset="0"/>
              </a:rPr>
              <a:t>|Student notes</a:t>
            </a:r>
            <a:endParaRPr lang="en-US" dirty="0">
              <a:latin typeface="Calibri" panose="020F0502020204030204" pitchFamily="34" charset="0"/>
            </a:endParaRPr>
          </a:p>
          <a:p>
            <a:pPr lvl="0"/>
            <a:r>
              <a:rPr lang="en-US" dirty="0">
                <a:latin typeface="Calibri" panose="020F0502020204030204" pitchFamily="34" charset="0"/>
              </a:rPr>
              <a:t>Asymmetric encryption uses a pair of keys: a public key for encryption and a private key for decryption. You can share the public key because it isn’t used for decryption, but access to the private key should be highly restricted. Asymmetric encryption is generally regarded to be more secure than symmetric encryption, but it’s slower because it uses longer key lengths and requires more complex encryption calculations.</a:t>
            </a:r>
          </a:p>
          <a:p>
            <a:endParaRPr lang="en-US" dirty="0">
              <a:latin typeface="Calibri" panose="020F0502020204030204" pitchFamily="34" charset="0"/>
            </a:endParaRPr>
          </a:p>
          <a:p>
            <a:pPr lvl="0"/>
            <a:r>
              <a:rPr lang="en-US" dirty="0">
                <a:latin typeface="Calibri" panose="020F0502020204030204" pitchFamily="34" charset="0"/>
              </a:rPr>
              <a:t>Asymmetric encryption can also provide non-repudiation, which means that the sender of a message cannot later deny sending it. This is because the message was encrypted with the sender's private key, which can only be decrypted with their public key.</a:t>
            </a:r>
          </a:p>
          <a:p>
            <a:endParaRPr lang="en-US" dirty="0">
              <a:latin typeface="Calibri" panose="020F0502020204030204" pitchFamily="34" charset="0"/>
            </a:endParaRPr>
          </a:p>
          <a:p>
            <a:r>
              <a:rPr lang="en-US" dirty="0">
                <a:latin typeface="Calibri" panose="020F0502020204030204" pitchFamily="34" charset="0"/>
              </a:rPr>
              <a:t>See the link provided on the course resources page for more information about creating and using asymmetric </a:t>
            </a:r>
            <a:r>
              <a:rPr lang="en-US" b="0" i="0" kern="1200" dirty="0">
                <a:solidFill>
                  <a:schemeClr val="tx1"/>
                </a:solidFill>
                <a:effectLst/>
                <a:latin typeface="Calibri" panose="020F0502020204030204" pitchFamily="34" charset="0"/>
                <a:ea typeface="+mn-ea"/>
                <a:cs typeface="+mn-cs"/>
              </a:rPr>
              <a:t>AWS Key Management Service (AWS KMS) </a:t>
            </a:r>
            <a:r>
              <a:rPr lang="en-US" dirty="0">
                <a:latin typeface="Calibri" panose="020F0502020204030204" pitchFamily="34" charset="0"/>
              </a:rPr>
              <a:t>keys.</a:t>
            </a:r>
          </a:p>
        </p:txBody>
      </p:sp>
    </p:spTree>
    <p:extLst>
      <p:ext uri="{BB962C8B-B14F-4D97-AF65-F5344CB8AC3E}">
        <p14:creationId xmlns:p14="http://schemas.microsoft.com/office/powerpoint/2010/main" val="31291941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61</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|Review the definition of envelope encryption and when to use.</a:t>
            </a:r>
          </a:p>
          <a:p>
            <a:r>
              <a:rPr lang="en-US" dirty="0">
                <a:latin typeface="Calibri" panose="020F0502020204030204" pitchFamily="34" charset="0"/>
              </a:rPr>
              <a:t>|</a:t>
            </a:r>
          </a:p>
          <a:p>
            <a:r>
              <a:rPr lang="en-US" b="1" dirty="0">
                <a:latin typeface="Calibri" panose="020F0502020204030204" pitchFamily="34" charset="0"/>
              </a:rPr>
              <a:t>|Student notes</a:t>
            </a:r>
          </a:p>
          <a:p>
            <a:r>
              <a:rPr lang="en-US" b="0" dirty="0">
                <a:latin typeface="Calibri" panose="020F0502020204030204" pitchFamily="34" charset="0"/>
              </a:rPr>
              <a:t>Consider the analogy of locking your valuables in a safe. But what if someone finds your safe key? To add additional protection, you can lock the safe key in your safety deposit box at the bank. You can continue to add layers of security by locking away each key, reducing the risk that someone could get to the key they need to unlock your safe. </a:t>
            </a:r>
          </a:p>
          <a:p>
            <a:endParaRPr lang="en-US" b="0" dirty="0">
              <a:latin typeface="Calibri" panose="020F0502020204030204" pitchFamily="34" charset="0"/>
            </a:endParaRPr>
          </a:p>
          <a:p>
            <a:r>
              <a:rPr lang="en-US" i="0" dirty="0">
                <a:solidFill>
                  <a:srgbClr val="16191F"/>
                </a:solidFill>
                <a:latin typeface="Calibri" panose="020F0502020204030204" pitchFamily="34" charset="0"/>
              </a:rPr>
              <a:t>Envelope encryption</a:t>
            </a:r>
            <a:r>
              <a:rPr lang="en-US" dirty="0">
                <a:solidFill>
                  <a:srgbClr val="16191F"/>
                </a:solidFill>
                <a:latin typeface="Calibri" panose="020F0502020204030204" pitchFamily="34" charset="0"/>
              </a:rPr>
              <a:t> is the practice of encrypting the key that you used to encrypt your data. You can even encrypt the data encryption key under another encryption key, and encrypt that encryption key under another encryption key.  </a:t>
            </a:r>
          </a:p>
          <a:p>
            <a:endParaRPr lang="en-US" b="0" i="0" kern="1200" dirty="0">
              <a:solidFill>
                <a:srgbClr val="16191F"/>
              </a:solidFill>
              <a:effectLst/>
              <a:latin typeface="Calibri" panose="020F0502020204030204" pitchFamily="34" charset="0"/>
              <a:ea typeface="+mn-ea"/>
              <a:cs typeface="+mn-cs"/>
            </a:endParaRPr>
          </a:p>
          <a:p>
            <a:r>
              <a:rPr lang="en-US" b="0" i="0" kern="1200" dirty="0">
                <a:solidFill>
                  <a:schemeClr val="tx1"/>
                </a:solidFill>
                <a:effectLst/>
                <a:latin typeface="Calibri" panose="020F0502020204030204" pitchFamily="34" charset="0"/>
                <a:ea typeface="+mn-ea"/>
                <a:cs typeface="+mn-cs"/>
              </a:rPr>
              <a:t>See the link provided on the course resources page for more information about envelope encryption.</a:t>
            </a:r>
            <a:endParaRPr lang="en-US" dirty="0">
              <a:solidFill>
                <a:srgbClr val="16191F"/>
              </a:solidFill>
              <a:latin typeface="Calibri" panose="020F0502020204030204" pitchFamily="34" charset="0"/>
            </a:endParaRPr>
          </a:p>
        </p:txBody>
      </p:sp>
    </p:spTree>
    <p:extLst>
      <p:ext uri="{BB962C8B-B14F-4D97-AF65-F5344CB8AC3E}">
        <p14:creationId xmlns:p14="http://schemas.microsoft.com/office/powerpoint/2010/main" val="261436951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397500"/>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62</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|Review both client-side and server-side encryption, and discuss the benefits of each.</a:t>
            </a:r>
          </a:p>
          <a:p>
            <a:r>
              <a:rPr lang="en-US" dirty="0">
                <a:latin typeface="Calibri" panose="020F0502020204030204" pitchFamily="34" charset="0"/>
              </a:rPr>
              <a:t>|</a:t>
            </a:r>
          </a:p>
          <a:p>
            <a:r>
              <a:rPr lang="en-US" b="1" dirty="0">
                <a:latin typeface="Calibri" panose="020F0502020204030204" pitchFamily="34" charset="0"/>
              </a:rPr>
              <a:t>|Student notes</a:t>
            </a:r>
          </a:p>
          <a:p>
            <a:r>
              <a:rPr lang="en-US" kern="1200" noProof="0" dirty="0">
                <a:solidFill>
                  <a:srgbClr val="000000"/>
                </a:solidFill>
                <a:effectLst/>
                <a:latin typeface="Calibri" panose="020F0502020204030204" pitchFamily="34" charset="0"/>
              </a:rPr>
              <a:t>Depending on your security requirements, you can use client-side encryption (CSE) or server-side encryption (SSE) to encrypt your data. The approaches </a:t>
            </a:r>
            <a:r>
              <a:rPr lang="en-US" noProof="0" dirty="0">
                <a:solidFill>
                  <a:srgbClr val="000000"/>
                </a:solidFill>
                <a:latin typeface="Calibri" panose="020F0502020204030204" pitchFamily="34" charset="0"/>
              </a:rPr>
              <a:t>differ in when, where, and who encrypts and decrypts the data. The approach doesn't necessarily define how the data is encrypted. In addition, the approaches are not exclusive—you can often use CSE and SSE on the same data for an enhanced security profile. </a:t>
            </a:r>
            <a:r>
              <a:rPr lang="en-US" kern="1200" noProof="0" dirty="0">
                <a:solidFill>
                  <a:srgbClr val="000000"/>
                </a:solidFill>
                <a:effectLst/>
                <a:latin typeface="Calibri" panose="020F0502020204030204" pitchFamily="34" charset="0"/>
              </a:rPr>
              <a:t>Each approach has advantages.</a:t>
            </a:r>
          </a:p>
          <a:p>
            <a:endParaRPr lang="en-US" kern="1200" noProof="0" dirty="0">
              <a:solidFill>
                <a:srgbClr val="000000"/>
              </a:solidFill>
              <a:effectLst/>
              <a:latin typeface="Calibri" panose="020F0502020204030204" pitchFamily="34" charset="0"/>
            </a:endParaRPr>
          </a:p>
          <a:p>
            <a:pPr marL="0" marR="0" lvl="0" indent="0" defTabSz="914400" rtl="0" eaLnBrk="1" fontAlgn="auto" latinLnBrk="0" hangingPunct="1">
              <a:buClrTx/>
              <a:buSzTx/>
              <a:buFontTx/>
              <a:buNone/>
              <a:tabLst/>
              <a:defRPr/>
            </a:pPr>
            <a:r>
              <a:rPr lang="en-US" b="0" i="0" kern="1200" noProof="0" dirty="0">
                <a:solidFill>
                  <a:srgbClr val="000000"/>
                </a:solidFill>
                <a:effectLst/>
                <a:latin typeface="Calibri" panose="020F0502020204030204" pitchFamily="34" charset="0"/>
              </a:rPr>
              <a:t>With CSE, your applications encrypt data locally before submitting it to AWS and decrypt data after receiving it from AWS. You create and manage your own encryption keys. Data is stored in an encrypted form, with keys and algorithms known only to you.</a:t>
            </a:r>
            <a:endParaRPr lang="en-US" b="0" noProof="0" dirty="0">
              <a:solidFill>
                <a:srgbClr val="000000"/>
              </a:solidFill>
              <a:latin typeface="Calibri" panose="020F0502020204030204" pitchFamily="34" charset="0"/>
            </a:endParaRPr>
          </a:p>
          <a:p>
            <a:pPr marL="0" marR="0" lvl="0" indent="0" defTabSz="914400" rtl="0" eaLnBrk="1" fontAlgn="auto" latinLnBrk="0" hangingPunct="1">
              <a:buClrTx/>
              <a:buSzTx/>
              <a:buFontTx/>
              <a:buNone/>
              <a:tabLst/>
              <a:defRPr/>
            </a:pPr>
            <a:endParaRPr lang="en-US" b="0" i="0" kern="1200" noProof="0" dirty="0">
              <a:solidFill>
                <a:srgbClr val="000000"/>
              </a:solidFill>
              <a:effectLst/>
              <a:latin typeface="Calibri" panose="020F0502020204030204" pitchFamily="34" charset="0"/>
            </a:endParaRPr>
          </a:p>
          <a:p>
            <a:pPr marL="0" marR="0" lvl="0" indent="0" defTabSz="914400" rtl="0" eaLnBrk="1" fontAlgn="auto" latinLnBrk="0" hangingPunct="1">
              <a:buClrTx/>
              <a:buSzTx/>
              <a:buFontTx/>
              <a:buNone/>
              <a:tabLst/>
              <a:defRPr/>
            </a:pPr>
            <a:r>
              <a:rPr lang="en-US" b="0" i="0" kern="1200" noProof="0" dirty="0">
                <a:solidFill>
                  <a:srgbClr val="000000"/>
                </a:solidFill>
                <a:effectLst/>
                <a:latin typeface="Calibri" panose="020F0502020204030204" pitchFamily="34" charset="0"/>
              </a:rPr>
              <a:t>With</a:t>
            </a:r>
            <a:r>
              <a:rPr lang="en-US" b="0" i="0" kern="1200" baseline="0" noProof="0" dirty="0">
                <a:solidFill>
                  <a:srgbClr val="000000"/>
                </a:solidFill>
                <a:effectLst/>
                <a:latin typeface="Calibri" panose="020F0502020204030204" pitchFamily="34" charset="0"/>
              </a:rPr>
              <a:t> </a:t>
            </a:r>
            <a:r>
              <a:rPr lang="en-US" b="0" i="0" kern="1200" noProof="0" dirty="0">
                <a:solidFill>
                  <a:srgbClr val="000000"/>
                </a:solidFill>
                <a:effectLst/>
                <a:latin typeface="Calibri" panose="020F0502020204030204" pitchFamily="34" charset="0"/>
              </a:rPr>
              <a:t>SSE, data is encrypted at its destination by the application or service that receives it. For example, if you use SSE with </a:t>
            </a:r>
            <a:r>
              <a:rPr lang="en-US" b="0" i="0" kern="1200" dirty="0">
                <a:solidFill>
                  <a:schemeClr val="tx1"/>
                </a:solidFill>
                <a:effectLst/>
                <a:latin typeface="Calibri" panose="020F0502020204030204" pitchFamily="34" charset="0"/>
                <a:ea typeface="+mn-ea"/>
                <a:cs typeface="+mn-cs"/>
              </a:rPr>
              <a:t>Amazon Simple Storage Service (Amazon S3)</a:t>
            </a:r>
            <a:r>
              <a:rPr lang="en-US" b="0" i="0" kern="1200" noProof="0" dirty="0">
                <a:solidFill>
                  <a:srgbClr val="000000"/>
                </a:solidFill>
                <a:effectLst/>
                <a:latin typeface="Calibri" panose="020F0502020204030204" pitchFamily="34" charset="0"/>
              </a:rPr>
              <a:t>, the service encrypts your data at the object level as it writes to disks in AWS data centers and decrypts the data for you when you access it. The encryption process is transparent to the user.</a:t>
            </a:r>
          </a:p>
          <a:p>
            <a:pPr marL="0" marR="0" lvl="0" indent="0" defTabSz="914400" rtl="0" eaLnBrk="1" fontAlgn="auto" latinLnBrk="0" hangingPunct="1">
              <a:buClrTx/>
              <a:buSzTx/>
              <a:buFontTx/>
              <a:buNone/>
              <a:tabLst/>
              <a:defRPr/>
            </a:pPr>
            <a:endParaRPr lang="en-US" noProof="0" dirty="0">
              <a:solidFill>
                <a:srgbClr val="000000"/>
              </a:solidFill>
              <a:latin typeface="Calibri" panose="020F0502020204030204" pitchFamily="34" charset="0"/>
            </a:endParaRPr>
          </a:p>
          <a:p>
            <a:pPr marL="0" marR="0" lvl="0" indent="0" defTabSz="914400" rtl="0" eaLnBrk="1" fontAlgn="auto" latinLnBrk="0" hangingPunct="1">
              <a:buClrTx/>
              <a:buSzTx/>
              <a:buFontTx/>
              <a:buNone/>
              <a:tabLst/>
              <a:defRPr/>
            </a:pPr>
            <a:r>
              <a:rPr lang="en-US" kern="1200" noProof="0" dirty="0">
                <a:solidFill>
                  <a:srgbClr val="000000"/>
                </a:solidFill>
                <a:effectLst/>
                <a:latin typeface="Calibri" panose="020F0502020204030204" pitchFamily="34" charset="0"/>
              </a:rPr>
              <a:t>AWS supports both CSE and SSE. Most AWS services that store or manage customer data offer an SSE option or perform SSE on your data by default. These services transparently encrypt your data before writing it to disk and transparently decrypt the data when you access it. Most AWS services that support SSE are integrated with AWS KMS to protect the encryption keys that protect your data. You will learn more about AWS KMS later in this module.</a:t>
            </a:r>
          </a:p>
          <a:p>
            <a:pPr marL="0" marR="0" lvl="0" indent="0" defTabSz="914400" rtl="0" eaLnBrk="1" fontAlgn="auto" latinLnBrk="0" hangingPunct="1">
              <a:buClrTx/>
              <a:buSzTx/>
              <a:buFontTx/>
              <a:buNone/>
              <a:tabLst/>
              <a:defRPr/>
            </a:pPr>
            <a:endParaRPr lang="en-US" noProof="0" dirty="0">
              <a:solidFill>
                <a:srgbClr val="000000"/>
              </a:solidFill>
              <a:latin typeface="Calibri" panose="020F0502020204030204" pitchFamily="34" charset="0"/>
            </a:endParaRPr>
          </a:p>
          <a:p>
            <a:pPr lvl="0">
              <a:defRPr/>
            </a:pPr>
            <a:r>
              <a:rPr lang="en-US" kern="1200" noProof="0" dirty="0">
                <a:solidFill>
                  <a:srgbClr val="000000"/>
                </a:solidFill>
                <a:effectLst/>
                <a:latin typeface="Calibri" panose="020F0502020204030204" pitchFamily="34" charset="0"/>
              </a:rPr>
              <a:t>See the link provided on the course resources page for more information on protecting data using encryption.</a:t>
            </a:r>
          </a:p>
        </p:txBody>
      </p:sp>
    </p:spTree>
    <p:extLst>
      <p:ext uri="{BB962C8B-B14F-4D97-AF65-F5344CB8AC3E}">
        <p14:creationId xmlns:p14="http://schemas.microsoft.com/office/powerpoint/2010/main" val="347564372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397500"/>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63</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|Review the diagram with students. Note that </a:t>
            </a:r>
            <a:r>
              <a:rPr lang="en-US" dirty="0">
                <a:solidFill>
                  <a:srgbClr val="000000"/>
                </a:solidFill>
                <a:latin typeface="Calibri" panose="020F0502020204030204" pitchFamily="34" charset="0"/>
              </a:rPr>
              <a:t>client-side encryption takes place before data is submitted to AWS.</a:t>
            </a:r>
          </a:p>
          <a:p>
            <a:r>
              <a:rPr lang="en-US" dirty="0">
                <a:solidFill>
                  <a:srgbClr val="000000"/>
                </a:solidFill>
                <a:latin typeface="Calibri" panose="020F0502020204030204" pitchFamily="34" charset="0"/>
              </a:rPr>
              <a:t>|</a:t>
            </a:r>
            <a:endParaRPr lang="en-US" dirty="0">
              <a:latin typeface="Calibri" panose="020F0502020204030204" pitchFamily="34" charset="0"/>
            </a:endParaRPr>
          </a:p>
          <a:p>
            <a:r>
              <a:rPr lang="en-US" b="1" dirty="0">
                <a:latin typeface="Calibri" panose="020F0502020204030204" pitchFamily="34" charset="0"/>
              </a:rPr>
              <a:t>|Student notes</a:t>
            </a:r>
          </a:p>
          <a:p>
            <a:pPr marL="0" marR="0" indent="0" defTabSz="914400" rtl="0" eaLnBrk="1" fontAlgn="auto" latinLnBrk="0" hangingPunct="1">
              <a:buClrTx/>
              <a:buSzTx/>
              <a:buFontTx/>
              <a:buNone/>
              <a:tabLst/>
              <a:defRPr/>
            </a:pPr>
            <a:r>
              <a:rPr lang="en-US" dirty="0">
                <a:solidFill>
                  <a:srgbClr val="000000"/>
                </a:solidFill>
                <a:latin typeface="Calibri" panose="020F0502020204030204" pitchFamily="34" charset="0"/>
              </a:rPr>
              <a:t>Client-side encryption takes place before data is submitted to AWS, and decryption occurs after data is retrieved from AWS. In this example, the unencrypted data is encrypted in the corporate data center, and then Amazon S3 receives your encrypted data but does not play a role in encrypting or decrypting it.</a:t>
            </a:r>
          </a:p>
          <a:p>
            <a:pPr marL="0" marR="0" indent="0" defTabSz="914400" rtl="0" eaLnBrk="1" fontAlgn="auto" latinLnBrk="0" hangingPunct="1">
              <a:buClrTx/>
              <a:buSzTx/>
              <a:buFontTx/>
              <a:buNone/>
              <a:tabLst/>
              <a:defRPr/>
            </a:pPr>
            <a:endParaRPr lang="en-US" dirty="0">
              <a:solidFill>
                <a:srgbClr val="000000"/>
              </a:solidFill>
              <a:latin typeface="Calibri" panose="020F0502020204030204" pitchFamily="34" charset="0"/>
            </a:endParaRPr>
          </a:p>
          <a:p>
            <a:pPr marL="0" marR="0" indent="0" defTabSz="914400" rtl="0" eaLnBrk="1" fontAlgn="auto" latinLnBrk="0" hangingPunct="1">
              <a:buClrTx/>
              <a:buSzTx/>
              <a:buFontTx/>
              <a:buNone/>
              <a:tabLst/>
              <a:defRPr/>
            </a:pPr>
            <a:r>
              <a:rPr lang="en-US" dirty="0">
                <a:solidFill>
                  <a:srgbClr val="000000"/>
                </a:solidFill>
                <a:latin typeface="Calibri" panose="020F0502020204030204" pitchFamily="34" charset="0"/>
              </a:rPr>
              <a:t>To enable client-side encryption, you can use a key that’s stored in AWS KMS or a key that you store within your application.</a:t>
            </a:r>
          </a:p>
          <a:p>
            <a:pPr marL="0" marR="0" indent="0" defTabSz="914400" rtl="0" eaLnBrk="1" fontAlgn="auto" latinLnBrk="0" hangingPunct="1">
              <a:buClrTx/>
              <a:buSzTx/>
              <a:buFontTx/>
              <a:buNone/>
              <a:tabLst/>
              <a:defRPr/>
            </a:pPr>
            <a:endParaRPr lang="en-US" dirty="0">
              <a:solidFill>
                <a:srgbClr val="000000"/>
              </a:solidFill>
              <a:latin typeface="Calibri" panose="020F0502020204030204" pitchFamily="34" charset="0"/>
            </a:endParaRPr>
          </a:p>
          <a:p>
            <a:pPr marL="0" marR="0" indent="0" defTabSz="914400" rtl="0" eaLnBrk="1" fontAlgn="auto" latinLnBrk="0" hangingPunct="1">
              <a:buClrTx/>
              <a:buSzTx/>
              <a:buFontTx/>
              <a:buNone/>
              <a:tabLst/>
              <a:defRPr/>
            </a:pPr>
            <a:r>
              <a:rPr lang="en-US" dirty="0">
                <a:solidFill>
                  <a:srgbClr val="000000"/>
                </a:solidFill>
                <a:latin typeface="Calibri" panose="020F0502020204030204" pitchFamily="34" charset="0"/>
              </a:rPr>
              <a:t>AWS supports client-side encryption libraries such as the AWS Encryption SDK, Amazon DynamoDB Encryption Client, and Amazon S3 encryption clients.</a:t>
            </a:r>
          </a:p>
        </p:txBody>
      </p:sp>
    </p:spTree>
    <p:extLst>
      <p:ext uri="{BB962C8B-B14F-4D97-AF65-F5344CB8AC3E}">
        <p14:creationId xmlns:p14="http://schemas.microsoft.com/office/powerpoint/2010/main" val="299202910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397500"/>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64</a:t>
            </a:fld>
            <a:r>
              <a:rPr lang="en-US" b="1" dirty="0">
                <a:latin typeface="Calibri" panose="020F0502020204030204" pitchFamily="34" charset="0"/>
              </a:rPr>
              <a:t> </a:t>
            </a:r>
          </a:p>
          <a:p>
            <a:r>
              <a:rPr lang="en-US" b="1" dirty="0">
                <a:latin typeface="Calibri" panose="020F0502020204030204" pitchFamily="34" charset="0"/>
              </a:rPr>
              <a:t>|Instructor notes</a:t>
            </a:r>
          </a:p>
          <a:p>
            <a:pPr marL="0" marR="0" lvl="0" indent="0" defTabSz="914400" rtl="0" eaLnBrk="1" fontAlgn="auto" latinLnBrk="0" hangingPunct="1">
              <a:buClrTx/>
              <a:buSzTx/>
              <a:buFontTx/>
              <a:buNone/>
              <a:tabLst/>
              <a:defRPr/>
            </a:pPr>
            <a:r>
              <a:rPr lang="en-US" dirty="0">
                <a:latin typeface="Calibri" panose="020F0502020204030204" pitchFamily="34" charset="0"/>
              </a:rPr>
              <a:t>|Review the diagram with students. Note that </a:t>
            </a:r>
            <a:r>
              <a:rPr lang="en-US" b="0" i="0" kern="1200" dirty="0">
                <a:solidFill>
                  <a:srgbClr val="000000"/>
                </a:solidFill>
                <a:effectLst/>
                <a:latin typeface="Calibri" panose="020F0502020204030204" pitchFamily="34" charset="0"/>
              </a:rPr>
              <a:t>server-side encryption is the encryption of data at its destination by the application or service that receives it. </a:t>
            </a:r>
          </a:p>
          <a:p>
            <a:pPr marL="0" marR="0" lvl="0" indent="0" defTabSz="914400" rtl="0" eaLnBrk="1" fontAlgn="auto" latinLnBrk="0" hangingPunct="1">
              <a:buClrTx/>
              <a:buSzTx/>
              <a:buFontTx/>
              <a:buNone/>
              <a:tabLst/>
              <a:defRPr/>
            </a:pPr>
            <a:r>
              <a:rPr lang="en-US" b="0" i="0" kern="1200" dirty="0">
                <a:solidFill>
                  <a:srgbClr val="000000"/>
                </a:solidFill>
                <a:effectLst/>
                <a:latin typeface="Calibri" panose="020F0502020204030204" pitchFamily="34" charset="0"/>
              </a:rPr>
              <a:t>|</a:t>
            </a:r>
            <a:endParaRPr lang="en-US" dirty="0">
              <a:latin typeface="Calibri" panose="020F0502020204030204" pitchFamily="34" charset="0"/>
            </a:endParaRPr>
          </a:p>
          <a:p>
            <a:r>
              <a:rPr lang="en-US" b="1" dirty="0">
                <a:latin typeface="Calibri" panose="020F0502020204030204" pitchFamily="34" charset="0"/>
              </a:rPr>
              <a:t>|Student notes</a:t>
            </a:r>
          </a:p>
          <a:p>
            <a:r>
              <a:rPr lang="en-US" b="0" i="0" kern="1200" dirty="0">
                <a:solidFill>
                  <a:srgbClr val="000000"/>
                </a:solidFill>
                <a:effectLst/>
                <a:latin typeface="Calibri" panose="020F0502020204030204" pitchFamily="34" charset="0"/>
              </a:rPr>
              <a:t>Server-side encryption is the encryption of data at its destination by the application or service that receives it. </a:t>
            </a:r>
          </a:p>
          <a:p>
            <a:endParaRPr lang="en-US" b="0" i="0" kern="1200" dirty="0">
              <a:solidFill>
                <a:srgbClr val="000000"/>
              </a:solidFill>
              <a:effectLst/>
              <a:latin typeface="Calibri" panose="020F0502020204030204" pitchFamily="34" charset="0"/>
            </a:endParaRPr>
          </a:p>
          <a:p>
            <a:r>
              <a:rPr lang="en-US" dirty="0">
                <a:solidFill>
                  <a:srgbClr val="000000"/>
                </a:solidFill>
                <a:latin typeface="Calibri" panose="020F0502020204030204" pitchFamily="34" charset="0"/>
              </a:rPr>
              <a:t>In this example, your unencrypted source data comes from systems in your data center. You can upload that data over an HTTPS connection to Amazon S3 which encrypts the data before storing it in the Amazon S3 bucket. The service endpoint will handle the encryption and key management processes for you.</a:t>
            </a:r>
          </a:p>
        </p:txBody>
      </p:sp>
    </p:spTree>
    <p:extLst>
      <p:ext uri="{BB962C8B-B14F-4D97-AF65-F5344CB8AC3E}">
        <p14:creationId xmlns:p14="http://schemas.microsoft.com/office/powerpoint/2010/main" val="165777081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397500"/>
          </a:xfrm>
        </p:spPr>
        <p:txBody>
          <a:bodyPr/>
          <a:lstStyle/>
          <a:p>
            <a:pPr marL="0" marR="0" lvl="0" indent="0" defTabSz="914400" rtl="0" eaLnBrk="1" fontAlgn="auto" latinLnBrk="0" hangingPunct="1">
              <a:buClrTx/>
              <a:buSzTx/>
              <a:buFontTx/>
              <a:buNone/>
              <a:tabLst/>
              <a:defRPr/>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marR="0" lvl="0" indent="0" defTabSz="914400" rtl="0" eaLnBrk="1" fontAlgn="auto" latinLnBrk="0" hangingPunct="1">
                <a:buClrTx/>
                <a:buSzTx/>
                <a:buFontTx/>
                <a:buNone/>
                <a:tabLst/>
                <a:defRPr/>
              </a:pPr>
              <a:t>65</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 </a:t>
            </a:r>
          </a:p>
          <a:p>
            <a:r>
              <a:rPr lang="en-US" b="1" dirty="0">
                <a:latin typeface="Calibri" panose="020F0502020204030204" pitchFamily="34" charset="0"/>
              </a:rPr>
              <a:t>|Student notes</a:t>
            </a:r>
          </a:p>
          <a:p>
            <a:pPr marL="0" marR="0" lvl="0" indent="0" defTabSz="914400" rtl="0" eaLnBrk="1" fontAlgn="auto" latinLnBrk="0" hangingPunct="1">
              <a:buClrTx/>
              <a:buSzTx/>
              <a:buFontTx/>
              <a:buNone/>
              <a:tabLst/>
              <a:defRPr/>
            </a:pPr>
            <a:r>
              <a:rPr lang="en-US" b="0" i="0" kern="1200" dirty="0">
                <a:solidFill>
                  <a:srgbClr val="000000"/>
                </a:solidFill>
                <a:effectLst/>
                <a:latin typeface="Calibri" panose="020F0502020204030204" pitchFamily="34" charset="0"/>
              </a:rPr>
              <a:t>AWS KMS is a managed service that provides the ability to create and control the keys that are used to encrypt your data. You can c</a:t>
            </a:r>
            <a:r>
              <a:rPr lang="en-US" dirty="0">
                <a:solidFill>
                  <a:srgbClr val="000000"/>
                </a:solidFill>
                <a:latin typeface="Calibri" panose="020F0502020204030204" pitchFamily="34" charset="0"/>
              </a:rPr>
              <a:t>reate data keys with unique aliases and descriptions for better management, automatically rotate your keys on a scheduled basis, and disable or delete keys so that no one can use them. You can also import your own keys instead of using AWS-generated keys.</a:t>
            </a:r>
          </a:p>
          <a:p>
            <a:pPr marL="0" marR="0" lvl="0" indent="0" defTabSz="914400" rtl="0" eaLnBrk="1" fontAlgn="auto" latinLnBrk="0" hangingPunct="1">
              <a:buClrTx/>
              <a:buSzTx/>
              <a:buFontTx/>
              <a:buNone/>
              <a:tabLst/>
              <a:defRPr/>
            </a:pPr>
            <a:endParaRPr lang="en-US" b="0" i="0" kern="1200" dirty="0">
              <a:solidFill>
                <a:srgbClr val="000000"/>
              </a:solidFill>
              <a:effectLst/>
              <a:latin typeface="Calibri" panose="020F0502020204030204" pitchFamily="34" charset="0"/>
            </a:endParaRPr>
          </a:p>
          <a:p>
            <a:pPr marL="0" marR="0" lvl="0" indent="0" defTabSz="914400" rtl="0" eaLnBrk="1" fontAlgn="auto" latinLnBrk="0" hangingPunct="1">
              <a:buClrTx/>
              <a:buSzTx/>
              <a:buFontTx/>
              <a:buNone/>
              <a:tabLst/>
              <a:defRPr/>
            </a:pPr>
            <a:r>
              <a:rPr lang="en-US" b="0" i="0" kern="1200" dirty="0">
                <a:solidFill>
                  <a:srgbClr val="000000"/>
                </a:solidFill>
                <a:effectLst/>
                <a:latin typeface="Calibri" panose="020F0502020204030204" pitchFamily="34" charset="0"/>
              </a:rPr>
              <a:t>The service uses FIPS 140-2 validated hardware security modules (HSMs) to protect keys. AWS KMS is integrated with other AWS services to help you protect the data that you store with these services. Integrated AWS services use envelope encryption to help protect your encryption keys. </a:t>
            </a:r>
            <a:endParaRPr lang="en-US" kern="1200" dirty="0">
              <a:solidFill>
                <a:srgbClr val="000000"/>
              </a:solidFill>
              <a:effectLst/>
              <a:latin typeface="Calibri" panose="020F0502020204030204" pitchFamily="34" charset="0"/>
            </a:endParaRPr>
          </a:p>
          <a:p>
            <a:pPr marL="0" marR="0" lvl="0" indent="0" defTabSz="914400" rtl="0" eaLnBrk="1" fontAlgn="auto" latinLnBrk="0" hangingPunct="1">
              <a:tabLst/>
              <a:defRPr/>
            </a:pPr>
            <a:endParaRPr lang="en-US" b="0" i="0" kern="1200" dirty="0">
              <a:solidFill>
                <a:srgbClr val="000000"/>
              </a:solidFill>
              <a:effectLst/>
              <a:latin typeface="Calibri" panose="020F0502020204030204" pitchFamily="34" charset="0"/>
            </a:endParaRPr>
          </a:p>
          <a:p>
            <a:r>
              <a:rPr lang="en-US" kern="1200" dirty="0">
                <a:solidFill>
                  <a:srgbClr val="000000"/>
                </a:solidFill>
                <a:effectLst/>
                <a:latin typeface="Calibri" panose="020F0502020204030204" pitchFamily="34" charset="0"/>
              </a:rPr>
              <a:t>With AWS KMS, you can centrally manage and securely store your keys. You can use the keys within your applications and supported AWS Cloud services to protect your data, but the keys never leave AWS KMS. This reduces the risk of having your data key compromised. You submit data to AWS KMS to be encrypted or decrypted under keys that you control. </a:t>
            </a:r>
          </a:p>
          <a:p>
            <a:endParaRPr lang="en-US" kern="1200" dirty="0">
              <a:solidFill>
                <a:srgbClr val="000000"/>
              </a:solidFill>
              <a:effectLst/>
              <a:latin typeface="Calibri" panose="020F0502020204030204" pitchFamily="34" charset="0"/>
            </a:endParaRPr>
          </a:p>
          <a:p>
            <a:r>
              <a:rPr lang="en-US" kern="1200" dirty="0">
                <a:solidFill>
                  <a:srgbClr val="000000"/>
                </a:solidFill>
                <a:effectLst/>
                <a:latin typeface="Calibri" panose="020F0502020204030204" pitchFamily="34" charset="0"/>
              </a:rPr>
              <a:t>You can set usage policies on these keys to determine which users can use them. All requests to use these keys are logged in AWS CloudTrail so that you can understand who used which key and when. </a:t>
            </a:r>
            <a:r>
              <a:rPr lang="en-US" dirty="0">
                <a:solidFill>
                  <a:srgbClr val="000000"/>
                </a:solidFill>
                <a:latin typeface="Calibri" panose="020F0502020204030204" pitchFamily="34" charset="0"/>
              </a:rPr>
              <a:t>CloudTrail logs all AWS KMS operations, including read-only operations, operations that manage KMS keys, and cryptographic operations.</a:t>
            </a:r>
          </a:p>
          <a:p>
            <a:endParaRPr lang="en-US" dirty="0">
              <a:solidFill>
                <a:srgbClr val="000000"/>
              </a:solidFill>
              <a:latin typeface="Calibri" panose="020F0502020204030204" pitchFamily="34" charset="0"/>
            </a:endParaRPr>
          </a:p>
          <a:p>
            <a:r>
              <a:rPr lang="en-US" kern="1200" noProof="0" dirty="0">
                <a:solidFill>
                  <a:srgbClr val="000000"/>
                </a:solidFill>
                <a:effectLst/>
                <a:latin typeface="Calibri" panose="020F0502020204030204" pitchFamily="34" charset="0"/>
              </a:rPr>
              <a:t>See the links provided on the course resources page for more information on </a:t>
            </a:r>
            <a:r>
              <a:rPr lang="en-US" dirty="0">
                <a:solidFill>
                  <a:srgbClr val="000000"/>
                </a:solidFill>
                <a:latin typeface="Calibri" panose="020F0502020204030204" pitchFamily="34" charset="0"/>
              </a:rPr>
              <a:t>AWS KMS.</a:t>
            </a:r>
          </a:p>
        </p:txBody>
      </p:sp>
    </p:spTree>
    <p:extLst>
      <p:ext uri="{BB962C8B-B14F-4D97-AF65-F5344CB8AC3E}">
        <p14:creationId xmlns:p14="http://schemas.microsoft.com/office/powerpoint/2010/main" val="71112499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66</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p>
          <a:p>
            <a:r>
              <a:rPr lang="en-US" b="0" i="0" kern="1200" dirty="0">
                <a:solidFill>
                  <a:schemeClr val="tx1"/>
                </a:solidFill>
                <a:effectLst/>
                <a:latin typeface="Calibri" panose="020F0502020204030204" pitchFamily="34" charset="0"/>
                <a:ea typeface="+mn-ea"/>
                <a:cs typeface="+mn-cs"/>
              </a:rPr>
              <a:t>AWS KMS keys are the primary resource in AWS KMS. You can use an AWS KMS key to encrypt, decrypt, and re-encrypt data. It can also generate data keys that you can use outside of AWS KMS. </a:t>
            </a:r>
          </a:p>
          <a:p>
            <a:endParaRPr lang="en-US" b="0" i="0" kern="1200" dirty="0">
              <a:solidFill>
                <a:schemeClr val="tx1"/>
              </a:solidFill>
              <a:effectLst/>
              <a:latin typeface="Calibri" panose="020F0502020204030204" pitchFamily="34" charset="0"/>
              <a:ea typeface="+mn-ea"/>
              <a:cs typeface="+mn-cs"/>
            </a:endParaRPr>
          </a:p>
          <a:p>
            <a:r>
              <a:rPr lang="en-US" b="0" i="0" kern="1200" dirty="0">
                <a:solidFill>
                  <a:schemeClr val="tx1"/>
                </a:solidFill>
                <a:effectLst/>
                <a:latin typeface="Calibri" panose="020F0502020204030204" pitchFamily="34" charset="0"/>
                <a:ea typeface="+mn-ea"/>
                <a:cs typeface="+mn-cs"/>
              </a:rPr>
              <a:t>Important AWS KMS features include the following:</a:t>
            </a:r>
          </a:p>
          <a:p>
            <a:pPr marL="171450" indent="-171450">
              <a:buFont typeface="Arial" panose="020B0604020202020204" pitchFamily="34" charset="0"/>
              <a:buChar char="•"/>
            </a:pPr>
            <a:r>
              <a:rPr lang="en-US" b="0" i="0" kern="1200" dirty="0">
                <a:solidFill>
                  <a:schemeClr val="tx1"/>
                </a:solidFill>
                <a:effectLst/>
                <a:latin typeface="Calibri" panose="020F0502020204030204" pitchFamily="34" charset="0"/>
                <a:ea typeface="+mn-ea"/>
                <a:cs typeface="+mn-cs"/>
              </a:rPr>
              <a:t>Customer managed: The KMS keys that you create are customer managed keys. Customer managed keys are KMS keys in your AWS account that you create, own, and manage. </a:t>
            </a:r>
          </a:p>
          <a:p>
            <a:pPr marL="171450" indent="-171450">
              <a:buFont typeface="Arial" panose="020B0604020202020204" pitchFamily="34" charset="0"/>
              <a:buChar char="•"/>
            </a:pPr>
            <a:r>
              <a:rPr lang="en-US" b="0" i="0" kern="1200" dirty="0">
                <a:solidFill>
                  <a:schemeClr val="tx1"/>
                </a:solidFill>
                <a:effectLst/>
                <a:latin typeface="Calibri" panose="020F0502020204030204" pitchFamily="34" charset="0"/>
                <a:ea typeface="+mn-ea"/>
                <a:cs typeface="+mn-cs"/>
              </a:rPr>
              <a:t>KMS managed: AWS owned keys are a collection of KMS keys that an AWS service owns and manages for use in multiple AWS accounts. Although AWS owned keys are not in your AWS account, an AWS service can use an AWS owned key to protect the resources in your account. AWS managed keys are KMS keys in your account that are created, managed, and used on your behalf by an AWS service integrated with AWS KMS.</a:t>
            </a:r>
            <a:endParaRPr lang="en-US" i="0" dirty="0">
              <a:latin typeface="Calibri" panose="020F0502020204030204" pitchFamily="34" charset="0"/>
            </a:endParaRPr>
          </a:p>
          <a:p>
            <a:pPr marL="171450" indent="-171450">
              <a:buFont typeface="Arial" panose="020B0604020202020204" pitchFamily="34" charset="0"/>
              <a:buChar char="•"/>
            </a:pPr>
            <a:r>
              <a:rPr lang="en-US" dirty="0">
                <a:latin typeface="Calibri" panose="020F0502020204030204" pitchFamily="34" charset="0"/>
              </a:rPr>
              <a:t>Data key (Symmetric):</a:t>
            </a:r>
            <a:r>
              <a:rPr lang="en-US" i="1" u="none" dirty="0">
                <a:latin typeface="Calibri" panose="020F0502020204030204" pitchFamily="34" charset="0"/>
              </a:rPr>
              <a:t> </a:t>
            </a:r>
            <a:r>
              <a:rPr lang="en-US" b="0" i="0" u="none" kern="1200" dirty="0">
                <a:solidFill>
                  <a:schemeClr val="tx1"/>
                </a:solidFill>
                <a:effectLst/>
                <a:latin typeface="Calibri" panose="020F0502020204030204" pitchFamily="34" charset="0"/>
                <a:ea typeface="+mn-ea"/>
                <a:cs typeface="+mn-cs"/>
              </a:rPr>
              <a:t>Data keys</a:t>
            </a:r>
            <a:r>
              <a:rPr lang="en-US" b="0" i="1" u="none" kern="1200" dirty="0">
                <a:solidFill>
                  <a:schemeClr val="tx1"/>
                </a:solidFill>
                <a:effectLst/>
                <a:latin typeface="Calibri" panose="020F0502020204030204" pitchFamily="34" charset="0"/>
                <a:ea typeface="+mn-ea"/>
                <a:cs typeface="+mn-cs"/>
              </a:rPr>
              <a:t> </a:t>
            </a:r>
            <a:r>
              <a:rPr lang="en-US" b="0" i="0" kern="1200" dirty="0">
                <a:solidFill>
                  <a:schemeClr val="tx1"/>
                </a:solidFill>
                <a:effectLst/>
                <a:latin typeface="Calibri" panose="020F0502020204030204" pitchFamily="34" charset="0"/>
                <a:ea typeface="+mn-ea"/>
                <a:cs typeface="+mn-cs"/>
              </a:rPr>
              <a:t>are symmetric keys you can use to encrypt data, including large amounts of data and other data encryption keys. Unlike symmetric KMS keys, which can't be downloaded, data keys are returned to you for use outside of AWS KMS.</a:t>
            </a:r>
            <a:endParaRPr lang="en-US" dirty="0">
              <a:latin typeface="Calibri" panose="020F0502020204030204" pitchFamily="34" charset="0"/>
            </a:endParaRPr>
          </a:p>
          <a:p>
            <a:pPr marL="171450" indent="-171450">
              <a:buFont typeface="Arial" panose="020B0604020202020204" pitchFamily="34" charset="0"/>
              <a:buChar char="•"/>
            </a:pPr>
            <a:r>
              <a:rPr lang="en-US" dirty="0">
                <a:latin typeface="Calibri" panose="020F0502020204030204" pitchFamily="34" charset="0"/>
              </a:rPr>
              <a:t>Data key pair (Asymmetric): </a:t>
            </a:r>
            <a:r>
              <a:rPr lang="en-US" b="0" i="0" kern="1200" dirty="0">
                <a:solidFill>
                  <a:schemeClr val="tx1"/>
                </a:solidFill>
                <a:effectLst/>
                <a:latin typeface="Calibri" panose="020F0502020204030204" pitchFamily="34" charset="0"/>
                <a:ea typeface="+mn-ea"/>
                <a:cs typeface="+mn-cs"/>
              </a:rPr>
              <a:t>You can create asymmetric KMS keys in AWS KMS. An asymmetric KMS</a:t>
            </a:r>
            <a:r>
              <a:rPr lang="en-US" b="0" i="1" kern="1200" dirty="0">
                <a:solidFill>
                  <a:schemeClr val="tx1"/>
                </a:solidFill>
                <a:effectLst/>
                <a:latin typeface="Calibri" panose="020F0502020204030204" pitchFamily="34" charset="0"/>
                <a:ea typeface="+mn-ea"/>
                <a:cs typeface="+mn-cs"/>
              </a:rPr>
              <a:t> </a:t>
            </a:r>
            <a:r>
              <a:rPr lang="en-US" b="0" i="0" kern="1200" dirty="0">
                <a:solidFill>
                  <a:schemeClr val="tx1"/>
                </a:solidFill>
                <a:effectLst/>
                <a:latin typeface="Calibri" panose="020F0502020204030204" pitchFamily="34" charset="0"/>
                <a:ea typeface="+mn-ea"/>
                <a:cs typeface="+mn-cs"/>
              </a:rPr>
              <a:t>key represents a mathematically related public key and private key pair. The private key never leaves AWS KMS unencrypted.</a:t>
            </a:r>
            <a:endParaRPr lang="en-US" dirty="0">
              <a:latin typeface="Calibri" panose="020F0502020204030204" pitchFamily="34" charset="0"/>
            </a:endParaRPr>
          </a:p>
          <a:p>
            <a:endParaRPr lang="en-US" b="0" i="0" dirty="0">
              <a:latin typeface="Calibri" panose="020F0502020204030204" pitchFamily="34" charset="0"/>
            </a:endParaRPr>
          </a:p>
          <a:p>
            <a:r>
              <a:rPr lang="en-US" b="0" i="0" kern="1200" dirty="0">
                <a:solidFill>
                  <a:schemeClr val="tx1"/>
                </a:solidFill>
                <a:effectLst/>
                <a:latin typeface="Calibri" panose="020F0502020204030204" pitchFamily="34" charset="0"/>
                <a:ea typeface="+mn-ea"/>
                <a:cs typeface="+mn-cs"/>
              </a:rPr>
              <a:t>In AWS KMS, cryptographic operations are API operations that use KMS keys to protect data. Because KMS keys remain within AWS KMS, you must call AWS KMS to use a KMS key in a cryptographic operation.</a:t>
            </a:r>
          </a:p>
          <a:p>
            <a:endParaRPr lang="en-US" b="0" i="0" kern="1200" dirty="0">
              <a:solidFill>
                <a:schemeClr val="tx1"/>
              </a:solidFill>
              <a:effectLst/>
              <a:latin typeface="Calibri" panose="020F0502020204030204" pitchFamily="34" charset="0"/>
              <a:ea typeface="+mn-ea"/>
              <a:cs typeface="+mn-cs"/>
            </a:endParaRPr>
          </a:p>
          <a:p>
            <a:r>
              <a:rPr lang="en-US" b="0" i="0" kern="1200" dirty="0">
                <a:solidFill>
                  <a:schemeClr val="tx1"/>
                </a:solidFill>
                <a:effectLst/>
                <a:latin typeface="Calibri" panose="020F0502020204030204" pitchFamily="34" charset="0"/>
                <a:ea typeface="+mn-ea"/>
                <a:cs typeface="+mn-cs"/>
              </a:rPr>
              <a:t>Additional terms to understand include the following: </a:t>
            </a:r>
          </a:p>
          <a:p>
            <a:pPr marL="171450" indent="-171450">
              <a:buFont typeface="Arial" panose="020B0604020202020204" pitchFamily="34" charset="0"/>
              <a:buChar char="•"/>
            </a:pPr>
            <a:r>
              <a:rPr lang="en-US" b="0" i="0" kern="1200" dirty="0">
                <a:solidFill>
                  <a:schemeClr val="tx1"/>
                </a:solidFill>
                <a:effectLst/>
                <a:latin typeface="Calibri" panose="020F0502020204030204" pitchFamily="34" charset="0"/>
                <a:ea typeface="+mn-ea"/>
                <a:cs typeface="+mn-cs"/>
              </a:rPr>
              <a:t>Encrypt: Encrypts plaintext of up to 4,096 bytes using a KMS key. You can use a symmetric or asymmetric KMS key with a KeyUsage of ENCRYPT_DECRYPT. You can use this operation to encrypt small amounts of arbitrary data, such as a personal identifier, database password, or other sensitive information. </a:t>
            </a:r>
          </a:p>
          <a:p>
            <a:pPr marL="171450" indent="-171450">
              <a:buFont typeface="Arial" panose="020B0604020202020204" pitchFamily="34" charset="0"/>
              <a:buChar char="•"/>
            </a:pPr>
            <a:r>
              <a:rPr lang="en-US" b="0" i="0" kern="1200" dirty="0">
                <a:solidFill>
                  <a:schemeClr val="tx1"/>
                </a:solidFill>
                <a:effectLst/>
                <a:latin typeface="Calibri" panose="020F0502020204030204" pitchFamily="34" charset="0"/>
                <a:ea typeface="+mn-ea"/>
                <a:cs typeface="+mn-cs"/>
              </a:rPr>
              <a:t>Decrypt: Decrypts ciphertext that was encrypted by a KMS key using any of the following operations: Encrypt, GenerateDataKey, GenerateDataKeyPair, GenerateDataKeyWithoutPlaintext, GenerateDataKeyPairWithoutPlaintext.</a:t>
            </a:r>
            <a:br>
              <a:rPr lang="en-US" b="0" i="0" kern="1200" dirty="0">
                <a:solidFill>
                  <a:schemeClr val="tx1"/>
                </a:solidFill>
                <a:effectLst/>
                <a:latin typeface="Calibri" panose="020F0502020204030204" pitchFamily="34" charset="0"/>
                <a:ea typeface="+mn-ea"/>
                <a:cs typeface="+mn-cs"/>
              </a:rPr>
            </a:br>
            <a:br>
              <a:rPr lang="en-US" b="0" i="0" kern="1200" dirty="0">
                <a:solidFill>
                  <a:schemeClr val="tx1"/>
                </a:solidFill>
                <a:effectLst/>
                <a:latin typeface="Calibri" panose="020F0502020204030204" pitchFamily="34" charset="0"/>
                <a:ea typeface="+mn-ea"/>
                <a:cs typeface="+mn-cs"/>
              </a:rPr>
            </a:br>
            <a:r>
              <a:rPr lang="en-US" b="0" i="0" kern="1200" dirty="0">
                <a:solidFill>
                  <a:schemeClr val="tx1"/>
                </a:solidFill>
                <a:effectLst/>
                <a:latin typeface="Calibri" panose="020F0502020204030204" pitchFamily="34" charset="0"/>
                <a:ea typeface="+mn-ea"/>
                <a:cs typeface="+mn-cs"/>
              </a:rPr>
              <a:t>You can use this operation to decrypt ciphertext that was encrypted under a symmetric encryption KMS key or an asymmetric encryption KMS key. When the KMS key is asymmetric, you must specify the KMS key and the encryption algorithm that was used to encrypt the ciphertext. </a:t>
            </a:r>
          </a:p>
          <a:p>
            <a:endParaRPr lang="en-US" b="0" i="0" kern="1200" dirty="0">
              <a:solidFill>
                <a:schemeClr val="tx1"/>
              </a:solidFill>
              <a:effectLst/>
              <a:latin typeface="Calibri" panose="020F0502020204030204" pitchFamily="34" charset="0"/>
              <a:ea typeface="+mn-ea"/>
              <a:cs typeface="+mn-cs"/>
            </a:endParaRPr>
          </a:p>
          <a:p>
            <a:pPr marL="171450" indent="-171450">
              <a:buFont typeface="Arial" panose="020B0604020202020204" pitchFamily="34" charset="0"/>
              <a:buChar char="•"/>
            </a:pPr>
            <a:r>
              <a:rPr lang="en-US" dirty="0" err="1">
                <a:latin typeface="Calibri" panose="020F0502020204030204" pitchFamily="34" charset="0"/>
              </a:rPr>
              <a:t>GenerateDataKey</a:t>
            </a:r>
            <a:r>
              <a:rPr lang="en-US" dirty="0">
                <a:latin typeface="Calibri" panose="020F0502020204030204" pitchFamily="34" charset="0"/>
              </a:rPr>
              <a:t>: </a:t>
            </a:r>
            <a:r>
              <a:rPr lang="en-US" b="0" i="0" kern="1200" dirty="0">
                <a:solidFill>
                  <a:schemeClr val="tx1"/>
                </a:solidFill>
                <a:effectLst/>
                <a:latin typeface="Calibri" panose="020F0502020204030204" pitchFamily="34" charset="0"/>
                <a:ea typeface="+mn-ea"/>
                <a:cs typeface="+mn-cs"/>
              </a:rPr>
              <a:t>Returns a unique symmetric data key for use outside of AWS KMS. This operation returns a plaintext copy of the data key and a copy that is encrypted under a symmetric encryption KMS key that you specify.</a:t>
            </a:r>
          </a:p>
          <a:p>
            <a:pPr marL="171450" indent="-171450">
              <a:buFont typeface="Arial" panose="020B0604020202020204" pitchFamily="34" charset="0"/>
              <a:buChar char="•"/>
            </a:pPr>
            <a:r>
              <a:rPr lang="en-US" dirty="0" err="1">
                <a:latin typeface="Calibri" panose="020F0502020204030204" pitchFamily="34" charset="0"/>
              </a:rPr>
              <a:t>GenerateDataKeyPair</a:t>
            </a:r>
            <a:r>
              <a:rPr lang="en-US" dirty="0">
                <a:latin typeface="Calibri" panose="020F0502020204030204" pitchFamily="34" charset="0"/>
              </a:rPr>
              <a:t>: </a:t>
            </a:r>
            <a:r>
              <a:rPr lang="en-US" b="0" i="0" kern="1200" dirty="0">
                <a:solidFill>
                  <a:schemeClr val="tx1"/>
                </a:solidFill>
                <a:effectLst/>
                <a:latin typeface="Calibri" panose="020F0502020204030204" pitchFamily="34" charset="0"/>
                <a:ea typeface="+mn-ea"/>
                <a:cs typeface="+mn-cs"/>
              </a:rPr>
              <a:t>Returns a unique asymmetric data key pair for use outside of AWS KMS. This operation returns a plaintext public key, a plaintext private key, and a copy of the private key that is encrypted under the symmetric encryption KMS key that you specify. </a:t>
            </a:r>
          </a:p>
          <a:p>
            <a:endParaRPr lang="en-US" b="0" i="0" dirty="0">
              <a:latin typeface="Calibri" panose="020F0502020204030204" pitchFamily="34" charset="0"/>
            </a:endParaRPr>
          </a:p>
          <a:p>
            <a:pPr marL="0" marR="0" lvl="0" indent="0" defTabSz="914400" rtl="0" eaLnBrk="1" fontAlgn="auto" latinLnBrk="0" hangingPunct="1">
              <a:buClrTx/>
              <a:buSzTx/>
              <a:buFontTx/>
              <a:buNone/>
              <a:tabLst/>
              <a:defRPr/>
            </a:pPr>
            <a:r>
              <a:rPr lang="en-US" kern="1200" noProof="0" dirty="0">
                <a:solidFill>
                  <a:srgbClr val="000000"/>
                </a:solidFill>
                <a:effectLst/>
                <a:latin typeface="Calibri" panose="020F0502020204030204" pitchFamily="34" charset="0"/>
              </a:rPr>
              <a:t>See the link provided on the course resources page for more information on AWS KMS features.</a:t>
            </a:r>
          </a:p>
        </p:txBody>
      </p:sp>
    </p:spTree>
    <p:extLst>
      <p:ext uri="{BB962C8B-B14F-4D97-AF65-F5344CB8AC3E}">
        <p14:creationId xmlns:p14="http://schemas.microsoft.com/office/powerpoint/2010/main" val="78103915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67</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 There are a number of AWS services that integrate with AWS KMS. We will review Amazon S3 and Amazon EBS in more detail as this will help with the lab exercise.</a:t>
            </a:r>
          </a:p>
          <a:p>
            <a:r>
              <a:rPr lang="en-US" dirty="0">
                <a:latin typeface="Calibri" panose="020F0502020204030204" pitchFamily="34" charset="0"/>
              </a:rPr>
              <a:t>|</a:t>
            </a:r>
          </a:p>
          <a:p>
            <a:r>
              <a:rPr lang="en-US" b="1" dirty="0">
                <a:latin typeface="Calibri" panose="020F0502020204030204" pitchFamily="34" charset="0"/>
              </a:rPr>
              <a:t>|Student notes</a:t>
            </a:r>
          </a:p>
          <a:p>
            <a:r>
              <a:rPr lang="en-US" b="0" i="0" kern="1200" dirty="0">
                <a:solidFill>
                  <a:schemeClr val="tx1"/>
                </a:solidFill>
                <a:effectLst/>
                <a:latin typeface="Calibri" panose="020F0502020204030204" pitchFamily="34" charset="0"/>
                <a:ea typeface="+mn-ea"/>
                <a:cs typeface="+mn-cs"/>
              </a:rPr>
              <a:t>Many AWS services use AWS KMS to support encryption of your data. When an AWS service is integrated with AWS KMS, you can use the AWS KMS keys in your account to protect the data that the service receives, stores, or manages for you. For the complete list of AWS services integrated with AWS KMS, see the link provided on the content resources page. </a:t>
            </a:r>
          </a:p>
          <a:p>
            <a:endParaRPr lang="en-US" b="0" i="0" kern="1200" dirty="0">
              <a:solidFill>
                <a:schemeClr val="tx1"/>
              </a:solidFill>
              <a:effectLst/>
              <a:latin typeface="Calibri" panose="020F0502020204030204" pitchFamily="34" charset="0"/>
              <a:ea typeface="+mn-ea"/>
              <a:cs typeface="+mn-cs"/>
            </a:endParaRPr>
          </a:p>
          <a:p>
            <a:r>
              <a:rPr lang="en-US" b="0" i="0" kern="1200" dirty="0">
                <a:solidFill>
                  <a:schemeClr val="tx1"/>
                </a:solidFill>
                <a:effectLst/>
                <a:latin typeface="Calibri" panose="020F0502020204030204" pitchFamily="34" charset="0"/>
                <a:ea typeface="+mn-ea"/>
                <a:cs typeface="+mn-cs"/>
              </a:rPr>
              <a:t>We will look at the following two services in more detail. </a:t>
            </a:r>
          </a:p>
          <a:p>
            <a:endParaRPr lang="en-US" b="0" dirty="0">
              <a:latin typeface="Calibri" panose="020F0502020204030204" pitchFamily="34" charset="0"/>
            </a:endParaRPr>
          </a:p>
          <a:p>
            <a:pPr marL="0" indent="0">
              <a:buFont typeface="Arial" panose="020B0604020202020204" pitchFamily="34" charset="0"/>
              <a:buNone/>
            </a:pPr>
            <a:r>
              <a:rPr lang="en-US" b="0" i="0" kern="1200" dirty="0">
                <a:solidFill>
                  <a:schemeClr val="tx1"/>
                </a:solidFill>
                <a:effectLst/>
                <a:latin typeface="Calibri" panose="020F0502020204030204" pitchFamily="34" charset="0"/>
                <a:ea typeface="+mn-ea"/>
                <a:cs typeface="+mn-cs"/>
              </a:rPr>
              <a:t>Amazon S3 is an object storage service that stores data as objects within buckets. Buckets and the objects in them are private and can be accessed only if you explicitly grant access permissions.</a:t>
            </a:r>
          </a:p>
          <a:p>
            <a:pPr marL="0" lvl="0" indent="0">
              <a:buFont typeface="Arial" panose="020B0604020202020204" pitchFamily="34" charset="0"/>
              <a:buNone/>
            </a:pPr>
            <a:br>
              <a:rPr lang="en-US" b="0" i="0" kern="1200" dirty="0">
                <a:solidFill>
                  <a:schemeClr val="tx1"/>
                </a:solidFill>
                <a:effectLst/>
                <a:latin typeface="Calibri" panose="020F0502020204030204" pitchFamily="34" charset="0"/>
                <a:ea typeface="+mn-ea"/>
                <a:cs typeface="+mn-cs"/>
              </a:rPr>
            </a:br>
            <a:r>
              <a:rPr lang="en-US" b="0" i="0" kern="1200" dirty="0">
                <a:solidFill>
                  <a:schemeClr val="tx1"/>
                </a:solidFill>
                <a:effectLst/>
                <a:latin typeface="Calibri" panose="020F0502020204030204" pitchFamily="34" charset="0"/>
                <a:ea typeface="+mn-ea"/>
                <a:cs typeface="+mn-cs"/>
              </a:rPr>
              <a:t>Amazon S3 integrates with AWS KMS to provide server-side encryption of Amazon S3 objects. Amazon S3 uses KMS keys to encrypt your Amazon S3 objects. The encryption keys that protect your objects never leave AWS KMS unencrypted. This integration also enables you to set permissions on the KMS key and audit the operations that generate, encrypt, and decrypt the data keys that protect your secrets.</a:t>
            </a:r>
          </a:p>
          <a:p>
            <a:pPr marL="0" lvl="0" indent="0">
              <a:buFont typeface="Arial" panose="020B0604020202020204" pitchFamily="34" charset="0"/>
              <a:buNone/>
            </a:pPr>
            <a:endParaRPr lang="en-US" b="0" i="0" kern="1200" dirty="0">
              <a:solidFill>
                <a:schemeClr val="tx1"/>
              </a:solidFill>
              <a:effectLst/>
              <a:latin typeface="Calibri" panose="020F0502020204030204" pitchFamily="34" charset="0"/>
              <a:ea typeface="+mn-ea"/>
              <a:cs typeface="+mn-cs"/>
            </a:endParaRPr>
          </a:p>
          <a:p>
            <a:pPr marL="0" marR="0" lvl="0" indent="0" defTabSz="914400" rtl="0" eaLnBrk="1" fontAlgn="auto" latinLnBrk="0" hangingPunct="1">
              <a:buClrTx/>
              <a:buSzTx/>
              <a:buFont typeface="Arial" panose="020B0604020202020204" pitchFamily="34" charset="0"/>
              <a:buNone/>
              <a:tabLst/>
              <a:defRPr/>
            </a:pPr>
            <a:r>
              <a:rPr lang="en-US" dirty="0">
                <a:latin typeface="Calibri" panose="020F0502020204030204" pitchFamily="34" charset="0"/>
              </a:rPr>
              <a:t>Amazon Elastic Block Store (Amazon EBS): </a:t>
            </a:r>
            <a:r>
              <a:rPr lang="en-US" b="0" i="0" kern="1200" dirty="0">
                <a:solidFill>
                  <a:schemeClr val="tx1"/>
                </a:solidFill>
                <a:effectLst/>
                <a:latin typeface="Calibri" panose="020F0502020204030204" pitchFamily="34" charset="0"/>
                <a:ea typeface="+mn-ea"/>
                <a:cs typeface="+mn-cs"/>
              </a:rPr>
              <a:t>When you attach an encrypted Amazon EBS volume to a supported Amazon Elastic Compute Cloud (Amazon EC2) instance type, data stored at rest on the volume, disk I/O, and snapshots created from the volume are all encrypted. The encryption occurs on the servers that host Amazon EC2 instances.</a:t>
            </a:r>
          </a:p>
          <a:p>
            <a:pPr marL="0" lvl="0" indent="0">
              <a:buFont typeface="Arial" panose="020B0604020202020204" pitchFamily="34" charset="0"/>
              <a:buNone/>
            </a:pPr>
            <a:endParaRPr lang="en-US" b="0" i="0" kern="1200" dirty="0">
              <a:solidFill>
                <a:schemeClr val="tx1"/>
              </a:solidFill>
              <a:effectLst/>
              <a:latin typeface="Calibri" panose="020F0502020204030204" pitchFamily="34" charset="0"/>
              <a:ea typeface="+mn-ea"/>
              <a:cs typeface="+mn-cs"/>
            </a:endParaRPr>
          </a:p>
          <a:p>
            <a:pPr marL="0" lvl="0" indent="0">
              <a:buFont typeface="Arial" panose="020B0604020202020204" pitchFamily="34" charset="0"/>
              <a:buNone/>
            </a:pPr>
            <a:r>
              <a:rPr lang="en-US" b="0" i="0" kern="1200" dirty="0">
                <a:solidFill>
                  <a:schemeClr val="tx1"/>
                </a:solidFill>
                <a:effectLst/>
                <a:latin typeface="Calibri" panose="020F0502020204030204" pitchFamily="34" charset="0"/>
                <a:ea typeface="+mn-ea"/>
                <a:cs typeface="+mn-cs"/>
              </a:rPr>
              <a:t>This feature is supported on all Amazon EBS volume types. You access encrypted volumes the same way you access other volumes. Encryption and decryption are handled transparently, and they require no additional action from you, your EC2 instance, or your application. Snapshots of encrypted volumes are automatically encrypted, and volumes that are created from encrypted snapshots are also automatically encrypted.</a:t>
            </a:r>
          </a:p>
        </p:txBody>
      </p:sp>
    </p:spTree>
    <p:extLst>
      <p:ext uri="{BB962C8B-B14F-4D97-AF65-F5344CB8AC3E}">
        <p14:creationId xmlns:p14="http://schemas.microsoft.com/office/powerpoint/2010/main" val="421730110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397500"/>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68</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|Review each step of the AWS KMS encryption example with Amazon S3.</a:t>
            </a:r>
          </a:p>
          <a:p>
            <a:r>
              <a:rPr lang="en-US" dirty="0">
                <a:latin typeface="Calibri" panose="020F0502020204030204" pitchFamily="34" charset="0"/>
              </a:rPr>
              <a:t>|</a:t>
            </a:r>
          </a:p>
          <a:p>
            <a:r>
              <a:rPr lang="en-US" b="1" dirty="0">
                <a:latin typeface="Calibri" panose="020F0502020204030204" pitchFamily="34" charset="0"/>
              </a:rPr>
              <a:t>|Student notes</a:t>
            </a:r>
          </a:p>
          <a:p>
            <a:pPr marL="0" marR="0" indent="0" defTabSz="914400" rtl="0" eaLnBrk="1" fontAlgn="auto" latinLnBrk="0" hangingPunct="1">
              <a:buClrTx/>
              <a:buSzTx/>
              <a:buFontTx/>
              <a:buNone/>
              <a:tabLst/>
              <a:defRPr/>
            </a:pPr>
            <a:r>
              <a:rPr lang="en-US" b="0" i="0" kern="1200" dirty="0">
                <a:solidFill>
                  <a:srgbClr val="000000"/>
                </a:solidFill>
                <a:effectLst/>
                <a:latin typeface="Calibri" panose="020F0502020204030204" pitchFamily="34" charset="0"/>
              </a:rPr>
              <a:t>In this scenario, </a:t>
            </a:r>
            <a:r>
              <a:rPr lang="en-US" b="0" i="0" kern="1200" dirty="0">
                <a:solidFill>
                  <a:schemeClr val="tx1"/>
                </a:solidFill>
                <a:effectLst/>
                <a:latin typeface="Calibri" panose="020F0502020204030204" pitchFamily="34" charset="0"/>
                <a:ea typeface="+mn-ea"/>
                <a:cs typeface="+mn-cs"/>
              </a:rPr>
              <a:t>AMS KMS is used to encrypt data at rest (SSE-KMS). The user creates a KMS key and uses it to encrypt objects that are stored in Amazon S3.</a:t>
            </a:r>
          </a:p>
          <a:p>
            <a:pPr marL="0" marR="0" indent="0" defTabSz="914400" rtl="0" eaLnBrk="1" fontAlgn="auto" latinLnBrk="0" hangingPunct="1">
              <a:buClrTx/>
              <a:buSzTx/>
              <a:buFontTx/>
              <a:buNone/>
              <a:tabLst/>
              <a:defRPr/>
            </a:pPr>
            <a:endParaRPr lang="en-US" b="0" i="0" kern="1200" dirty="0">
              <a:solidFill>
                <a:schemeClr val="tx1"/>
              </a:solidFill>
              <a:effectLst/>
              <a:latin typeface="Calibri" panose="020F0502020204030204" pitchFamily="34" charset="0"/>
              <a:ea typeface="+mn-ea"/>
              <a:cs typeface="+mn-cs"/>
            </a:endParaRPr>
          </a:p>
          <a:p>
            <a:pPr marL="0" marR="0" indent="0" defTabSz="914400" rtl="0" eaLnBrk="1" fontAlgn="auto" latinLnBrk="0" hangingPunct="1">
              <a:buClrTx/>
              <a:buSzTx/>
              <a:buFontTx/>
              <a:buNone/>
              <a:tabLst/>
              <a:defRPr/>
            </a:pPr>
            <a:r>
              <a:rPr lang="en-US" b="0" i="0" kern="1200" dirty="0">
                <a:solidFill>
                  <a:srgbClr val="000000"/>
                </a:solidFill>
                <a:effectLst/>
                <a:latin typeface="Calibri" panose="020F0502020204030204" pitchFamily="34" charset="0"/>
              </a:rPr>
              <a:t>This diagram explains how encryption happens when uploading a file to Amazon S3.</a:t>
            </a:r>
          </a:p>
          <a:p>
            <a:pPr marL="228600" marR="0" indent="-228600" defTabSz="914400" rtl="0" eaLnBrk="1" fontAlgn="auto" latinLnBrk="0" hangingPunct="1">
              <a:buClrTx/>
              <a:buSzTx/>
              <a:buFont typeface="+mj-lt"/>
              <a:buAutoNum type="arabicPeriod"/>
              <a:tabLst/>
              <a:defRPr/>
            </a:pPr>
            <a:r>
              <a:rPr lang="en-US" b="0" i="0" kern="1200" dirty="0">
                <a:solidFill>
                  <a:srgbClr val="000000"/>
                </a:solidFill>
                <a:effectLst/>
                <a:latin typeface="Calibri" panose="020F0502020204030204" pitchFamily="34" charset="0"/>
              </a:rPr>
              <a:t>You request to upload a file and store it as an encrypted object in an S3 bucket.</a:t>
            </a:r>
          </a:p>
          <a:p>
            <a:pPr marL="228600" marR="0" indent="-228600" defTabSz="914400" rtl="0" eaLnBrk="1" fontAlgn="auto" latinLnBrk="0" hangingPunct="1">
              <a:buClrTx/>
              <a:buSzTx/>
              <a:buFont typeface="+mj-lt"/>
              <a:buAutoNum type="arabicPeriod"/>
              <a:tabLst/>
              <a:defRPr/>
            </a:pPr>
            <a:r>
              <a:rPr lang="en-US" dirty="0">
                <a:solidFill>
                  <a:srgbClr val="000000"/>
                </a:solidFill>
                <a:effectLst/>
                <a:latin typeface="Calibri" panose="020F0502020204030204" pitchFamily="34" charset="0"/>
              </a:rPr>
              <a:t>Amazon S3 requests a data key from AWS KMS to use to encrypt the file.</a:t>
            </a:r>
          </a:p>
          <a:p>
            <a:pPr marL="228600" marR="0" indent="-228600" defTabSz="914400" rtl="0" eaLnBrk="1" fontAlgn="auto" latinLnBrk="0" hangingPunct="1">
              <a:buClrTx/>
              <a:buSzTx/>
              <a:buFont typeface="+mj-lt"/>
              <a:buAutoNum type="arabicPeriod"/>
              <a:tabLst/>
              <a:defRPr/>
            </a:pPr>
            <a:r>
              <a:rPr lang="en-US" dirty="0">
                <a:solidFill>
                  <a:srgbClr val="000000"/>
                </a:solidFill>
                <a:effectLst/>
                <a:latin typeface="Calibri" panose="020F0502020204030204" pitchFamily="34" charset="0"/>
              </a:rPr>
              <a:t>AWS KMS generates a plaintext data key and encrypts the data key by using the customer managed key. D</a:t>
            </a:r>
            <a:r>
              <a:rPr lang="en-US" b="0" i="0" kern="1200" dirty="0">
                <a:solidFill>
                  <a:schemeClr val="tx1"/>
                </a:solidFill>
                <a:effectLst/>
                <a:latin typeface="Calibri" panose="020F0502020204030204" pitchFamily="34" charset="0"/>
                <a:ea typeface="+mn-ea"/>
                <a:cs typeface="+mn-cs"/>
              </a:rPr>
              <a:t>ata keys are used to encrypt data locally in the AWS service or your application. </a:t>
            </a:r>
            <a:endParaRPr lang="en-US" dirty="0">
              <a:solidFill>
                <a:srgbClr val="000000"/>
              </a:solidFill>
              <a:effectLst/>
              <a:latin typeface="Calibri" panose="020F0502020204030204" pitchFamily="34" charset="0"/>
            </a:endParaRPr>
          </a:p>
          <a:p>
            <a:pPr marL="228600" marR="0" indent="-228600" defTabSz="914400" rtl="0" eaLnBrk="1" fontAlgn="auto" latinLnBrk="0" hangingPunct="1">
              <a:buClrTx/>
              <a:buSzTx/>
              <a:buFont typeface="+mj-lt"/>
              <a:buAutoNum type="arabicPeriod"/>
              <a:tabLst/>
              <a:defRPr/>
            </a:pPr>
            <a:r>
              <a:rPr lang="en-US" dirty="0">
                <a:solidFill>
                  <a:srgbClr val="000000"/>
                </a:solidFill>
                <a:effectLst/>
                <a:latin typeface="Calibri" panose="020F0502020204030204" pitchFamily="34" charset="0"/>
              </a:rPr>
              <a:t>AWS KMS sends both copies of the data key to Amazon S3.</a:t>
            </a:r>
          </a:p>
          <a:p>
            <a:pPr marL="228600" marR="0" indent="-228600" defTabSz="914400" rtl="0" eaLnBrk="1" fontAlgn="auto" latinLnBrk="0" hangingPunct="1">
              <a:buClrTx/>
              <a:buSzTx/>
              <a:buFont typeface="+mj-lt"/>
              <a:buAutoNum type="arabicPeriod"/>
              <a:tabLst/>
              <a:defRPr/>
            </a:pPr>
            <a:r>
              <a:rPr lang="en-US" dirty="0">
                <a:solidFill>
                  <a:srgbClr val="000000"/>
                </a:solidFill>
                <a:effectLst/>
                <a:latin typeface="Calibri" panose="020F0502020204030204" pitchFamily="34" charset="0"/>
              </a:rPr>
              <a:t>Amazon S3 encrypts the object by using the plaintext data key, stores the object, and then deletes the plaintext data key. The encrypted key is kept in the object metadata.</a:t>
            </a:r>
            <a:endParaRPr lang="en-US" b="0" i="0" kern="1200" dirty="0">
              <a:solidFill>
                <a:srgbClr val="000000"/>
              </a:solidFill>
              <a:effectLst/>
              <a:latin typeface="Calibri" panose="020F0502020204030204" pitchFamily="34" charset="0"/>
            </a:endParaRPr>
          </a:p>
        </p:txBody>
      </p:sp>
    </p:spTree>
    <p:extLst>
      <p:ext uri="{BB962C8B-B14F-4D97-AF65-F5344CB8AC3E}">
        <p14:creationId xmlns:p14="http://schemas.microsoft.com/office/powerpoint/2010/main" val="328546626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397500"/>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69</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|Review each step of the AWS KMS decryption example with Amazon S3.</a:t>
            </a:r>
          </a:p>
          <a:p>
            <a:r>
              <a:rPr lang="en-US" dirty="0">
                <a:latin typeface="Calibri" panose="020F0502020204030204" pitchFamily="34" charset="0"/>
              </a:rPr>
              <a:t>|</a:t>
            </a:r>
          </a:p>
          <a:p>
            <a:r>
              <a:rPr lang="en-US" b="1" dirty="0">
                <a:latin typeface="Calibri" panose="020F0502020204030204" pitchFamily="34" charset="0"/>
              </a:rPr>
              <a:t>|Student notes</a:t>
            </a:r>
          </a:p>
          <a:p>
            <a:pPr marL="0" marR="0" indent="0" defTabSz="914400" rtl="0" eaLnBrk="1" fontAlgn="auto" latinLnBrk="0" hangingPunct="1">
              <a:buClrTx/>
              <a:buSzTx/>
              <a:buFontTx/>
              <a:buNone/>
              <a:tabLst/>
              <a:defRPr/>
            </a:pPr>
            <a:r>
              <a:rPr lang="en-US" b="0" i="0" kern="1200" dirty="0">
                <a:solidFill>
                  <a:srgbClr val="000000"/>
                </a:solidFill>
                <a:effectLst/>
                <a:latin typeface="Calibri" panose="020F0502020204030204" pitchFamily="34" charset="0"/>
              </a:rPr>
              <a:t>Now, this diagram explains what happens in the same scenario (SSE-KMS) when the user requests to open an encrypted object that is stored in Amazon S3.</a:t>
            </a:r>
          </a:p>
          <a:p>
            <a:pPr marL="228600" marR="0" indent="-228600" defTabSz="914400" rtl="0" eaLnBrk="1" fontAlgn="auto" latinLnBrk="0" hangingPunct="1">
              <a:buClrTx/>
              <a:buSzTx/>
              <a:buFont typeface="+mj-lt"/>
              <a:buAutoNum type="arabicPeriod"/>
              <a:tabLst/>
              <a:defRPr/>
            </a:pPr>
            <a:r>
              <a:rPr lang="en-US" b="0" i="0" kern="1200" dirty="0">
                <a:solidFill>
                  <a:srgbClr val="000000"/>
                </a:solidFill>
                <a:effectLst/>
                <a:latin typeface="Calibri" panose="020F0502020204030204" pitchFamily="34" charset="0"/>
              </a:rPr>
              <a:t>You request to open the object.</a:t>
            </a:r>
          </a:p>
          <a:p>
            <a:pPr marL="228600" marR="0" indent="-228600" defTabSz="914400" rtl="0" eaLnBrk="1" fontAlgn="auto" latinLnBrk="0" hangingPunct="1">
              <a:buClrTx/>
              <a:buSzTx/>
              <a:buFont typeface="+mj-lt"/>
              <a:buAutoNum type="arabicPeriod"/>
              <a:tabLst/>
              <a:defRPr/>
            </a:pPr>
            <a:r>
              <a:rPr lang="en-US" kern="1200" dirty="0">
                <a:solidFill>
                  <a:schemeClr val="tx1"/>
                </a:solidFill>
                <a:effectLst/>
                <a:latin typeface="Calibri" panose="020F0502020204030204" pitchFamily="34" charset="0"/>
                <a:ea typeface="+mn-ea"/>
                <a:cs typeface="+mn-cs"/>
              </a:rPr>
              <a:t>Amazon S3 sends the encrypted data key to AWS KMS in a decrypt request.</a:t>
            </a:r>
          </a:p>
          <a:p>
            <a:pPr marL="228600" marR="0" indent="-228600" defTabSz="914400" rtl="0" eaLnBrk="1" fontAlgn="auto" latinLnBrk="0" hangingPunct="1">
              <a:buClrTx/>
              <a:buSzTx/>
              <a:buFont typeface="+mj-lt"/>
              <a:buAutoNum type="arabicPeriod"/>
              <a:tabLst/>
              <a:defRPr/>
            </a:pPr>
            <a:r>
              <a:rPr lang="en-US" dirty="0">
                <a:solidFill>
                  <a:srgbClr val="000000"/>
                </a:solidFill>
                <a:effectLst/>
                <a:latin typeface="Calibri" panose="020F0502020204030204" pitchFamily="34" charset="0"/>
              </a:rPr>
              <a:t>AWS KMS </a:t>
            </a:r>
            <a:r>
              <a:rPr lang="en-US" i="0" dirty="0">
                <a:solidFill>
                  <a:srgbClr val="000000"/>
                </a:solidFill>
                <a:effectLst/>
                <a:latin typeface="Calibri" panose="020F0502020204030204" pitchFamily="34" charset="0"/>
              </a:rPr>
              <a:t>decrypts the data key by using the customer managed key (which never leaves the AWS KMS service).</a:t>
            </a:r>
          </a:p>
          <a:p>
            <a:pPr marL="228600" marR="0" indent="-228600" defTabSz="914400" rtl="0" eaLnBrk="1" fontAlgn="auto" latinLnBrk="0" hangingPunct="1">
              <a:buClrTx/>
              <a:buSzTx/>
              <a:buFont typeface="+mj-lt"/>
              <a:buAutoNum type="arabicPeriod"/>
              <a:tabLst/>
              <a:defRPr/>
            </a:pPr>
            <a:r>
              <a:rPr lang="en-US" i="0" dirty="0">
                <a:solidFill>
                  <a:srgbClr val="000000"/>
                </a:solidFill>
                <a:effectLst/>
                <a:latin typeface="Calibri" panose="020F0502020204030204" pitchFamily="34" charset="0"/>
              </a:rPr>
              <a:t>AWS KMS  sends the plaintext data key back to Amazon S3.</a:t>
            </a:r>
          </a:p>
          <a:p>
            <a:pPr marL="228600" marR="0" indent="-228600" defTabSz="914400" rtl="0" eaLnBrk="1" fontAlgn="auto" latinLnBrk="0" hangingPunct="1">
              <a:buClrTx/>
              <a:buSzTx/>
              <a:buFont typeface="+mj-lt"/>
              <a:buAutoNum type="arabicPeriod"/>
              <a:tabLst/>
              <a:defRPr/>
            </a:pPr>
            <a:r>
              <a:rPr lang="en-US" b="0" i="0" kern="1200" dirty="0">
                <a:solidFill>
                  <a:srgbClr val="000000"/>
                </a:solidFill>
                <a:effectLst/>
                <a:latin typeface="Calibri" panose="020F0502020204030204" pitchFamily="34" charset="0"/>
              </a:rPr>
              <a:t>Finally, Amazon S3 decrypts the ciphertext of the data object, allows you to open the object, and deletes the plaintext copy of the data key.</a:t>
            </a:r>
            <a:endParaRPr lang="en-US" dirty="0">
              <a:solidFill>
                <a:srgbClr val="000000"/>
              </a:solidFill>
              <a:latin typeface="Calibri" panose="020F0502020204030204" pitchFamily="34" charset="0"/>
            </a:endParaRPr>
          </a:p>
        </p:txBody>
      </p:sp>
    </p:spTree>
    <p:extLst>
      <p:ext uri="{BB962C8B-B14F-4D97-AF65-F5344CB8AC3E}">
        <p14:creationId xmlns:p14="http://schemas.microsoft.com/office/powerpoint/2010/main" val="426171651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397500"/>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70</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|Review each step of AWS KMS example with Amazon EBS.</a:t>
            </a:r>
          </a:p>
          <a:p>
            <a:r>
              <a:rPr lang="en-US" dirty="0">
                <a:latin typeface="Calibri" panose="020F0502020204030204" pitchFamily="34" charset="0"/>
              </a:rPr>
              <a:t>|</a:t>
            </a:r>
          </a:p>
          <a:p>
            <a:r>
              <a:rPr lang="en-US" b="1" dirty="0">
                <a:latin typeface="Calibri" panose="020F0502020204030204" pitchFamily="34" charset="0"/>
              </a:rPr>
              <a:t>|Student notes</a:t>
            </a:r>
          </a:p>
          <a:p>
            <a:r>
              <a:rPr lang="en-US" b="0" i="0" kern="1200" dirty="0">
                <a:solidFill>
                  <a:srgbClr val="000000"/>
                </a:solidFill>
                <a:effectLst/>
                <a:latin typeface="Calibri" panose="020F0502020204030204" pitchFamily="34" charset="0"/>
              </a:rPr>
              <a:t>Amazon EBS encryption is a straight-forward encryption solution for EBS resources that are associated with your EC2 instances. With Amazon EBS encryption, you aren't required to build, maintain, and secure your own key management infrastructure.</a:t>
            </a:r>
          </a:p>
          <a:p>
            <a:endParaRPr lang="en-US" b="0" i="0" kern="1200" dirty="0">
              <a:solidFill>
                <a:srgbClr val="000000"/>
              </a:solidFill>
              <a:effectLst/>
              <a:latin typeface="Calibri" panose="020F0502020204030204" pitchFamily="34" charset="0"/>
            </a:endParaRPr>
          </a:p>
          <a:p>
            <a:r>
              <a:rPr lang="en-US" b="0" i="0" kern="1200" dirty="0">
                <a:solidFill>
                  <a:srgbClr val="000000"/>
                </a:solidFill>
                <a:effectLst/>
                <a:latin typeface="Calibri" panose="020F0502020204030204" pitchFamily="34" charset="0"/>
              </a:rPr>
              <a:t>Amazon EBS encryption uses KMS keys when creating encrypted volumes and snapshots.</a:t>
            </a:r>
            <a:r>
              <a:rPr lang="en-US" kern="1200" dirty="0">
                <a:solidFill>
                  <a:srgbClr val="000000"/>
                </a:solidFill>
                <a:effectLst/>
                <a:latin typeface="Calibri" panose="020F0502020204030204" pitchFamily="34" charset="0"/>
              </a:rPr>
              <a:t> Each volume is encrypted using AES-256-XTS. This requires two 256-bit keys, which you can think of as one 512-bit key. The data key is encrypted under a KMS key in your account. For Amazon EBS to encrypt a volume for you, it must have access to a customer managed key in the account. You do this by providing a grant for Amazon EBS to the customer managed key to create data keys and to encrypt and decrypt these data keys.</a:t>
            </a:r>
          </a:p>
          <a:p>
            <a:endParaRPr lang="en-US" kern="1200" dirty="0">
              <a:solidFill>
                <a:srgbClr val="000000"/>
              </a:solidFill>
              <a:effectLst/>
              <a:latin typeface="Calibri" panose="020F0502020204030204" pitchFamily="34" charset="0"/>
            </a:endParaRPr>
          </a:p>
          <a:p>
            <a:r>
              <a:rPr lang="en-US" kern="1200" dirty="0">
                <a:solidFill>
                  <a:srgbClr val="000000"/>
                </a:solidFill>
                <a:effectLst/>
                <a:latin typeface="Calibri" panose="020F0502020204030204" pitchFamily="34" charset="0"/>
              </a:rPr>
              <a:t>The following</a:t>
            </a:r>
            <a:r>
              <a:rPr lang="en-US" kern="1200" baseline="0" dirty="0">
                <a:solidFill>
                  <a:srgbClr val="000000"/>
                </a:solidFill>
                <a:effectLst/>
                <a:latin typeface="Calibri" panose="020F0502020204030204" pitchFamily="34" charset="0"/>
              </a:rPr>
              <a:t> are t</a:t>
            </a:r>
            <a:r>
              <a:rPr lang="en-US" kern="1200" dirty="0">
                <a:solidFill>
                  <a:srgbClr val="000000"/>
                </a:solidFill>
                <a:effectLst/>
                <a:latin typeface="Calibri" panose="020F0502020204030204" pitchFamily="34" charset="0"/>
              </a:rPr>
              <a:t>he basic steps to encrypt and decrypt EBS volume data:</a:t>
            </a:r>
          </a:p>
          <a:p>
            <a:pPr marL="228600" lvl="0" indent="-228600">
              <a:buFont typeface="+mj-lt"/>
              <a:buAutoNum type="arabicPeriod"/>
            </a:pPr>
            <a:r>
              <a:rPr lang="en-US" kern="1200" dirty="0">
                <a:solidFill>
                  <a:srgbClr val="000000"/>
                </a:solidFill>
                <a:effectLst/>
                <a:latin typeface="Calibri" panose="020F0502020204030204" pitchFamily="34" charset="0"/>
              </a:rPr>
              <a:t>Amazon EBS obtains an encrypted data key under a customer managed key through AWS KMS and stores the encrypted key with the encrypted data.</a:t>
            </a:r>
          </a:p>
          <a:p>
            <a:pPr marL="228600" lvl="0" indent="-228600">
              <a:buFont typeface="+mj-lt"/>
              <a:buAutoNum type="arabicPeriod"/>
            </a:pPr>
            <a:r>
              <a:rPr lang="en-US" kern="1200" dirty="0">
                <a:solidFill>
                  <a:srgbClr val="000000"/>
                </a:solidFill>
                <a:effectLst/>
                <a:latin typeface="Calibri" panose="020F0502020204030204" pitchFamily="34" charset="0"/>
              </a:rPr>
              <a:t>The servers that host EC2 instances retrieve the encrypted data key from storage</a:t>
            </a:r>
            <a:r>
              <a:rPr lang="en-US" b="0" i="0" kern="1200" dirty="0">
                <a:solidFill>
                  <a:srgbClr val="000000"/>
                </a:solidFill>
                <a:effectLst/>
                <a:latin typeface="Calibri" panose="020F0502020204030204" pitchFamily="34" charset="0"/>
              </a:rPr>
              <a:t>.</a:t>
            </a:r>
            <a:endParaRPr lang="en-US" kern="1200" dirty="0">
              <a:solidFill>
                <a:srgbClr val="000000"/>
              </a:solidFill>
              <a:effectLst/>
              <a:latin typeface="Calibri" panose="020F0502020204030204" pitchFamily="34" charset="0"/>
            </a:endParaRPr>
          </a:p>
          <a:p>
            <a:pPr marL="228600" lvl="0" indent="-228600">
              <a:buFont typeface="+mj-lt"/>
              <a:buAutoNum type="arabicPeriod"/>
            </a:pPr>
            <a:r>
              <a:rPr lang="en-US" kern="1200" dirty="0">
                <a:solidFill>
                  <a:srgbClr val="000000"/>
                </a:solidFill>
                <a:effectLst/>
                <a:latin typeface="Calibri" panose="020F0502020204030204" pitchFamily="34" charset="0"/>
              </a:rPr>
              <a:t>A call is made to AWS KMS over TLS to decrypt the encrypted data key. AWS KMS identifies the KMS key, makes an internal request to an HSM in the fleet to decrypt the data key, and returns the key to the customer over the TLS session.</a:t>
            </a:r>
          </a:p>
          <a:p>
            <a:pPr marL="228600" lvl="0" indent="-228600">
              <a:buFont typeface="+mj-lt"/>
              <a:buAutoNum type="arabicPeriod"/>
            </a:pPr>
            <a:r>
              <a:rPr lang="en-US" kern="1200" dirty="0">
                <a:solidFill>
                  <a:srgbClr val="000000"/>
                </a:solidFill>
                <a:effectLst/>
                <a:latin typeface="Calibri" panose="020F0502020204030204" pitchFamily="34" charset="0"/>
              </a:rPr>
              <a:t>The decrypted data key is stored in memory and used to encrypt and decrypt all data going to and from the attached EBS volume. Amazon EBS retains the encrypted data key for later use in case the data key in memory is no longer available.</a:t>
            </a:r>
          </a:p>
          <a:p>
            <a:pPr marL="228600" lvl="0" indent="-228600">
              <a:buFont typeface="+mj-lt"/>
              <a:buAutoNum type="arabicPeriod"/>
            </a:pPr>
            <a:endParaRPr lang="en-US" kern="1200" dirty="0">
              <a:solidFill>
                <a:srgbClr val="000000"/>
              </a:solidFill>
              <a:effectLst/>
              <a:latin typeface="Calibri" panose="020F0502020204030204" pitchFamily="34" charset="0"/>
            </a:endParaRPr>
          </a:p>
          <a:p>
            <a:pPr marL="0" lvl="0" indent="0">
              <a:buFont typeface="+mj-lt"/>
              <a:buNone/>
            </a:pPr>
            <a:r>
              <a:rPr lang="en-US" kern="1200" dirty="0">
                <a:solidFill>
                  <a:srgbClr val="000000"/>
                </a:solidFill>
                <a:effectLst/>
                <a:latin typeface="Calibri" panose="020F0502020204030204" pitchFamily="34" charset="0"/>
              </a:rPr>
              <a:t>The Advanced Encryption Standard (AES) is an algorithm established by the US National Institute of Standards and Technology (NIST) that uses symmetric encryption.</a:t>
            </a:r>
          </a:p>
        </p:txBody>
      </p:sp>
    </p:spTree>
    <p:extLst>
      <p:ext uri="{BB962C8B-B14F-4D97-AF65-F5344CB8AC3E}">
        <p14:creationId xmlns:p14="http://schemas.microsoft.com/office/powerpoint/2010/main" val="13860436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397500"/>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71</a:t>
            </a:fld>
            <a:r>
              <a:rPr lang="en-US" b="1" dirty="0">
                <a:latin typeface="Calibri" panose="020F0502020204030204" pitchFamily="34" charset="0"/>
              </a:rPr>
              <a:t> </a:t>
            </a:r>
          </a:p>
          <a:p>
            <a:r>
              <a:rPr lang="en-US" b="1" dirty="0">
                <a:latin typeface="Calibri" panose="020F0502020204030204" pitchFamily="34" charset="0"/>
              </a:rPr>
              <a:t>|Instructor notes</a:t>
            </a:r>
          </a:p>
          <a:p>
            <a:pPr marL="0" marR="0" lvl="0" indent="0" defTabSz="914400" rtl="0" eaLnBrk="1" fontAlgn="auto" latinLnBrk="0" hangingPunct="1">
              <a:buClrTx/>
              <a:buSzTx/>
              <a:buFontTx/>
              <a:buNone/>
              <a:tabLst/>
              <a:defRPr/>
            </a:pPr>
            <a:r>
              <a:rPr lang="en-US" dirty="0">
                <a:latin typeface="Calibri" panose="020F0502020204030204" pitchFamily="34" charset="0"/>
              </a:rPr>
              <a:t>|</a:t>
            </a:r>
            <a:r>
              <a:rPr lang="en-US" dirty="0">
                <a:solidFill>
                  <a:srgbClr val="000000"/>
                </a:solidFill>
                <a:latin typeface="Calibri" panose="020F0502020204030204" pitchFamily="34" charset="0"/>
              </a:rPr>
              <a:t> </a:t>
            </a:r>
          </a:p>
          <a:p>
            <a:r>
              <a:rPr lang="en-US" b="1" dirty="0">
                <a:latin typeface="Calibri" panose="020F0502020204030204" pitchFamily="34" charset="0"/>
              </a:rPr>
              <a:t>|Student notes</a:t>
            </a:r>
          </a:p>
          <a:p>
            <a:pPr marL="0" marR="0" lvl="0" indent="0" defTabSz="914400" rtl="0" eaLnBrk="1" fontAlgn="auto" latinLnBrk="0" hangingPunct="1">
              <a:buClrTx/>
              <a:buSzTx/>
              <a:buFont typeface="Arial" panose="020B0604020202020204" pitchFamily="34" charset="0"/>
              <a:buNone/>
              <a:tabLst/>
              <a:defRPr/>
            </a:pPr>
            <a:r>
              <a:rPr lang="en-US" dirty="0">
                <a:solidFill>
                  <a:srgbClr val="000000"/>
                </a:solidFill>
                <a:latin typeface="Calibri" panose="020F0502020204030204" pitchFamily="34" charset="0"/>
              </a:rPr>
              <a:t>Here are a few key points to summarize this section.</a:t>
            </a:r>
          </a:p>
        </p:txBody>
      </p:sp>
    </p:spTree>
    <p:extLst>
      <p:ext uri="{BB962C8B-B14F-4D97-AF65-F5344CB8AC3E}">
        <p14:creationId xmlns:p14="http://schemas.microsoft.com/office/powerpoint/2010/main" val="230720010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72</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p>
          <a:p>
            <a:r>
              <a:rPr lang="en-US" dirty="0">
                <a:latin typeface="Calibri" panose="020F0502020204030204" pitchFamily="34" charset="0"/>
              </a:rPr>
              <a:t>You will now complete a lab. The next slide summarizes what you will do in the lab, and you will find the detailed instructions in the lab environment.</a:t>
            </a:r>
          </a:p>
        </p:txBody>
      </p:sp>
    </p:spTree>
    <p:extLst>
      <p:ext uri="{BB962C8B-B14F-4D97-AF65-F5344CB8AC3E}">
        <p14:creationId xmlns:p14="http://schemas.microsoft.com/office/powerpoint/2010/main" val="70779811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73</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|&lt;Add directions to find the lab guide information.&gt;</a:t>
            </a:r>
          </a:p>
          <a:p>
            <a:r>
              <a:rPr lang="en-US" dirty="0">
                <a:latin typeface="Calibri" panose="020F0502020204030204" pitchFamily="34" charset="0"/>
              </a:rPr>
              <a:t>|</a:t>
            </a:r>
          </a:p>
          <a:p>
            <a:r>
              <a:rPr lang="en-US" b="1" dirty="0">
                <a:latin typeface="Calibri" panose="020F0502020204030204" pitchFamily="34" charset="0"/>
              </a:rPr>
              <a:t>|Student notes</a:t>
            </a:r>
          </a:p>
          <a:p>
            <a:r>
              <a:rPr lang="en-US" dirty="0">
                <a:latin typeface="Calibri" panose="020F0502020204030204" pitchFamily="34" charset="0"/>
              </a:rPr>
              <a:t>Access the lab environment through your online course to get additional details and complete the lab.</a:t>
            </a:r>
          </a:p>
        </p:txBody>
      </p:sp>
    </p:spTree>
    <p:extLst>
      <p:ext uri="{BB962C8B-B14F-4D97-AF65-F5344CB8AC3E}">
        <p14:creationId xmlns:p14="http://schemas.microsoft.com/office/powerpoint/2010/main" val="104691838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defTabSz="914400" rtl="0" eaLnBrk="1" fontAlgn="auto" latinLnBrk="0" hangingPunct="1">
              <a:buClrTx/>
              <a:buSzTx/>
              <a:buFontTx/>
              <a:buNone/>
              <a:tabLst/>
              <a:defRPr/>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marR="0" lvl="0" indent="0" defTabSz="914400" rtl="0" eaLnBrk="1" fontAlgn="auto" latinLnBrk="0" hangingPunct="1">
                <a:buClrTx/>
                <a:buSzTx/>
                <a:buFontTx/>
                <a:buNone/>
                <a:tabLst/>
                <a:defRPr/>
              </a:pPr>
              <a:t>74</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|Relevant before and after architectural diagrams are included in the lab instructions for each lab. You might find it helpful to pull the lab diagrams up as part of debriefing this lab.</a:t>
            </a:r>
            <a:br>
              <a:rPr lang="en-US" dirty="0">
                <a:latin typeface="Calibri" panose="020F0502020204030204" pitchFamily="34" charset="0"/>
              </a:rPr>
            </a:br>
            <a:r>
              <a:rPr lang="en-US" dirty="0">
                <a:latin typeface="Calibri" panose="020F0502020204030204" pitchFamily="34" charset="0"/>
              </a:rPr>
              <a:t>|</a:t>
            </a:r>
            <a:endParaRPr lang="en-US" b="1" dirty="0">
              <a:latin typeface="Calibri" panose="020F0502020204030204" pitchFamily="34" charset="0"/>
            </a:endParaRPr>
          </a:p>
          <a:p>
            <a:r>
              <a:rPr lang="en-US" dirty="0">
                <a:latin typeface="Calibri" panose="020F0502020204030204" pitchFamily="34" charset="0"/>
              </a:rPr>
              <a:t>|Lead the class in a conversation about the key takeaways from the lab. Use the details from the previous section to help you debrief the lab with the students after they have completed it. Debriefing the lab is strongly encouraged. It helps the students make connections between their hands-on experience and the concepts that you discussed in the lecture before this lab.</a:t>
            </a:r>
          </a:p>
          <a:p>
            <a:r>
              <a:rPr lang="en-US" dirty="0">
                <a:latin typeface="Calibri" panose="020F0502020204030204" pitchFamily="34" charset="0"/>
              </a:rPr>
              <a:t>|During the debrief, you can ask the students the questions shown on this slide. The following are the answers:</a:t>
            </a:r>
          </a:p>
          <a:p>
            <a:r>
              <a:rPr lang="en-US" dirty="0">
                <a:latin typeface="Calibri" panose="020F0502020204030204" pitchFamily="34" charset="0"/>
              </a:rPr>
              <a:t>|</a:t>
            </a:r>
          </a:p>
          <a:p>
            <a:pPr marL="0" marR="0" lvl="0" indent="0" defTabSz="914400" rtl="0" eaLnBrk="1" fontAlgn="auto" latinLnBrk="0" hangingPunct="1">
              <a:buClrTx/>
              <a:buSzTx/>
              <a:buFontTx/>
              <a:buNone/>
              <a:tabLst/>
              <a:defRPr/>
            </a:pPr>
            <a:r>
              <a:rPr lang="en-US" dirty="0">
                <a:latin typeface="Calibri" panose="020F0502020204030204" pitchFamily="34" charset="0"/>
              </a:rPr>
              <a:t>|What is the significance of using a symmetric key when encrypting and decrypting an object?</a:t>
            </a:r>
          </a:p>
          <a:p>
            <a:r>
              <a:rPr lang="en-US" dirty="0">
                <a:latin typeface="Calibri" panose="020F0502020204030204" pitchFamily="34" charset="0"/>
              </a:rPr>
              <a:t>|With a symmetric key, you use the same key to encrypt and decrypt an object.</a:t>
            </a:r>
          </a:p>
          <a:p>
            <a:r>
              <a:rPr lang="en-US" dirty="0">
                <a:latin typeface="Calibri" panose="020F0502020204030204" pitchFamily="34" charset="0"/>
              </a:rPr>
              <a:t>|</a:t>
            </a:r>
            <a:r>
              <a:rPr lang="en-US" kern="1200" dirty="0">
                <a:solidFill>
                  <a:schemeClr val="tx1"/>
                </a:solidFill>
                <a:effectLst/>
                <a:latin typeface="Calibri" panose="020F0502020204030204" pitchFamily="34" charset="0"/>
                <a:ea typeface="+mn-ea"/>
                <a:cs typeface="+mn-cs"/>
              </a:rPr>
              <a:t>Which types of AWS KMS activity did you audit with AWS CloudTrail?</a:t>
            </a:r>
            <a:endParaRPr lang="en-US" dirty="0">
              <a:latin typeface="Calibri" panose="020F0502020204030204" pitchFamily="34" charset="0"/>
            </a:endParaRPr>
          </a:p>
          <a:p>
            <a:r>
              <a:rPr lang="en-US" dirty="0">
                <a:latin typeface="Calibri" panose="020F0502020204030204" pitchFamily="34" charset="0"/>
              </a:rPr>
              <a:t>|You audited the generation of a key (GenerateDataKey event) and the decryption of an S3 object (Decrypt event) in the AWS CloudTrail Event History log.</a:t>
            </a:r>
          </a:p>
          <a:p>
            <a:r>
              <a:rPr lang="en-US" dirty="0">
                <a:latin typeface="Calibri" panose="020F0502020204030204" pitchFamily="34" charset="0"/>
              </a:rPr>
              <a:t>|Which type of intermediary artifact did you need to create when encrypting the root EBS volume of the EC2 instance?</a:t>
            </a:r>
          </a:p>
          <a:p>
            <a:r>
              <a:rPr lang="en-US" dirty="0">
                <a:latin typeface="Calibri" panose="020F0502020204030204" pitchFamily="34" charset="0"/>
              </a:rPr>
              <a:t>|You had to create a </a:t>
            </a:r>
            <a:r>
              <a:rPr lang="en-US" b="0" i="0" dirty="0">
                <a:latin typeface="Calibri" panose="020F0502020204030204" pitchFamily="34" charset="0"/>
              </a:rPr>
              <a:t>snapshot</a:t>
            </a:r>
            <a:r>
              <a:rPr lang="en-US" dirty="0">
                <a:latin typeface="Calibri" panose="020F0502020204030204" pitchFamily="34" charset="0"/>
              </a:rPr>
              <a:t> of the unencrypted root volume, which you then used to create the encrypted volume.</a:t>
            </a:r>
          </a:p>
          <a:p>
            <a:r>
              <a:rPr lang="en-US" dirty="0">
                <a:latin typeface="Calibri" panose="020F0502020204030204" pitchFamily="34" charset="0"/>
              </a:rPr>
              <a:t>|</a:t>
            </a:r>
          </a:p>
          <a:p>
            <a:pPr marL="0" marR="0" lvl="0" indent="0" defTabSz="914400" rtl="0" eaLnBrk="1" fontAlgn="auto" latinLnBrk="0" hangingPunct="1">
              <a:buClrTx/>
              <a:buSzTx/>
              <a:buFontTx/>
              <a:buNone/>
              <a:tabLst/>
              <a:defRPr/>
            </a:pPr>
            <a:r>
              <a:rPr lang="en-US" dirty="0">
                <a:latin typeface="Calibri" panose="020F0502020204030204" pitchFamily="34" charset="0"/>
              </a:rPr>
              <a:t>|</a:t>
            </a:r>
            <a:r>
              <a:rPr lang="en-US" b="1" dirty="0">
                <a:latin typeface="Calibri" panose="020F0502020204030204" pitchFamily="34" charset="0"/>
              </a:rPr>
              <a:t>Suggested responses for question 1:</a:t>
            </a:r>
            <a:r>
              <a:rPr lang="en-US" dirty="0">
                <a:latin typeface="Calibri" panose="020F0502020204030204" pitchFamily="34" charset="0"/>
              </a:rPr>
              <a:t> In this lab, you created an AWS KMS key. What are the differences between a key administrator and a key user? Key administrators are users or roles that manage access to the encryption key.</a:t>
            </a:r>
          </a:p>
          <a:p>
            <a:r>
              <a:rPr lang="en-US" dirty="0">
                <a:latin typeface="Calibri" panose="020F0502020204030204" pitchFamily="34" charset="0"/>
              </a:rPr>
              <a:t>|Key users are users or roles that can use the key to encrypt and decrypt data. </a:t>
            </a:r>
            <a:br>
              <a:rPr lang="en-US" dirty="0">
                <a:latin typeface="Calibri" panose="020F0502020204030204" pitchFamily="34" charset="0"/>
              </a:rPr>
            </a:br>
            <a:r>
              <a:rPr lang="en-US" dirty="0">
                <a:latin typeface="Calibri" panose="020F0502020204030204" pitchFamily="34" charset="0"/>
              </a:rPr>
              <a:t>|Key administrators have permissions to manage the AWS KMS key but do not have default permissions to use the AWS KMS key to encrypt and decrypt data. However, the key administrator can list themselves as a key user. In that case, they |can use the key to encrypt and decrypt data. A key user cannot give other users permissions to use the key unless the key user also happens to be a key administrator.</a:t>
            </a:r>
            <a:br>
              <a:rPr lang="en-US" dirty="0">
                <a:latin typeface="Calibri" panose="020F0502020204030204" pitchFamily="34" charset="0"/>
              </a:rPr>
            </a:br>
            <a:r>
              <a:rPr lang="en-US" dirty="0">
                <a:latin typeface="Calibri" panose="020F0502020204030204" pitchFamily="34" charset="0"/>
              </a:rPr>
              <a:t>|</a:t>
            </a:r>
            <a:br>
              <a:rPr lang="en-US" dirty="0">
                <a:latin typeface="Calibri" panose="020F0502020204030204" pitchFamily="34" charset="0"/>
              </a:rPr>
            </a:br>
            <a:r>
              <a:rPr lang="en-US" dirty="0">
                <a:latin typeface="Calibri" panose="020F0502020204030204" pitchFamily="34" charset="0"/>
              </a:rPr>
              <a:t>|</a:t>
            </a:r>
            <a:r>
              <a:rPr lang="en-US" b="1" dirty="0">
                <a:latin typeface="Calibri" panose="020F0502020204030204" pitchFamily="34" charset="0"/>
              </a:rPr>
              <a:t>Suggested responses for question 2</a:t>
            </a:r>
            <a:r>
              <a:rPr lang="en-US" dirty="0">
                <a:latin typeface="Calibri" panose="020F0502020204030204" pitchFamily="34" charset="0"/>
              </a:rPr>
              <a:t>: Why was it necessary to detach the encrypted EBS volume from the instance to see how disabling the AWS KMS key would affect the volume?</a:t>
            </a:r>
            <a:br>
              <a:rPr lang="en-US" dirty="0">
                <a:latin typeface="Calibri" panose="020F0502020204030204" pitchFamily="34" charset="0"/>
              </a:rPr>
            </a:br>
            <a:r>
              <a:rPr lang="en-US" dirty="0">
                <a:latin typeface="Calibri" panose="020F0502020204030204" pitchFamily="34" charset="0"/>
              </a:rPr>
              <a:t>|The encrypted data key is stored in memory and used to encrypt and decrypt all data going to and from the attached EBS volume. Amazon EBS retains the encrypted data key for later use in case the data key in memory is no longer available.</a:t>
            </a:r>
            <a:br>
              <a:rPr lang="en-US" dirty="0">
                <a:latin typeface="Calibri" panose="020F0502020204030204" pitchFamily="34" charset="0"/>
              </a:rPr>
            </a:br>
            <a:r>
              <a:rPr lang="en-US" dirty="0">
                <a:latin typeface="Calibri" panose="020F0502020204030204" pitchFamily="34" charset="0"/>
              </a:rPr>
              <a:t>|</a:t>
            </a:r>
          </a:p>
          <a:p>
            <a:r>
              <a:rPr lang="en-US" b="1" dirty="0">
                <a:latin typeface="Calibri" panose="020F0502020204030204" pitchFamily="34" charset="0"/>
              </a:rPr>
              <a:t>|Student notes</a:t>
            </a:r>
            <a:br>
              <a:rPr lang="en-US" dirty="0">
                <a:latin typeface="Calibri" panose="020F0502020204030204" pitchFamily="34" charset="0"/>
              </a:rPr>
            </a:br>
            <a:r>
              <a:rPr lang="en-US" dirty="0">
                <a:latin typeface="Calibri" panose="020F0502020204030204" pitchFamily="34" charset="0"/>
              </a:rPr>
              <a:t>Your instructor might review these questions with you, or you might review them on your own. Use this opportunity to extend your thinking about the tasks that you performed during the lab.</a:t>
            </a:r>
          </a:p>
        </p:txBody>
      </p:sp>
    </p:spTree>
    <p:extLst>
      <p:ext uri="{BB962C8B-B14F-4D97-AF65-F5344CB8AC3E}">
        <p14:creationId xmlns:p14="http://schemas.microsoft.com/office/powerpoint/2010/main" val="155065887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Image Placeholder 5">
            <a:extLst>
              <a:ext uri="{FF2B5EF4-FFF2-40B4-BE49-F238E27FC236}">
                <a16:creationId xmlns:a16="http://schemas.microsoft.com/office/drawing/2014/main" id="{D96F3231-2D79-4A68-8E30-6BAF18CC0149}"/>
              </a:ext>
            </a:extLst>
          </p:cNvPr>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a:t>75</a:t>
            </a:fld>
            <a:r>
              <a:rPr lang="en-US" b="1" dirty="0">
                <a:latin typeface="Calibri" panose="020F0502020204030204" pitchFamily="34" charset="0"/>
              </a:rPr>
              <a:t> </a:t>
            </a:r>
          </a:p>
          <a:p>
            <a:r>
              <a:rPr lang="en-US" b="1" dirty="0">
                <a:latin typeface="Calibri" panose="020F0502020204030204" pitchFamily="34" charset="0"/>
              </a:rPr>
              <a:t>|Instructor notes</a:t>
            </a:r>
          </a:p>
          <a:p>
            <a:pPr lvl="0"/>
            <a:r>
              <a:rPr lang="en-US" dirty="0">
                <a:latin typeface="Calibri" panose="020F0502020204030204" pitchFamily="34" charset="0"/>
              </a:rPr>
              <a:t>|</a:t>
            </a:r>
          </a:p>
          <a:p>
            <a:r>
              <a:rPr lang="en-US" b="1" dirty="0">
                <a:latin typeface="Calibri" panose="020F0502020204030204" pitchFamily="34" charset="0"/>
              </a:rPr>
              <a:t>|Student notes</a:t>
            </a:r>
          </a:p>
          <a:p>
            <a:pPr lvl="0"/>
            <a:r>
              <a:rPr lang="en-US" dirty="0">
                <a:latin typeface="Calibri" panose="020F0502020204030204" pitchFamily="34" charset="0"/>
              </a:rPr>
              <a:t>This section highlights additional examples of security services designed to improve your ability to follow security best practices and secure all layers of your applications. </a:t>
            </a:r>
          </a:p>
          <a:p>
            <a:pPr lvl="0"/>
            <a:endParaRPr lang="en-US" dirty="0"/>
          </a:p>
        </p:txBody>
      </p:sp>
    </p:spTree>
    <p:extLst>
      <p:ext uri="{BB962C8B-B14F-4D97-AF65-F5344CB8AC3E}">
        <p14:creationId xmlns:p14="http://schemas.microsoft.com/office/powerpoint/2010/main" val="170151914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a:t>76</a:t>
            </a:fld>
            <a:r>
              <a:rPr lang="en-US" b="1" dirty="0">
                <a:latin typeface="Calibri" panose="020F0502020204030204" pitchFamily="34" charset="0"/>
              </a:rPr>
              <a:t> </a:t>
            </a:r>
          </a:p>
          <a:p>
            <a:r>
              <a:rPr lang="en-US" b="1" dirty="0">
                <a:latin typeface="Calibri" panose="020F0502020204030204" pitchFamily="34" charset="0"/>
              </a:rPr>
              <a:t>|Instructor notes</a:t>
            </a:r>
          </a:p>
          <a:p>
            <a:pPr lvl="0"/>
            <a:r>
              <a:rPr lang="en-US" dirty="0">
                <a:latin typeface="Calibri" panose="020F0502020204030204" pitchFamily="34" charset="0"/>
              </a:rPr>
              <a:t>|</a:t>
            </a:r>
          </a:p>
          <a:p>
            <a:r>
              <a:rPr lang="en-US" b="1" dirty="0">
                <a:latin typeface="Calibri" panose="020F0502020204030204" pitchFamily="34" charset="0"/>
              </a:rPr>
              <a:t>|Student notes</a:t>
            </a:r>
          </a:p>
          <a:p>
            <a:pPr marL="0" marR="0" lvl="0" indent="0" defTabSz="914400" rtl="0" eaLnBrk="1" fontAlgn="auto" latinLnBrk="0" hangingPunct="1">
              <a:buClrTx/>
              <a:buSzTx/>
              <a:buFontTx/>
              <a:buNone/>
              <a:tabLst/>
              <a:defRPr/>
            </a:pPr>
            <a:r>
              <a:rPr lang="en-US" dirty="0">
                <a:latin typeface="Calibri" panose="020F0502020204030204" pitchFamily="34" charset="0"/>
              </a:rPr>
              <a:t>AWS has a set of services specifically designed to help you address security across your cloud infrastructure. This slide shows the categories of services and lists examples, some of which you learned about in this course. See </a:t>
            </a:r>
            <a:r>
              <a:rPr lang="en-US" b="1" i="0" dirty="0">
                <a:effectLst/>
                <a:latin typeface="Calibri" panose="020F0502020204030204" pitchFamily="34" charset="0"/>
              </a:rPr>
              <a:t>Security, Identity, and Compliance on AWS </a:t>
            </a:r>
            <a:r>
              <a:rPr lang="en-US" b="0" i="0" dirty="0">
                <a:effectLst/>
                <a:latin typeface="Calibri" panose="020F0502020204030204" pitchFamily="34" charset="0"/>
              </a:rPr>
              <a:t>in your course resources </a:t>
            </a:r>
            <a:r>
              <a:rPr lang="en-US" dirty="0">
                <a:latin typeface="Calibri" panose="020F0502020204030204" pitchFamily="34" charset="0"/>
              </a:rPr>
              <a:t>for a more detailed description of each category and for links that take you deeper into each category and individual service. </a:t>
            </a:r>
          </a:p>
          <a:p>
            <a:endParaRPr lang="en-US" dirty="0">
              <a:latin typeface="Calibri" panose="020F0502020204030204" pitchFamily="34" charset="0"/>
            </a:endParaRPr>
          </a:p>
          <a:p>
            <a:r>
              <a:rPr lang="en-US" dirty="0">
                <a:latin typeface="Calibri" panose="020F0502020204030204" pitchFamily="34" charset="0"/>
              </a:rPr>
              <a:t>Earlier sections of this module looked at many of the identity and access management services that support protecting access, and the previous section talked about services that support protecting data at rest. The following slides describe a few additional services as examples of the types of features that are available when architecting your application's security.  </a:t>
            </a:r>
          </a:p>
        </p:txBody>
      </p:sp>
    </p:spTree>
    <p:extLst>
      <p:ext uri="{BB962C8B-B14F-4D97-AF65-F5344CB8AC3E}">
        <p14:creationId xmlns:p14="http://schemas.microsoft.com/office/powerpoint/2010/main" val="90646393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a:t>77</a:t>
            </a:fld>
            <a:r>
              <a:rPr lang="en-US" b="1" dirty="0">
                <a:latin typeface="Calibri" panose="020F0502020204030204" pitchFamily="34" charset="0"/>
              </a:rPr>
              <a:t> </a:t>
            </a:r>
          </a:p>
          <a:p>
            <a:r>
              <a:rPr lang="en-US" b="1" dirty="0">
                <a:latin typeface="Calibri" panose="020F0502020204030204" pitchFamily="34" charset="0"/>
              </a:rPr>
              <a:t>|Instructor notes</a:t>
            </a:r>
          </a:p>
          <a:p>
            <a:pPr lvl="0"/>
            <a:r>
              <a:rPr lang="en-US" dirty="0">
                <a:latin typeface="Calibri" panose="020F0502020204030204" pitchFamily="34" charset="0"/>
              </a:rPr>
              <a:t>|</a:t>
            </a:r>
          </a:p>
          <a:p>
            <a:r>
              <a:rPr lang="en-US" b="1" dirty="0">
                <a:latin typeface="Calibri" panose="020F0502020204030204" pitchFamily="34" charset="0"/>
              </a:rPr>
              <a:t>|Student notes</a:t>
            </a:r>
          </a:p>
          <a:p>
            <a:r>
              <a:rPr lang="en-US" dirty="0">
                <a:latin typeface="Calibri" panose="020F0502020204030204" pitchFamily="34" charset="0"/>
              </a:rPr>
              <a:t>A key part of the AWS Well-Architected Security pillar is applying security at all layers and implementing a defense in depth approach. Limiting access is one important layer that you learned about in this module. Additional layers of security include keeping out unwanted traffic, adding additional data protection mechanisms (for example, to protect sensitive and personally identifiable data), and automating your ability to detect and respond to vulnerabilities and security events. AWS security services reduce the burden of writing code to handle these levels of security. </a:t>
            </a:r>
          </a:p>
          <a:p>
            <a:endParaRPr lang="en-US" dirty="0">
              <a:latin typeface="Calibri" panose="020F0502020204030204" pitchFamily="34" charset="0"/>
            </a:endParaRPr>
          </a:p>
          <a:p>
            <a:r>
              <a:rPr lang="en-US" dirty="0">
                <a:latin typeface="Calibri" panose="020F0502020204030204" pitchFamily="34" charset="0"/>
              </a:rPr>
              <a:t>The next few slides look at these services in a bit more detail. </a:t>
            </a:r>
          </a:p>
        </p:txBody>
      </p:sp>
    </p:spTree>
    <p:extLst>
      <p:ext uri="{BB962C8B-B14F-4D97-AF65-F5344CB8AC3E}">
        <p14:creationId xmlns:p14="http://schemas.microsoft.com/office/powerpoint/2010/main" val="360706310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78</a:t>
            </a:fld>
            <a:r>
              <a:rPr lang="en-US" b="1" dirty="0">
                <a:latin typeface="Calibri" panose="020F0502020204030204" pitchFamily="34" charset="0"/>
              </a:rPr>
              <a:t> </a:t>
            </a:r>
          </a:p>
          <a:p>
            <a:r>
              <a:rPr lang="en-US" b="1" dirty="0">
                <a:latin typeface="Calibri" panose="020F0502020204030204" pitchFamily="34" charset="0"/>
              </a:rPr>
              <a:t>|Instructor notes</a:t>
            </a:r>
          </a:p>
          <a:p>
            <a:pPr marL="0" marR="0" lvl="0" indent="0" defTabSz="914400" rtl="0" eaLnBrk="1" fontAlgn="auto" latinLnBrk="0" hangingPunct="1">
              <a:buClrTx/>
              <a:buSzTx/>
              <a:buFontTx/>
              <a:buNone/>
              <a:tabLst/>
              <a:defRPr/>
            </a:pPr>
            <a:r>
              <a:rPr lang="en-US" dirty="0">
                <a:latin typeface="Calibri" panose="020F0502020204030204" pitchFamily="34" charset="0"/>
              </a:rPr>
              <a:t>|</a:t>
            </a:r>
            <a:endParaRPr lang="en-US" dirty="0">
              <a:solidFill>
                <a:srgbClr val="000000"/>
              </a:solidFill>
              <a:latin typeface="Calibri" panose="020F0502020204030204" pitchFamily="34" charset="0"/>
            </a:endParaRPr>
          </a:p>
          <a:p>
            <a:r>
              <a:rPr lang="en-US" b="1" dirty="0">
                <a:latin typeface="Calibri" panose="020F0502020204030204" pitchFamily="34" charset="0"/>
              </a:rPr>
              <a:t>|Student notes</a:t>
            </a:r>
          </a:p>
          <a:p>
            <a:pPr marL="0" marR="0" lvl="0" indent="0" defTabSz="914400" rtl="0" eaLnBrk="1" fontAlgn="auto" latinLnBrk="0" hangingPunct="1">
              <a:buClrTx/>
              <a:buSzTx/>
              <a:buFontTx/>
              <a:buNone/>
              <a:tabLst/>
              <a:defRPr/>
            </a:pPr>
            <a:r>
              <a:rPr lang="en-US" dirty="0">
                <a:latin typeface="Calibri" panose="020F0502020204030204" pitchFamily="34" charset="0"/>
              </a:rPr>
              <a:t>AWS WAF is a web application firewall that lets you monitor the HTTP and HTTPS requests that are forwarded to your protected web application resources.</a:t>
            </a:r>
            <a:endParaRPr lang="en-US" i="0" dirty="0">
              <a:latin typeface="Calibri" panose="020F0502020204030204" pitchFamily="34" charset="0"/>
            </a:endParaRPr>
          </a:p>
          <a:p>
            <a:endParaRPr lang="en-US" b="0" i="0" kern="1200" dirty="0">
              <a:solidFill>
                <a:schemeClr val="tx1"/>
              </a:solidFill>
              <a:effectLst/>
              <a:latin typeface="Calibri" panose="020F0502020204030204" pitchFamily="34" charset="0"/>
              <a:ea typeface="+mn-ea"/>
              <a:cs typeface="+mn-cs"/>
            </a:endParaRPr>
          </a:p>
          <a:p>
            <a:r>
              <a:rPr lang="en-US" b="0" i="0" kern="1200" dirty="0">
                <a:solidFill>
                  <a:schemeClr val="tx1"/>
                </a:solidFill>
                <a:effectLst/>
                <a:latin typeface="Calibri" panose="020F0502020204030204" pitchFamily="34" charset="0"/>
                <a:ea typeface="+mn-ea"/>
                <a:cs typeface="+mn-cs"/>
              </a:rPr>
              <a:t>AWS Shield provides protection against distributed denial of service (DDoS) attacks for AWS resources, at the network and transport layers (layer 3 and 4), and the application layer (layer 7).  </a:t>
            </a:r>
          </a:p>
          <a:p>
            <a:endParaRPr lang="en-US" b="0" i="0" kern="1200" dirty="0">
              <a:solidFill>
                <a:schemeClr val="tx1"/>
              </a:solidFill>
              <a:effectLst/>
              <a:latin typeface="Calibri" panose="020F0502020204030204" pitchFamily="34" charset="0"/>
              <a:ea typeface="+mn-ea"/>
              <a:cs typeface="+mn-cs"/>
            </a:endParaRPr>
          </a:p>
          <a:p>
            <a:pPr marL="0" marR="0" lvl="0" indent="0" defTabSz="914400" rtl="0" eaLnBrk="1" fontAlgn="auto" latinLnBrk="0" hangingPunct="1">
              <a:buClrTx/>
              <a:buSzTx/>
              <a:buFontTx/>
              <a:buNone/>
              <a:tabLst/>
              <a:defRPr/>
            </a:pPr>
            <a:r>
              <a:rPr lang="en-US" dirty="0">
                <a:solidFill>
                  <a:srgbClr val="000000"/>
                </a:solidFill>
                <a:latin typeface="Calibri" panose="020F0502020204030204" pitchFamily="34" charset="0"/>
              </a:rPr>
              <a:t>See the link provided on the course recourses page for more information on </a:t>
            </a:r>
            <a:r>
              <a:rPr lang="en-US" b="0" dirty="0">
                <a:latin typeface="Calibri" panose="020F0502020204030204" pitchFamily="34" charset="0"/>
              </a:rPr>
              <a:t>A</a:t>
            </a:r>
            <a:r>
              <a:rPr lang="en-US" b="0" i="0" kern="1200" dirty="0">
                <a:solidFill>
                  <a:schemeClr val="tx1"/>
                </a:solidFill>
                <a:effectLst/>
                <a:latin typeface="Calibri" panose="020F0502020204030204" pitchFamily="34" charset="0"/>
                <a:ea typeface="+mn-ea"/>
                <a:cs typeface="+mn-cs"/>
              </a:rPr>
              <a:t>WS WAF, AWS Shield, and AWS Firewall Manager.</a:t>
            </a:r>
            <a:endParaRPr lang="en-US" b="1" dirty="0">
              <a:latin typeface="Calibri" panose="020F0502020204030204" pitchFamily="34" charset="0"/>
            </a:endParaRPr>
          </a:p>
        </p:txBody>
      </p:sp>
    </p:spTree>
    <p:extLst>
      <p:ext uri="{BB962C8B-B14F-4D97-AF65-F5344CB8AC3E}">
        <p14:creationId xmlns:p14="http://schemas.microsoft.com/office/powerpoint/2010/main" val="211767878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79</a:t>
            </a:fld>
            <a:r>
              <a:rPr lang="en-US" b="1" dirty="0">
                <a:latin typeface="Calibri" panose="020F0502020204030204" pitchFamily="34" charset="0"/>
              </a:rPr>
              <a:t> </a:t>
            </a:r>
          </a:p>
          <a:p>
            <a:r>
              <a:rPr lang="en-US" b="1" dirty="0">
                <a:latin typeface="Calibri" panose="020F0502020204030204" pitchFamily="34" charset="0"/>
              </a:rPr>
              <a:t>|Instructor notes</a:t>
            </a:r>
          </a:p>
          <a:p>
            <a:pPr marL="0" marR="0" lvl="0" indent="0" defTabSz="914400" rtl="0" eaLnBrk="1" fontAlgn="auto" latinLnBrk="0" hangingPunct="1">
              <a:buClrTx/>
              <a:buSzTx/>
              <a:buFontTx/>
              <a:buNone/>
              <a:tabLst/>
              <a:defRPr/>
            </a:pPr>
            <a:r>
              <a:rPr lang="en-US" dirty="0">
                <a:latin typeface="Calibri" panose="020F0502020204030204" pitchFamily="34" charset="0"/>
              </a:rPr>
              <a:t>|</a:t>
            </a:r>
            <a:endParaRPr lang="en-US" dirty="0">
              <a:solidFill>
                <a:srgbClr val="000000"/>
              </a:solidFill>
              <a:latin typeface="Calibri" panose="020F0502020204030204" pitchFamily="34" charset="0"/>
            </a:endParaRPr>
          </a:p>
          <a:p>
            <a:r>
              <a:rPr lang="en-US" b="1" dirty="0">
                <a:latin typeface="Calibri" panose="020F0502020204030204" pitchFamily="34" charset="0"/>
              </a:rPr>
              <a:t>|Student notes</a:t>
            </a:r>
          </a:p>
          <a:p>
            <a:pPr marL="0" marR="0" lvl="0" indent="0" defTabSz="914400" rtl="0" eaLnBrk="1" fontAlgn="auto" latinLnBrk="0" hangingPunct="1">
              <a:buClrTx/>
              <a:buSzTx/>
              <a:buFontTx/>
              <a:buNone/>
              <a:tabLst/>
              <a:defRPr/>
            </a:pPr>
            <a:r>
              <a:rPr lang="en-US" dirty="0">
                <a:solidFill>
                  <a:srgbClr val="000000"/>
                </a:solidFill>
                <a:latin typeface="Calibri" panose="020F0502020204030204" pitchFamily="34" charset="0"/>
              </a:rPr>
              <a:t>Amazon Macie is a</a:t>
            </a:r>
            <a:r>
              <a:rPr lang="en-US" i="0" dirty="0">
                <a:latin typeface="Calibri" panose="020F0502020204030204" pitchFamily="34" charset="0"/>
              </a:rPr>
              <a:t> data protection service that uses machine learning.</a:t>
            </a:r>
            <a:endParaRPr lang="en-US" dirty="0">
              <a:solidFill>
                <a:srgbClr val="000000"/>
              </a:solidFill>
              <a:latin typeface="Calibri" panose="020F0502020204030204" pitchFamily="34" charset="0"/>
            </a:endParaRPr>
          </a:p>
          <a:p>
            <a:pPr marL="0" marR="0" lvl="0" indent="0" defTabSz="914400" rtl="0" eaLnBrk="1" fontAlgn="auto" latinLnBrk="0" hangingPunct="1">
              <a:buClrTx/>
              <a:buSzTx/>
              <a:buFontTx/>
              <a:buNone/>
              <a:tabLst/>
              <a:defRPr/>
            </a:pPr>
            <a:endParaRPr lang="en-US" dirty="0">
              <a:solidFill>
                <a:srgbClr val="000000"/>
              </a:solidFill>
              <a:latin typeface="Calibri" panose="020F0502020204030204" pitchFamily="34" charset="0"/>
            </a:endParaRPr>
          </a:p>
          <a:p>
            <a:pPr marL="0" marR="0" lvl="0" indent="0" defTabSz="914400" rtl="0" eaLnBrk="1" fontAlgn="auto" latinLnBrk="0" hangingPunct="1">
              <a:buClrTx/>
              <a:buSzTx/>
              <a:buFontTx/>
              <a:buNone/>
              <a:tabLst/>
              <a:defRPr/>
            </a:pPr>
            <a:r>
              <a:rPr lang="en-US" dirty="0">
                <a:solidFill>
                  <a:srgbClr val="000000"/>
                </a:solidFill>
                <a:latin typeface="Calibri" panose="020F0502020204030204" pitchFamily="34" charset="0"/>
              </a:rPr>
              <a:t>Amazon Macie is a security service that uses machine learning to automatically discover, classify, and protect sensitive data in AWS. Macie recognizes personally identifiable information (PII) such as passport numbers, medical ID numbers, and tax ID numbers. Macie also recognizes financial information, encryption keys, and credentials. </a:t>
            </a:r>
            <a:r>
              <a:rPr lang="en-US" b="0" i="0" kern="1200" dirty="0">
                <a:solidFill>
                  <a:srgbClr val="000000"/>
                </a:solidFill>
                <a:effectLst/>
                <a:latin typeface="Calibri" panose="020F0502020204030204" pitchFamily="34" charset="0"/>
              </a:rPr>
              <a:t>Macie also allows you to add custom-defined data types using regular expressions to enable Macie to discover proprietary or unique sensitive data for your business.</a:t>
            </a:r>
            <a:endParaRPr lang="en-US" dirty="0">
              <a:solidFill>
                <a:srgbClr val="000000"/>
              </a:solidFill>
              <a:latin typeface="Calibri" panose="020F0502020204030204" pitchFamily="34" charset="0"/>
            </a:endParaRPr>
          </a:p>
          <a:p>
            <a:pPr marL="0" marR="0" lvl="0" indent="0" defTabSz="914400" rtl="0" eaLnBrk="1" fontAlgn="auto" latinLnBrk="0" hangingPunct="1">
              <a:buClrTx/>
              <a:buSzTx/>
              <a:buFontTx/>
              <a:buNone/>
              <a:tabLst/>
              <a:defRPr/>
            </a:pPr>
            <a:endParaRPr lang="en-US" dirty="0">
              <a:solidFill>
                <a:srgbClr val="000000"/>
              </a:solidFill>
              <a:latin typeface="Calibri" panose="020F0502020204030204" pitchFamily="34" charset="0"/>
            </a:endParaRPr>
          </a:p>
          <a:p>
            <a:pPr marL="0" marR="0" lvl="0" indent="0" defTabSz="914400" rtl="0" eaLnBrk="1" fontAlgn="auto" latinLnBrk="0" hangingPunct="1">
              <a:buClrTx/>
              <a:buSzTx/>
              <a:buFontTx/>
              <a:buNone/>
              <a:tabLst/>
              <a:defRPr/>
            </a:pPr>
            <a:r>
              <a:rPr lang="en-US" dirty="0">
                <a:solidFill>
                  <a:srgbClr val="000000"/>
                </a:solidFill>
                <a:latin typeface="Calibri" panose="020F0502020204030204" pitchFamily="34" charset="0"/>
              </a:rPr>
              <a:t>Currently, Macie protects data stored in Amazon Simple Storage Service (Amazon S3) only and </a:t>
            </a:r>
            <a:r>
              <a:rPr lang="en-US" b="0" i="0" kern="1200" dirty="0">
                <a:solidFill>
                  <a:srgbClr val="000000"/>
                </a:solidFill>
                <a:effectLst/>
                <a:latin typeface="Calibri" panose="020F0502020204030204" pitchFamily="34" charset="0"/>
              </a:rPr>
              <a:t>is available in most AWS Regions. </a:t>
            </a:r>
            <a:r>
              <a:rPr lang="en-US" dirty="0">
                <a:solidFill>
                  <a:srgbClr val="000000"/>
                </a:solidFill>
                <a:latin typeface="Calibri" panose="020F0502020204030204" pitchFamily="34" charset="0"/>
              </a:rPr>
              <a:t>Macie has dashboards and alerts that give visibility into data access by analyzing Amazon S3 resource-based policies and access control lists (ACLs) during sensitive data recovery. The service continuously monitors data and generates detailed alerts when it detects risk of unauthorized access or inadvertent data leaks.</a:t>
            </a:r>
          </a:p>
          <a:p>
            <a:pPr marL="0" marR="0" lvl="0" indent="0" defTabSz="914400" rtl="0" eaLnBrk="1" fontAlgn="auto" latinLnBrk="0" hangingPunct="1">
              <a:buClrTx/>
              <a:buSzTx/>
              <a:buFontTx/>
              <a:buNone/>
              <a:tabLst/>
              <a:defRPr/>
            </a:pPr>
            <a:endParaRPr lang="en-US" dirty="0">
              <a:solidFill>
                <a:srgbClr val="000000"/>
              </a:solidFill>
              <a:latin typeface="Calibri" panose="020F0502020204030204" pitchFamily="34" charset="0"/>
            </a:endParaRPr>
          </a:p>
          <a:p>
            <a:pPr marL="0" marR="0" lvl="0" indent="0" defTabSz="914400" rtl="0" eaLnBrk="1" fontAlgn="auto" latinLnBrk="0" hangingPunct="1">
              <a:buClrTx/>
              <a:buSzTx/>
              <a:buFontTx/>
              <a:buNone/>
              <a:tabLst/>
              <a:defRPr/>
            </a:pPr>
            <a:r>
              <a:rPr lang="en-US" dirty="0">
                <a:solidFill>
                  <a:srgbClr val="000000"/>
                </a:solidFill>
                <a:latin typeface="Calibri" panose="020F0502020204030204" pitchFamily="34" charset="0"/>
              </a:rPr>
              <a:t>With Macie, </a:t>
            </a:r>
            <a:r>
              <a:rPr lang="en-US" b="0" i="0" kern="1200" dirty="0">
                <a:solidFill>
                  <a:srgbClr val="000000"/>
                </a:solidFill>
                <a:effectLst/>
                <a:latin typeface="Calibri" panose="020F0502020204030204" pitchFamily="34" charset="0"/>
              </a:rPr>
              <a:t>you have full control of the service through the Macie API set, and you can centrally manage Macie for multiple accounts. Macie integrates with AWS Organizations, which means that you can manage as many as 5,000 Macie accounts for a single AWS organization. You can also continue to use native Macie features for managing multiple accounts, which enables you to manage as many as 1,000 member accounts with a single Macie administrator account.</a:t>
            </a:r>
          </a:p>
          <a:p>
            <a:endParaRPr lang="en-US" b="1" dirty="0">
              <a:latin typeface="Calibri" panose="020F0502020204030204" pitchFamily="34" charset="0"/>
            </a:endParaRPr>
          </a:p>
          <a:p>
            <a:r>
              <a:rPr lang="en-US" dirty="0">
                <a:solidFill>
                  <a:srgbClr val="000000"/>
                </a:solidFill>
                <a:latin typeface="Calibri" panose="020F0502020204030204" pitchFamily="34" charset="0"/>
              </a:rPr>
              <a:t>See the link provided on the course recourses page for more information on Amazon Macie.</a:t>
            </a:r>
            <a:endParaRPr lang="en-US" b="1" dirty="0">
              <a:latin typeface="Calibri" panose="020F0502020204030204" pitchFamily="34" charset="0"/>
            </a:endParaRPr>
          </a:p>
        </p:txBody>
      </p:sp>
    </p:spTree>
    <p:extLst>
      <p:ext uri="{BB962C8B-B14F-4D97-AF65-F5344CB8AC3E}">
        <p14:creationId xmlns:p14="http://schemas.microsoft.com/office/powerpoint/2010/main" val="2771117659"/>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defTabSz="914400" rtl="0" eaLnBrk="1" fontAlgn="auto" latinLnBrk="0" hangingPunct="1">
              <a:buClrTx/>
              <a:buSzTx/>
              <a:buFontTx/>
              <a:buNone/>
              <a:tabLst/>
              <a:defRPr/>
            </a:pPr>
            <a:r>
              <a:rPr lang="en-US" altLang="en-US" kern="1200">
                <a:solidFill>
                  <a:srgbClr val="000000"/>
                </a:solidFill>
                <a:effectLst/>
                <a:latin typeface="Calibri" panose="020F0502020204030204" pitchFamily="34" charset="0"/>
                <a:ea typeface="+mn-ea"/>
                <a:cs typeface="+mn-cs"/>
              </a:rPr>
              <a:t>|</a:t>
            </a:r>
            <a:r>
              <a:rPr lang="en-US" altLang="en-US" kern="1200" dirty="0">
                <a:solidFill>
                  <a:srgbClr val="000000"/>
                </a:solidFill>
                <a:effectLst/>
                <a:latin typeface="Calibri" panose="020F0502020204030204" pitchFamily="34" charset="0"/>
                <a:ea typeface="+mn-ea"/>
                <a:cs typeface="+mn-cs"/>
              </a:rPr>
              <a:t>Slide number 5 </a:t>
            </a:r>
          </a:p>
          <a:p>
            <a:pPr marL="0" marR="0" lvl="0" indent="0" defTabSz="914400" rtl="0" eaLnBrk="1" fontAlgn="auto" latinLnBrk="0" hangingPunct="1">
              <a:buClrTx/>
              <a:buSzTx/>
              <a:buFontTx/>
              <a:buNone/>
              <a:tabLst/>
              <a:defRPr/>
            </a:pPr>
            <a:r>
              <a:rPr lang="en-US" b="1" dirty="0">
                <a:latin typeface="Calibri" panose="020F0502020204030204" pitchFamily="34" charset="0"/>
              </a:rPr>
              <a:t>|Instructor notes</a:t>
            </a:r>
          </a:p>
          <a:p>
            <a:pPr marL="0" marR="0" lvl="0" indent="0" defTabSz="914400" rtl="0" eaLnBrk="1" fontAlgn="auto" latinLnBrk="0" hangingPunct="1">
              <a:buClrTx/>
              <a:buSzTx/>
              <a:buFontTx/>
              <a:buNone/>
              <a:tabLst/>
              <a:defRPr/>
            </a:pPr>
            <a:r>
              <a:rPr lang="en-US" dirty="0">
                <a:latin typeface="Calibri" panose="020F0502020204030204" pitchFamily="34" charset="0"/>
              </a:rPr>
              <a:t>|</a:t>
            </a:r>
            <a:endParaRPr lang="en-US" dirty="0">
              <a:solidFill>
                <a:srgbClr val="000000"/>
              </a:solidFill>
              <a:latin typeface="Calibri" panose="020F0502020204030204" pitchFamily="34" charset="0"/>
            </a:endParaRPr>
          </a:p>
          <a:p>
            <a:r>
              <a:rPr lang="en-US" b="1" dirty="0">
                <a:latin typeface="Calibri" panose="020F0502020204030204" pitchFamily="34" charset="0"/>
              </a:rPr>
              <a:t>|Student notes</a:t>
            </a:r>
          </a:p>
          <a:p>
            <a:pPr marL="0" marR="0" lvl="0" indent="0" defTabSz="914400" rtl="0" eaLnBrk="1" fontAlgn="auto" latinLnBrk="0" hangingPunct="1">
              <a:buClrTx/>
              <a:buSzTx/>
              <a:buFontTx/>
              <a:buNone/>
              <a:tabLst/>
              <a:defRPr/>
            </a:pPr>
            <a:r>
              <a:rPr lang="en-US" b="0" i="0" kern="1200" dirty="0">
                <a:solidFill>
                  <a:srgbClr val="000000"/>
                </a:solidFill>
                <a:effectLst/>
                <a:latin typeface="Calibri" panose="020F0502020204030204" pitchFamily="34" charset="0"/>
                <a:ea typeface="+mn-ea"/>
                <a:cs typeface="+mn-cs"/>
              </a:rPr>
              <a:t>One of the more popular detection services is Amazon Inspector.</a:t>
            </a:r>
          </a:p>
          <a:p>
            <a:pPr marL="0" marR="0" lvl="0" indent="0" defTabSz="914400" rtl="0" eaLnBrk="1" fontAlgn="auto" latinLnBrk="0" hangingPunct="1">
              <a:buClrTx/>
              <a:buSzTx/>
              <a:buFontTx/>
              <a:buNone/>
              <a:tabLst/>
              <a:defRPr/>
            </a:pPr>
            <a:endParaRPr lang="en-US" b="0" i="0" kern="1200" dirty="0">
              <a:solidFill>
                <a:srgbClr val="000000"/>
              </a:solidFill>
              <a:effectLst/>
              <a:latin typeface="Calibri" panose="020F0502020204030204" pitchFamily="34" charset="0"/>
              <a:ea typeface="+mn-ea"/>
              <a:cs typeface="+mn-cs"/>
            </a:endParaRPr>
          </a:p>
          <a:p>
            <a:pPr marL="0" marR="0" lvl="0" indent="0" defTabSz="914400" rtl="0" eaLnBrk="1" fontAlgn="auto" latinLnBrk="0" hangingPunct="1">
              <a:buClrTx/>
              <a:buSzTx/>
              <a:buFontTx/>
              <a:buNone/>
              <a:tabLst/>
              <a:defRPr/>
            </a:pPr>
            <a:r>
              <a:rPr lang="en-US" b="0" i="0" kern="1200" dirty="0">
                <a:solidFill>
                  <a:srgbClr val="000000"/>
                </a:solidFill>
                <a:effectLst/>
                <a:latin typeface="Calibri" panose="020F0502020204030204" pitchFamily="34" charset="0"/>
                <a:ea typeface="+mn-ea"/>
                <a:cs typeface="+mn-cs"/>
              </a:rPr>
              <a:t>Amazon Inspector is a vulnerability management service that continuously scans your AWS workloads for vulnerabilities. Amazon Inspector automatically discovers and scans Amazon Elastic Compute Cloud (Amazon EC2) instances and container images that reside in Amazon Elastic Container Registry (Amazon ECR) for software vulnerabilities and unintended network exposure.</a:t>
            </a:r>
          </a:p>
          <a:p>
            <a:endParaRPr lang="en-US" dirty="0">
              <a:solidFill>
                <a:srgbClr val="000000"/>
              </a:solidFill>
              <a:latin typeface="Calibri" panose="020F0502020204030204" pitchFamily="34" charset="0"/>
            </a:endParaRPr>
          </a:p>
          <a:p>
            <a:r>
              <a:rPr lang="en-US" b="0" i="0" u="none" strike="noStrike" kern="1200" dirty="0">
                <a:solidFill>
                  <a:srgbClr val="000000"/>
                </a:solidFill>
                <a:effectLst/>
                <a:latin typeface="Calibri" panose="020F0502020204030204" pitchFamily="34" charset="0"/>
                <a:ea typeface="+mn-ea"/>
                <a:cs typeface="+mn-cs"/>
              </a:rPr>
              <a:t>When Amazon Inspector discovers a software vulnerability or network issue, the service creates a finding. A finding describes the vulnerability, identifies the affected resource, rates the severity of the vulnerability, and provides remediation guidance.</a:t>
            </a:r>
          </a:p>
          <a:p>
            <a:endParaRPr lang="en-US" dirty="0">
              <a:solidFill>
                <a:srgbClr val="000000"/>
              </a:solidFill>
              <a:latin typeface="Calibri" panose="020F0502020204030204" pitchFamily="34" charset="0"/>
            </a:endParaRPr>
          </a:p>
          <a:p>
            <a:r>
              <a:rPr lang="en-US" dirty="0">
                <a:solidFill>
                  <a:srgbClr val="000000"/>
                </a:solidFill>
                <a:latin typeface="Calibri" panose="020F0502020204030204" pitchFamily="34" charset="0"/>
              </a:rPr>
              <a:t>See the link provided on the course recourses page for more information on </a:t>
            </a:r>
            <a:r>
              <a:rPr lang="en-US" b="0" i="0" u="none" strike="noStrike" kern="1200" dirty="0">
                <a:solidFill>
                  <a:srgbClr val="000000"/>
                </a:solidFill>
                <a:effectLst/>
                <a:latin typeface="Calibri" panose="020F0502020204030204" pitchFamily="34" charset="0"/>
                <a:ea typeface="+mn-ea"/>
                <a:cs typeface="+mn-cs"/>
              </a:rPr>
              <a:t>Amazon Inspector.</a:t>
            </a:r>
            <a:r>
              <a:rPr lang="en-US" dirty="0">
                <a:solidFill>
                  <a:srgbClr val="000000"/>
                </a:solidFill>
                <a:latin typeface="Calibri" panose="020F0502020204030204" pitchFamily="34" charset="0"/>
              </a:rPr>
              <a:t> </a:t>
            </a:r>
          </a:p>
        </p:txBody>
      </p:sp>
    </p:spTree>
    <p:extLst>
      <p:ext uri="{BB962C8B-B14F-4D97-AF65-F5344CB8AC3E}">
        <p14:creationId xmlns:p14="http://schemas.microsoft.com/office/powerpoint/2010/main" val="334735264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81</a:t>
            </a:fld>
            <a:r>
              <a:rPr lang="en-US" b="1" dirty="0">
                <a:latin typeface="Calibri" panose="020F0502020204030204" pitchFamily="34" charset="0"/>
              </a:rPr>
              <a:t> </a:t>
            </a:r>
          </a:p>
          <a:p>
            <a:r>
              <a:rPr lang="en-US" b="1" dirty="0">
                <a:latin typeface="Calibri" panose="020F0502020204030204" pitchFamily="34" charset="0"/>
              </a:rPr>
              <a:t>|Instructor notes</a:t>
            </a:r>
          </a:p>
          <a:p>
            <a:pPr marL="0" marR="0" lvl="0" indent="0" defTabSz="914400" rtl="0" eaLnBrk="1" fontAlgn="auto" latinLnBrk="0" hangingPunct="1">
              <a:buClrTx/>
              <a:buSzTx/>
              <a:buFontTx/>
              <a:buNone/>
              <a:tabLst/>
              <a:defRPr/>
            </a:pPr>
            <a:r>
              <a:rPr lang="en-US" dirty="0">
                <a:latin typeface="Calibri" panose="020F0502020204030204" pitchFamily="34" charset="0"/>
              </a:rPr>
              <a:t>|</a:t>
            </a:r>
            <a:endParaRPr lang="en-US" dirty="0">
              <a:solidFill>
                <a:srgbClr val="000000"/>
              </a:solidFill>
              <a:latin typeface="Calibri" panose="020F0502020204030204" pitchFamily="34" charset="0"/>
            </a:endParaRPr>
          </a:p>
          <a:p>
            <a:r>
              <a:rPr lang="en-US" b="1" dirty="0">
                <a:latin typeface="Calibri" panose="020F0502020204030204" pitchFamily="34" charset="0"/>
              </a:rPr>
              <a:t>|Student notes</a:t>
            </a:r>
          </a:p>
          <a:p>
            <a:pPr marL="0" marR="0" lvl="0" indent="0" defTabSz="914400" rtl="0" eaLnBrk="1" fontAlgn="auto" latinLnBrk="0" hangingPunct="1">
              <a:buClrTx/>
              <a:buSzTx/>
              <a:buFontTx/>
              <a:buNone/>
              <a:tabLst/>
              <a:defRPr/>
            </a:pPr>
            <a:r>
              <a:rPr lang="en-US" b="0" i="0" kern="1200" dirty="0">
                <a:solidFill>
                  <a:schemeClr val="tx1"/>
                </a:solidFill>
                <a:effectLst/>
                <a:latin typeface="Calibri" panose="020F0502020204030204" pitchFamily="34" charset="0"/>
                <a:ea typeface="+mn-ea"/>
                <a:cs typeface="+mn-cs"/>
              </a:rPr>
              <a:t>Amazon Detective falls under the i</a:t>
            </a:r>
            <a:r>
              <a:rPr lang="en-US" dirty="0">
                <a:latin typeface="Calibri" panose="020F0502020204030204" pitchFamily="34" charset="0"/>
              </a:rPr>
              <a:t>ncidence response category. </a:t>
            </a:r>
            <a:endParaRPr lang="en-US" i="0" dirty="0">
              <a:latin typeface="Calibri" panose="020F0502020204030204" pitchFamily="34" charset="0"/>
            </a:endParaRPr>
          </a:p>
          <a:p>
            <a:endParaRPr lang="en-US" b="1" dirty="0">
              <a:latin typeface="Calibri" panose="020F0502020204030204" pitchFamily="34" charset="0"/>
            </a:endParaRPr>
          </a:p>
          <a:p>
            <a:r>
              <a:rPr lang="en-US" b="0" i="0" kern="1200" dirty="0">
                <a:solidFill>
                  <a:schemeClr val="tx1"/>
                </a:solidFill>
                <a:effectLst/>
                <a:latin typeface="Calibri" panose="020F0502020204030204" pitchFamily="34" charset="0"/>
                <a:ea typeface="+mn-ea"/>
                <a:cs typeface="+mn-cs"/>
              </a:rPr>
              <a:t>Detective helps you analyze, investigate, and quickly identify the root cause of security findings or suspicious activities. Detective automatically collects log data from your AWS resources. It then uses machine learning, statistical analysis, and graph theory to generate visualizations that help you to conduct faster and more efficient security investigations. The Detective prebuilt data aggregations, summaries, and context help you to quickly analyze and determine the nature and extent of possible security issues.</a:t>
            </a:r>
          </a:p>
          <a:p>
            <a:endParaRPr lang="en-US" b="0" i="0" kern="1200" dirty="0">
              <a:solidFill>
                <a:schemeClr val="tx1"/>
              </a:solidFill>
              <a:effectLst/>
              <a:latin typeface="Calibri" panose="020F0502020204030204" pitchFamily="34" charset="0"/>
              <a:ea typeface="+mn-ea"/>
              <a:cs typeface="+mn-cs"/>
            </a:endParaRPr>
          </a:p>
          <a:p>
            <a:r>
              <a:rPr lang="en-US" b="0" i="0" kern="1200" dirty="0">
                <a:solidFill>
                  <a:schemeClr val="tx1"/>
                </a:solidFill>
                <a:effectLst/>
                <a:latin typeface="Calibri" panose="020F0502020204030204" pitchFamily="34" charset="0"/>
                <a:ea typeface="+mn-ea"/>
                <a:cs typeface="+mn-cs"/>
              </a:rPr>
              <a:t>With Detective, you can access up to a year of historical event data. This data is available through a set of visualizations that show changes in the type and volume of activity over a selected time window. Detective links these changes to GuardDuty findings.</a:t>
            </a:r>
          </a:p>
          <a:p>
            <a:endParaRPr lang="en-US" b="0" i="0" kern="1200" dirty="0">
              <a:solidFill>
                <a:schemeClr val="tx1"/>
              </a:solidFill>
              <a:effectLst/>
              <a:latin typeface="Calibri" panose="020F0502020204030204" pitchFamily="34" charset="0"/>
              <a:ea typeface="+mn-ea"/>
              <a:cs typeface="+mn-cs"/>
            </a:endParaRPr>
          </a:p>
          <a:p>
            <a:r>
              <a:rPr lang="en-US" dirty="0">
                <a:solidFill>
                  <a:srgbClr val="000000"/>
                </a:solidFill>
                <a:latin typeface="Calibri" panose="020F0502020204030204" pitchFamily="34" charset="0"/>
              </a:rPr>
              <a:t>See the link provided on the course recourses page for more information on Detective.</a:t>
            </a:r>
            <a:endParaRPr lang="en-US" b="0" i="0" kern="1200" dirty="0">
              <a:solidFill>
                <a:schemeClr val="tx1"/>
              </a:solidFill>
              <a:effectLst/>
              <a:latin typeface="Calibri" panose="020F0502020204030204" pitchFamily="34" charset="0"/>
              <a:ea typeface="+mn-ea"/>
              <a:cs typeface="+mn-cs"/>
            </a:endParaRPr>
          </a:p>
        </p:txBody>
      </p:sp>
    </p:spTree>
    <p:extLst>
      <p:ext uri="{BB962C8B-B14F-4D97-AF65-F5344CB8AC3E}">
        <p14:creationId xmlns:p14="http://schemas.microsoft.com/office/powerpoint/2010/main" val="269167379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82</a:t>
            </a:fld>
            <a:r>
              <a:rPr lang="en-US" b="1" dirty="0">
                <a:latin typeface="Calibri" panose="020F0502020204030204" pitchFamily="34" charset="0"/>
              </a:rPr>
              <a:t> </a:t>
            </a:r>
          </a:p>
          <a:p>
            <a:r>
              <a:rPr lang="en-US" b="1" dirty="0">
                <a:latin typeface="Calibri" panose="020F0502020204030204" pitchFamily="34" charset="0"/>
              </a:rPr>
              <a:t>|Instructor notes</a:t>
            </a:r>
          </a:p>
          <a:p>
            <a:pPr marL="0" marR="0" lvl="0" indent="0" defTabSz="914400" rtl="0" eaLnBrk="1" fontAlgn="auto" latinLnBrk="0" hangingPunct="1">
              <a:buClrTx/>
              <a:buSzTx/>
              <a:buFontTx/>
              <a:buNone/>
              <a:tabLst/>
              <a:defRPr/>
            </a:pPr>
            <a:r>
              <a:rPr lang="en-US" dirty="0">
                <a:latin typeface="Calibri" panose="020F0502020204030204" pitchFamily="34" charset="0"/>
              </a:rPr>
              <a:t>|</a:t>
            </a:r>
            <a:r>
              <a:rPr lang="en-US" b="0" i="0" kern="1200" dirty="0">
                <a:solidFill>
                  <a:schemeClr val="tx1"/>
                </a:solidFill>
                <a:effectLst/>
                <a:latin typeface="Calibri" panose="020F0502020204030204" pitchFamily="34" charset="0"/>
                <a:ea typeface="+mn-ea"/>
                <a:cs typeface="+mn-cs"/>
              </a:rPr>
              <a:t>Use AWS Security Hub to automate security best practice checks, aggregate security alerts into a single place and format, and understand your overall security posture across all of your AWS accounts.</a:t>
            </a:r>
          </a:p>
          <a:p>
            <a:pPr marL="0" marR="0" lvl="0" indent="0" defTabSz="914400" rtl="0" eaLnBrk="1" fontAlgn="auto" latinLnBrk="0" hangingPunct="1">
              <a:buClrTx/>
              <a:buSzTx/>
              <a:buFontTx/>
              <a:buNone/>
              <a:tabLst/>
              <a:defRPr/>
            </a:pPr>
            <a:r>
              <a:rPr lang="en-US" b="0" i="0" kern="1200" dirty="0">
                <a:solidFill>
                  <a:schemeClr val="tx1"/>
                </a:solidFill>
                <a:effectLst/>
                <a:latin typeface="Calibri" panose="020F0502020204030204" pitchFamily="34" charset="0"/>
                <a:ea typeface="+mn-ea"/>
                <a:cs typeface="+mn-cs"/>
              </a:rPr>
              <a:t>|</a:t>
            </a:r>
            <a:endParaRPr lang="en-US" dirty="0">
              <a:solidFill>
                <a:srgbClr val="000000"/>
              </a:solidFill>
              <a:latin typeface="Calibri" panose="020F0502020204030204" pitchFamily="34" charset="0"/>
            </a:endParaRPr>
          </a:p>
          <a:p>
            <a:r>
              <a:rPr lang="en-US" b="1" dirty="0">
                <a:latin typeface="Calibri" panose="020F0502020204030204" pitchFamily="34" charset="0"/>
              </a:rPr>
              <a:t>|Student notes</a:t>
            </a:r>
          </a:p>
          <a:p>
            <a:r>
              <a:rPr lang="en-US" dirty="0">
                <a:solidFill>
                  <a:srgbClr val="000000"/>
                </a:solidFill>
                <a:latin typeface="Calibri" panose="020F0502020204030204" pitchFamily="34" charset="0"/>
              </a:rPr>
              <a:t>AWS Security Hub is a great place to start when discussing AWS services for security, identity, and compliance.</a:t>
            </a:r>
          </a:p>
          <a:p>
            <a:endParaRPr lang="en-US" b="1" dirty="0">
              <a:latin typeface="Calibri" panose="020F0502020204030204" pitchFamily="34" charset="0"/>
            </a:endParaRPr>
          </a:p>
          <a:p>
            <a:r>
              <a:rPr lang="en-US" dirty="0">
                <a:solidFill>
                  <a:srgbClr val="000000"/>
                </a:solidFill>
                <a:latin typeface="Calibri" panose="020F0502020204030204" pitchFamily="34" charset="0"/>
              </a:rPr>
              <a:t>Security Hub is a service that helps you monitor your cloud security posture through the use of automated, continuous security best practice checks against your AWS resources. Security Hub aggregates security alerts from various AWS services and third-party partner products and presents them in a standardized format, making it easier for you to act on the alerts. You can also use Security Hub to create automated response, remediation, and enrichment workflows by taking advantage of Security Hub integration with EventBridge. Security Hub provides a security score for each enabled standard and a total score for all accounts associated with your administrator account. This information can help you monitor your overall security posture.</a:t>
            </a:r>
          </a:p>
          <a:p>
            <a:endParaRPr lang="en-US" dirty="0">
              <a:solidFill>
                <a:srgbClr val="000000"/>
              </a:solidFill>
              <a:latin typeface="Calibri" panose="020F0502020204030204" pitchFamily="34" charset="0"/>
            </a:endParaRPr>
          </a:p>
          <a:p>
            <a:pPr marL="0" marR="0" lvl="0" defTabSz="914400" rtl="0" eaLnBrk="1" fontAlgn="auto" latinLnBrk="0" hangingPunct="1">
              <a:buClrTx/>
              <a:buSzTx/>
              <a:buFontTx/>
              <a:buNone/>
              <a:tabLst/>
              <a:defRPr/>
            </a:pPr>
            <a:r>
              <a:rPr kumimoji="0" lang="en-US"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See the link provided on the course resources page f</a:t>
            </a:r>
            <a:r>
              <a:rPr lang="en-US" dirty="0">
                <a:solidFill>
                  <a:srgbClr val="000000"/>
                </a:solidFill>
                <a:latin typeface="Calibri" panose="020F0502020204030204" pitchFamily="34" charset="0"/>
              </a:rPr>
              <a:t>or more information on Security Hub.</a:t>
            </a:r>
            <a:endParaRPr lang="en-US" b="1" dirty="0">
              <a:latin typeface="Calibri" panose="020F0502020204030204" pitchFamily="34" charset="0"/>
            </a:endParaRPr>
          </a:p>
        </p:txBody>
      </p:sp>
    </p:spTree>
    <p:extLst>
      <p:ext uri="{BB962C8B-B14F-4D97-AF65-F5344CB8AC3E}">
        <p14:creationId xmlns:p14="http://schemas.microsoft.com/office/powerpoint/2010/main" val="2745528984"/>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397500"/>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83</a:t>
            </a:fld>
            <a:r>
              <a:rPr lang="en-US" b="1" dirty="0">
                <a:latin typeface="Calibri" panose="020F0502020204030204" pitchFamily="34" charset="0"/>
              </a:rPr>
              <a:t> </a:t>
            </a:r>
          </a:p>
          <a:p>
            <a:r>
              <a:rPr lang="en-US" b="1" dirty="0">
                <a:latin typeface="Calibri" panose="020F0502020204030204" pitchFamily="34" charset="0"/>
              </a:rPr>
              <a:t>|Instructor notes</a:t>
            </a:r>
          </a:p>
          <a:p>
            <a:pPr marL="0" marR="0" lvl="0" indent="0" defTabSz="914400" rtl="0" eaLnBrk="1" fontAlgn="auto" latinLnBrk="0" hangingPunct="1">
              <a:buClrTx/>
              <a:buSzTx/>
              <a:buFontTx/>
              <a:buNone/>
              <a:tabLst/>
              <a:defRPr/>
            </a:pPr>
            <a:r>
              <a:rPr lang="en-US" dirty="0">
                <a:latin typeface="Calibri" panose="020F0502020204030204" pitchFamily="34" charset="0"/>
              </a:rPr>
              <a:t>|</a:t>
            </a:r>
            <a:endParaRPr lang="en-US" dirty="0">
              <a:solidFill>
                <a:srgbClr val="000000"/>
              </a:solidFill>
              <a:latin typeface="Calibri" panose="020F0502020204030204" pitchFamily="34" charset="0"/>
            </a:endParaRPr>
          </a:p>
          <a:p>
            <a:r>
              <a:rPr lang="en-US" b="1" dirty="0">
                <a:latin typeface="Calibri" panose="020F0502020204030204" pitchFamily="34" charset="0"/>
              </a:rPr>
              <a:t>|Student notes</a:t>
            </a:r>
          </a:p>
          <a:p>
            <a:r>
              <a:rPr lang="en-US" b="0" i="0" kern="1200" dirty="0">
                <a:solidFill>
                  <a:schemeClr val="tx1"/>
                </a:solidFill>
                <a:effectLst/>
                <a:latin typeface="Calibri" panose="020F0502020204030204" pitchFamily="34" charset="0"/>
                <a:ea typeface="+mn-ea"/>
                <a:cs typeface="+mn-cs"/>
              </a:rPr>
              <a:t>AWS Trusted Advisor is not specific to security, but it provides security recommendations as part of its data. AWS Trusted Advisor is a service that </a:t>
            </a:r>
            <a:r>
              <a:rPr lang="en-US" dirty="0">
                <a:solidFill>
                  <a:srgbClr val="000000"/>
                </a:solidFill>
                <a:latin typeface="Calibri" panose="020F0502020204030204" pitchFamily="34" charset="0"/>
              </a:rPr>
              <a:t>provides recommendations that help you follow AWS best practices.</a:t>
            </a:r>
          </a:p>
          <a:p>
            <a:endParaRPr lang="en-US" dirty="0">
              <a:solidFill>
                <a:srgbClr val="000000"/>
              </a:solidFill>
              <a:latin typeface="Calibri" panose="020F0502020204030204" pitchFamily="34" charset="0"/>
            </a:endParaRPr>
          </a:p>
          <a:p>
            <a:r>
              <a:rPr lang="en-US" dirty="0">
                <a:solidFill>
                  <a:srgbClr val="000000"/>
                </a:solidFill>
                <a:latin typeface="Calibri" panose="020F0502020204030204" pitchFamily="34" charset="0"/>
              </a:rPr>
              <a:t>These best practices were learned from serving hundreds of thousands of AWS customers. Trusted Advisor evaluates your account by using checks based on five categories of AWS best practices. The checks identify ways to optimize your AWS infrastructure, improve security and performance, reduce costs, and monitor service quotas. </a:t>
            </a:r>
          </a:p>
          <a:p>
            <a:endParaRPr lang="en-US" dirty="0">
              <a:solidFill>
                <a:srgbClr val="000000"/>
              </a:solidFill>
              <a:latin typeface="Calibri" panose="020F0502020204030204" pitchFamily="34" charset="0"/>
            </a:endParaRPr>
          </a:p>
          <a:p>
            <a:r>
              <a:rPr lang="en-US" dirty="0">
                <a:solidFill>
                  <a:srgbClr val="000000"/>
                </a:solidFill>
                <a:latin typeface="Calibri" panose="020F0502020204030204" pitchFamily="34" charset="0"/>
              </a:rPr>
              <a:t>Assume you're the administrator of your organization's AWS account. You're looking for ways to optimize your account resources and improve your overall security posture, but the time it would take to do so manually would be prohibitive. Trusted Advisor can automate this process for you, providing you with recommendations for actions you can take to improve these areas. You can then follow the recommendations to optimize your resources and security posture.</a:t>
            </a:r>
          </a:p>
          <a:p>
            <a:endParaRPr lang="en-US" dirty="0">
              <a:solidFill>
                <a:srgbClr val="000000"/>
              </a:solidFill>
              <a:latin typeface="Calibri" panose="020F0502020204030204" pitchFamily="34" charset="0"/>
            </a:endParaRPr>
          </a:p>
          <a:p>
            <a:r>
              <a:rPr lang="en-US" dirty="0">
                <a:solidFill>
                  <a:srgbClr val="000000"/>
                </a:solidFill>
                <a:latin typeface="Calibri" panose="020F0502020204030204" pitchFamily="34" charset="0"/>
              </a:rPr>
              <a:t>Trusted Advisor is available in all AWS Support plans. AWS Basic Support and AWS Developer Support customers can access core security checks and all checks for service quotas. AWS Business Support and AWS Enterprise Support customers can access all checks, including cost optimization, security, fault tolerance, performance, and service quotas.</a:t>
            </a:r>
          </a:p>
          <a:p>
            <a:endParaRPr lang="en-US" dirty="0">
              <a:solidFill>
                <a:srgbClr val="000000"/>
              </a:solidFill>
              <a:latin typeface="Calibri" panose="020F0502020204030204" pitchFamily="34" charset="0"/>
            </a:endParaRPr>
          </a:p>
          <a:p>
            <a:pPr marL="0" marR="0" lvl="0" indent="0" defTabSz="914400" rtl="0" eaLnBrk="1" fontAlgn="auto" latinLnBrk="0" hangingPunct="1">
              <a:buClrTx/>
              <a:buSzTx/>
              <a:buFontTx/>
              <a:buNone/>
              <a:tabLst/>
              <a:defRPr/>
            </a:pPr>
            <a:r>
              <a:rPr lang="en-US" dirty="0">
                <a:solidFill>
                  <a:srgbClr val="000000"/>
                </a:solidFill>
                <a:latin typeface="Calibri" panose="020F0502020204030204" pitchFamily="34" charset="0"/>
              </a:rPr>
              <a:t>See the link provided on the course recourses page for more information on Trusted Advisor.</a:t>
            </a:r>
          </a:p>
        </p:txBody>
      </p:sp>
    </p:spTree>
    <p:extLst>
      <p:ext uri="{BB962C8B-B14F-4D97-AF65-F5344CB8AC3E}">
        <p14:creationId xmlns:p14="http://schemas.microsoft.com/office/powerpoint/2010/main" val="272387386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397500"/>
          </a:xfrm>
        </p:spPr>
        <p:txBody>
          <a:bodyPr/>
          <a:lstStyle/>
          <a:p>
            <a:pPr marL="0" marR="0" lvl="0" indent="0" defTabSz="914400" rtl="0" eaLnBrk="1" fontAlgn="auto" latinLnBrk="0" hangingPunct="1">
              <a:buClrTx/>
              <a:buSzTx/>
              <a:buFontTx/>
              <a:buNone/>
              <a:tabLst/>
              <a:defRPr/>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marR="0" lvl="0" indent="0" defTabSz="914400" rtl="0" eaLnBrk="1" fontAlgn="auto" latinLnBrk="0" hangingPunct="1">
                <a:buClrTx/>
                <a:buSzTx/>
                <a:buFontTx/>
                <a:buNone/>
                <a:tabLst/>
                <a:defRPr/>
              </a:pPr>
              <a:t>84</a:t>
            </a:fld>
            <a:r>
              <a:rPr lang="en-US" b="1" dirty="0">
                <a:latin typeface="Calibri" panose="020F0502020204030204" pitchFamily="34" charset="0"/>
              </a:rPr>
              <a:t> </a:t>
            </a:r>
          </a:p>
          <a:p>
            <a:r>
              <a:rPr lang="en-US" b="1" dirty="0">
                <a:solidFill>
                  <a:srgbClr val="000000"/>
                </a:solidFill>
                <a:latin typeface="Calibri" panose="020F0502020204030204" pitchFamily="34" charset="0"/>
              </a:rPr>
              <a:t>|Instructor notes</a:t>
            </a:r>
          </a:p>
          <a:p>
            <a:r>
              <a:rPr lang="en-US" b="1" dirty="0">
                <a:solidFill>
                  <a:srgbClr val="000000"/>
                </a:solidFill>
                <a:latin typeface="Calibri" panose="020F0502020204030204" pitchFamily="34" charset="0"/>
              </a:rPr>
              <a:t>|</a:t>
            </a:r>
          </a:p>
          <a:p>
            <a:r>
              <a:rPr lang="en-US" b="1" dirty="0">
                <a:solidFill>
                  <a:srgbClr val="000000"/>
                </a:solidFill>
                <a:latin typeface="Calibri" panose="020F0502020204030204" pitchFamily="34" charset="0"/>
              </a:rPr>
              <a:t>|Student notes</a:t>
            </a:r>
          </a:p>
          <a:p>
            <a:pPr marL="0" marR="0" lvl="0" indent="0" defTabSz="914400" rtl="0" eaLnBrk="1" fontAlgn="auto" latinLnBrk="0" hangingPunct="1">
              <a:buClrTx/>
              <a:buSzTx/>
              <a:buFontTx/>
              <a:buNone/>
              <a:tabLst/>
              <a:defRPr/>
            </a:pPr>
            <a:r>
              <a:rPr lang="en-US" dirty="0">
                <a:solidFill>
                  <a:srgbClr val="000000"/>
                </a:solidFill>
                <a:latin typeface="Calibri" panose="020F0502020204030204" pitchFamily="34" charset="0"/>
              </a:rPr>
              <a:t>These key takeaways summarize this section.</a:t>
            </a:r>
          </a:p>
        </p:txBody>
      </p:sp>
    </p:spTree>
    <p:extLst>
      <p:ext uri="{BB962C8B-B14F-4D97-AF65-F5344CB8AC3E}">
        <p14:creationId xmlns:p14="http://schemas.microsoft.com/office/powerpoint/2010/main" val="230720010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marR="0" lvl="0" indent="0" defTabSz="914400" rtl="0" eaLnBrk="1" fontAlgn="auto" latinLnBrk="0" hangingPunct="1">
              <a:buClrTx/>
              <a:buSzTx/>
              <a:buFontTx/>
              <a:buNone/>
              <a:tabLst/>
              <a:defRPr/>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marR="0" lvl="0" indent="0" defTabSz="914400" rtl="0" eaLnBrk="1" fontAlgn="auto" latinLnBrk="0" hangingPunct="1">
                <a:buClrTx/>
                <a:buSzTx/>
                <a:buFontTx/>
                <a:buNone/>
                <a:tabLst/>
                <a:defRPr/>
              </a:pPr>
              <a:t>85</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p>
          <a:p>
            <a:r>
              <a:rPr lang="en-US" dirty="0">
                <a:latin typeface="Calibri" panose="020F0502020204030204" pitchFamily="34" charset="0"/>
              </a:rPr>
              <a:t>This section summarizes what you have learned and brings the module to a close.</a:t>
            </a:r>
          </a:p>
        </p:txBody>
      </p:sp>
    </p:spTree>
    <p:extLst>
      <p:ext uri="{BB962C8B-B14F-4D97-AF65-F5344CB8AC3E}">
        <p14:creationId xmlns:p14="http://schemas.microsoft.com/office/powerpoint/2010/main" val="30906060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86</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p>
        </p:txBody>
      </p:sp>
    </p:spTree>
    <p:extLst>
      <p:ext uri="{BB962C8B-B14F-4D97-AF65-F5344CB8AC3E}">
        <p14:creationId xmlns:p14="http://schemas.microsoft.com/office/powerpoint/2010/main" val="4187601608"/>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87</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p>
          <a:p>
            <a:r>
              <a:rPr lang="en-US" dirty="0">
                <a:latin typeface="Calibri" panose="020F0502020204030204" pitchFamily="34" charset="0"/>
              </a:rPr>
              <a:t>Use your online course to access the knowledge check for this module.</a:t>
            </a:r>
          </a:p>
        </p:txBody>
      </p:sp>
    </p:spTree>
    <p:extLst>
      <p:ext uri="{BB962C8B-B14F-4D97-AF65-F5344CB8AC3E}">
        <p14:creationId xmlns:p14="http://schemas.microsoft.com/office/powerpoint/2010/main" val="352056160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88</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|The key words section is animated to be revealed on click.</a:t>
            </a:r>
          </a:p>
          <a:p>
            <a:r>
              <a:rPr lang="en-US" dirty="0">
                <a:latin typeface="Calibri" panose="020F0502020204030204" pitchFamily="34" charset="0"/>
              </a:rPr>
              <a:t>|</a:t>
            </a:r>
          </a:p>
          <a:p>
            <a:r>
              <a:rPr lang="en-US" b="1" dirty="0">
                <a:latin typeface="Calibri" panose="020F0502020204030204" pitchFamily="34" charset="0"/>
              </a:rPr>
              <a:t>|Student notes</a:t>
            </a:r>
          </a:p>
        </p:txBody>
      </p:sp>
    </p:spTree>
    <p:extLst>
      <p:ext uri="{BB962C8B-B14F-4D97-AF65-F5344CB8AC3E}">
        <p14:creationId xmlns:p14="http://schemas.microsoft.com/office/powerpoint/2010/main" val="3360216270"/>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89</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p>
          <a:p>
            <a:r>
              <a:rPr lang="en-US" dirty="0">
                <a:latin typeface="Calibri" panose="020F0502020204030204" pitchFamily="34" charset="0"/>
              </a:rPr>
              <a:t>Use the key words that you identified on the previous slide, and review each of the possible responses to determine which one best addresses the question.</a:t>
            </a:r>
          </a:p>
        </p:txBody>
      </p:sp>
    </p:spTree>
    <p:extLst>
      <p:ext uri="{BB962C8B-B14F-4D97-AF65-F5344CB8AC3E}">
        <p14:creationId xmlns:p14="http://schemas.microsoft.com/office/powerpoint/2010/main" val="2059289944"/>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90</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p>
          <a:p>
            <a:pPr marL="0" marR="0" lvl="0" indent="0" defTabSz="914400" rtl="0" eaLnBrk="1" fontAlgn="auto" latinLnBrk="0" hangingPunct="1">
              <a:buClrTx/>
              <a:buSzTx/>
              <a:buFontTx/>
              <a:buNone/>
              <a:tabLst/>
              <a:defRPr/>
            </a:pPr>
            <a:r>
              <a:rPr lang="en-US" dirty="0">
                <a:latin typeface="Calibri" panose="020F0502020204030204" pitchFamily="34" charset="0"/>
              </a:rPr>
              <a:t>Choice A is not correct. </a:t>
            </a:r>
            <a:r>
              <a:rPr lang="en-US" dirty="0">
                <a:effectLst/>
                <a:latin typeface="Calibri" panose="020F0502020204030204" pitchFamily="34" charset="0"/>
              </a:rPr>
              <a:t>SCPs cannot be attached to a role.</a:t>
            </a:r>
          </a:p>
          <a:p>
            <a:endParaRPr lang="en-US" dirty="0">
              <a:latin typeface="Calibri" panose="020F0502020204030204" pitchFamily="34" charset="0"/>
            </a:endParaRPr>
          </a:p>
          <a:p>
            <a:pPr marL="0" marR="0" lvl="0" indent="0" defTabSz="914400" rtl="0" eaLnBrk="1" fontAlgn="auto" latinLnBrk="0" hangingPunct="1">
              <a:buClrTx/>
              <a:buSzTx/>
              <a:buFontTx/>
              <a:buNone/>
              <a:tabLst/>
              <a:defRPr/>
            </a:pPr>
            <a:r>
              <a:rPr lang="en-US" dirty="0">
                <a:latin typeface="Calibri" panose="020F0502020204030204" pitchFamily="34" charset="0"/>
              </a:rPr>
              <a:t>Choice B </a:t>
            </a:r>
            <a:r>
              <a:rPr lang="en-US" dirty="0">
                <a:solidFill>
                  <a:srgbClr val="232F3E"/>
                </a:solidFill>
                <a:latin typeface="Calibri" panose="020F0502020204030204" pitchFamily="34" charset="0"/>
              </a:rPr>
              <a:t>is incorrect.</a:t>
            </a:r>
            <a:r>
              <a:rPr lang="en-US" dirty="0">
                <a:latin typeface="Calibri" panose="020F0502020204030204" pitchFamily="34" charset="0"/>
              </a:rPr>
              <a:t> </a:t>
            </a:r>
            <a:r>
              <a:rPr lang="en-US" dirty="0">
                <a:effectLst/>
                <a:latin typeface="Calibri" panose="020F0502020204030204" pitchFamily="34" charset="0"/>
              </a:rPr>
              <a:t>An IAM policy cannot be attached to an organizational unit.</a:t>
            </a:r>
          </a:p>
          <a:p>
            <a:pPr marL="0" marR="0" lvl="0" indent="0" defTabSz="914400" rtl="0" eaLnBrk="1" fontAlgn="auto" latinLnBrk="0" hangingPunct="1">
              <a:buClrTx/>
              <a:buSzTx/>
              <a:buFontTx/>
              <a:buNone/>
              <a:tabLst/>
              <a:defRPr/>
            </a:pPr>
            <a:endParaRPr lang="en-US" dirty="0">
              <a:effectLst/>
              <a:latin typeface="Calibri" panose="020F0502020204030204" pitchFamily="34" charset="0"/>
            </a:endParaRPr>
          </a:p>
          <a:p>
            <a:pPr marL="0" marR="0" lvl="0" indent="0" defTabSz="914400" rtl="0" eaLnBrk="1" fontAlgn="auto" latinLnBrk="0" hangingPunct="1">
              <a:buClrTx/>
              <a:buSzTx/>
              <a:buFontTx/>
              <a:buNone/>
              <a:tabLst/>
              <a:defRPr/>
            </a:pPr>
            <a:r>
              <a:rPr lang="en-US" dirty="0">
                <a:latin typeface="Calibri" panose="020F0502020204030204" pitchFamily="34" charset="0"/>
              </a:rPr>
              <a:t>Choice E is incorrect</a:t>
            </a:r>
            <a:r>
              <a:rPr lang="en-US">
                <a:latin typeface="Calibri" panose="020F0502020204030204" pitchFamily="34" charset="0"/>
              </a:rPr>
              <a:t>. </a:t>
            </a:r>
            <a:r>
              <a:rPr lang="en-US">
                <a:effectLst/>
                <a:latin typeface="Calibri" panose="020F0502020204030204" pitchFamily="34" charset="0"/>
              </a:rPr>
              <a:t>SCPs </a:t>
            </a:r>
            <a:r>
              <a:rPr lang="en-US" dirty="0">
                <a:effectLst/>
                <a:latin typeface="Calibri" panose="020F0502020204030204" pitchFamily="34" charset="0"/>
              </a:rPr>
              <a:t>cannot be created in a member account and cannot be attached to a role.</a:t>
            </a:r>
          </a:p>
          <a:p>
            <a:endParaRPr lang="en-US" dirty="0">
              <a:latin typeface="Calibri" panose="020F0502020204030204" pitchFamily="34" charset="0"/>
            </a:endParaRPr>
          </a:p>
          <a:p>
            <a:pPr marL="0" marR="0" lvl="0" indent="0" defTabSz="914400" rtl="0" eaLnBrk="1" fontAlgn="auto" latinLnBrk="0" hangingPunct="1">
              <a:buClrTx/>
              <a:buSzTx/>
              <a:buFontTx/>
              <a:buNone/>
              <a:tabLst/>
              <a:defRPr/>
            </a:pPr>
            <a:r>
              <a:rPr lang="en-US" dirty="0">
                <a:latin typeface="Calibri" panose="020F0502020204030204" pitchFamily="34" charset="0"/>
              </a:rPr>
              <a:t>Choice C is correct. </a:t>
            </a:r>
            <a:r>
              <a:rPr lang="en-US" dirty="0">
                <a:effectLst/>
                <a:latin typeface="Calibri" panose="020F0502020204030204" pitchFamily="34" charset="0"/>
              </a:rPr>
              <a:t>The SCP limits the list of services available to testers to Amazon EC2 and Amazon RDS.</a:t>
            </a:r>
          </a:p>
          <a:p>
            <a:endParaRPr lang="en-US" dirty="0">
              <a:latin typeface="Calibri" panose="020F0502020204030204" pitchFamily="34" charset="0"/>
            </a:endParaRPr>
          </a:p>
          <a:p>
            <a:pPr marL="0" marR="0" lvl="0" indent="0" defTabSz="914400" rtl="0" eaLnBrk="1" fontAlgn="auto" latinLnBrk="0" hangingPunct="1">
              <a:buClrTx/>
              <a:buSzTx/>
              <a:buFont typeface="Arial" panose="020B0604020202020204" pitchFamily="34" charset="0"/>
              <a:buNone/>
              <a:tabLst/>
              <a:defRPr/>
            </a:pPr>
            <a:r>
              <a:rPr lang="en-US" dirty="0">
                <a:latin typeface="Calibri" panose="020F0502020204030204" pitchFamily="34" charset="0"/>
              </a:rPr>
              <a:t>Choice D is correct. </a:t>
            </a:r>
            <a:r>
              <a:rPr lang="en-US" dirty="0">
                <a:effectLst/>
                <a:latin typeface="Calibri" panose="020F0502020204030204" pitchFamily="34" charset="0"/>
              </a:rPr>
              <a:t>The IAM policy grants the specific permissions for each of the two services.</a:t>
            </a:r>
            <a:endParaRPr lang="en-US" dirty="0">
              <a:latin typeface="Calibri" panose="020F0502020204030204" pitchFamily="34" charset="0"/>
            </a:endParaRPr>
          </a:p>
        </p:txBody>
      </p:sp>
    </p:spTree>
    <p:extLst>
      <p:ext uri="{BB962C8B-B14F-4D97-AF65-F5344CB8AC3E}">
        <p14:creationId xmlns:p14="http://schemas.microsoft.com/office/powerpoint/2010/main" val="963789023"/>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397500"/>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91</a:t>
            </a:fld>
            <a:r>
              <a:rPr lang="en-US" b="1" dirty="0">
                <a:latin typeface="Calibri" panose="020F0502020204030204" pitchFamily="34" charset="0"/>
              </a:rPr>
              <a:t> </a:t>
            </a:r>
          </a:p>
          <a:p>
            <a:pPr marL="0" marR="0" lvl="0" indent="0" defTabSz="914400" rtl="0" eaLnBrk="1" fontAlgn="auto" latinLnBrk="0" hangingPunct="1">
              <a:buClrTx/>
              <a:buSzTx/>
              <a:buFontTx/>
              <a:buNone/>
              <a:tabLst/>
              <a:defRPr/>
            </a:pPr>
            <a:r>
              <a:rPr lang="en-US" b="1" dirty="0">
                <a:latin typeface="Calibri" panose="020F0502020204030204" pitchFamily="34" charset="0"/>
              </a:rPr>
              <a:t>|Instructor notes</a:t>
            </a:r>
          </a:p>
          <a:p>
            <a:pPr marL="0" marR="0" lvl="0" indent="0" defTabSz="914400" rtl="0" eaLnBrk="1" fontAlgn="auto" latinLnBrk="0" hangingPunct="1">
              <a:buClrTx/>
              <a:buSzTx/>
              <a:buFontTx/>
              <a:buNone/>
              <a:tabLst/>
              <a:defRPr/>
            </a:pPr>
            <a:r>
              <a:rPr lang="en-US" dirty="0">
                <a:latin typeface="Calibri" panose="020F0502020204030204" pitchFamily="34" charset="0"/>
              </a:rPr>
              <a:t>|</a:t>
            </a:r>
          </a:p>
          <a:p>
            <a:pPr marL="0" marR="0" lvl="0" indent="0" defTabSz="914400" rtl="0" eaLnBrk="1" fontAlgn="auto" latinLnBrk="0" hangingPunct="1">
              <a:buClrTx/>
              <a:buSzTx/>
              <a:buFontTx/>
              <a:buNone/>
              <a:tabLst/>
              <a:defRPr/>
            </a:pPr>
            <a:r>
              <a:rPr lang="en-US" b="1" dirty="0">
                <a:latin typeface="Calibri" panose="020F0502020204030204" pitchFamily="34" charset="0"/>
              </a:rPr>
              <a:t>|Student notes</a:t>
            </a:r>
          </a:p>
          <a:p>
            <a:pPr marL="0" marR="0" lvl="0" indent="0" defTabSz="914400" rtl="0" eaLnBrk="1" fontAlgn="auto" latinLnBrk="0" hangingPunct="1">
              <a:buClrTx/>
              <a:buSzTx/>
              <a:buFontTx/>
              <a:buNone/>
              <a:tabLst/>
              <a:defRPr/>
            </a:pPr>
            <a:r>
              <a:rPr lang="en-US" dirty="0">
                <a:latin typeface="Calibri" panose="020F0502020204030204" pitchFamily="34" charset="0"/>
              </a:rPr>
              <a:t>That concludes this module. The Content Resources page of your course includes links to additional resources that are related to this module.</a:t>
            </a:r>
          </a:p>
        </p:txBody>
      </p:sp>
    </p:spTree>
    <p:extLst>
      <p:ext uri="{BB962C8B-B14F-4D97-AF65-F5344CB8AC3E}">
        <p14:creationId xmlns:p14="http://schemas.microsoft.com/office/powerpoint/2010/main" val="350681256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1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1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14.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14.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Master" Target="../slideMasters/slideMaster1.xml"/><Relationship Id="rId1" Type="http://schemas.openxmlformats.org/officeDocument/2006/relationships/tags" Target="../tags/tag23.xml"/><Relationship Id="rId4" Type="http://schemas.openxmlformats.org/officeDocument/2006/relationships/image" Target="../media/image14.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26.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Master" Target="../slideMasters/slideMaster1.xml"/><Relationship Id="rId1" Type="http://schemas.openxmlformats.org/officeDocument/2006/relationships/tags" Target="../tags/tag30.xml"/><Relationship Id="rId4" Type="http://schemas.openxmlformats.org/officeDocument/2006/relationships/image" Target="../media/image14.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Master" Target="../slideMasters/slideMaster1.xml"/><Relationship Id="rId1" Type="http://schemas.openxmlformats.org/officeDocument/2006/relationships/tags" Target="../tags/tag31.xml"/><Relationship Id="rId4" Type="http://schemas.openxmlformats.org/officeDocument/2006/relationships/image" Target="../media/image14.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32.xml"/><Relationship Id="rId4" Type="http://schemas.openxmlformats.org/officeDocument/2006/relationships/image" Target="../media/image20.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33.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35.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Master" Target="../slideMasters/slideMaster1.xml"/><Relationship Id="rId1" Type="http://schemas.openxmlformats.org/officeDocument/2006/relationships/tags" Target="../tags/tag36.xml"/><Relationship Id="rId4" Type="http://schemas.openxmlformats.org/officeDocument/2006/relationships/image" Target="../media/image14.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37.xml"/></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8.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0.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Master" Target="../slideMasters/slideMaster1.xml"/><Relationship Id="rId1" Type="http://schemas.openxmlformats.org/officeDocument/2006/relationships/tags" Target="../tags/tag41.xml"/><Relationship Id="rId4" Type="http://schemas.openxmlformats.org/officeDocument/2006/relationships/image" Target="../media/image12.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Master" Target="../slideMasters/slideMaster1.xml"/><Relationship Id="rId1" Type="http://schemas.openxmlformats.org/officeDocument/2006/relationships/tags" Target="../tags/tag4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Master" Target="../slideMasters/slideMaster1.xml"/><Relationship Id="rId1" Type="http://schemas.openxmlformats.org/officeDocument/2006/relationships/tags" Target="../tags/tag43.xml"/><Relationship Id="rId4" Type="http://schemas.openxmlformats.org/officeDocument/2006/relationships/image" Target="../media/image12.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Master" Target="../slideMasters/slideMaster1.xml"/><Relationship Id="rId1" Type="http://schemas.openxmlformats.org/officeDocument/2006/relationships/tags" Target="../tags/tag44.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Master" Target="../slideMasters/slideMaster1.xml"/><Relationship Id="rId1" Type="http://schemas.openxmlformats.org/officeDocument/2006/relationships/tags" Target="../tags/tag45.xml"/><Relationship Id="rId4" Type="http://schemas.openxmlformats.org/officeDocument/2006/relationships/image" Target="../media/image12.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Master" Target="../slideMasters/slideMaster1.xml"/><Relationship Id="rId1" Type="http://schemas.openxmlformats.org/officeDocument/2006/relationships/tags" Target="../tags/tag46.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Master" Target="../slideMasters/slideMaster1.xml"/><Relationship Id="rId1" Type="http://schemas.openxmlformats.org/officeDocument/2006/relationships/tags" Target="../tags/tag47.xml"/><Relationship Id="rId4" Type="http://schemas.openxmlformats.org/officeDocument/2006/relationships/image" Target="../media/image12.pn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Master" Target="../slideMasters/slideMaster1.xml"/><Relationship Id="rId1" Type="http://schemas.openxmlformats.org/officeDocument/2006/relationships/tags" Target="../tags/tag48.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Master" Target="../slideMasters/slideMaster1.xml"/><Relationship Id="rId1" Type="http://schemas.openxmlformats.org/officeDocument/2006/relationships/tags" Target="../tags/tag49.xml"/><Relationship Id="rId4" Type="http://schemas.openxmlformats.org/officeDocument/2006/relationships/image" Target="../media/image12.pn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Master" Target="../slideMasters/slideMaster1.xml"/><Relationship Id="rId1" Type="http://schemas.openxmlformats.org/officeDocument/2006/relationships/tags" Target="../tags/tag50.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5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slideMaster" Target="../slideMasters/slideMaster1.xml"/><Relationship Id="rId1" Type="http://schemas.openxmlformats.org/officeDocument/2006/relationships/tags" Target="../tags/tag5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53.xml"/><Relationship Id="rId4" Type="http://schemas.openxmlformats.org/officeDocument/2006/relationships/image" Target="../media/image4.png"/></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Master" Target="../slideMasters/slideMaster2.xml"/><Relationship Id="rId1" Type="http://schemas.openxmlformats.org/officeDocument/2006/relationships/tags" Target="../tags/tag56.xml"/><Relationship Id="rId4" Type="http://schemas.openxmlformats.org/officeDocument/2006/relationships/image" Target="../media/image12.png"/></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2.xml"/><Relationship Id="rId1" Type="http://schemas.openxmlformats.org/officeDocument/2006/relationships/tags" Target="../tags/tag57.xml"/><Relationship Id="rId4" Type="http://schemas.openxmlformats.org/officeDocument/2006/relationships/image" Target="../media/image12.png"/></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2.xml"/><Relationship Id="rId1" Type="http://schemas.openxmlformats.org/officeDocument/2006/relationships/tags" Target="../tags/tag58.xml"/><Relationship Id="rId4" Type="http://schemas.openxmlformats.org/officeDocument/2006/relationships/image" Target="../media/image12.png"/></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2.xml"/><Relationship Id="rId1" Type="http://schemas.openxmlformats.org/officeDocument/2006/relationships/tags" Target="../tags/tag59.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2.xml"/><Relationship Id="rId1" Type="http://schemas.openxmlformats.org/officeDocument/2006/relationships/tags" Target="../tags/tag60.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2.xml"/><Relationship Id="rId1" Type="http://schemas.openxmlformats.org/officeDocument/2006/relationships/tags" Target="../tags/tag61.xml"/></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6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2.xml"/><Relationship Id="rId1" Type="http://schemas.openxmlformats.org/officeDocument/2006/relationships/tags" Target="../tags/tag63.xml"/><Relationship Id="rId4" Type="http://schemas.openxmlformats.org/officeDocument/2006/relationships/image" Target="../media/image16.png"/></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2.xml"/><Relationship Id="rId1" Type="http://schemas.openxmlformats.org/officeDocument/2006/relationships/tags" Target="../tags/tag64.xml"/><Relationship Id="rId4" Type="http://schemas.openxmlformats.org/officeDocument/2006/relationships/image" Target="../media/image16.png"/></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2.xml"/><Relationship Id="rId1" Type="http://schemas.openxmlformats.org/officeDocument/2006/relationships/tags" Target="../tags/tag65.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2.xml"/><Relationship Id="rId1" Type="http://schemas.openxmlformats.org/officeDocument/2006/relationships/tags" Target="../tags/tag66.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2.xml"/><Relationship Id="rId1" Type="http://schemas.openxmlformats.org/officeDocument/2006/relationships/tags" Target="../tags/tag67.xml"/></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68.xml"/></Relationships>
</file>

<file path=ppt/slideLayouts/_rels/slideLayout7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69.xml"/></Relationships>
</file>

<file path=ppt/slideLayouts/_rels/slideLayout8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70.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2.xml"/><Relationship Id="rId1" Type="http://schemas.openxmlformats.org/officeDocument/2006/relationships/tags" Target="../tags/tag71.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2.xml"/><Relationship Id="rId1" Type="http://schemas.openxmlformats.org/officeDocument/2006/relationships/tags" Target="../tags/tag72.xml"/></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73.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2.xml"/><Relationship Id="rId1" Type="http://schemas.openxmlformats.org/officeDocument/2006/relationships/tags" Target="../tags/tag74.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2.xml"/><Relationship Id="rId1" Type="http://schemas.openxmlformats.org/officeDocument/2006/relationships/tags" Target="../tags/tag75.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2.xml"/><Relationship Id="rId1" Type="http://schemas.openxmlformats.org/officeDocument/2006/relationships/tags" Target="../tags/tag76.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2.xml"/><Relationship Id="rId1" Type="http://schemas.openxmlformats.org/officeDocument/2006/relationships/tags" Target="../tags/tag77.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2.xml"/><Relationship Id="rId1" Type="http://schemas.openxmlformats.org/officeDocument/2006/relationships/tags" Target="../tags/tag78.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2.xml"/><Relationship Id="rId1" Type="http://schemas.openxmlformats.org/officeDocument/2006/relationships/tags" Target="../tags/tag79.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2.xml"/><Relationship Id="rId1" Type="http://schemas.openxmlformats.org/officeDocument/2006/relationships/tags" Target="../tags/tag80.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2.xml"/><Relationship Id="rId1" Type="http://schemas.openxmlformats.org/officeDocument/2006/relationships/tags" Target="../tags/tag81.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2.xml"/><Relationship Id="rId1" Type="http://schemas.openxmlformats.org/officeDocument/2006/relationships/tags" Target="../tags/tag82.xml"/></Relationships>
</file>

<file path=ppt/slideLayouts/_rels/slideLayout9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83.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Master" Target="../slideMasters/slideMaster2.xml"/><Relationship Id="rId1" Type="http://schemas.openxmlformats.org/officeDocument/2006/relationships/tags" Target="../tags/tag84.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2.xml"/><Relationship Id="rId1" Type="http://schemas.openxmlformats.org/officeDocument/2006/relationships/tags" Target="../tags/tag85.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2.xml"/><Relationship Id="rId1" Type="http://schemas.openxmlformats.org/officeDocument/2006/relationships/tags" Target="../tags/tag86.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2.xml"/><Relationship Id="rId1" Type="http://schemas.openxmlformats.org/officeDocument/2006/relationships/tags" Target="../tags/tag87.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2.xml"/><Relationship Id="rId1" Type="http://schemas.openxmlformats.org/officeDocument/2006/relationships/tags" Target="../tags/tag88.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2.xml"/><Relationship Id="rId1" Type="http://schemas.openxmlformats.org/officeDocument/2006/relationships/tags" Target="../tags/tag89.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2.xml"/><Relationship Id="rId1" Type="http://schemas.openxmlformats.org/officeDocument/2006/relationships/tags" Target="../tags/tag90.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2.xml"/><Relationship Id="rId1" Type="http://schemas.openxmlformats.org/officeDocument/2006/relationships/tags" Target="../tags/tag91.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2.xml"/><Relationship Id="rId1" Type="http://schemas.openxmlformats.org/officeDocument/2006/relationships/tags" Target="../tags/tag92.xml"/></Relationships>
</file>

<file path=ppt/slideLayouts/_rels/slideLayout10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93.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2.xml"/><Relationship Id="rId1" Type="http://schemas.openxmlformats.org/officeDocument/2006/relationships/tags" Target="../tags/tag94.xml"/></Relationships>
</file>

<file path=ppt/slideLayouts/_rels/slideLayout10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95.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Master" Target="../slideMasters/slideMaster2.xml"/><Relationship Id="rId1" Type="http://schemas.openxmlformats.org/officeDocument/2006/relationships/tags" Target="../tags/tag96.xml"/><Relationship Id="rId4" Type="http://schemas.openxmlformats.org/officeDocument/2006/relationships/image" Target="../media/image12.png"/></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Master" Target="../slideMasters/slideMaster2.xml"/><Relationship Id="rId1" Type="http://schemas.openxmlformats.org/officeDocument/2006/relationships/tags" Target="../tags/tag97.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Master" Target="../slideMasters/slideMaster2.xml"/><Relationship Id="rId1" Type="http://schemas.openxmlformats.org/officeDocument/2006/relationships/tags" Target="../tags/tag98.xml"/><Relationship Id="rId4" Type="http://schemas.openxmlformats.org/officeDocument/2006/relationships/image" Target="../media/image12.png"/></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Master" Target="../slideMasters/slideMaster2.xml"/><Relationship Id="rId1" Type="http://schemas.openxmlformats.org/officeDocument/2006/relationships/tags" Target="../tags/tag99.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Master" Target="../slideMasters/slideMaster2.xml"/><Relationship Id="rId1" Type="http://schemas.openxmlformats.org/officeDocument/2006/relationships/tags" Target="../tags/tag100.xml"/><Relationship Id="rId4" Type="http://schemas.openxmlformats.org/officeDocument/2006/relationships/image" Target="../media/image12.png"/></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Master" Target="../slideMasters/slideMaster2.xml"/><Relationship Id="rId1" Type="http://schemas.openxmlformats.org/officeDocument/2006/relationships/tags" Target="../tags/tag101.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Master" Target="../slideMasters/slideMaster2.xml"/><Relationship Id="rId1" Type="http://schemas.openxmlformats.org/officeDocument/2006/relationships/tags" Target="../tags/tag102.xml"/><Relationship Id="rId4" Type="http://schemas.openxmlformats.org/officeDocument/2006/relationships/image" Target="../media/image12.png"/></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Master" Target="../slideMasters/slideMaster2.xml"/><Relationship Id="rId1" Type="http://schemas.openxmlformats.org/officeDocument/2006/relationships/tags" Target="../tags/tag103.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Master" Target="../slideMasters/slideMaster2.xml"/><Relationship Id="rId1" Type="http://schemas.openxmlformats.org/officeDocument/2006/relationships/tags" Target="../tags/tag104.xml"/><Relationship Id="rId4" Type="http://schemas.openxmlformats.org/officeDocument/2006/relationships/image" Target="../media/image12.png"/></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Master" Target="../slideMasters/slideMaster2.xml"/><Relationship Id="rId1" Type="http://schemas.openxmlformats.org/officeDocument/2006/relationships/tags" Target="../tags/tag105.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2.xml"/><Relationship Id="rId1" Type="http://schemas.openxmlformats.org/officeDocument/2006/relationships/tags" Target="../tags/tag106.xml"/></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slideMaster" Target="../slideMasters/slideMaster2.xml"/><Relationship Id="rId1" Type="http://schemas.openxmlformats.org/officeDocument/2006/relationships/tags" Target="../tags/tag107.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2.xml"/><Relationship Id="rId1" Type="http://schemas.openxmlformats.org/officeDocument/2006/relationships/tags" Target="../tags/tag108.xml"/><Relationship Id="rId4" Type="http://schemas.openxmlformats.org/officeDocument/2006/relationships/image" Target="../media/image12.png"/></Relationships>
</file>

<file path=ppt/slideLayouts/_rels/slideLayout1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09.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1D95C62C-EA11-4B27-9639-F8BCE11725B6}"/>
              </a:ext>
            </a:extLst>
          </p:cNvPr>
          <p:cNvSpPr>
            <a:spLocks noGrp="1"/>
          </p:cNvSpPr>
          <p:nvPr>
            <p:ph type="title" idx="1" hasCustomPrompt="1"/>
          </p:nvPr>
        </p:nvSpPr>
        <p:spPr>
          <a:xfrm>
            <a:off x="457200" y="1051560"/>
            <a:ext cx="11375136" cy="1673352"/>
          </a:xfrm>
        </p:spPr>
        <p:txBody>
          <a:bodyPr anchor="b">
            <a:normAutofit/>
          </a:bodyPr>
          <a:lstStyle>
            <a:lvl1pPr algn="l">
              <a:spcBef>
                <a:spcPts val="0"/>
              </a:spcBef>
              <a:spcAft>
                <a:spcPts val="0"/>
              </a:spcAft>
              <a:defRPr sz="4800">
                <a:solidFill>
                  <a:schemeClr val="bg1"/>
                </a:solidFill>
                <a:latin typeface="Amazon Ember Display Heavy"/>
              </a:defRPr>
            </a:lvl1pPr>
          </a:lstStyle>
          <a:p>
            <a:r>
              <a:rPr lang="en-US" dirty="0"/>
              <a:t>Enter Module Title</a:t>
            </a:r>
          </a:p>
        </p:txBody>
      </p:sp>
      <p:sp>
        <p:nvSpPr>
          <p:cNvPr id="2" name="Subtitle">
            <a:extLst>
              <a:ext uri="{FF2B5EF4-FFF2-40B4-BE49-F238E27FC236}">
                <a16:creationId xmlns:a16="http://schemas.microsoft.com/office/drawing/2014/main" id="{5306A075-06B6-4644-A82F-DAE4D29918FB}"/>
              </a:ext>
            </a:extLst>
          </p:cNvPr>
          <p:cNvSpPr>
            <a:spLocks noGrp="1"/>
          </p:cNvSpPr>
          <p:nvPr>
            <p:ph type="body" idx="2" hasCustomPrompt="1"/>
          </p:nvPr>
        </p:nvSpPr>
        <p:spPr>
          <a:xfrm>
            <a:off x="457200" y="2772920"/>
            <a:ext cx="5500255" cy="1755648"/>
          </a:xfrm>
        </p:spPr>
        <p:txBody>
          <a:bodyPr>
            <a:normAutofit/>
          </a:bodyPr>
          <a:lstStyle>
            <a:lvl1pPr marL="0" indent="0" algn="l">
              <a:spcBef>
                <a:spcPts val="0"/>
              </a:spcBef>
              <a:spcAft>
                <a:spcPts val="0"/>
              </a:spcAft>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Course Title</a:t>
            </a:r>
          </a:p>
        </p:txBody>
      </p:sp>
      <p:pic>
        <p:nvPicPr>
          <p:cNvPr id="4" name="Copyright2">
            <a:extLst>
              <a:ext uri="{FF2B5EF4-FFF2-40B4-BE49-F238E27FC236}">
                <a16:creationId xmlns:a16="http://schemas.microsoft.com/office/drawing/2014/main" id="{A2C3C3E5-7849-41DF-885A-361FFB68A8BE}"/>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3799983" y="6468531"/>
            <a:ext cx="4610100" cy="267127"/>
          </a:xfrm>
          <a:prstGeom prst="rect">
            <a:avLst/>
          </a:prstGeom>
        </p:spPr>
      </p:pic>
    </p:spTree>
    <p:extLst>
      <p:ext uri="{BB962C8B-B14F-4D97-AF65-F5344CB8AC3E}">
        <p14:creationId xmlns:p14="http://schemas.microsoft.com/office/powerpoint/2010/main" val="34603198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Varia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1D95C62C-EA11-4B27-9639-F8BCE11725B6}"/>
              </a:ext>
            </a:extLst>
          </p:cNvPr>
          <p:cNvSpPr>
            <a:spLocks noGrp="1"/>
          </p:cNvSpPr>
          <p:nvPr>
            <p:ph type="title" idx="1" hasCustomPrompt="1"/>
          </p:nvPr>
        </p:nvSpPr>
        <p:spPr>
          <a:xfrm>
            <a:off x="457200" y="2503472"/>
            <a:ext cx="8946292" cy="1673352"/>
          </a:xfrm>
        </p:spPr>
        <p:txBody>
          <a:bodyPr anchor="b">
            <a:normAutofit/>
          </a:bodyPr>
          <a:lstStyle>
            <a:lvl1pPr algn="l">
              <a:spcBef>
                <a:spcPts val="0"/>
              </a:spcBef>
              <a:spcAft>
                <a:spcPts val="0"/>
              </a:spcAft>
              <a:defRPr sz="4800">
                <a:solidFill>
                  <a:schemeClr val="bg1"/>
                </a:solidFill>
                <a:latin typeface="Amazon Ember Display Heavy"/>
              </a:defRPr>
            </a:lvl1pPr>
          </a:lstStyle>
          <a:p>
            <a:r>
              <a:rPr lang="en-US" dirty="0"/>
              <a:t>Enter Module Title</a:t>
            </a:r>
          </a:p>
        </p:txBody>
      </p:sp>
      <p:sp>
        <p:nvSpPr>
          <p:cNvPr id="2" name="Subtitle">
            <a:extLst>
              <a:ext uri="{FF2B5EF4-FFF2-40B4-BE49-F238E27FC236}">
                <a16:creationId xmlns:a16="http://schemas.microsoft.com/office/drawing/2014/main" id="{5306A075-06B6-4644-A82F-DAE4D29918FB}"/>
              </a:ext>
            </a:extLst>
          </p:cNvPr>
          <p:cNvSpPr>
            <a:spLocks noGrp="1"/>
          </p:cNvSpPr>
          <p:nvPr>
            <p:ph type="body" idx="2" hasCustomPrompt="1"/>
          </p:nvPr>
        </p:nvSpPr>
        <p:spPr>
          <a:xfrm>
            <a:off x="457200" y="4224832"/>
            <a:ext cx="8946292" cy="995898"/>
          </a:xfrm>
        </p:spPr>
        <p:txBody>
          <a:bodyPr>
            <a:normAutofit/>
          </a:bodyPr>
          <a:lstStyle>
            <a:lvl1pPr marL="0" indent="0" algn="l">
              <a:spcBef>
                <a:spcPts val="0"/>
              </a:spcBef>
              <a:spcAft>
                <a:spcPts val="0"/>
              </a:spcAft>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Course Title</a:t>
            </a:r>
          </a:p>
        </p:txBody>
      </p:sp>
      <p:pic>
        <p:nvPicPr>
          <p:cNvPr id="4" name="Copyright2">
            <a:extLst>
              <a:ext uri="{FF2B5EF4-FFF2-40B4-BE49-F238E27FC236}">
                <a16:creationId xmlns:a16="http://schemas.microsoft.com/office/drawing/2014/main" id="{D92B13EB-841E-4A00-B345-D5601EDE0664}"/>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extLst>
      <p:ext uri="{BB962C8B-B14F-4D97-AF65-F5344CB8AC3E}">
        <p14:creationId xmlns:p14="http://schemas.microsoft.com/office/powerpoint/2010/main" val="2836966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1D95C62C-EA11-4B27-9639-F8BCE11725B6}"/>
              </a:ext>
            </a:extLst>
          </p:cNvPr>
          <p:cNvSpPr>
            <a:spLocks noGrp="1"/>
          </p:cNvSpPr>
          <p:nvPr>
            <p:ph type="title" idx="1" hasCustomPrompt="1"/>
          </p:nvPr>
        </p:nvSpPr>
        <p:spPr>
          <a:xfrm>
            <a:off x="457200" y="2545492"/>
            <a:ext cx="6456405" cy="2446876"/>
          </a:xfrm>
        </p:spPr>
        <p:txBody>
          <a:bodyPr anchor="b">
            <a:normAutofit/>
          </a:bodyPr>
          <a:lstStyle>
            <a:lvl1pPr algn="l">
              <a:spcBef>
                <a:spcPts val="0"/>
              </a:spcBef>
              <a:spcAft>
                <a:spcPts val="0"/>
              </a:spcAft>
              <a:defRPr sz="4800">
                <a:solidFill>
                  <a:schemeClr val="bg1"/>
                </a:solidFill>
                <a:latin typeface="Amazon Ember Display Heavy"/>
              </a:defRPr>
            </a:lvl1pPr>
          </a:lstStyle>
          <a:p>
            <a:r>
              <a:rPr lang="en-US" dirty="0"/>
              <a:t>Enter section title</a:t>
            </a:r>
          </a:p>
        </p:txBody>
      </p:sp>
      <p:sp>
        <p:nvSpPr>
          <p:cNvPr id="2" name="Subtitle">
            <a:extLst>
              <a:ext uri="{FF2B5EF4-FFF2-40B4-BE49-F238E27FC236}">
                <a16:creationId xmlns:a16="http://schemas.microsoft.com/office/drawing/2014/main" id="{5306A075-06B6-4644-A82F-DAE4D29918FB}"/>
              </a:ext>
            </a:extLst>
          </p:cNvPr>
          <p:cNvSpPr>
            <a:spLocks noGrp="1"/>
          </p:cNvSpPr>
          <p:nvPr>
            <p:ph type="body" idx="2" hasCustomPrompt="1"/>
          </p:nvPr>
        </p:nvSpPr>
        <p:spPr>
          <a:xfrm>
            <a:off x="457200" y="5040376"/>
            <a:ext cx="6456405" cy="995898"/>
          </a:xfrm>
        </p:spPr>
        <p:txBody>
          <a:bodyPr>
            <a:normAutofit/>
          </a:bodyPr>
          <a:lstStyle>
            <a:lvl1pPr marL="0" indent="0" algn="l">
              <a:spcBef>
                <a:spcPts val="0"/>
              </a:spcBef>
              <a:spcAft>
                <a:spcPts val="0"/>
              </a:spcAft>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Module Title</a:t>
            </a:r>
          </a:p>
        </p:txBody>
      </p:sp>
      <p:pic>
        <p:nvPicPr>
          <p:cNvPr id="6" name="Copyright2">
            <a:extLst>
              <a:ext uri="{FF2B5EF4-FFF2-40B4-BE49-F238E27FC236}">
                <a16:creationId xmlns:a16="http://schemas.microsoft.com/office/drawing/2014/main" id="{0D082EC7-0F32-4BFC-8B4A-CF754ECE0188}"/>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1151752" y="6446520"/>
            <a:ext cx="4610100" cy="311150"/>
          </a:xfrm>
          <a:prstGeom prst="rect">
            <a:avLst/>
          </a:prstGeom>
        </p:spPr>
      </p:pic>
    </p:spTree>
    <p:extLst>
      <p:ext uri="{BB962C8B-B14F-4D97-AF65-F5344CB8AC3E}">
        <p14:creationId xmlns:p14="http://schemas.microsoft.com/office/powerpoint/2010/main" val="22420256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ection Slide Variant">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1D95C62C-EA11-4B27-9639-F8BCE11725B6}"/>
              </a:ext>
            </a:extLst>
          </p:cNvPr>
          <p:cNvSpPr>
            <a:spLocks noGrp="1"/>
          </p:cNvSpPr>
          <p:nvPr>
            <p:ph type="title" idx="1" hasCustomPrompt="1"/>
          </p:nvPr>
        </p:nvSpPr>
        <p:spPr>
          <a:xfrm>
            <a:off x="457200" y="2545492"/>
            <a:ext cx="11375136" cy="2446876"/>
          </a:xfrm>
        </p:spPr>
        <p:txBody>
          <a:bodyPr anchor="b">
            <a:normAutofit/>
          </a:bodyPr>
          <a:lstStyle>
            <a:lvl1pPr algn="l">
              <a:spcBef>
                <a:spcPts val="0"/>
              </a:spcBef>
              <a:spcAft>
                <a:spcPts val="0"/>
              </a:spcAft>
              <a:defRPr sz="4800">
                <a:solidFill>
                  <a:schemeClr val="bg1"/>
                </a:solidFill>
                <a:latin typeface="Amazon Ember Display Heavy"/>
              </a:defRPr>
            </a:lvl1pPr>
          </a:lstStyle>
          <a:p>
            <a:r>
              <a:rPr lang="en-US" dirty="0"/>
              <a:t>Enter section title</a:t>
            </a:r>
          </a:p>
        </p:txBody>
      </p:sp>
      <p:sp>
        <p:nvSpPr>
          <p:cNvPr id="2" name="Subtitle">
            <a:extLst>
              <a:ext uri="{FF2B5EF4-FFF2-40B4-BE49-F238E27FC236}">
                <a16:creationId xmlns:a16="http://schemas.microsoft.com/office/drawing/2014/main" id="{5306A075-06B6-4644-A82F-DAE4D29918FB}"/>
              </a:ext>
            </a:extLst>
          </p:cNvPr>
          <p:cNvSpPr>
            <a:spLocks noGrp="1"/>
          </p:cNvSpPr>
          <p:nvPr>
            <p:ph type="subTitle" idx="2" hasCustomPrompt="1"/>
          </p:nvPr>
        </p:nvSpPr>
        <p:spPr>
          <a:xfrm>
            <a:off x="457200" y="5040376"/>
            <a:ext cx="11375136" cy="995898"/>
          </a:xfrm>
        </p:spPr>
        <p:txBody>
          <a:bodyPr>
            <a:normAutofit/>
          </a:bodyPr>
          <a:lstStyle>
            <a:lvl1pPr marL="0" indent="0" algn="l">
              <a:spcBef>
                <a:spcPts val="0"/>
              </a:spcBef>
              <a:spcAft>
                <a:spcPts val="0"/>
              </a:spcAft>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Module Title</a:t>
            </a:r>
          </a:p>
        </p:txBody>
      </p:sp>
      <p:pic>
        <p:nvPicPr>
          <p:cNvPr id="6" name="Copyright1">
            <a:extLst>
              <a:ext uri="{FF2B5EF4-FFF2-40B4-BE49-F238E27FC236}">
                <a16:creationId xmlns:a16="http://schemas.microsoft.com/office/drawing/2014/main" id="{778EE4E8-00C6-48DD-8835-1470B6038F0A}"/>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68531"/>
            <a:ext cx="4610100" cy="267127"/>
          </a:xfrm>
          <a:prstGeom prst="rect">
            <a:avLst/>
          </a:prstGeom>
        </p:spPr>
      </p:pic>
    </p:spTree>
    <p:custDataLst>
      <p:tags r:id="rId1"/>
    </p:custDataLst>
    <p:extLst>
      <p:ext uri="{BB962C8B-B14F-4D97-AF65-F5344CB8AC3E}">
        <p14:creationId xmlns:p14="http://schemas.microsoft.com/office/powerpoint/2010/main" val="14862667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Module Outlin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DABD6F48-2C14-445B-9FF5-34BB44186A53}"/>
              </a:ext>
            </a:extLst>
          </p:cNvPr>
          <p:cNvSpPr>
            <a:spLocks noGrp="1"/>
          </p:cNvSpPr>
          <p:nvPr>
            <p:ph type="sldNum" idx="97"/>
          </p:nvPr>
        </p:nvSpPr>
        <p:spPr>
          <a:xfrm>
            <a:off x="11347704" y="6446520"/>
            <a:ext cx="484632" cy="228600"/>
          </a:xfrm>
        </p:spPr>
        <p:txBody>
          <a:bodyPr/>
          <a:lstStyle>
            <a:lvl1pPr>
              <a:defRPr>
                <a:solidFill>
                  <a:srgbClr val="232F3E"/>
                </a:solidFill>
                <a:latin typeface="+mn-lt"/>
              </a:defRPr>
            </a:lvl1pPr>
          </a:lstStyle>
          <a:p>
            <a:fld id="{4037B1B0-0345-4E15-985A-6BECCDBE474F}" type="slidenum">
              <a:rPr lang="en-US" smtClean="0"/>
              <a:pPr/>
              <a:t>‹#›</a:t>
            </a:fld>
            <a:endParaRPr lang="en-US" dirty="0"/>
          </a:p>
        </p:txBody>
      </p:sp>
      <p:sp>
        <p:nvSpPr>
          <p:cNvPr id="2" name="Module  Title">
            <a:extLst>
              <a:ext uri="{FF2B5EF4-FFF2-40B4-BE49-F238E27FC236}">
                <a16:creationId xmlns:a16="http://schemas.microsoft.com/office/drawing/2014/main" id="{3994D76F-ED98-46E1-ABB9-199672C46C02}"/>
              </a:ext>
            </a:extLst>
          </p:cNvPr>
          <p:cNvSpPr>
            <a:spLocks noGrp="1"/>
          </p:cNvSpPr>
          <p:nvPr>
            <p:ph type="body" idx="2" hasCustomPrompt="1"/>
          </p:nvPr>
        </p:nvSpPr>
        <p:spPr>
          <a:xfrm>
            <a:off x="365760" y="1123950"/>
            <a:ext cx="11634787" cy="388938"/>
          </a:xfrm>
        </p:spPr>
        <p:txBody>
          <a:bodyPr anchor="ctr" anchorCtr="0">
            <a:noAutofit/>
          </a:bodyPr>
          <a:lstStyle>
            <a:lvl1pPr marL="0" indent="0">
              <a:spcBef>
                <a:spcPts val="0"/>
              </a:spcBef>
              <a:spcAft>
                <a:spcPts val="0"/>
              </a:spcAft>
              <a:buNone/>
              <a:defRPr sz="2000">
                <a:solidFill>
                  <a:schemeClr val="bg1"/>
                </a:solidFill>
                <a:latin typeface="+mn-lt"/>
              </a:defRPr>
            </a:lvl1pPr>
          </a:lstStyle>
          <a:p>
            <a:pPr lvl="0"/>
            <a:r>
              <a:rPr lang="en-US" dirty="0"/>
              <a:t>Enter Module Title</a:t>
            </a:r>
          </a:p>
        </p:txBody>
      </p:sp>
      <p:sp>
        <p:nvSpPr>
          <p:cNvPr id="4" name="Section Title">
            <a:extLst>
              <a:ext uri="{FF2B5EF4-FFF2-40B4-BE49-F238E27FC236}">
                <a16:creationId xmlns:a16="http://schemas.microsoft.com/office/drawing/2014/main" id="{44A0A5D8-940C-44D0-9D06-4C68FEF7413D}"/>
              </a:ext>
            </a:extLst>
          </p:cNvPr>
          <p:cNvSpPr>
            <a:spLocks noGrp="1"/>
          </p:cNvSpPr>
          <p:nvPr>
            <p:ph type="title" idx="1" hasCustomPrompt="1"/>
          </p:nvPr>
        </p:nvSpPr>
        <p:spPr>
          <a:xfrm>
            <a:off x="365760" y="1541983"/>
            <a:ext cx="8547012" cy="1188720"/>
          </a:xfrm>
        </p:spPr>
        <p:txBody>
          <a:bodyPr/>
          <a:lstStyle>
            <a:lvl1pPr>
              <a:spcBef>
                <a:spcPts val="0"/>
              </a:spcBef>
              <a:spcAft>
                <a:spcPts val="0"/>
              </a:spcAft>
              <a:defRPr>
                <a:solidFill>
                  <a:schemeClr val="bg1"/>
                </a:solidFill>
                <a:latin typeface="Amazon Ember Display Heavy"/>
              </a:defRPr>
            </a:lvl1pPr>
          </a:lstStyle>
          <a:p>
            <a:r>
              <a:rPr lang="en-US" dirty="0"/>
              <a:t>Enter section title</a:t>
            </a:r>
          </a:p>
        </p:txBody>
      </p:sp>
      <p:sp>
        <p:nvSpPr>
          <p:cNvPr id="3" name="Module Outline">
            <a:extLst>
              <a:ext uri="{FF2B5EF4-FFF2-40B4-BE49-F238E27FC236}">
                <a16:creationId xmlns:a16="http://schemas.microsoft.com/office/drawing/2014/main" id="{91A6C2FB-ED41-4361-926E-A4180B7A0A60}"/>
              </a:ext>
            </a:extLst>
          </p:cNvPr>
          <p:cNvSpPr>
            <a:spLocks noGrp="1"/>
          </p:cNvSpPr>
          <p:nvPr>
            <p:ph type="body" idx="3" hasCustomPrompt="1"/>
          </p:nvPr>
        </p:nvSpPr>
        <p:spPr>
          <a:xfrm>
            <a:off x="914400" y="2743200"/>
            <a:ext cx="7998372" cy="3657600"/>
          </a:xfrm>
        </p:spPr>
        <p:txBody>
          <a:bodyPr/>
          <a:lstStyle>
            <a:lvl1pPr marL="0" indent="0">
              <a:spcBef>
                <a:spcPts val="0"/>
              </a:spcBef>
              <a:spcAft>
                <a:spcPts val="600"/>
              </a:spcAft>
              <a:buNone/>
              <a:defRPr>
                <a:solidFill>
                  <a:schemeClr val="bg1"/>
                </a:solidFill>
                <a:latin typeface="+mn-lt"/>
              </a:defRPr>
            </a:lvl1pPr>
          </a:lstStyle>
          <a:p>
            <a:pPr lvl="0"/>
            <a:r>
              <a:rPr lang="en-US" dirty="0"/>
              <a:t>Enter topic list</a:t>
            </a:r>
          </a:p>
        </p:txBody>
      </p:sp>
      <p:pic>
        <p:nvPicPr>
          <p:cNvPr id="7" name="Copyright1">
            <a:extLst>
              <a:ext uri="{FF2B5EF4-FFF2-40B4-BE49-F238E27FC236}">
                <a16:creationId xmlns:a16="http://schemas.microsoft.com/office/drawing/2014/main" id="{90A2DFBB-3003-4080-87A9-825455A89862}"/>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3799983" y="6446519"/>
            <a:ext cx="4610100" cy="311150"/>
          </a:xfrm>
          <a:prstGeom prst="rect">
            <a:avLst/>
          </a:prstGeom>
        </p:spPr>
      </p:pic>
    </p:spTree>
    <p:extLst>
      <p:ext uri="{BB962C8B-B14F-4D97-AF65-F5344CB8AC3E}">
        <p14:creationId xmlns:p14="http://schemas.microsoft.com/office/powerpoint/2010/main" val="526271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secHead" preserve="1">
  <p:cSld name="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FEA5D771-1E37-4674-A454-5B6A887E81B8}"/>
              </a:ext>
            </a:extLst>
          </p:cNvPr>
          <p:cNvSpPr>
            <a:spLocks noGrp="1"/>
          </p:cNvSpPr>
          <p:nvPr>
            <p:ph type="title" idx="1" hasCustomPrompt="1"/>
          </p:nvPr>
        </p:nvSpPr>
        <p:spPr>
          <a:xfrm>
            <a:off x="365760" y="1709738"/>
            <a:ext cx="11472013" cy="3609846"/>
          </a:xfrm>
        </p:spPr>
        <p:txBody>
          <a:bodyPr anchor="ctr">
            <a:normAutofit/>
          </a:bodyPr>
          <a:lstStyle>
            <a:lvl1pPr>
              <a:spcBef>
                <a:spcPts val="0"/>
              </a:spcBef>
              <a:spcAft>
                <a:spcPts val="0"/>
              </a:spcAft>
              <a:defRPr sz="4000">
                <a:solidFill>
                  <a:schemeClr val="bg1"/>
                </a:solidFill>
                <a:latin typeface="Amazon Ember Display Heavy"/>
              </a:defRPr>
            </a:lvl1pPr>
          </a:lstStyle>
          <a:p>
            <a:r>
              <a:rPr lang="en-US" dirty="0"/>
              <a:t>“Enter quote”</a:t>
            </a:r>
          </a:p>
        </p:txBody>
      </p:sp>
      <p:sp>
        <p:nvSpPr>
          <p:cNvPr id="2" name="Attribution">
            <a:extLst>
              <a:ext uri="{FF2B5EF4-FFF2-40B4-BE49-F238E27FC236}">
                <a16:creationId xmlns:a16="http://schemas.microsoft.com/office/drawing/2014/main" id="{0DEABB21-C29F-4E2E-AADE-6FBA5EF95AF4}"/>
              </a:ext>
            </a:extLst>
          </p:cNvPr>
          <p:cNvSpPr>
            <a:spLocks noGrp="1"/>
          </p:cNvSpPr>
          <p:nvPr>
            <p:ph type="body" idx="2" hasCustomPrompt="1"/>
          </p:nvPr>
        </p:nvSpPr>
        <p:spPr>
          <a:xfrm>
            <a:off x="365760" y="5319584"/>
            <a:ext cx="11472013" cy="770066"/>
          </a:xfrm>
        </p:spPr>
        <p:txBody>
          <a:bodyPr/>
          <a:lstStyle>
            <a:lvl1pPr marL="0" indent="0">
              <a:spcBef>
                <a:spcPts val="0"/>
              </a:spcBef>
              <a:spcAft>
                <a:spcPts val="0"/>
              </a:spcAft>
              <a:buNone/>
              <a:defRPr sz="2800">
                <a:solidFill>
                  <a:schemeClr val="bg1"/>
                </a:solidFill>
              </a:defRPr>
            </a:lvl1pPr>
          </a:lstStyle>
          <a:p>
            <a:r>
              <a:rPr lang="en-US" dirty="0"/>
              <a:t>Attribution</a:t>
            </a:r>
          </a:p>
        </p:txBody>
      </p:sp>
      <p:pic>
        <p:nvPicPr>
          <p:cNvPr id="6" name="Copyright2">
            <a:extLst>
              <a:ext uri="{FF2B5EF4-FFF2-40B4-BE49-F238E27FC236}">
                <a16:creationId xmlns:a16="http://schemas.microsoft.com/office/drawing/2014/main" id="{7D4186D3-C2B3-4D1D-8DF1-801C1A413D21}"/>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extLst>
      <p:ext uri="{BB962C8B-B14F-4D97-AF65-F5344CB8AC3E}">
        <p14:creationId xmlns:p14="http://schemas.microsoft.com/office/powerpoint/2010/main" val="1218612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opic Introductio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E7A23F66-1657-489E-8769-B7CCC9F020A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930176A1-BCF0-4712-97A6-6B495F55390B}" type="slidenum">
              <a:rPr lang="en-US" smtClean="0"/>
              <a:pPr/>
              <a:t>‹#›</a:t>
            </a:fld>
            <a:endParaRPr lang="en-US" dirty="0"/>
          </a:p>
        </p:txBody>
      </p:sp>
      <p:sp>
        <p:nvSpPr>
          <p:cNvPr id="4" name="Title">
            <a:extLst>
              <a:ext uri="{FF2B5EF4-FFF2-40B4-BE49-F238E27FC236}">
                <a16:creationId xmlns:a16="http://schemas.microsoft.com/office/drawing/2014/main" id="{F2D32D74-0FC6-414A-96C5-2549942CD64E}"/>
              </a:ext>
            </a:extLst>
          </p:cNvPr>
          <p:cNvSpPr>
            <a:spLocks noGrp="1"/>
          </p:cNvSpPr>
          <p:nvPr>
            <p:ph type="title" idx="1" hasCustomPrompt="1"/>
          </p:nvPr>
        </p:nvSpPr>
        <p:spPr>
          <a:xfrm>
            <a:off x="243242" y="292099"/>
            <a:ext cx="4062057" cy="1866901"/>
          </a:xfrm>
        </p:spPr>
        <p:txBody>
          <a:bodyPr anchor="t">
            <a:noAutofit/>
          </a:bodyPr>
          <a:lstStyle>
            <a:lvl1pPr algn="ctr">
              <a:defRPr sz="3600">
                <a:solidFill>
                  <a:srgbClr val="F1F3F3"/>
                </a:solidFill>
                <a:latin typeface="Amazon Ember Display Heavy"/>
              </a:defRPr>
            </a:lvl1pPr>
          </a:lstStyle>
          <a:p>
            <a:r>
              <a:rPr lang="en-US" dirty="0"/>
              <a:t>Type title here</a:t>
            </a:r>
          </a:p>
        </p:txBody>
      </p:sp>
      <p:sp>
        <p:nvSpPr>
          <p:cNvPr id="2" name="LeftPlaceholder">
            <a:extLst>
              <a:ext uri="{FF2B5EF4-FFF2-40B4-BE49-F238E27FC236}">
                <a16:creationId xmlns:a16="http://schemas.microsoft.com/office/drawing/2014/main" id="{84AC47C1-092B-4DE6-902E-A0B393854995}"/>
              </a:ext>
              <a:ext uri="{C183D7F6-B498-43B3-948B-1728B52AA6E4}">
                <adec:decorative xmlns:adec="http://schemas.microsoft.com/office/drawing/2017/decorative" val="1"/>
              </a:ext>
            </a:extLst>
          </p:cNvPr>
          <p:cNvSpPr>
            <a:spLocks noGrp="1"/>
          </p:cNvSpPr>
          <p:nvPr>
            <p:ph idx="2" hasCustomPrompt="1"/>
          </p:nvPr>
        </p:nvSpPr>
        <p:spPr>
          <a:xfrm>
            <a:off x="246888" y="2434960"/>
            <a:ext cx="4060392" cy="3657600"/>
          </a:xfrm>
        </p:spPr>
        <p:txBody>
          <a:bodyPr anchor="t">
            <a:noAutofit/>
          </a:bodyPr>
          <a:lstStyle>
            <a:lvl1pPr marL="0" indent="0" algn="ctr">
              <a:buNone/>
              <a:defRPr>
                <a:solidFill>
                  <a:srgbClr val="F1F3F3"/>
                </a:solidFill>
                <a:latin typeface="+mn-lt"/>
              </a:defRPr>
            </a:lvl1pPr>
          </a:lstStyle>
          <a:p>
            <a:r>
              <a:rPr lang="en-US" dirty="0"/>
              <a:t>Click to add content</a:t>
            </a:r>
          </a:p>
        </p:txBody>
      </p:sp>
      <p:sp>
        <p:nvSpPr>
          <p:cNvPr id="3" name="Content">
            <a:extLst>
              <a:ext uri="{FF2B5EF4-FFF2-40B4-BE49-F238E27FC236}">
                <a16:creationId xmlns:a16="http://schemas.microsoft.com/office/drawing/2014/main" id="{E88E0D0B-F719-4929-9A45-08A3503393CA}"/>
              </a:ext>
            </a:extLst>
          </p:cNvPr>
          <p:cNvSpPr>
            <a:spLocks noGrp="1"/>
          </p:cNvSpPr>
          <p:nvPr>
            <p:ph type="body" idx="3" hasCustomPrompt="1"/>
          </p:nvPr>
        </p:nvSpPr>
        <p:spPr>
          <a:xfrm>
            <a:off x="4592635" y="292099"/>
            <a:ext cx="7239701" cy="6142651"/>
          </a:xfrm>
        </p:spPr>
        <p:txBody>
          <a:bodyPr>
            <a:noAutofit/>
          </a:bodyPr>
          <a:lstStyle>
            <a:lvl1pPr>
              <a:lnSpc>
                <a:spcPct val="100000"/>
              </a:lnSpc>
              <a:spcAft>
                <a:spcPts val="1200"/>
              </a:spcAft>
              <a:defRPr sz="2800">
                <a:solidFill>
                  <a:srgbClr val="232F3E"/>
                </a:solidFill>
                <a:latin typeface="+mn-lt"/>
              </a:defRPr>
            </a:lvl1pPr>
            <a:lvl2pPr marL="457200" indent="-228600">
              <a:lnSpc>
                <a:spcPct val="100000"/>
              </a:lnSpc>
              <a:spcAft>
                <a:spcPts val="1200"/>
              </a:spcAft>
              <a:defRPr sz="2400">
                <a:solidFill>
                  <a:srgbClr val="232F3E"/>
                </a:solidFill>
                <a:latin typeface="+mn-lt"/>
              </a:defRPr>
            </a:lvl2pPr>
            <a:lvl3pPr marL="684213" indent="-228600">
              <a:lnSpc>
                <a:spcPct val="100000"/>
              </a:lnSpc>
              <a:spcAft>
                <a:spcPts val="1200"/>
              </a:spcAft>
              <a:defRPr sz="2000">
                <a:solidFill>
                  <a:srgbClr val="232F3E"/>
                </a:solidFill>
                <a:latin typeface="+mn-lt"/>
              </a:defRPr>
            </a:lvl3pPr>
            <a:lvl4pPr marL="914400" indent="-228600">
              <a:lnSpc>
                <a:spcPct val="100000"/>
              </a:lnSpc>
              <a:spcAft>
                <a:spcPts val="1200"/>
              </a:spcAft>
              <a:defRPr sz="1800">
                <a:solidFill>
                  <a:srgbClr val="232F3E"/>
                </a:solidFill>
                <a:latin typeface="+mn-lt"/>
              </a:defRPr>
            </a:lvl4pPr>
            <a:lvl5pPr marL="1144588" indent="-228600">
              <a:lnSpc>
                <a:spcPct val="100000"/>
              </a:lnSpc>
              <a:spcAft>
                <a:spcPts val="1200"/>
              </a:spcAft>
              <a:defRPr sz="1800">
                <a:solidFill>
                  <a:srgbClr val="232F3E"/>
                </a:solidFill>
                <a:latin typeface="+mn-lt"/>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pic>
        <p:nvPicPr>
          <p:cNvPr id="6" name="Copyright1">
            <a:extLst>
              <a:ext uri="{FF2B5EF4-FFF2-40B4-BE49-F238E27FC236}">
                <a16:creationId xmlns:a16="http://schemas.microsoft.com/office/drawing/2014/main" id="{0BBBF875-E0E3-4837-9CCC-88E0DAFE277C}"/>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6009640" y="6468531"/>
            <a:ext cx="4610100" cy="267127"/>
          </a:xfrm>
          <a:prstGeom prst="rect">
            <a:avLst/>
          </a:prstGeom>
        </p:spPr>
      </p:pic>
    </p:spTree>
    <p:custDataLst>
      <p:tags r:id="rId1"/>
    </p:custDataLst>
    <p:extLst>
      <p:ext uri="{BB962C8B-B14F-4D97-AF65-F5344CB8AC3E}">
        <p14:creationId xmlns:p14="http://schemas.microsoft.com/office/powerpoint/2010/main" val="25264797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hank You">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E52B1449-9D22-45E9-8E29-DD9653749C2D}"/>
              </a:ext>
            </a:extLst>
          </p:cNvPr>
          <p:cNvSpPr>
            <a:spLocks noGrp="1"/>
          </p:cNvSpPr>
          <p:nvPr>
            <p:ph type="title" idx="1" hasCustomPrompt="1"/>
          </p:nvPr>
        </p:nvSpPr>
        <p:spPr>
          <a:xfrm>
            <a:off x="457200" y="1256247"/>
            <a:ext cx="7998031" cy="4049824"/>
          </a:xfrm>
        </p:spPr>
        <p:txBody>
          <a:bodyPr anchor="ctr">
            <a:noAutofit/>
          </a:bodyPr>
          <a:lstStyle>
            <a:lvl1pPr>
              <a:lnSpc>
                <a:spcPct val="100000"/>
              </a:lnSpc>
              <a:spcBef>
                <a:spcPts val="0"/>
              </a:spcBef>
              <a:defRPr sz="4400">
                <a:solidFill>
                  <a:schemeClr val="bg1"/>
                </a:solidFill>
                <a:latin typeface="Amazon Ember Display Heavy"/>
              </a:defRPr>
            </a:lvl1pPr>
          </a:lstStyle>
          <a:p>
            <a:r>
              <a:rPr lang="en-US" dirty="0"/>
              <a:t>Thank you text</a:t>
            </a:r>
          </a:p>
        </p:txBody>
      </p:sp>
      <p:sp>
        <p:nvSpPr>
          <p:cNvPr id="2" name="Corrections text">
            <a:extLst>
              <a:ext uri="{FF2B5EF4-FFF2-40B4-BE49-F238E27FC236}">
                <a16:creationId xmlns:a16="http://schemas.microsoft.com/office/drawing/2014/main" id="{6A373FD5-C6D5-4BB3-B1C2-AF88C1A95E05}"/>
              </a:ext>
            </a:extLst>
          </p:cNvPr>
          <p:cNvSpPr>
            <a:spLocks noGrp="1"/>
          </p:cNvSpPr>
          <p:nvPr>
            <p:ph type="body" idx="2" hasCustomPrompt="1"/>
          </p:nvPr>
        </p:nvSpPr>
        <p:spPr>
          <a:xfrm>
            <a:off x="457200" y="5305425"/>
            <a:ext cx="7997825" cy="1141413"/>
          </a:xfrm>
        </p:spPr>
        <p:txBody>
          <a:bodyPr>
            <a:noAutofit/>
          </a:bodyPr>
          <a:lstStyle>
            <a:lvl1pPr marL="0" indent="0">
              <a:lnSpc>
                <a:spcPct val="100000"/>
              </a:lnSpc>
              <a:spcBef>
                <a:spcPts val="0"/>
              </a:spcBef>
              <a:spcAft>
                <a:spcPts val="0"/>
              </a:spcAft>
              <a:buClrTx/>
              <a:buSzTx/>
              <a:buFontTx/>
              <a:buNone/>
              <a:tabLst/>
              <a:defRPr lang="en-US" b="0" cap="none" spc="0" baseline="0">
                <a:ln>
                  <a:noFill/>
                </a:ln>
                <a:solidFill>
                  <a:schemeClr val="bg1"/>
                </a:solidFill>
                <a:effectLst/>
              </a:defRPr>
            </a:lvl1pPr>
            <a:lvl2pPr marL="457200" indent="0">
              <a:buNone/>
              <a:defRPr sz="2000">
                <a:solidFill>
                  <a:schemeClr val="bg2"/>
                </a:solidFill>
              </a:defRPr>
            </a:lvl2pPr>
            <a:lvl3pPr marL="914400" indent="0">
              <a:buNone/>
              <a:defRPr sz="1800">
                <a:solidFill>
                  <a:schemeClr val="bg2"/>
                </a:solidFill>
              </a:defRPr>
            </a:lvl3pPr>
            <a:lvl4pPr marL="1371600" indent="0">
              <a:buNone/>
              <a:defRPr sz="1600">
                <a:solidFill>
                  <a:schemeClr val="bg2"/>
                </a:solidFill>
              </a:defRPr>
            </a:lvl4pPr>
            <a:lvl5pPr marL="1828800" indent="0">
              <a:buNone/>
              <a:defRPr sz="1600">
                <a:solidFill>
                  <a:schemeClr val="bg2"/>
                </a:solidFill>
              </a:defRPr>
            </a:lvl5pPr>
          </a:lstStyle>
          <a:p>
            <a:pPr marL="0" indent="0">
              <a:lnSpc>
                <a:spcPct val="100000"/>
              </a:lnSpc>
              <a:spcBef>
                <a:spcPts val="0"/>
              </a:spcBef>
              <a:spcAft>
                <a:spcPts val="0"/>
              </a:spcAft>
              <a:buClrTx/>
              <a:buSzTx/>
              <a:buFontTx/>
              <a:buNone/>
              <a:tabLst/>
              <a:defRPr/>
            </a:pPr>
            <a:r>
              <a:rPr lang="en-US" sz="1800" dirty="0">
                <a:solidFill>
                  <a:srgbClr val="F1F3F3"/>
                </a:solidFill>
              </a:rPr>
              <a:t>Type: Corrections, feedback, or other questions? </a:t>
            </a:r>
            <a:br>
              <a:rPr lang="en-US" sz="1800" dirty="0">
                <a:solidFill>
                  <a:srgbClr val="F1F3F3"/>
                </a:solidFill>
              </a:rPr>
            </a:br>
            <a:r>
              <a:rPr lang="en-US" sz="1800" dirty="0">
                <a:solidFill>
                  <a:srgbClr val="F1F3F3"/>
                </a:solidFill>
              </a:rPr>
              <a:t>Contact us at https://support.aws.amazon.com/#/contacts/aws-academy.</a:t>
            </a:r>
          </a:p>
        </p:txBody>
      </p:sp>
      <p:pic>
        <p:nvPicPr>
          <p:cNvPr id="6" name="Copyright1">
            <a:extLst>
              <a:ext uri="{FF2B5EF4-FFF2-40B4-BE49-F238E27FC236}">
                <a16:creationId xmlns:a16="http://schemas.microsoft.com/office/drawing/2014/main" id="{872813F7-982A-459F-982C-723833FAAEAB}"/>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68531"/>
            <a:ext cx="4610100" cy="267127"/>
          </a:xfrm>
          <a:prstGeom prst="rect">
            <a:avLst/>
          </a:prstGeom>
        </p:spPr>
      </p:pic>
    </p:spTree>
    <p:custDataLst>
      <p:tags r:id="rId1"/>
    </p:custDataLst>
    <p:extLst>
      <p:ext uri="{BB962C8B-B14F-4D97-AF65-F5344CB8AC3E}">
        <p14:creationId xmlns:p14="http://schemas.microsoft.com/office/powerpoint/2010/main" val="41831911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and Content">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02D04820-1551-4DB8-9246-39CB8589969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lnSpc>
                <a:spcPct val="90000"/>
              </a:lnSpc>
              <a:spcAft>
                <a:spcPts val="0"/>
              </a:spcAft>
              <a:defRPr>
                <a:solidFill>
                  <a:srgbClr val="232F3E"/>
                </a:solidFill>
                <a:latin typeface="Amazon Ember Display Heavy"/>
              </a:defRPr>
            </a:lvl1pPr>
          </a:lstStyle>
          <a:p>
            <a:r>
              <a:rPr lang="en-US" dirty="0"/>
              <a:t>Title and text column</a:t>
            </a:r>
          </a:p>
        </p:txBody>
      </p:sp>
      <p:pic>
        <p:nvPicPr>
          <p:cNvPr id="99" name="Divider">
            <a:extLst>
              <a:ext uri="{FF2B5EF4-FFF2-40B4-BE49-F238E27FC236}">
                <a16:creationId xmlns:a16="http://schemas.microsoft.com/office/drawing/2014/main" id="{F3CAEA78-64D9-4CA8-84AB-317B5F555D3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a:extLst>
              <a:ext uri="{FF2B5EF4-FFF2-40B4-BE49-F238E27FC236}">
                <a16:creationId xmlns:a16="http://schemas.microsoft.com/office/drawing/2014/main" id="{C4E502B2-1435-4BCB-BD77-B9E6CB7B3BF5}"/>
              </a:ext>
            </a:extLst>
          </p:cNvPr>
          <p:cNvSpPr>
            <a:spLocks noGrp="1"/>
          </p:cNvSpPr>
          <p:nvPr>
            <p:ph idx="2" hasCustomPrompt="1"/>
          </p:nvPr>
        </p:nvSpPr>
        <p:spPr>
          <a:xfrm>
            <a:off x="365760" y="1097280"/>
            <a:ext cx="11466576" cy="5330952"/>
          </a:xfrm>
        </p:spPr>
        <p:txBody>
          <a:bodyPr>
            <a:normAutofit/>
          </a:bodyPr>
          <a:lstStyle>
            <a:lvl1pPr>
              <a:lnSpc>
                <a:spcPct val="100000"/>
              </a:lnSpc>
              <a:spcBef>
                <a:spcPts val="0"/>
              </a:spcBef>
              <a:spcAft>
                <a:spcPts val="1200"/>
              </a:spcAft>
              <a:defRPr>
                <a:solidFill>
                  <a:srgbClr val="232F3E"/>
                </a:solidFill>
              </a:defRPr>
            </a:lvl1pPr>
            <a:lvl2pPr marL="457200" indent="-228600">
              <a:lnSpc>
                <a:spcPct val="100000"/>
              </a:lnSpc>
              <a:spcBef>
                <a:spcPts val="0"/>
              </a:spcBef>
              <a:spcAft>
                <a:spcPts val="1200"/>
              </a:spcAft>
              <a:defRPr>
                <a:solidFill>
                  <a:srgbClr val="232F3E"/>
                </a:solidFill>
              </a:defRPr>
            </a:lvl2pPr>
            <a:lvl3pPr marL="682625" indent="-228600">
              <a:lnSpc>
                <a:spcPct val="100000"/>
              </a:lnSpc>
              <a:spcBef>
                <a:spcPts val="0"/>
              </a:spcBef>
              <a:spcAft>
                <a:spcPts val="1200"/>
              </a:spcAft>
              <a:defRPr>
                <a:solidFill>
                  <a:srgbClr val="232F3E"/>
                </a:solidFill>
              </a:defRPr>
            </a:lvl3pPr>
            <a:lvl4pPr marL="914400" indent="-228600">
              <a:lnSpc>
                <a:spcPct val="100000"/>
              </a:lnSpc>
              <a:spcBef>
                <a:spcPts val="0"/>
              </a:spcBef>
              <a:spcAft>
                <a:spcPts val="1200"/>
              </a:spcAft>
              <a:defRPr>
                <a:solidFill>
                  <a:srgbClr val="232F3E"/>
                </a:solidFill>
              </a:defRPr>
            </a:lvl4pPr>
            <a:lvl5pPr marL="1146175" indent="-228600">
              <a:lnSpc>
                <a:spcPct val="100000"/>
              </a:lnSpc>
              <a:spcBef>
                <a:spcPts val="0"/>
              </a:spcBef>
              <a:spcAft>
                <a:spcPts val="1200"/>
              </a:spcAft>
              <a:defRPr>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6501704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Title and Cod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Title and code</a:t>
            </a:r>
          </a:p>
        </p:txBody>
      </p:sp>
      <p:pic>
        <p:nvPicPr>
          <p:cNvPr id="99" name="Divider">
            <a:extLst>
              <a:ext uri="{FF2B5EF4-FFF2-40B4-BE49-F238E27FC236}">
                <a16:creationId xmlns:a16="http://schemas.microsoft.com/office/drawing/2014/main" id="{1AA7B286-8B48-4C92-B2A9-AADCF2EEA2A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de">
            <a:extLst>
              <a:ext uri="{FF2B5EF4-FFF2-40B4-BE49-F238E27FC236}">
                <a16:creationId xmlns:a16="http://schemas.microsoft.com/office/drawing/2014/main" id="{D77EFECE-400E-4BAA-A766-7DD8A1117BBC}"/>
              </a:ext>
            </a:extLst>
          </p:cNvPr>
          <p:cNvSpPr>
            <a:spLocks noGrp="1"/>
          </p:cNvSpPr>
          <p:nvPr>
            <p:ph type="body" idx="2" hasCustomPrompt="1"/>
          </p:nvPr>
        </p:nvSpPr>
        <p:spPr>
          <a:xfrm>
            <a:off x="365760" y="1097280"/>
            <a:ext cx="11466576" cy="5330952"/>
          </a:xfrm>
        </p:spPr>
        <p:txBody>
          <a:bodyPr>
            <a:noAutofit/>
          </a:bodyPr>
          <a:lstStyle>
            <a:lvl1pPr marL="0" indent="0" defTabSz="228600">
              <a:lnSpc>
                <a:spcPct val="100000"/>
              </a:lnSpc>
              <a:spcBef>
                <a:spcPts val="0"/>
              </a:spcBef>
              <a:spcAft>
                <a:spcPts val="0"/>
              </a:spcAft>
              <a:buNone/>
              <a:defRPr sz="1600">
                <a:solidFill>
                  <a:srgbClr val="232F3E"/>
                </a:solidFill>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Tree>
    <p:custDataLst>
      <p:tags r:id="rId1"/>
    </p:custDataLst>
    <p:extLst>
      <p:ext uri="{BB962C8B-B14F-4D97-AF65-F5344CB8AC3E}">
        <p14:creationId xmlns:p14="http://schemas.microsoft.com/office/powerpoint/2010/main" val="16062535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Text Column, and Small Pictur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2/3 Column, and picture</a:t>
            </a:r>
          </a:p>
        </p:txBody>
      </p:sp>
      <p:pic>
        <p:nvPicPr>
          <p:cNvPr id="99" name="Divider">
            <a:extLst>
              <a:ext uri="{FF2B5EF4-FFF2-40B4-BE49-F238E27FC236}">
                <a16:creationId xmlns:a16="http://schemas.microsoft.com/office/drawing/2014/main" id="{ECDF26F2-E972-40FE-806F-12B056EA9DC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097280"/>
            <a:ext cx="7644384" cy="5330952"/>
          </a:xfrm>
        </p:spPr>
        <p:txBody>
          <a:bodyPr>
            <a:noAutofit/>
          </a:bodyPr>
          <a:lstStyle>
            <a:lvl1pPr>
              <a:lnSpc>
                <a:spcPct val="100000"/>
              </a:lnSpc>
              <a:spcBef>
                <a:spcPts val="0"/>
              </a:spcBef>
              <a:spcAft>
                <a:spcPts val="1200"/>
              </a:spcAft>
              <a:defRPr>
                <a:solidFill>
                  <a:srgbClr val="232F3E"/>
                </a:solidFill>
              </a:defRPr>
            </a:lvl1pPr>
            <a:lvl2pPr marL="457200" indent="-228600">
              <a:lnSpc>
                <a:spcPct val="100000"/>
              </a:lnSpc>
              <a:spcBef>
                <a:spcPts val="0"/>
              </a:spcBef>
              <a:spcAft>
                <a:spcPts val="1200"/>
              </a:spcAft>
              <a:defRPr>
                <a:solidFill>
                  <a:srgbClr val="232F3E"/>
                </a:solidFill>
              </a:defRPr>
            </a:lvl2pPr>
            <a:lvl3pPr marL="682625" indent="-228600">
              <a:lnSpc>
                <a:spcPct val="100000"/>
              </a:lnSpc>
              <a:spcBef>
                <a:spcPts val="0"/>
              </a:spcBef>
              <a:spcAft>
                <a:spcPts val="1200"/>
              </a:spcAft>
              <a:defRPr>
                <a:solidFill>
                  <a:srgbClr val="232F3E"/>
                </a:solidFill>
              </a:defRPr>
            </a:lvl3pPr>
            <a:lvl4pPr marL="914400" indent="-228600">
              <a:lnSpc>
                <a:spcPct val="100000"/>
              </a:lnSpc>
              <a:spcBef>
                <a:spcPts val="0"/>
              </a:spcBef>
              <a:spcAft>
                <a:spcPts val="1200"/>
              </a:spcAft>
              <a:defRPr>
                <a:solidFill>
                  <a:srgbClr val="232F3E"/>
                </a:solidFill>
              </a:defRPr>
            </a:lvl4pPr>
            <a:lvl5pPr marL="1146175" indent="-228600">
              <a:lnSpc>
                <a:spcPct val="100000"/>
              </a:lnSpc>
              <a:spcBef>
                <a:spcPts val="0"/>
              </a:spcBef>
              <a:spcAft>
                <a:spcPts val="1200"/>
              </a:spcAft>
              <a:defRPr>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2"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8498586" y="2276856"/>
            <a:ext cx="2971800" cy="2971800"/>
          </a:xfrm>
        </p:spPr>
        <p:txBody>
          <a:bodyPr anchor="t">
            <a:noAutofit/>
          </a:bodyPr>
          <a:lstStyle>
            <a:lvl1pPr marL="0" indent="0" algn="ctr">
              <a:buNone/>
              <a:defRPr sz="20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4182447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Header, Text, and Small Pictur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D310634-6D6F-45BA-96BC-E6E4225BB2B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2712" y="301752"/>
            <a:ext cx="11466576" cy="731318"/>
          </a:xfrm>
        </p:spPr>
        <p:txBody>
          <a:bodyPr/>
          <a:lstStyle>
            <a:lvl1pPr>
              <a:defRPr>
                <a:solidFill>
                  <a:srgbClr val="232F3E"/>
                </a:solidFill>
                <a:latin typeface="Amazon Ember Display Heavy"/>
              </a:defRPr>
            </a:lvl1pPr>
          </a:lstStyle>
          <a:p>
            <a:r>
              <a:rPr lang="en-US" dirty="0"/>
              <a:t>Title, header, text, and picture</a:t>
            </a:r>
          </a:p>
        </p:txBody>
      </p:sp>
      <p:pic>
        <p:nvPicPr>
          <p:cNvPr id="99" name="Background">
            <a:extLst>
              <a:ext uri="{FF2B5EF4-FFF2-40B4-BE49-F238E27FC236}">
                <a16:creationId xmlns:a16="http://schemas.microsoft.com/office/drawing/2014/main" id="{FFFF9C37-F39B-42A9-BBBE-575861502579}"/>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760" y="1053311"/>
            <a:ext cx="11460480" cy="440329"/>
          </a:xfrm>
          <a:prstGeom prst="rect">
            <a:avLst/>
          </a:prstGeom>
        </p:spPr>
      </p:pic>
      <p:sp>
        <p:nvSpPr>
          <p:cNvPr id="12" name="Content Header">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3311"/>
            <a:ext cx="11460480" cy="440329"/>
          </a:xfrm>
          <a:no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2" name="Conten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563624"/>
            <a:ext cx="7644384" cy="4873752"/>
          </a:xfrm>
        </p:spPr>
        <p:txBody>
          <a:bodyPr>
            <a:norm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2"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8498586" y="2276856"/>
            <a:ext cx="2971800" cy="2971800"/>
          </a:xfrm>
        </p:spPr>
        <p:txBody>
          <a:bodyPr anchor="t">
            <a:noAutofit/>
          </a:bodyPr>
          <a:lstStyle>
            <a:lvl1pPr marL="0" indent="0" algn="ctr">
              <a:buNone/>
              <a:defRPr sz="20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10723788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Service Introduction Option 1">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76567437-E18D-4274-8EB3-54B9DE902BBD}"/>
              </a:ext>
              <a:ext uri="{C183D7F6-B498-43B3-948B-1728B52AA6E4}">
                <adec:decorative xmlns:adec="http://schemas.microsoft.com/office/drawing/2017/decorative" val="1"/>
              </a:ext>
            </a:extLst>
          </p:cNvPr>
          <p:cNvGrpSpPr/>
          <p:nvPr/>
        </p:nvGrpSpPr>
        <p:grpSpPr>
          <a:xfrm>
            <a:off x="365759" y="1028377"/>
            <a:ext cx="11484864" cy="5509260"/>
            <a:chOff x="365759" y="1028377"/>
            <a:chExt cx="11484864" cy="5509260"/>
          </a:xfrm>
        </p:grpSpPr>
        <p:pic>
          <p:nvPicPr>
            <p:cNvPr id="9" name="Divider H">
              <a:extLst>
                <a:ext uri="{FF2B5EF4-FFF2-40B4-BE49-F238E27FC236}">
                  <a16:creationId xmlns:a16="http://schemas.microsoft.com/office/drawing/2014/main" id="{50B9701F-77A8-41C6-92EB-864571F194D7}"/>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pic>
          <p:nvPicPr>
            <p:cNvPr id="11" name="Divider V">
              <a:extLst>
                <a:ext uri="{FF2B5EF4-FFF2-40B4-BE49-F238E27FC236}">
                  <a16:creationId xmlns:a16="http://schemas.microsoft.com/office/drawing/2014/main" id="{39B7DF57-C231-4CAA-9959-A12A3D224023}"/>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rot="5400000">
              <a:off x="224043" y="3771577"/>
              <a:ext cx="5486400" cy="45720"/>
            </a:xfrm>
            <a:prstGeom prst="rect">
              <a:avLst/>
            </a:prstGeom>
          </p:spPr>
        </p:pic>
      </p:grpSp>
      <p:sp>
        <p:nvSpPr>
          <p:cNvPr id="97" name="Slide Number">
            <a:extLst>
              <a:ext uri="{FF2B5EF4-FFF2-40B4-BE49-F238E27FC236}">
                <a16:creationId xmlns:a16="http://schemas.microsoft.com/office/drawing/2014/main" id="{845B9C66-42EC-414D-A8B0-97B2C6F57217}"/>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Service introduction slide – Option 1</a:t>
            </a:r>
          </a:p>
        </p:txBody>
      </p:sp>
      <p:sp>
        <p:nvSpPr>
          <p:cNvPr id="3" name="Service Image">
            <a:extLst>
              <a:ext uri="{FF2B5EF4-FFF2-40B4-BE49-F238E27FC236}">
                <a16:creationId xmlns:a16="http://schemas.microsoft.com/office/drawing/2014/main" id="{E25EBCDC-6C07-4B35-82D5-0AC6628754E6}"/>
              </a:ext>
              <a:ext uri="{C183D7F6-B498-43B3-948B-1728B52AA6E4}">
                <adec:decorative xmlns:adec="http://schemas.microsoft.com/office/drawing/2017/decorative" val="1"/>
              </a:ext>
            </a:extLst>
          </p:cNvPr>
          <p:cNvSpPr>
            <a:spLocks noGrp="1"/>
          </p:cNvSpPr>
          <p:nvPr>
            <p:ph type="pic" idx="3" hasCustomPrompt="1"/>
          </p:nvPr>
        </p:nvSpPr>
        <p:spPr>
          <a:xfrm>
            <a:off x="531884" y="2182807"/>
            <a:ext cx="2286000" cy="2286000"/>
          </a:xfrm>
        </p:spPr>
        <p:txBody>
          <a:bodyPr anchor="t">
            <a:noAutofit/>
          </a:bodyPr>
          <a:lstStyle>
            <a:lvl1pPr marL="0" indent="0" algn="ctr">
              <a:buNone/>
              <a:defRPr sz="2000">
                <a:solidFill>
                  <a:srgbClr val="232F3E"/>
                </a:solidFill>
              </a:defRPr>
            </a:lvl1pPr>
          </a:lstStyle>
          <a:p>
            <a:r>
              <a:rPr lang="en-US" dirty="0"/>
              <a:t>Click the icon to add a service icon</a:t>
            </a:r>
          </a:p>
        </p:txBody>
      </p:sp>
      <p:sp>
        <p:nvSpPr>
          <p:cNvPr id="4" name="Service name">
            <a:extLst>
              <a:ext uri="{FF2B5EF4-FFF2-40B4-BE49-F238E27FC236}">
                <a16:creationId xmlns:a16="http://schemas.microsoft.com/office/drawing/2014/main" id="{5EE453FC-29B3-4823-BA8D-E5D7343F2858}"/>
              </a:ext>
            </a:extLst>
          </p:cNvPr>
          <p:cNvSpPr>
            <a:spLocks noGrp="1"/>
          </p:cNvSpPr>
          <p:nvPr>
            <p:ph type="body" idx="4" hasCustomPrompt="1"/>
          </p:nvPr>
        </p:nvSpPr>
        <p:spPr>
          <a:xfrm>
            <a:off x="531884" y="4508261"/>
            <a:ext cx="2286001" cy="914400"/>
          </a:xfrm>
        </p:spPr>
        <p:txBody>
          <a:bodyPr>
            <a:noAutofit/>
          </a:bodyPr>
          <a:lstStyle>
            <a:lvl1pPr algn="ctr">
              <a:spcAft>
                <a:spcPts val="0"/>
              </a:spcAft>
              <a:buNone/>
              <a:defRPr sz="2000">
                <a:solidFill>
                  <a:srgbClr val="232F3E"/>
                </a:solidFill>
                <a:latin typeface="Amazon Ember Display"/>
              </a:defRPr>
            </a:lvl1pPr>
          </a:lstStyle>
          <a:p>
            <a:pPr lvl="0"/>
            <a:r>
              <a:rPr lang="en-US" dirty="0"/>
              <a:t>Enter service name</a:t>
            </a:r>
          </a:p>
        </p:txBody>
      </p:sp>
      <p:sp>
        <p:nvSpPr>
          <p:cNvPr id="2" name="Content">
            <a:extLst>
              <a:ext uri="{FF2B5EF4-FFF2-40B4-BE49-F238E27FC236}">
                <a16:creationId xmlns:a16="http://schemas.microsoft.com/office/drawing/2014/main" id="{951E617C-D9F7-4098-883E-6A048DBCF862}"/>
              </a:ext>
            </a:extLst>
          </p:cNvPr>
          <p:cNvSpPr>
            <a:spLocks noGrp="1"/>
          </p:cNvSpPr>
          <p:nvPr>
            <p:ph idx="2" hasCustomPrompt="1"/>
          </p:nvPr>
        </p:nvSpPr>
        <p:spPr>
          <a:xfrm>
            <a:off x="3118104" y="1097280"/>
            <a:ext cx="8714232" cy="5330952"/>
          </a:xfrm>
        </p:spPr>
        <p:txBody>
          <a:bodyPr anchor="ctr">
            <a:normAutofit/>
          </a:bodyPr>
          <a:lstStyle>
            <a:lvl1pPr>
              <a:lnSpc>
                <a:spcPct val="100000"/>
              </a:lnSpc>
              <a:spcAft>
                <a:spcPts val="1200"/>
              </a:spcAft>
              <a:defRPr sz="3200">
                <a:solidFill>
                  <a:srgbClr val="232F3E"/>
                </a:solidFill>
              </a:defRPr>
            </a:lvl1pPr>
            <a:lvl2pPr marL="457200" indent="-228600">
              <a:lnSpc>
                <a:spcPct val="100000"/>
              </a:lnSpc>
              <a:spcAft>
                <a:spcPts val="1200"/>
              </a:spcAft>
              <a:defRPr sz="2800">
                <a:solidFill>
                  <a:srgbClr val="232F3E"/>
                </a:solidFill>
              </a:defRPr>
            </a:lvl2pPr>
            <a:lvl3pPr marL="684213" indent="-228600">
              <a:lnSpc>
                <a:spcPct val="100000"/>
              </a:lnSpc>
              <a:spcAft>
                <a:spcPts val="1200"/>
              </a:spcAft>
              <a:defRPr sz="2400">
                <a:solidFill>
                  <a:srgbClr val="232F3E"/>
                </a:solidFill>
              </a:defRPr>
            </a:lvl3pPr>
            <a:lvl4pPr marL="914400" indent="-228600">
              <a:lnSpc>
                <a:spcPct val="100000"/>
              </a:lnSpc>
              <a:spcAft>
                <a:spcPts val="1200"/>
              </a:spcAft>
              <a:defRPr sz="2000">
                <a:solidFill>
                  <a:srgbClr val="232F3E"/>
                </a:solidFill>
              </a:defRPr>
            </a:lvl4pPr>
            <a:lvl5pPr marL="1144588" indent="-228600">
              <a:lnSpc>
                <a:spcPct val="100000"/>
              </a:lnSpc>
              <a:spcAft>
                <a:spcPts val="1200"/>
              </a:spcAft>
              <a:defRPr sz="20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2322782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ervice Introduction Option 2">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47407828-5EAD-4B51-9E63-A3BCA2C02C10}"/>
              </a:ext>
              <a:ext uri="{C183D7F6-B498-43B3-948B-1728B52AA6E4}">
                <adec:decorative xmlns:adec="http://schemas.microsoft.com/office/drawing/2017/decorative" val="1"/>
              </a:ext>
            </a:extLst>
          </p:cNvPr>
          <p:cNvGrpSpPr/>
          <p:nvPr/>
        </p:nvGrpSpPr>
        <p:grpSpPr>
          <a:xfrm>
            <a:off x="365759" y="1028377"/>
            <a:ext cx="11484864" cy="5509260"/>
            <a:chOff x="365759" y="1028377"/>
            <a:chExt cx="11484864" cy="5509260"/>
          </a:xfrm>
        </p:grpSpPr>
        <p:pic>
          <p:nvPicPr>
            <p:cNvPr id="96" name="Divider H">
              <a:extLst>
                <a:ext uri="{FF2B5EF4-FFF2-40B4-BE49-F238E27FC236}">
                  <a16:creationId xmlns:a16="http://schemas.microsoft.com/office/drawing/2014/main" id="{86EB8EF7-E12A-4724-8CD0-BCD419CC1D72}"/>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pic>
          <p:nvPicPr>
            <p:cNvPr id="95" name="Divider V">
              <a:extLst>
                <a:ext uri="{FF2B5EF4-FFF2-40B4-BE49-F238E27FC236}">
                  <a16:creationId xmlns:a16="http://schemas.microsoft.com/office/drawing/2014/main" id="{A98871DD-BA51-4D2E-B73C-B53E0040D847}"/>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rot="5400000">
              <a:off x="224043" y="3771577"/>
              <a:ext cx="5486400" cy="45720"/>
            </a:xfrm>
            <a:prstGeom prst="rect">
              <a:avLst/>
            </a:prstGeom>
          </p:spPr>
        </p:pic>
      </p:grpSp>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930176A1-BCF0-4712-97A6-6B495F55390B}" type="slidenum">
              <a:rPr lang="en-US" smtClean="0"/>
              <a:pPr/>
              <a:t>‹#›</a:t>
            </a:fld>
            <a:endParaRPr lang="en-US" dirty="0"/>
          </a:p>
        </p:txBody>
      </p:sp>
      <p:sp>
        <p:nvSpPr>
          <p:cNvPr id="11"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latin typeface="Amazon Ember Display Heavy" panose="04020705040A02060702" pitchFamily="82" charset="0"/>
              </a:rPr>
              <a:t>Service introduction slide – Option 2</a:t>
            </a:r>
          </a:p>
        </p:txBody>
      </p:sp>
      <p:sp>
        <p:nvSpPr>
          <p:cNvPr id="3" name="Service image">
            <a:extLst>
              <a:ext uri="{FF2B5EF4-FFF2-40B4-BE49-F238E27FC236}">
                <a16:creationId xmlns:a16="http://schemas.microsoft.com/office/drawing/2014/main" id="{A8750EE2-55D6-4668-9C14-21FA8D6643EA}"/>
              </a:ext>
              <a:ext uri="{C183D7F6-B498-43B3-948B-1728B52AA6E4}">
                <adec:decorative xmlns:adec="http://schemas.microsoft.com/office/drawing/2017/decorative" val="1"/>
              </a:ext>
            </a:extLst>
          </p:cNvPr>
          <p:cNvSpPr>
            <a:spLocks noGrp="1"/>
          </p:cNvSpPr>
          <p:nvPr>
            <p:ph type="pic" idx="3" hasCustomPrompt="1"/>
          </p:nvPr>
        </p:nvSpPr>
        <p:spPr>
          <a:xfrm>
            <a:off x="531884" y="2182807"/>
            <a:ext cx="2286000" cy="2286000"/>
          </a:xfrm>
        </p:spPr>
        <p:txBody>
          <a:bodyPr anchor="t">
            <a:noAutofit/>
          </a:bodyPr>
          <a:lstStyle>
            <a:lvl1pPr marL="0" indent="0" algn="ctr">
              <a:buNone/>
              <a:defRPr sz="2000">
                <a:solidFill>
                  <a:srgbClr val="232F3E"/>
                </a:solidFill>
              </a:defRPr>
            </a:lvl1pPr>
          </a:lstStyle>
          <a:p>
            <a:r>
              <a:rPr lang="en-US" dirty="0"/>
              <a:t>Click the icon to add a service icon</a:t>
            </a:r>
          </a:p>
        </p:txBody>
      </p:sp>
      <p:sp>
        <p:nvSpPr>
          <p:cNvPr id="4" name="Service name">
            <a:extLst>
              <a:ext uri="{FF2B5EF4-FFF2-40B4-BE49-F238E27FC236}">
                <a16:creationId xmlns:a16="http://schemas.microsoft.com/office/drawing/2014/main" id="{ED5D782A-3E94-4C16-BD1E-13F939926C06}"/>
              </a:ext>
            </a:extLst>
          </p:cNvPr>
          <p:cNvSpPr>
            <a:spLocks noGrp="1"/>
          </p:cNvSpPr>
          <p:nvPr>
            <p:ph type="body" idx="4" hasCustomPrompt="1"/>
          </p:nvPr>
        </p:nvSpPr>
        <p:spPr>
          <a:xfrm>
            <a:off x="531884" y="4508261"/>
            <a:ext cx="2286001" cy="914400"/>
          </a:xfrm>
        </p:spPr>
        <p:txBody>
          <a:bodyPr>
            <a:noAutofit/>
          </a:bodyPr>
          <a:lstStyle>
            <a:lvl1pPr marL="0" indent="0" algn="ctr">
              <a:spcAft>
                <a:spcPts val="0"/>
              </a:spcAft>
              <a:buNone/>
              <a:defRPr sz="2000">
                <a:solidFill>
                  <a:srgbClr val="232F3E"/>
                </a:solidFill>
                <a:latin typeface="Amazon Ember Display"/>
              </a:defRPr>
            </a:lvl1pPr>
          </a:lstStyle>
          <a:p>
            <a:pPr lvl="0"/>
            <a:r>
              <a:rPr lang="en-US" dirty="0"/>
              <a:t>Enter service name</a:t>
            </a:r>
          </a:p>
        </p:txBody>
      </p:sp>
      <p:sp>
        <p:nvSpPr>
          <p:cNvPr id="2" name="Service description">
            <a:extLst>
              <a:ext uri="{FF2B5EF4-FFF2-40B4-BE49-F238E27FC236}">
                <a16:creationId xmlns:a16="http://schemas.microsoft.com/office/drawing/2014/main" id="{125C2183-0325-4A52-BF1F-38F8AAFA8B4A}"/>
              </a:ext>
            </a:extLst>
          </p:cNvPr>
          <p:cNvSpPr>
            <a:spLocks noGrp="1"/>
          </p:cNvSpPr>
          <p:nvPr>
            <p:ph type="body" idx="2" hasCustomPrompt="1"/>
          </p:nvPr>
        </p:nvSpPr>
        <p:spPr>
          <a:xfrm>
            <a:off x="3118104" y="1097280"/>
            <a:ext cx="8714232" cy="1655064"/>
          </a:xfrm>
        </p:spPr>
        <p:txBody>
          <a:bodyPr tIns="45720" bIns="45720">
            <a:normAutofit/>
          </a:bodyPr>
          <a:lstStyle>
            <a:lvl1pPr marL="0" indent="0">
              <a:lnSpc>
                <a:spcPct val="100000"/>
              </a:lnSpc>
              <a:spcBef>
                <a:spcPts val="0"/>
              </a:spcBef>
              <a:spcAft>
                <a:spcPts val="300"/>
              </a:spcAft>
              <a:buNone/>
              <a:defRPr sz="2400">
                <a:solidFill>
                  <a:srgbClr val="232F3E"/>
                </a:solidFill>
                <a:latin typeface="Amazon Ember Display"/>
              </a:defRPr>
            </a:lvl1pPr>
            <a:lvl2pPr marL="457200" indent="0">
              <a:buNone/>
              <a:defRPr/>
            </a:lvl2pPr>
          </a:lstStyle>
          <a:p>
            <a:pPr lvl="0"/>
            <a:r>
              <a:rPr lang="en-US" dirty="0"/>
              <a:t>Enter service description from our website.</a:t>
            </a:r>
          </a:p>
        </p:txBody>
      </p:sp>
      <p:sp>
        <p:nvSpPr>
          <p:cNvPr id="8" name="Service Benefit 1">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8" hasCustomPrompt="1"/>
          </p:nvPr>
        </p:nvSpPr>
        <p:spPr>
          <a:xfrm>
            <a:off x="3483864" y="2798064"/>
            <a:ext cx="2011680" cy="2011680"/>
          </a:xfrm>
        </p:spPr>
        <p:txBody>
          <a:bodyPr anchor="t">
            <a:noAutofit/>
          </a:bodyPr>
          <a:lstStyle>
            <a:lvl1pPr marL="0" indent="0" algn="ctr">
              <a:buNone/>
              <a:defRPr sz="1800">
                <a:solidFill>
                  <a:srgbClr val="232F3E"/>
                </a:solidFill>
              </a:defRPr>
            </a:lvl1pPr>
          </a:lstStyle>
          <a:p>
            <a:r>
              <a:rPr lang="en-US" dirty="0"/>
              <a:t>Click icon to add a service benefit image</a:t>
            </a:r>
          </a:p>
        </p:txBody>
      </p:sp>
      <p:sp>
        <p:nvSpPr>
          <p:cNvPr id="5" name="Benefit 1 Description">
            <a:extLst>
              <a:ext uri="{FF2B5EF4-FFF2-40B4-BE49-F238E27FC236}">
                <a16:creationId xmlns:a16="http://schemas.microsoft.com/office/drawing/2014/main" id="{CEBB69C5-28A4-4F99-A9FE-572F9D53CF4E}"/>
              </a:ext>
            </a:extLst>
          </p:cNvPr>
          <p:cNvSpPr>
            <a:spLocks noGrp="1"/>
          </p:cNvSpPr>
          <p:nvPr>
            <p:ph type="body" idx="5" hasCustomPrompt="1"/>
          </p:nvPr>
        </p:nvSpPr>
        <p:spPr>
          <a:xfrm>
            <a:off x="3118104" y="4846320"/>
            <a:ext cx="2743200" cy="1600200"/>
          </a:xfrm>
          <a:noFill/>
          <a:ln>
            <a:noFill/>
          </a:ln>
        </p:spPr>
        <p:txBody>
          <a:bodyPr lIns="91440" anchor="t">
            <a:noAutofit/>
          </a:bodyPr>
          <a:lstStyle>
            <a:lvl1pPr marL="60325" indent="0" algn="ctr">
              <a:spcBef>
                <a:spcPts val="0"/>
              </a:spcBef>
              <a:spcAft>
                <a:spcPts val="0"/>
              </a:spcAft>
              <a:buNone/>
              <a:defRPr sz="2000" b="0">
                <a:solidFill>
                  <a:srgbClr val="232F3E"/>
                </a:solidFill>
                <a:latin typeface="Amazon Ember Display"/>
              </a:defRPr>
            </a:lvl1pPr>
          </a:lstStyle>
          <a:p>
            <a:pPr lvl="0"/>
            <a:r>
              <a:rPr lang="en-US" dirty="0"/>
              <a:t>Enter benefit description</a:t>
            </a:r>
          </a:p>
        </p:txBody>
      </p:sp>
      <p:sp>
        <p:nvSpPr>
          <p:cNvPr id="9" name="Service Benefit 2">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9" hasCustomPrompt="1"/>
          </p:nvPr>
        </p:nvSpPr>
        <p:spPr>
          <a:xfrm>
            <a:off x="6473952" y="2798064"/>
            <a:ext cx="2011680" cy="2011680"/>
          </a:xfrm>
        </p:spPr>
        <p:txBody>
          <a:bodyPr anchor="t">
            <a:noAutofit/>
          </a:bodyPr>
          <a:lstStyle>
            <a:lvl1pPr marL="0" indent="0" algn="ctr">
              <a:buNone/>
              <a:defRPr sz="1800">
                <a:solidFill>
                  <a:srgbClr val="232F3E"/>
                </a:solidFill>
              </a:defRPr>
            </a:lvl1pPr>
          </a:lstStyle>
          <a:p>
            <a:r>
              <a:rPr lang="en-US" dirty="0"/>
              <a:t>Click icon to add a service benefit image</a:t>
            </a:r>
          </a:p>
        </p:txBody>
      </p:sp>
      <p:sp>
        <p:nvSpPr>
          <p:cNvPr id="6" name="Benefit 2 Description">
            <a:extLst>
              <a:ext uri="{FF2B5EF4-FFF2-40B4-BE49-F238E27FC236}">
                <a16:creationId xmlns:a16="http://schemas.microsoft.com/office/drawing/2014/main" id="{04C41CFA-9BF9-474A-89A9-E22790A538E2}"/>
              </a:ext>
            </a:extLst>
          </p:cNvPr>
          <p:cNvSpPr>
            <a:spLocks noGrp="1"/>
          </p:cNvSpPr>
          <p:nvPr>
            <p:ph type="body" idx="6" hasCustomPrompt="1"/>
          </p:nvPr>
        </p:nvSpPr>
        <p:spPr>
          <a:xfrm>
            <a:off x="6108192" y="4846320"/>
            <a:ext cx="2743200" cy="1600200"/>
          </a:xfrm>
          <a:noFill/>
          <a:ln>
            <a:noFill/>
          </a:ln>
        </p:spPr>
        <p:txBody>
          <a:bodyPr lIns="91440" anchor="t">
            <a:noAutofit/>
          </a:bodyPr>
          <a:lstStyle>
            <a:lvl1pPr marL="60325" indent="0" algn="ctr">
              <a:spcBef>
                <a:spcPts val="0"/>
              </a:spcBef>
              <a:spcAft>
                <a:spcPts val="0"/>
              </a:spcAft>
              <a:buNone/>
              <a:defRPr sz="2000" b="0">
                <a:solidFill>
                  <a:srgbClr val="232F3E"/>
                </a:solidFill>
                <a:latin typeface="Amazon Ember Display"/>
              </a:defRPr>
            </a:lvl1pPr>
          </a:lstStyle>
          <a:p>
            <a:pPr lvl="0"/>
            <a:r>
              <a:rPr lang="en-US" dirty="0"/>
              <a:t>Enter benefit description</a:t>
            </a:r>
          </a:p>
        </p:txBody>
      </p:sp>
      <p:sp>
        <p:nvSpPr>
          <p:cNvPr id="10" name="Service Benefit 3">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10" hasCustomPrompt="1"/>
          </p:nvPr>
        </p:nvSpPr>
        <p:spPr>
          <a:xfrm>
            <a:off x="9454896" y="2798064"/>
            <a:ext cx="2011680" cy="2011680"/>
          </a:xfrm>
        </p:spPr>
        <p:txBody>
          <a:bodyPr anchor="t">
            <a:noAutofit/>
          </a:bodyPr>
          <a:lstStyle>
            <a:lvl1pPr marL="0" indent="0" algn="ctr">
              <a:buNone/>
              <a:defRPr sz="1800">
                <a:solidFill>
                  <a:srgbClr val="232F3E"/>
                </a:solidFill>
              </a:defRPr>
            </a:lvl1pPr>
          </a:lstStyle>
          <a:p>
            <a:r>
              <a:rPr lang="en-US" dirty="0"/>
              <a:t>Click icon to add a service benefit image</a:t>
            </a:r>
          </a:p>
        </p:txBody>
      </p:sp>
      <p:sp>
        <p:nvSpPr>
          <p:cNvPr id="7" name="Benefit 3 Description">
            <a:extLst>
              <a:ext uri="{FF2B5EF4-FFF2-40B4-BE49-F238E27FC236}">
                <a16:creationId xmlns:a16="http://schemas.microsoft.com/office/drawing/2014/main" id="{CF01F87A-DBEF-4657-8500-6A751FF3BC24}"/>
              </a:ext>
            </a:extLst>
          </p:cNvPr>
          <p:cNvSpPr>
            <a:spLocks noGrp="1"/>
          </p:cNvSpPr>
          <p:nvPr>
            <p:ph type="body" idx="7" hasCustomPrompt="1"/>
          </p:nvPr>
        </p:nvSpPr>
        <p:spPr>
          <a:xfrm>
            <a:off x="9089136" y="4846320"/>
            <a:ext cx="2743200" cy="1600200"/>
          </a:xfrm>
          <a:noFill/>
          <a:ln>
            <a:noFill/>
          </a:ln>
        </p:spPr>
        <p:txBody>
          <a:bodyPr lIns="91440" anchor="t">
            <a:noAutofit/>
          </a:bodyPr>
          <a:lstStyle>
            <a:lvl1pPr marL="60325" indent="0" algn="ctr">
              <a:spcBef>
                <a:spcPts val="0"/>
              </a:spcBef>
              <a:spcAft>
                <a:spcPts val="0"/>
              </a:spcAft>
              <a:buNone/>
              <a:defRPr sz="2000" b="0">
                <a:solidFill>
                  <a:srgbClr val="232F3E"/>
                </a:solidFill>
                <a:latin typeface="Amazon Ember Display"/>
              </a:defRPr>
            </a:lvl1pPr>
          </a:lstStyle>
          <a:p>
            <a:pPr lvl="0"/>
            <a:r>
              <a:rPr lang="en-US" dirty="0"/>
              <a:t>Enter benefit description</a:t>
            </a:r>
          </a:p>
        </p:txBody>
      </p:sp>
    </p:spTree>
    <p:custDataLst>
      <p:tags r:id="rId1"/>
    </p:custDataLst>
    <p:extLst>
      <p:ext uri="{BB962C8B-B14F-4D97-AF65-F5344CB8AC3E}">
        <p14:creationId xmlns:p14="http://schemas.microsoft.com/office/powerpoint/2010/main" val="35481142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reserve="1">
  <p:cSld name="Title and 2 Conten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79271B92-68F7-439C-8199-7E16014A674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and 2 content columns</a:t>
            </a:r>
          </a:p>
        </p:txBody>
      </p:sp>
      <p:pic>
        <p:nvPicPr>
          <p:cNvPr id="99" name="Divider">
            <a:extLst>
              <a:ext uri="{FF2B5EF4-FFF2-40B4-BE49-F238E27FC236}">
                <a16:creationId xmlns:a16="http://schemas.microsoft.com/office/drawing/2014/main" id="{DDE84D45-638C-4BCD-B539-05F38F37CF3D}"/>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365760" y="1097280"/>
            <a:ext cx="5669280" cy="5330952"/>
          </a:xfrm>
        </p:spPr>
        <p:txBody>
          <a:bodyPr>
            <a:no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Right">
            <a:extLst>
              <a:ext uri="{FF2B5EF4-FFF2-40B4-BE49-F238E27FC236}">
                <a16:creationId xmlns:a16="http://schemas.microsoft.com/office/drawing/2014/main" id="{951E617C-D9F7-4098-883E-6A048DBCF862}"/>
              </a:ext>
            </a:extLst>
          </p:cNvPr>
          <p:cNvSpPr>
            <a:spLocks noGrp="1"/>
          </p:cNvSpPr>
          <p:nvPr>
            <p:ph idx="3" hasCustomPrompt="1"/>
          </p:nvPr>
        </p:nvSpPr>
        <p:spPr>
          <a:xfrm>
            <a:off x="6163056" y="1097280"/>
            <a:ext cx="5669280" cy="5330952"/>
          </a:xfrm>
        </p:spPr>
        <p:txBody>
          <a:bodyPr>
            <a:no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452053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 preserve="1">
  <p:cSld name="Title, Narrow, and Wide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79271B92-68F7-439C-8199-7E16014A674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narrow left, and wide right columns</a:t>
            </a:r>
          </a:p>
        </p:txBody>
      </p:sp>
      <p:pic>
        <p:nvPicPr>
          <p:cNvPr id="99" name="Divider">
            <a:extLst>
              <a:ext uri="{FF2B5EF4-FFF2-40B4-BE49-F238E27FC236}">
                <a16:creationId xmlns:a16="http://schemas.microsoft.com/office/drawing/2014/main" id="{436CF646-2D71-47F1-8550-51446EDEB819}"/>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365760" y="1097280"/>
            <a:ext cx="3657600" cy="5330952"/>
          </a:xfrm>
        </p:spPr>
        <p:txBody>
          <a:bodyPr>
            <a:noAutofit/>
          </a:bodyPr>
          <a:lstStyle>
            <a:lvl1pPr>
              <a:lnSpc>
                <a:spcPct val="100000"/>
              </a:lnSpc>
              <a:spcAft>
                <a:spcPts val="1200"/>
              </a:spcAft>
              <a:defRPr sz="2400">
                <a:solidFill>
                  <a:srgbClr val="232F3E"/>
                </a:solidFill>
              </a:defRPr>
            </a:lvl1pPr>
            <a:lvl2pPr marL="457200" indent="-228600">
              <a:lnSpc>
                <a:spcPct val="100000"/>
              </a:lnSpc>
              <a:spcAft>
                <a:spcPts val="1200"/>
              </a:spcAft>
              <a:defRPr sz="2000">
                <a:solidFill>
                  <a:srgbClr val="232F3E"/>
                </a:solidFill>
              </a:defRPr>
            </a:lvl2pPr>
            <a:lvl3pPr marL="684213" indent="-228600">
              <a:lnSpc>
                <a:spcPct val="100000"/>
              </a:lnSpc>
              <a:spcAft>
                <a:spcPts val="1200"/>
              </a:spcAft>
              <a:defRPr sz="1800">
                <a:solidFill>
                  <a:srgbClr val="232F3E"/>
                </a:solidFill>
              </a:defRPr>
            </a:lvl3pPr>
            <a:lvl4pPr marL="914400" indent="-228600">
              <a:lnSpc>
                <a:spcPct val="100000"/>
              </a:lnSpc>
              <a:spcAft>
                <a:spcPts val="1200"/>
              </a:spcAft>
              <a:defRPr sz="1600">
                <a:solidFill>
                  <a:srgbClr val="232F3E"/>
                </a:solidFill>
              </a:defRPr>
            </a:lvl4pPr>
            <a:lvl5pPr marL="1144588" indent="-228600">
              <a:lnSpc>
                <a:spcPct val="100000"/>
              </a:lnSpc>
              <a:spcAft>
                <a:spcPts val="12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Right">
            <a:extLst>
              <a:ext uri="{FF2B5EF4-FFF2-40B4-BE49-F238E27FC236}">
                <a16:creationId xmlns:a16="http://schemas.microsoft.com/office/drawing/2014/main" id="{951E617C-D9F7-4098-883E-6A048DBCF862}"/>
              </a:ext>
            </a:extLst>
          </p:cNvPr>
          <p:cNvSpPr>
            <a:spLocks noGrp="1"/>
          </p:cNvSpPr>
          <p:nvPr>
            <p:ph idx="3" hasCustomPrompt="1"/>
          </p:nvPr>
        </p:nvSpPr>
        <p:spPr>
          <a:xfrm>
            <a:off x="4187952" y="1097280"/>
            <a:ext cx="7644384" cy="5330952"/>
          </a:xfrm>
        </p:spPr>
        <p:txBody>
          <a:bodyPr>
            <a:noAutofit/>
          </a:bodyPr>
          <a:lstStyle>
            <a:lvl1pPr>
              <a:lnSpc>
                <a:spcPct val="100000"/>
              </a:lnSpc>
              <a:spcAft>
                <a:spcPts val="1200"/>
              </a:spcAft>
              <a:defRPr sz="2400">
                <a:solidFill>
                  <a:srgbClr val="232F3E"/>
                </a:solidFill>
              </a:defRPr>
            </a:lvl1pPr>
            <a:lvl2pPr marL="457200" indent="-228600">
              <a:lnSpc>
                <a:spcPct val="100000"/>
              </a:lnSpc>
              <a:spcAft>
                <a:spcPts val="1200"/>
              </a:spcAft>
              <a:defRPr sz="2000">
                <a:solidFill>
                  <a:srgbClr val="232F3E"/>
                </a:solidFill>
              </a:defRPr>
            </a:lvl2pPr>
            <a:lvl3pPr marL="684213" indent="-228600">
              <a:lnSpc>
                <a:spcPct val="100000"/>
              </a:lnSpc>
              <a:spcAft>
                <a:spcPts val="1200"/>
              </a:spcAft>
              <a:defRPr sz="1800">
                <a:solidFill>
                  <a:srgbClr val="232F3E"/>
                </a:solidFill>
              </a:defRPr>
            </a:lvl3pPr>
            <a:lvl4pPr marL="914400" indent="-228600">
              <a:lnSpc>
                <a:spcPct val="100000"/>
              </a:lnSpc>
              <a:spcAft>
                <a:spcPts val="1200"/>
              </a:spcAft>
              <a:defRPr sz="1600">
                <a:solidFill>
                  <a:srgbClr val="232F3E"/>
                </a:solidFill>
              </a:defRPr>
            </a:lvl4pPr>
            <a:lvl5pPr marL="1144588" indent="-228600">
              <a:lnSpc>
                <a:spcPct val="100000"/>
              </a:lnSpc>
              <a:spcAft>
                <a:spcPts val="1200"/>
              </a:spcAft>
              <a:defRPr sz="1600">
                <a:solidFill>
                  <a:srgbClr val="232F3E"/>
                </a:solidFill>
              </a:defRPr>
            </a:lvl5pPr>
          </a:lstStyle>
          <a:p>
            <a:pPr lvl="0"/>
            <a:r>
              <a:rPr lang="en-US" dirty="0"/>
              <a:t>Add content text or Click to add image</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4971911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 preserve="1">
  <p:cSld name="Title and 2 Code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D1314593-B97F-4159-BF1C-7D08727B798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and 2 code columns</a:t>
            </a:r>
          </a:p>
        </p:txBody>
      </p:sp>
      <p:pic>
        <p:nvPicPr>
          <p:cNvPr id="99" name="Divider">
            <a:extLst>
              <a:ext uri="{FF2B5EF4-FFF2-40B4-BE49-F238E27FC236}">
                <a16:creationId xmlns:a16="http://schemas.microsoft.com/office/drawing/2014/main" id="{25E540B6-8F1E-4977-BD60-59FB7D23F464}"/>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de Left">
            <a:extLst>
              <a:ext uri="{FF2B5EF4-FFF2-40B4-BE49-F238E27FC236}">
                <a16:creationId xmlns:a16="http://schemas.microsoft.com/office/drawing/2014/main" id="{D77EFECE-400E-4BAA-A766-7DD8A1117BBC}"/>
              </a:ext>
            </a:extLst>
          </p:cNvPr>
          <p:cNvSpPr>
            <a:spLocks noGrp="1"/>
          </p:cNvSpPr>
          <p:nvPr>
            <p:ph type="body" idx="2" hasCustomPrompt="1"/>
          </p:nvPr>
        </p:nvSpPr>
        <p:spPr>
          <a:xfrm>
            <a:off x="365760" y="1097280"/>
            <a:ext cx="5669280" cy="5330952"/>
          </a:xfrm>
        </p:spPr>
        <p:txBody>
          <a:bodyPr>
            <a:noAutofit/>
          </a:bodyPr>
          <a:lstStyle>
            <a:lvl1pPr marL="0" indent="0">
              <a:spcBef>
                <a:spcPts val="0"/>
              </a:spcBef>
              <a:buNone/>
              <a:defRPr sz="1600">
                <a:solidFill>
                  <a:srgbClr val="232F3E"/>
                </a:solidFill>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
        <p:nvSpPr>
          <p:cNvPr id="3" name="Code Right">
            <a:extLst>
              <a:ext uri="{FF2B5EF4-FFF2-40B4-BE49-F238E27FC236}">
                <a16:creationId xmlns:a16="http://schemas.microsoft.com/office/drawing/2014/main" id="{E8572E41-DF36-40C1-9453-10D94D9775B7}"/>
              </a:ext>
            </a:extLst>
          </p:cNvPr>
          <p:cNvSpPr>
            <a:spLocks noGrp="1"/>
          </p:cNvSpPr>
          <p:nvPr>
            <p:ph type="body" idx="3" hasCustomPrompt="1"/>
          </p:nvPr>
        </p:nvSpPr>
        <p:spPr>
          <a:xfrm>
            <a:off x="6163056" y="1097280"/>
            <a:ext cx="5669280" cy="5330952"/>
          </a:xfrm>
        </p:spPr>
        <p:txBody>
          <a:bodyPr>
            <a:noAutofit/>
          </a:bodyPr>
          <a:lstStyle>
            <a:lvl1pPr marL="0" indent="0">
              <a:spcBef>
                <a:spcPts val="0"/>
              </a:spcBef>
              <a:buNone/>
              <a:defRPr sz="1600">
                <a:solidFill>
                  <a:srgbClr val="232F3E"/>
                </a:solidFill>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Tree>
    <p:custDataLst>
      <p:tags r:id="rId1"/>
    </p:custDataLst>
    <p:extLst>
      <p:ext uri="{BB962C8B-B14F-4D97-AF65-F5344CB8AC3E}">
        <p14:creationId xmlns:p14="http://schemas.microsoft.com/office/powerpoint/2010/main" val="42090080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 preserve="1">
  <p:cSld name="Title, Header, and 2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BF7951DD-641A-4F55-851E-3A3DAE548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header, and 2 text columns</a:t>
            </a:r>
          </a:p>
        </p:txBody>
      </p:sp>
      <p:pic>
        <p:nvPicPr>
          <p:cNvPr id="99" name="Background">
            <a:extLst>
              <a:ext uri="{FF2B5EF4-FFF2-40B4-BE49-F238E27FC236}">
                <a16:creationId xmlns:a16="http://schemas.microsoft.com/office/drawing/2014/main" id="{B5282040-FA2B-4014-827F-F5B85DA67656}"/>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760" y="1053311"/>
            <a:ext cx="11460480" cy="440329"/>
          </a:xfrm>
          <a:prstGeom prst="rect">
            <a:avLst/>
          </a:prstGeom>
        </p:spPr>
      </p:pic>
      <p:sp>
        <p:nvSpPr>
          <p:cNvPr id="12" name="Header">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3311"/>
            <a:ext cx="11460480" cy="440329"/>
          </a:xfrm>
          <a:no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563624"/>
            <a:ext cx="5669280" cy="4873752"/>
          </a:xfrm>
        </p:spPr>
        <p:txBody>
          <a:bodyPr>
            <a:no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Right">
            <a:extLst>
              <a:ext uri="{FF2B5EF4-FFF2-40B4-BE49-F238E27FC236}">
                <a16:creationId xmlns:a16="http://schemas.microsoft.com/office/drawing/2014/main" id="{7F5B85B9-BABC-44F6-B2AE-99F02670D702}"/>
              </a:ext>
            </a:extLst>
          </p:cNvPr>
          <p:cNvSpPr>
            <a:spLocks noGrp="1"/>
          </p:cNvSpPr>
          <p:nvPr>
            <p:ph idx="3" hasCustomPrompt="1"/>
          </p:nvPr>
        </p:nvSpPr>
        <p:spPr>
          <a:xfrm>
            <a:off x="6163056" y="1563624"/>
            <a:ext cx="5669280" cy="4873752"/>
          </a:xfrm>
        </p:spPr>
        <p:txBody>
          <a:bodyPr>
            <a:no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93953358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Header, Content, Full Height Picture">
    <p:bg>
      <p:bgPr>
        <a:solidFill>
          <a:schemeClr val="bg1"/>
        </a:solidFill>
        <a:effectLst/>
      </p:bgPr>
    </p:bg>
    <p:spTree>
      <p:nvGrpSpPr>
        <p:cNvPr id="1" name=""/>
        <p:cNvGrpSpPr/>
        <p:nvPr/>
      </p:nvGrpSpPr>
      <p:grpSpPr>
        <a:xfrm>
          <a:off x="0" y="0"/>
          <a:ext cx="0" cy="0"/>
          <a:chOff x="0" y="0"/>
          <a:chExt cx="0" cy="0"/>
        </a:xfrm>
      </p:grpSpPr>
      <p:pic>
        <p:nvPicPr>
          <p:cNvPr id="99" name="Background">
            <a:extLst>
              <a:ext uri="{FF2B5EF4-FFF2-40B4-BE49-F238E27FC236}">
                <a16:creationId xmlns:a16="http://schemas.microsoft.com/office/drawing/2014/main" id="{DEF6C79C-9D0E-41C2-AA50-8E21FCE741EA}"/>
              </a:ext>
              <a:ext uri="{C183D7F6-B498-43B3-948B-1728B52AA6E4}">
                <adec:decorative xmlns:adec="http://schemas.microsoft.com/office/drawing/2017/decorative" val="1"/>
              </a:ext>
            </a:extLst>
          </p:cNvPr>
          <p:cNvPicPr>
            <a:picLocks/>
          </p:cNvPicPr>
          <p:nvPr/>
        </p:nvPicPr>
        <p:blipFill rotWithShape="1">
          <a:blip r:embed="rId3">
            <a:extLst>
              <a:ext uri="{28A0092B-C50C-407E-A947-70E740481C1C}">
                <a14:useLocalDpi xmlns:a14="http://schemas.microsoft.com/office/drawing/2010/main" val="0"/>
              </a:ext>
            </a:extLst>
          </a:blip>
          <a:srcRect/>
          <a:stretch/>
        </p:blipFill>
        <p:spPr>
          <a:xfrm>
            <a:off x="365761" y="1059966"/>
            <a:ext cx="5663184" cy="459972"/>
          </a:xfrm>
          <a:prstGeom prst="rect">
            <a:avLst/>
          </a:prstGeom>
        </p:spPr>
      </p:pic>
      <p:sp>
        <p:nvSpPr>
          <p:cNvPr id="97" name="Slide Number">
            <a:extLst>
              <a:ext uri="{FF2B5EF4-FFF2-40B4-BE49-F238E27FC236}">
                <a16:creationId xmlns:a16="http://schemas.microsoft.com/office/drawing/2014/main" id="{73F8E55C-0C56-481E-96C0-45506B8577FA}"/>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header, content, and full height picture</a:t>
            </a:r>
          </a:p>
        </p:txBody>
      </p:sp>
      <p:sp>
        <p:nvSpPr>
          <p:cNvPr id="12" name="Header">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1" y="1051560"/>
            <a:ext cx="5669279" cy="440329"/>
          </a:xfrm>
          <a:no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2" name="Content">
            <a:extLst>
              <a:ext uri="{FF2B5EF4-FFF2-40B4-BE49-F238E27FC236}">
                <a16:creationId xmlns:a16="http://schemas.microsoft.com/office/drawing/2014/main" id="{EEA0232A-1E36-4B66-8855-7774205AD335}"/>
              </a:ext>
            </a:extLst>
          </p:cNvPr>
          <p:cNvSpPr>
            <a:spLocks noGrp="1"/>
          </p:cNvSpPr>
          <p:nvPr>
            <p:ph idx="2" hasCustomPrompt="1"/>
          </p:nvPr>
        </p:nvSpPr>
        <p:spPr>
          <a:xfrm>
            <a:off x="365760" y="1554480"/>
            <a:ext cx="5669280" cy="4881742"/>
          </a:xfrm>
        </p:spPr>
        <p:txBody>
          <a:bodyPr>
            <a:norm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2" name="Picture">
            <a:extLst>
              <a:ext uri="{FF2B5EF4-FFF2-40B4-BE49-F238E27FC236}">
                <a16:creationId xmlns:a16="http://schemas.microsoft.com/office/drawing/2014/main" id="{E9ECC349-DC9E-43B4-9780-22F11542C500}"/>
              </a:ext>
              <a:ext uri="{C183D7F6-B498-43B3-948B-1728B52AA6E4}">
                <adec:decorative xmlns:adec="http://schemas.microsoft.com/office/drawing/2017/decorative" val="1"/>
              </a:ext>
            </a:extLst>
          </p:cNvPr>
          <p:cNvSpPr>
            <a:spLocks noGrp="1"/>
          </p:cNvSpPr>
          <p:nvPr>
            <p:ph type="pic" idx="22" hasCustomPrompt="1"/>
          </p:nvPr>
        </p:nvSpPr>
        <p:spPr>
          <a:xfrm>
            <a:off x="6163056" y="1046819"/>
            <a:ext cx="5669280" cy="5398103"/>
          </a:xfrm>
        </p:spPr>
        <p:txBody>
          <a:bodyPr anchor="t">
            <a:noAutofit/>
          </a:bodyPr>
          <a:lstStyle>
            <a:lvl1pPr marL="0" indent="0" algn="ctr">
              <a:buNone/>
              <a:defRPr sz="28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23688026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2 Pictures, 2 Headers, and 2 Text Columns">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173D7629-1A9C-4345-AAF8-04B661B01BFF}"/>
              </a:ext>
              <a:ext uri="{C183D7F6-B498-43B3-948B-1728B52AA6E4}">
                <adec:decorative xmlns:adec="http://schemas.microsoft.com/office/drawing/2017/decorative" val="1"/>
              </a:ext>
            </a:extLst>
          </p:cNvPr>
          <p:cNvGrpSpPr/>
          <p:nvPr/>
        </p:nvGrpSpPr>
        <p:grpSpPr>
          <a:xfrm>
            <a:off x="365759" y="1028377"/>
            <a:ext cx="11484866" cy="2850096"/>
            <a:chOff x="365759" y="1028377"/>
            <a:chExt cx="11484866" cy="2850096"/>
          </a:xfrm>
        </p:grpSpPr>
        <p:pic>
          <p:nvPicPr>
            <p:cNvPr id="96" name="Background">
              <a:extLst>
                <a:ext uri="{FF2B5EF4-FFF2-40B4-BE49-F238E27FC236}">
                  <a16:creationId xmlns:a16="http://schemas.microsoft.com/office/drawing/2014/main" id="{7D5C187B-1A36-4731-9D73-181529A36405}"/>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60" y="3438144"/>
              <a:ext cx="11460480" cy="440329"/>
            </a:xfrm>
            <a:prstGeom prst="rect">
              <a:avLst/>
            </a:prstGeom>
          </p:spPr>
        </p:pic>
        <p:pic>
          <p:nvPicPr>
            <p:cNvPr id="95" name="Divider">
              <a:extLst>
                <a:ext uri="{FF2B5EF4-FFF2-40B4-BE49-F238E27FC236}">
                  <a16:creationId xmlns:a16="http://schemas.microsoft.com/office/drawing/2014/main" id="{2BB9B5CB-6BB1-45BC-9AA7-38BB668B8A35}"/>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grpSp>
      <p:sp>
        <p:nvSpPr>
          <p:cNvPr id="97" name="Slide Number">
            <a:extLst>
              <a:ext uri="{FF2B5EF4-FFF2-40B4-BE49-F238E27FC236}">
                <a16:creationId xmlns:a16="http://schemas.microsoft.com/office/drawing/2014/main" id="{BF7951DD-641A-4F55-851E-3A3DAE548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2 pictures, 2 headers, and 2 text columns</a:t>
            </a:r>
          </a:p>
        </p:txBody>
      </p:sp>
      <p:sp>
        <p:nvSpPr>
          <p:cNvPr id="22" name="Picture Left">
            <a:extLst>
              <a:ext uri="{FF2B5EF4-FFF2-40B4-BE49-F238E27FC236}">
                <a16:creationId xmlns:a16="http://schemas.microsoft.com/office/drawing/2014/main" id="{D20A7D1A-2EBE-48DA-AE10-ADAE1FC9C413}"/>
              </a:ext>
              <a:ext uri="{C183D7F6-B498-43B3-948B-1728B52AA6E4}">
                <adec:decorative xmlns:adec="http://schemas.microsoft.com/office/drawing/2017/decorative" val="1"/>
              </a:ext>
            </a:extLst>
          </p:cNvPr>
          <p:cNvSpPr>
            <a:spLocks noGrp="1"/>
          </p:cNvSpPr>
          <p:nvPr>
            <p:ph type="pic" idx="22" hasCustomPrompt="1"/>
          </p:nvPr>
        </p:nvSpPr>
        <p:spPr>
          <a:xfrm>
            <a:off x="2057400"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2" name="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3438144"/>
            <a:ext cx="5669280" cy="440329"/>
          </a:xfrm>
          <a:no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3" name="Content Left">
            <a:extLst>
              <a:ext uri="{FF2B5EF4-FFF2-40B4-BE49-F238E27FC236}">
                <a16:creationId xmlns:a16="http://schemas.microsoft.com/office/drawing/2014/main" id="{5ACBD598-6775-4223-B2AB-B169A112E3FF}"/>
              </a:ext>
            </a:extLst>
          </p:cNvPr>
          <p:cNvSpPr>
            <a:spLocks noGrp="1"/>
          </p:cNvSpPr>
          <p:nvPr>
            <p:ph idx="3" hasCustomPrompt="1"/>
          </p:nvPr>
        </p:nvSpPr>
        <p:spPr>
          <a:xfrm>
            <a:off x="365760" y="3895344"/>
            <a:ext cx="5669280" cy="2551176"/>
          </a:xfrm>
        </p:spPr>
        <p:txBody>
          <a:bodyPr>
            <a:noAutofit/>
          </a:bodyPr>
          <a:lstStyle>
            <a:lvl1pPr>
              <a:lnSpc>
                <a:spcPct val="100000"/>
              </a:lnSpc>
              <a:spcAft>
                <a:spcPts val="600"/>
              </a:spcAft>
              <a:defRPr sz="2800">
                <a:solidFill>
                  <a:srgbClr val="232F3E"/>
                </a:solidFill>
                <a:latin typeface="Amazon Ember Display"/>
              </a:defRPr>
            </a:lvl1pPr>
            <a:lvl2pPr marL="457200" indent="-228600">
              <a:lnSpc>
                <a:spcPct val="100000"/>
              </a:lnSpc>
              <a:spcAft>
                <a:spcPts val="600"/>
              </a:spcAft>
              <a:defRPr sz="2400">
                <a:solidFill>
                  <a:srgbClr val="232F3E"/>
                </a:solidFill>
                <a:latin typeface="Amazon Ember Display"/>
              </a:defRPr>
            </a:lvl2pPr>
            <a:lvl3pPr marL="684213" indent="-228600">
              <a:lnSpc>
                <a:spcPct val="100000"/>
              </a:lnSpc>
              <a:spcAft>
                <a:spcPts val="600"/>
              </a:spcAft>
              <a:defRPr sz="2000">
                <a:solidFill>
                  <a:srgbClr val="232F3E"/>
                </a:solidFill>
                <a:latin typeface="Amazon Ember Display"/>
              </a:defRPr>
            </a:lvl3pPr>
            <a:lvl4pPr marL="914400" indent="-228600">
              <a:lnSpc>
                <a:spcPct val="100000"/>
              </a:lnSpc>
              <a:spcAft>
                <a:spcPts val="600"/>
              </a:spcAft>
              <a:defRPr sz="1800">
                <a:solidFill>
                  <a:srgbClr val="232F3E"/>
                </a:solidFill>
                <a:latin typeface="Amazon Ember Display"/>
              </a:defRPr>
            </a:lvl4pPr>
            <a:lvl5pPr marL="1144588" indent="-228600">
              <a:lnSpc>
                <a:spcPct val="100000"/>
              </a:lnSpc>
              <a:spcAft>
                <a:spcPts val="600"/>
              </a:spcAft>
              <a:defRPr sz="1800">
                <a:solidFill>
                  <a:srgbClr val="232F3E"/>
                </a:solidFill>
                <a:latin typeface="Amazon Ember Display"/>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3" name="Picture Right">
            <a:extLst>
              <a:ext uri="{FF2B5EF4-FFF2-40B4-BE49-F238E27FC236}">
                <a16:creationId xmlns:a16="http://schemas.microsoft.com/office/drawing/2014/main" id="{0FC9A3C9-76CB-45ED-925D-DF04C6D528DC}"/>
              </a:ext>
              <a:ext uri="{C183D7F6-B498-43B3-948B-1728B52AA6E4}">
                <adec:decorative xmlns:adec="http://schemas.microsoft.com/office/drawing/2017/decorative" val="1"/>
              </a:ext>
            </a:extLst>
          </p:cNvPr>
          <p:cNvSpPr>
            <a:spLocks noGrp="1"/>
          </p:cNvSpPr>
          <p:nvPr>
            <p:ph type="pic" idx="23" hasCustomPrompt="1"/>
          </p:nvPr>
        </p:nvSpPr>
        <p:spPr>
          <a:xfrm>
            <a:off x="7891272"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3" name="Header Right">
            <a:extLst>
              <a:ext uri="{FF2B5EF4-FFF2-40B4-BE49-F238E27FC236}">
                <a16:creationId xmlns:a16="http://schemas.microsoft.com/office/drawing/2014/main" id="{08B6087B-5128-4D07-A02C-11A4D91176A4}"/>
              </a:ext>
            </a:extLst>
          </p:cNvPr>
          <p:cNvSpPr>
            <a:spLocks noGrp="1"/>
          </p:cNvSpPr>
          <p:nvPr>
            <p:ph type="body" idx="13" hasCustomPrompt="1"/>
          </p:nvPr>
        </p:nvSpPr>
        <p:spPr>
          <a:xfrm>
            <a:off x="6163056" y="3438144"/>
            <a:ext cx="5669280" cy="440329"/>
          </a:xfrm>
          <a:noFill/>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4" name="Content Right">
            <a:extLst>
              <a:ext uri="{FF2B5EF4-FFF2-40B4-BE49-F238E27FC236}">
                <a16:creationId xmlns:a16="http://schemas.microsoft.com/office/drawing/2014/main" id="{7F5B85B9-BABC-44F6-B2AE-99F02670D702}"/>
              </a:ext>
            </a:extLst>
          </p:cNvPr>
          <p:cNvSpPr>
            <a:spLocks noGrp="1"/>
          </p:cNvSpPr>
          <p:nvPr>
            <p:ph idx="4" hasCustomPrompt="1"/>
          </p:nvPr>
        </p:nvSpPr>
        <p:spPr>
          <a:xfrm>
            <a:off x="6163056" y="3895344"/>
            <a:ext cx="5669280" cy="2551176"/>
          </a:xfrm>
        </p:spPr>
        <p:txBody>
          <a:bodyPr>
            <a:noAutofit/>
          </a:bodyPr>
          <a:lstStyle>
            <a:lvl1pPr>
              <a:lnSpc>
                <a:spcPct val="100000"/>
              </a:lnSpc>
              <a:spcAft>
                <a:spcPts val="600"/>
              </a:spcAft>
              <a:defRPr sz="2800">
                <a:solidFill>
                  <a:srgbClr val="232F3E"/>
                </a:solidFill>
                <a:latin typeface="Amazon Ember Display"/>
              </a:defRPr>
            </a:lvl1pPr>
            <a:lvl2pPr marL="457200" indent="-228600">
              <a:lnSpc>
                <a:spcPct val="100000"/>
              </a:lnSpc>
              <a:spcAft>
                <a:spcPts val="600"/>
              </a:spcAft>
              <a:defRPr sz="2400">
                <a:solidFill>
                  <a:srgbClr val="232F3E"/>
                </a:solidFill>
                <a:latin typeface="Amazon Ember Display"/>
              </a:defRPr>
            </a:lvl2pPr>
            <a:lvl3pPr marL="684213" indent="-228600">
              <a:lnSpc>
                <a:spcPct val="100000"/>
              </a:lnSpc>
              <a:spcAft>
                <a:spcPts val="600"/>
              </a:spcAft>
              <a:defRPr sz="2000">
                <a:solidFill>
                  <a:srgbClr val="232F3E"/>
                </a:solidFill>
                <a:latin typeface="Amazon Ember Display"/>
              </a:defRPr>
            </a:lvl3pPr>
            <a:lvl4pPr marL="914400" indent="-228600">
              <a:lnSpc>
                <a:spcPct val="100000"/>
              </a:lnSpc>
              <a:spcAft>
                <a:spcPts val="600"/>
              </a:spcAft>
              <a:defRPr sz="1800">
                <a:solidFill>
                  <a:srgbClr val="232F3E"/>
                </a:solidFill>
                <a:latin typeface="Amazon Ember Display"/>
              </a:defRPr>
            </a:lvl4pPr>
            <a:lvl5pPr marL="1144588" indent="-228600">
              <a:lnSpc>
                <a:spcPct val="100000"/>
              </a:lnSpc>
              <a:spcAft>
                <a:spcPts val="600"/>
              </a:spcAft>
              <a:defRPr sz="1800">
                <a:solidFill>
                  <a:srgbClr val="232F3E"/>
                </a:solidFill>
                <a:latin typeface="Amazon Ember Display"/>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30832667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 preserve="1">
  <p:cSld name="Title and 3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462D2B2A-D218-4356-AEF2-F7FF4059392D}"/>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and 3 text columns</a:t>
            </a:r>
          </a:p>
        </p:txBody>
      </p:sp>
      <p:pic>
        <p:nvPicPr>
          <p:cNvPr id="99" name="Divider">
            <a:extLst>
              <a:ext uri="{FF2B5EF4-FFF2-40B4-BE49-F238E27FC236}">
                <a16:creationId xmlns:a16="http://schemas.microsoft.com/office/drawing/2014/main" id="{7EE2A4FF-27FC-4124-82F8-941EBFCC0E4F}"/>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365760" y="1097280"/>
            <a:ext cx="3749040" cy="5330952"/>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Middle">
            <a:extLst>
              <a:ext uri="{FF2B5EF4-FFF2-40B4-BE49-F238E27FC236}">
                <a16:creationId xmlns:a16="http://schemas.microsoft.com/office/drawing/2014/main" id="{951E617C-D9F7-4098-883E-6A048DBCF862}"/>
              </a:ext>
            </a:extLst>
          </p:cNvPr>
          <p:cNvSpPr>
            <a:spLocks noGrp="1"/>
          </p:cNvSpPr>
          <p:nvPr>
            <p:ph idx="3" hasCustomPrompt="1"/>
          </p:nvPr>
        </p:nvSpPr>
        <p:spPr>
          <a:xfrm>
            <a:off x="4224528" y="1097280"/>
            <a:ext cx="3749040" cy="5330952"/>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4" name="Content Right">
            <a:extLst>
              <a:ext uri="{FF2B5EF4-FFF2-40B4-BE49-F238E27FC236}">
                <a16:creationId xmlns:a16="http://schemas.microsoft.com/office/drawing/2014/main" id="{A8A7CEA5-195D-4DB0-B5A3-06CEEA93C108}"/>
              </a:ext>
            </a:extLst>
          </p:cNvPr>
          <p:cNvSpPr>
            <a:spLocks noGrp="1"/>
          </p:cNvSpPr>
          <p:nvPr>
            <p:ph idx="4" hasCustomPrompt="1"/>
          </p:nvPr>
        </p:nvSpPr>
        <p:spPr>
          <a:xfrm>
            <a:off x="8083296" y="1097280"/>
            <a:ext cx="3749040" cy="5330952"/>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4471028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x" preserve="1">
  <p:cSld name="Title, 3 Headers, and 3 Text Columns">
    <p:bg>
      <p:bgPr>
        <a:solidFill>
          <a:schemeClr val="bg1"/>
        </a:solidFill>
        <a:effectLst/>
      </p:bgPr>
    </p:bg>
    <p:spTree>
      <p:nvGrpSpPr>
        <p:cNvPr id="1" name=""/>
        <p:cNvGrpSpPr/>
        <p:nvPr/>
      </p:nvGrpSpPr>
      <p:grpSpPr>
        <a:xfrm>
          <a:off x="0" y="0"/>
          <a:ext cx="0" cy="0"/>
          <a:chOff x="0" y="0"/>
          <a:chExt cx="0" cy="0"/>
        </a:xfrm>
      </p:grpSpPr>
      <p:pic>
        <p:nvPicPr>
          <p:cNvPr id="99" name="Background">
            <a:extLst>
              <a:ext uri="{FF2B5EF4-FFF2-40B4-BE49-F238E27FC236}">
                <a16:creationId xmlns:a16="http://schemas.microsoft.com/office/drawing/2014/main" id="{5E94278F-C163-4179-AC1B-35DE088D94AB}"/>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60" y="1053311"/>
            <a:ext cx="11460480" cy="440329"/>
          </a:xfrm>
          <a:prstGeom prst="rect">
            <a:avLst/>
          </a:prstGeom>
        </p:spPr>
      </p:pic>
      <p:sp>
        <p:nvSpPr>
          <p:cNvPr id="97" name="Slide Number">
            <a:extLst>
              <a:ext uri="{FF2B5EF4-FFF2-40B4-BE49-F238E27FC236}">
                <a16:creationId xmlns:a16="http://schemas.microsoft.com/office/drawing/2014/main" id="{D472F160-9C3B-4BD6-99BB-267BDD7DD31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3 headers, and 3 text columns</a:t>
            </a:r>
          </a:p>
        </p:txBody>
      </p:sp>
      <p:sp>
        <p:nvSpPr>
          <p:cNvPr id="12" name="Content 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3311"/>
            <a:ext cx="3749040" cy="440329"/>
          </a:xfrm>
          <a:no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1563624"/>
            <a:ext cx="3749040" cy="4873752"/>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3" name="Content Header Middle">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4224528" y="1053311"/>
            <a:ext cx="3749040" cy="440329"/>
          </a:xfrm>
          <a:no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3" name="Content Middle">
            <a:extLst>
              <a:ext uri="{FF2B5EF4-FFF2-40B4-BE49-F238E27FC236}">
                <a16:creationId xmlns:a16="http://schemas.microsoft.com/office/drawing/2014/main" id="{7F5B85B9-BABC-44F6-B2AE-99F02670D702}"/>
              </a:ext>
            </a:extLst>
          </p:cNvPr>
          <p:cNvSpPr>
            <a:spLocks noGrp="1"/>
          </p:cNvSpPr>
          <p:nvPr>
            <p:ph type="body" idx="3" hasCustomPrompt="1"/>
          </p:nvPr>
        </p:nvSpPr>
        <p:spPr>
          <a:xfrm>
            <a:off x="4224528" y="1563624"/>
            <a:ext cx="3749040" cy="4873752"/>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4" name="Content Header Right">
            <a:extLst>
              <a:ext uri="{FF2B5EF4-FFF2-40B4-BE49-F238E27FC236}">
                <a16:creationId xmlns:a16="http://schemas.microsoft.com/office/drawing/2014/main" id="{B3EBECE3-35F9-4AF4-A8A7-FD546C7C32D6}"/>
              </a:ext>
            </a:extLst>
          </p:cNvPr>
          <p:cNvSpPr>
            <a:spLocks noGrp="1"/>
          </p:cNvSpPr>
          <p:nvPr>
            <p:ph type="body" idx="14" hasCustomPrompt="1"/>
          </p:nvPr>
        </p:nvSpPr>
        <p:spPr>
          <a:xfrm>
            <a:off x="8083296" y="1053311"/>
            <a:ext cx="3749040" cy="440329"/>
          </a:xfrm>
          <a:no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4" name="Content Right">
            <a:extLst>
              <a:ext uri="{FF2B5EF4-FFF2-40B4-BE49-F238E27FC236}">
                <a16:creationId xmlns:a16="http://schemas.microsoft.com/office/drawing/2014/main" id="{92466994-EA21-45EA-9DC6-3C179254B3A8}"/>
              </a:ext>
            </a:extLst>
          </p:cNvPr>
          <p:cNvSpPr>
            <a:spLocks noGrp="1"/>
          </p:cNvSpPr>
          <p:nvPr>
            <p:ph type="body" idx="4" hasCustomPrompt="1"/>
          </p:nvPr>
        </p:nvSpPr>
        <p:spPr>
          <a:xfrm>
            <a:off x="8083296" y="1591056"/>
            <a:ext cx="3749040" cy="4843688"/>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5302598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Title, 3 Lg Pics, and 3 Headers">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D60A92DB-4EDE-4A1F-9E58-683E66BD2485}"/>
              </a:ext>
              <a:ext uri="{C183D7F6-B498-43B3-948B-1728B52AA6E4}">
                <adec:decorative xmlns:adec="http://schemas.microsoft.com/office/drawing/2017/decorative" val="1"/>
              </a:ext>
            </a:extLst>
          </p:cNvPr>
          <p:cNvGrpSpPr/>
          <p:nvPr/>
        </p:nvGrpSpPr>
        <p:grpSpPr>
          <a:xfrm>
            <a:off x="353568" y="1028377"/>
            <a:ext cx="11497055" cy="4238575"/>
            <a:chOff x="353568" y="1028377"/>
            <a:chExt cx="11497055" cy="4238575"/>
          </a:xfrm>
        </p:grpSpPr>
        <p:pic>
          <p:nvPicPr>
            <p:cNvPr id="98" name="Background">
              <a:extLst>
                <a:ext uri="{FF2B5EF4-FFF2-40B4-BE49-F238E27FC236}">
                  <a16:creationId xmlns:a16="http://schemas.microsoft.com/office/drawing/2014/main" id="{0A39D91E-8E12-4EDA-A92E-1823DFEBDCAE}"/>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3568" y="4663440"/>
              <a:ext cx="11460480" cy="440329"/>
            </a:xfrm>
            <a:prstGeom prst="rect">
              <a:avLst/>
            </a:prstGeom>
          </p:spPr>
        </p:pic>
        <p:pic>
          <p:nvPicPr>
            <p:cNvPr id="96" name="Divider">
              <a:extLst>
                <a:ext uri="{FF2B5EF4-FFF2-40B4-BE49-F238E27FC236}">
                  <a16:creationId xmlns:a16="http://schemas.microsoft.com/office/drawing/2014/main" id="{07A34186-F2DF-4A02-80D8-2DCF8944E228}"/>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grpSp>
      <p:sp>
        <p:nvSpPr>
          <p:cNvPr id="97" name="Slide Number">
            <a:extLst>
              <a:ext uri="{FF2B5EF4-FFF2-40B4-BE49-F238E27FC236}">
                <a16:creationId xmlns:a16="http://schemas.microsoft.com/office/drawing/2014/main" id="{4E12A119-63D8-4FB5-9AE0-FE08C858C57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3 large pictures, and 3 headers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idx="22" hasCustomPrompt="1"/>
          </p:nvPr>
        </p:nvSpPr>
        <p:spPr>
          <a:xfrm>
            <a:off x="1097280" y="2286000"/>
            <a:ext cx="2286000" cy="2286000"/>
          </a:xfrm>
        </p:spPr>
        <p:txBody>
          <a:bodyPr anchor="t">
            <a:noAutofit/>
          </a:bodyPr>
          <a:lstStyle>
            <a:lvl1pPr marL="0" indent="0" algn="ctr">
              <a:buNone/>
              <a:defRPr sz="2000">
                <a:solidFill>
                  <a:schemeClr val="tx2"/>
                </a:solidFill>
                <a:latin typeface="+mn-lt"/>
              </a:defRPr>
            </a:lvl1pPr>
          </a:lstStyle>
          <a:p>
            <a:r>
              <a:rPr lang="en-US" dirty="0"/>
              <a:t>Click icon to add image</a:t>
            </a:r>
          </a:p>
        </p:txBody>
      </p:sp>
      <p:sp>
        <p:nvSpPr>
          <p:cNvPr id="12" name="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4663440"/>
            <a:ext cx="3749040" cy="440329"/>
          </a:xfrm>
          <a:no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Amazon Ember Display"/>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3"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idx="10" hasCustomPrompt="1"/>
          </p:nvPr>
        </p:nvSpPr>
        <p:spPr>
          <a:xfrm>
            <a:off x="4956048" y="2286000"/>
            <a:ext cx="2286000" cy="2286000"/>
          </a:xfrm>
        </p:spPr>
        <p:txBody>
          <a:bodyPr anchor="t">
            <a:noAutofit/>
          </a:bodyPr>
          <a:lstStyle>
            <a:lvl1pPr marL="0" indent="0" algn="ctr">
              <a:buNone/>
              <a:defRPr sz="2000">
                <a:solidFill>
                  <a:schemeClr val="tx2"/>
                </a:solidFill>
                <a:latin typeface="+mn-lt"/>
              </a:defRPr>
            </a:lvl1pPr>
          </a:lstStyle>
          <a:p>
            <a:r>
              <a:rPr lang="en-US"/>
              <a:t>Click icon to add image</a:t>
            </a:r>
          </a:p>
        </p:txBody>
      </p:sp>
      <p:sp>
        <p:nvSpPr>
          <p:cNvPr id="13" name="Header Center Left">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4224528" y="4663440"/>
            <a:ext cx="3749040" cy="440329"/>
          </a:xfrm>
          <a:no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4"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idx="24" hasCustomPrompt="1"/>
          </p:nvPr>
        </p:nvSpPr>
        <p:spPr>
          <a:xfrm>
            <a:off x="8814816" y="2286000"/>
            <a:ext cx="2286000" cy="2286000"/>
          </a:xfrm>
        </p:spPr>
        <p:txBody>
          <a:bodyPr anchor="t">
            <a:noAutofit/>
          </a:bodyPr>
          <a:lstStyle>
            <a:lvl1pPr marL="0" indent="0" algn="ctr">
              <a:buNone/>
              <a:defRPr sz="2000">
                <a:solidFill>
                  <a:schemeClr val="tx2"/>
                </a:solidFill>
                <a:latin typeface="+mn-lt"/>
              </a:defRPr>
            </a:lvl1pPr>
          </a:lstStyle>
          <a:p>
            <a:r>
              <a:rPr lang="en-US" dirty="0"/>
              <a:t>Click icon to add image</a:t>
            </a:r>
          </a:p>
        </p:txBody>
      </p:sp>
      <p:sp>
        <p:nvSpPr>
          <p:cNvPr id="14" name="Header Center Right">
            <a:extLst>
              <a:ext uri="{FF2B5EF4-FFF2-40B4-BE49-F238E27FC236}">
                <a16:creationId xmlns:a16="http://schemas.microsoft.com/office/drawing/2014/main" id="{CF01F87A-DBEF-4657-8500-6A751FF3BC24}"/>
              </a:ext>
            </a:extLst>
          </p:cNvPr>
          <p:cNvSpPr>
            <a:spLocks noGrp="1"/>
          </p:cNvSpPr>
          <p:nvPr>
            <p:ph type="body" idx="14" hasCustomPrompt="1"/>
          </p:nvPr>
        </p:nvSpPr>
        <p:spPr>
          <a:xfrm>
            <a:off x="8083296" y="4663440"/>
            <a:ext cx="3749040" cy="440329"/>
          </a:xfrm>
          <a:no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Tree>
    <p:custDataLst>
      <p:tags r:id="rId1"/>
    </p:custDataLst>
    <p:extLst>
      <p:ext uri="{BB962C8B-B14F-4D97-AF65-F5344CB8AC3E}">
        <p14:creationId xmlns:p14="http://schemas.microsoft.com/office/powerpoint/2010/main" val="271754555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Title, 3 Pictures, and 3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3 picture, and 3 text columns</a:t>
            </a:r>
          </a:p>
        </p:txBody>
      </p:sp>
      <p:pic>
        <p:nvPicPr>
          <p:cNvPr id="99" name="Divider">
            <a:extLst>
              <a:ext uri="{FF2B5EF4-FFF2-40B4-BE49-F238E27FC236}">
                <a16:creationId xmlns:a16="http://schemas.microsoft.com/office/drawing/2014/main" id="{6FD66F17-7724-455C-B925-81DD7A5F769A}"/>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1097280"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3" name="Content Left">
            <a:extLst>
              <a:ext uri="{FF2B5EF4-FFF2-40B4-BE49-F238E27FC236}">
                <a16:creationId xmlns:a16="http://schemas.microsoft.com/office/drawing/2014/main" id="{CEBB69C5-28A4-4F99-A9FE-572F9D53CF4E}"/>
              </a:ext>
            </a:extLst>
          </p:cNvPr>
          <p:cNvSpPr>
            <a:spLocks noGrp="1"/>
          </p:cNvSpPr>
          <p:nvPr>
            <p:ph type="body" idx="3" hasCustomPrompt="1"/>
          </p:nvPr>
        </p:nvSpPr>
        <p:spPr>
          <a:xfrm>
            <a:off x="365760"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
        <p:nvSpPr>
          <p:cNvPr id="23"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4956048"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4" name="Content Middle">
            <a:extLst>
              <a:ext uri="{FF2B5EF4-FFF2-40B4-BE49-F238E27FC236}">
                <a16:creationId xmlns:a16="http://schemas.microsoft.com/office/drawing/2014/main" id="{04C41CFA-9BF9-474A-89A9-E22790A538E2}"/>
              </a:ext>
            </a:extLst>
          </p:cNvPr>
          <p:cNvSpPr>
            <a:spLocks noGrp="1"/>
          </p:cNvSpPr>
          <p:nvPr>
            <p:ph type="body" idx="4" hasCustomPrompt="1"/>
          </p:nvPr>
        </p:nvSpPr>
        <p:spPr>
          <a:xfrm>
            <a:off x="4224528"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
        <p:nvSpPr>
          <p:cNvPr id="24"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8814816"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5" name="Content Right">
            <a:extLst>
              <a:ext uri="{FF2B5EF4-FFF2-40B4-BE49-F238E27FC236}">
                <a16:creationId xmlns:a16="http://schemas.microsoft.com/office/drawing/2014/main" id="{CF01F87A-DBEF-4657-8500-6A751FF3BC24}"/>
              </a:ext>
            </a:extLst>
          </p:cNvPr>
          <p:cNvSpPr>
            <a:spLocks noGrp="1"/>
          </p:cNvSpPr>
          <p:nvPr>
            <p:ph type="body" idx="5" hasCustomPrompt="1"/>
          </p:nvPr>
        </p:nvSpPr>
        <p:spPr>
          <a:xfrm>
            <a:off x="8083296"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Tree>
    <p:custDataLst>
      <p:tags r:id="rId1"/>
    </p:custDataLst>
    <p:extLst>
      <p:ext uri="{BB962C8B-B14F-4D97-AF65-F5344CB8AC3E}">
        <p14:creationId xmlns:p14="http://schemas.microsoft.com/office/powerpoint/2010/main" val="342786807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Header, 3 Pictures, and 3 Text Label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6"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header, 3 picture, and 3 labels</a:t>
            </a:r>
          </a:p>
        </p:txBody>
      </p:sp>
      <p:pic>
        <p:nvPicPr>
          <p:cNvPr id="99" name="Divider">
            <a:extLst>
              <a:ext uri="{FF2B5EF4-FFF2-40B4-BE49-F238E27FC236}">
                <a16:creationId xmlns:a16="http://schemas.microsoft.com/office/drawing/2014/main" id="{ED3BCD03-2F61-469D-A4B4-1B61BB21D364}"/>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Description">
            <a:extLst>
              <a:ext uri="{FF2B5EF4-FFF2-40B4-BE49-F238E27FC236}">
                <a16:creationId xmlns:a16="http://schemas.microsoft.com/office/drawing/2014/main" id="{125C2183-0325-4A52-BF1F-38F8AAFA8B4A}"/>
              </a:ext>
            </a:extLst>
          </p:cNvPr>
          <p:cNvSpPr>
            <a:spLocks noGrp="1"/>
          </p:cNvSpPr>
          <p:nvPr>
            <p:ph type="body" idx="2"/>
          </p:nvPr>
        </p:nvSpPr>
        <p:spPr>
          <a:xfrm>
            <a:off x="365125" y="1084263"/>
            <a:ext cx="11466576" cy="1158011"/>
          </a:xfrm>
        </p:spPr>
        <p:txBody>
          <a:bodyPr/>
          <a:lstStyle>
            <a:lvl1pPr marL="0" indent="0">
              <a:spcAft>
                <a:spcPts val="0"/>
              </a:spcAft>
              <a:buNone/>
              <a:defRPr>
                <a:solidFill>
                  <a:srgbClr val="232F3E"/>
                </a:solidFill>
                <a:latin typeface="+mn-lt"/>
              </a:defRPr>
            </a:lvl1pPr>
            <a:lvl2pPr marL="457200" indent="0">
              <a:buNone/>
              <a:defRPr/>
            </a:lvl2pPr>
          </a:lstStyle>
          <a:p>
            <a:pPr lvl="0"/>
            <a:r>
              <a:rPr lang="en-US"/>
              <a:t>Edit Master text styles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1097280"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3" name="Content Left">
            <a:extLst>
              <a:ext uri="{FF2B5EF4-FFF2-40B4-BE49-F238E27FC236}">
                <a16:creationId xmlns:a16="http://schemas.microsoft.com/office/drawing/2014/main" id="{CEBB69C5-28A4-4F99-A9FE-572F9D53CF4E}"/>
              </a:ext>
            </a:extLst>
          </p:cNvPr>
          <p:cNvSpPr>
            <a:spLocks noGrp="1"/>
          </p:cNvSpPr>
          <p:nvPr>
            <p:ph type="body" idx="3" hasCustomPrompt="1"/>
          </p:nvPr>
        </p:nvSpPr>
        <p:spPr>
          <a:xfrm>
            <a:off x="365760"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
        <p:nvSpPr>
          <p:cNvPr id="23"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4956048"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4" name="Content Middle">
            <a:extLst>
              <a:ext uri="{FF2B5EF4-FFF2-40B4-BE49-F238E27FC236}">
                <a16:creationId xmlns:a16="http://schemas.microsoft.com/office/drawing/2014/main" id="{04C41CFA-9BF9-474A-89A9-E22790A538E2}"/>
              </a:ext>
            </a:extLst>
          </p:cNvPr>
          <p:cNvSpPr>
            <a:spLocks noGrp="1"/>
          </p:cNvSpPr>
          <p:nvPr>
            <p:ph type="body" idx="4" hasCustomPrompt="1"/>
          </p:nvPr>
        </p:nvSpPr>
        <p:spPr>
          <a:xfrm>
            <a:off x="4224528"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
        <p:nvSpPr>
          <p:cNvPr id="24"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8814816"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5" name="Content Right">
            <a:extLst>
              <a:ext uri="{FF2B5EF4-FFF2-40B4-BE49-F238E27FC236}">
                <a16:creationId xmlns:a16="http://schemas.microsoft.com/office/drawing/2014/main" id="{CF01F87A-DBEF-4657-8500-6A751FF3BC24}"/>
              </a:ext>
            </a:extLst>
          </p:cNvPr>
          <p:cNvSpPr>
            <a:spLocks noGrp="1"/>
          </p:cNvSpPr>
          <p:nvPr>
            <p:ph type="body" idx="5" hasCustomPrompt="1"/>
          </p:nvPr>
        </p:nvSpPr>
        <p:spPr>
          <a:xfrm>
            <a:off x="8083296"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Tree>
    <p:custDataLst>
      <p:tags r:id="rId1"/>
    </p:custDataLst>
    <p:extLst>
      <p:ext uri="{BB962C8B-B14F-4D97-AF65-F5344CB8AC3E}">
        <p14:creationId xmlns:p14="http://schemas.microsoft.com/office/powerpoint/2010/main" val="244264086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3 Pics, and 3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3 pictures, and 3 text columns</a:t>
            </a:r>
          </a:p>
        </p:txBody>
      </p:sp>
      <p:pic>
        <p:nvPicPr>
          <p:cNvPr id="99" name="Divider">
            <a:extLst>
              <a:ext uri="{FF2B5EF4-FFF2-40B4-BE49-F238E27FC236}">
                <a16:creationId xmlns:a16="http://schemas.microsoft.com/office/drawing/2014/main" id="{F8C81323-B9A7-416C-ADF9-5BE9CC234E8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1097280"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3429000"/>
            <a:ext cx="3749040" cy="299923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3" hasCustomPrompt="1"/>
          </p:nvPr>
        </p:nvSpPr>
        <p:spPr>
          <a:xfrm>
            <a:off x="4956048"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6" name="Content Middle">
            <a:extLst>
              <a:ext uri="{FF2B5EF4-FFF2-40B4-BE49-F238E27FC236}">
                <a16:creationId xmlns:a16="http://schemas.microsoft.com/office/drawing/2014/main" id="{7F5B85B9-BABC-44F6-B2AE-99F02670D702}"/>
              </a:ext>
            </a:extLst>
          </p:cNvPr>
          <p:cNvSpPr>
            <a:spLocks noGrp="1"/>
          </p:cNvSpPr>
          <p:nvPr>
            <p:ph type="body" idx="3" hasCustomPrompt="1"/>
          </p:nvPr>
        </p:nvSpPr>
        <p:spPr>
          <a:xfrm>
            <a:off x="4224528" y="3429000"/>
            <a:ext cx="3749040" cy="299923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4"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8814816"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4" name="Content Right">
            <a:extLst>
              <a:ext uri="{FF2B5EF4-FFF2-40B4-BE49-F238E27FC236}">
                <a16:creationId xmlns:a16="http://schemas.microsoft.com/office/drawing/2014/main" id="{FD28CF85-103D-4AC7-BF7A-D32715F9433A}"/>
              </a:ext>
            </a:extLst>
          </p:cNvPr>
          <p:cNvSpPr>
            <a:spLocks noGrp="1"/>
          </p:cNvSpPr>
          <p:nvPr>
            <p:ph type="body" idx="4" hasCustomPrompt="1"/>
          </p:nvPr>
        </p:nvSpPr>
        <p:spPr>
          <a:xfrm>
            <a:off x="8083296" y="3429000"/>
            <a:ext cx="3749040" cy="299923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364466233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3 Pics, 3 Headers, and 3 Text Columns">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B67500C0-6D58-4DF1-8F3C-58EFF359ECA6}"/>
              </a:ext>
              <a:ext uri="{C183D7F6-B498-43B3-948B-1728B52AA6E4}">
                <adec:decorative xmlns:adec="http://schemas.microsoft.com/office/drawing/2017/decorative" val="1"/>
              </a:ext>
            </a:extLst>
          </p:cNvPr>
          <p:cNvGrpSpPr/>
          <p:nvPr/>
        </p:nvGrpSpPr>
        <p:grpSpPr>
          <a:xfrm>
            <a:off x="365759" y="1028377"/>
            <a:ext cx="11484864" cy="2875792"/>
            <a:chOff x="365759" y="1028377"/>
            <a:chExt cx="11484864" cy="2875792"/>
          </a:xfrm>
        </p:grpSpPr>
        <p:pic>
          <p:nvPicPr>
            <p:cNvPr id="96" name="Background">
              <a:extLst>
                <a:ext uri="{FF2B5EF4-FFF2-40B4-BE49-F238E27FC236}">
                  <a16:creationId xmlns:a16="http://schemas.microsoft.com/office/drawing/2014/main" id="{7D9831B3-B423-413E-89D0-129775480B7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60" y="3429000"/>
              <a:ext cx="11460480" cy="440329"/>
            </a:xfrm>
            <a:prstGeom prst="rect">
              <a:avLst/>
            </a:prstGeom>
          </p:spPr>
        </p:pic>
        <p:pic>
          <p:nvPicPr>
            <p:cNvPr id="95" name="Divider">
              <a:extLst>
                <a:ext uri="{FF2B5EF4-FFF2-40B4-BE49-F238E27FC236}">
                  <a16:creationId xmlns:a16="http://schemas.microsoft.com/office/drawing/2014/main" id="{747EDC26-917A-4143-823B-A7407C3FC37D}"/>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grpSp>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1" y="301752"/>
            <a:ext cx="11466576" cy="731318"/>
          </a:xfrm>
        </p:spPr>
        <p:txBody>
          <a:bodyPr/>
          <a:lstStyle>
            <a:lvl1pPr>
              <a:defRPr>
                <a:solidFill>
                  <a:srgbClr val="232F3E"/>
                </a:solidFill>
                <a:latin typeface="Amazon Ember Display Heavy"/>
              </a:defRPr>
            </a:lvl1pPr>
          </a:lstStyle>
          <a:p>
            <a:r>
              <a:rPr lang="en-US" dirty="0"/>
              <a:t>Title, 3 pictures , 3 headers, and 3 text columns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1097280" y="1097280"/>
            <a:ext cx="2286000" cy="2286000"/>
          </a:xfrm>
        </p:spPr>
        <p:txBody>
          <a:bodyPr anchor="t">
            <a:noAutofit/>
          </a:bodyPr>
          <a:lstStyle>
            <a:lvl1pPr marL="0" indent="0" algn="ctr">
              <a:buNone/>
              <a:defRPr sz="2400">
                <a:solidFill>
                  <a:srgbClr val="232F3E"/>
                </a:solidFill>
              </a:defRPr>
            </a:lvl1pPr>
          </a:lstStyle>
          <a:p>
            <a:r>
              <a:rPr lang="en-US" dirty="0"/>
              <a:t>Click icon to add image</a:t>
            </a:r>
          </a:p>
        </p:txBody>
      </p:sp>
      <p:sp>
        <p:nvSpPr>
          <p:cNvPr id="12" name="Content 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3429000"/>
            <a:ext cx="3749040" cy="440329"/>
          </a:xfrm>
          <a:no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3895344"/>
            <a:ext cx="3749040" cy="2539399"/>
          </a:xfrm>
        </p:spPr>
        <p:txBody>
          <a:bodyPr>
            <a:noAutofit/>
          </a:bodyPr>
          <a:lstStyle>
            <a:lvl1pPr>
              <a:lnSpc>
                <a:spcPct val="100000"/>
              </a:lnSpc>
              <a:spcBef>
                <a:spcPts val="0"/>
              </a:spcBef>
              <a:spcAft>
                <a:spcPts val="600"/>
              </a:spcAft>
              <a:defRPr sz="2400">
                <a:solidFill>
                  <a:srgbClr val="232F3E"/>
                </a:solidFill>
              </a:defRPr>
            </a:lvl1pPr>
            <a:lvl2pPr marL="457200" indent="-228600">
              <a:lnSpc>
                <a:spcPct val="100000"/>
              </a:lnSpc>
              <a:spcBef>
                <a:spcPts val="0"/>
              </a:spcBef>
              <a:spcAft>
                <a:spcPts val="600"/>
              </a:spcAft>
              <a:defRPr sz="2000">
                <a:solidFill>
                  <a:srgbClr val="232F3E"/>
                </a:solidFill>
              </a:defRPr>
            </a:lvl2pPr>
            <a:lvl3pPr marL="684213" indent="-228600">
              <a:lnSpc>
                <a:spcPct val="100000"/>
              </a:lnSpc>
              <a:spcBef>
                <a:spcPts val="0"/>
              </a:spcBef>
              <a:spcAft>
                <a:spcPts val="600"/>
              </a:spcAft>
              <a:defRPr sz="1800">
                <a:solidFill>
                  <a:srgbClr val="232F3E"/>
                </a:solidFill>
              </a:defRPr>
            </a:lvl3pPr>
            <a:lvl4pPr marL="914400" indent="-228600">
              <a:lnSpc>
                <a:spcPct val="100000"/>
              </a:lnSpc>
              <a:spcBef>
                <a:spcPts val="0"/>
              </a:spcBef>
              <a:spcAft>
                <a:spcPts val="600"/>
              </a:spcAft>
              <a:defRPr sz="1600">
                <a:solidFill>
                  <a:srgbClr val="232F3E"/>
                </a:solidFill>
              </a:defRPr>
            </a:lvl4pPr>
            <a:lvl5pPr marL="1144588" indent="-228600">
              <a:lnSpc>
                <a:spcPct val="100000"/>
              </a:lnSpc>
              <a:spcBef>
                <a:spcPts val="0"/>
              </a:spcBef>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3"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4956048" y="1097280"/>
            <a:ext cx="2286000" cy="2286000"/>
          </a:xfrm>
        </p:spPr>
        <p:txBody>
          <a:bodyPr anchor="t">
            <a:noAutofit/>
          </a:bodyPr>
          <a:lstStyle>
            <a:lvl1pPr marL="0" indent="0" algn="ctr">
              <a:buNone/>
              <a:defRPr sz="2400">
                <a:solidFill>
                  <a:srgbClr val="232F3E"/>
                </a:solidFill>
              </a:defRPr>
            </a:lvl1pPr>
          </a:lstStyle>
          <a:p>
            <a:r>
              <a:rPr lang="en-US" dirty="0"/>
              <a:t>Click icon to add image</a:t>
            </a:r>
          </a:p>
        </p:txBody>
      </p:sp>
      <p:sp>
        <p:nvSpPr>
          <p:cNvPr id="13" name="Content Header Middle">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4224528" y="3429000"/>
            <a:ext cx="3749040" cy="440329"/>
          </a:xfrm>
          <a:no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3" name="Content Middle">
            <a:extLst>
              <a:ext uri="{FF2B5EF4-FFF2-40B4-BE49-F238E27FC236}">
                <a16:creationId xmlns:a16="http://schemas.microsoft.com/office/drawing/2014/main" id="{7F5B85B9-BABC-44F6-B2AE-99F02670D702}"/>
              </a:ext>
            </a:extLst>
          </p:cNvPr>
          <p:cNvSpPr>
            <a:spLocks noGrp="1"/>
          </p:cNvSpPr>
          <p:nvPr>
            <p:ph type="body" idx="3" hasCustomPrompt="1"/>
          </p:nvPr>
        </p:nvSpPr>
        <p:spPr>
          <a:xfrm>
            <a:off x="4224528" y="3895344"/>
            <a:ext cx="3749040" cy="2539399"/>
          </a:xfrm>
        </p:spPr>
        <p:txBody>
          <a:bodyPr>
            <a:noAutofit/>
          </a:bodyPr>
          <a:lstStyle>
            <a:lvl1pPr>
              <a:lnSpc>
                <a:spcPct val="100000"/>
              </a:lnSpc>
              <a:spcBef>
                <a:spcPts val="0"/>
              </a:spcBef>
              <a:spcAft>
                <a:spcPts val="600"/>
              </a:spcAft>
              <a:defRPr sz="2400">
                <a:solidFill>
                  <a:srgbClr val="232F3E"/>
                </a:solidFill>
              </a:defRPr>
            </a:lvl1pPr>
            <a:lvl2pPr marL="457200" indent="-228600">
              <a:lnSpc>
                <a:spcPct val="100000"/>
              </a:lnSpc>
              <a:spcBef>
                <a:spcPts val="0"/>
              </a:spcBef>
              <a:spcAft>
                <a:spcPts val="600"/>
              </a:spcAft>
              <a:defRPr sz="2000">
                <a:solidFill>
                  <a:srgbClr val="232F3E"/>
                </a:solidFill>
              </a:defRPr>
            </a:lvl2pPr>
            <a:lvl3pPr marL="684213" indent="-228600">
              <a:lnSpc>
                <a:spcPct val="100000"/>
              </a:lnSpc>
              <a:spcBef>
                <a:spcPts val="0"/>
              </a:spcBef>
              <a:spcAft>
                <a:spcPts val="600"/>
              </a:spcAft>
              <a:defRPr sz="1800">
                <a:solidFill>
                  <a:srgbClr val="232F3E"/>
                </a:solidFill>
              </a:defRPr>
            </a:lvl3pPr>
            <a:lvl4pPr marL="914400" indent="-228600">
              <a:lnSpc>
                <a:spcPct val="100000"/>
              </a:lnSpc>
              <a:spcBef>
                <a:spcPts val="0"/>
              </a:spcBef>
              <a:spcAft>
                <a:spcPts val="600"/>
              </a:spcAft>
              <a:defRPr sz="1600">
                <a:solidFill>
                  <a:srgbClr val="232F3E"/>
                </a:solidFill>
              </a:defRPr>
            </a:lvl4pPr>
            <a:lvl5pPr marL="1144588" indent="-228600">
              <a:lnSpc>
                <a:spcPct val="100000"/>
              </a:lnSpc>
              <a:spcBef>
                <a:spcPts val="0"/>
              </a:spcBef>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4"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8814816" y="1097280"/>
            <a:ext cx="2286000" cy="2286000"/>
          </a:xfrm>
        </p:spPr>
        <p:txBody>
          <a:bodyPr anchor="t">
            <a:noAutofit/>
          </a:bodyPr>
          <a:lstStyle>
            <a:lvl1pPr marL="0" indent="0" algn="ctr">
              <a:buNone/>
              <a:defRPr sz="2400">
                <a:solidFill>
                  <a:srgbClr val="232F3E"/>
                </a:solidFill>
              </a:defRPr>
            </a:lvl1pPr>
          </a:lstStyle>
          <a:p>
            <a:r>
              <a:rPr lang="en-US" dirty="0"/>
              <a:t>Click icon to add image</a:t>
            </a:r>
          </a:p>
        </p:txBody>
      </p:sp>
      <p:sp>
        <p:nvSpPr>
          <p:cNvPr id="14" name="Content Header Right">
            <a:extLst>
              <a:ext uri="{FF2B5EF4-FFF2-40B4-BE49-F238E27FC236}">
                <a16:creationId xmlns:a16="http://schemas.microsoft.com/office/drawing/2014/main" id="{CF01F87A-DBEF-4657-8500-6A751FF3BC24}"/>
              </a:ext>
            </a:extLst>
          </p:cNvPr>
          <p:cNvSpPr>
            <a:spLocks noGrp="1"/>
          </p:cNvSpPr>
          <p:nvPr>
            <p:ph type="body" idx="14" hasCustomPrompt="1"/>
          </p:nvPr>
        </p:nvSpPr>
        <p:spPr>
          <a:xfrm>
            <a:off x="8101583" y="3429000"/>
            <a:ext cx="3749040" cy="440329"/>
          </a:xfrm>
          <a:no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4" name="Content Right">
            <a:extLst>
              <a:ext uri="{FF2B5EF4-FFF2-40B4-BE49-F238E27FC236}">
                <a16:creationId xmlns:a16="http://schemas.microsoft.com/office/drawing/2014/main" id="{FD28CF85-103D-4AC7-BF7A-D32715F9433A}"/>
              </a:ext>
            </a:extLst>
          </p:cNvPr>
          <p:cNvSpPr>
            <a:spLocks noGrp="1"/>
          </p:cNvSpPr>
          <p:nvPr>
            <p:ph type="body" idx="4" hasCustomPrompt="1"/>
          </p:nvPr>
        </p:nvSpPr>
        <p:spPr>
          <a:xfrm>
            <a:off x="8083296" y="3895344"/>
            <a:ext cx="3749040" cy="2539399"/>
          </a:xfrm>
        </p:spPr>
        <p:txBody>
          <a:bodyPr>
            <a:noAutofit/>
          </a:bodyPr>
          <a:lstStyle>
            <a:lvl1pPr>
              <a:lnSpc>
                <a:spcPct val="100000"/>
              </a:lnSpc>
              <a:spcBef>
                <a:spcPts val="0"/>
              </a:spcBef>
              <a:spcAft>
                <a:spcPts val="600"/>
              </a:spcAft>
              <a:defRPr sz="2400">
                <a:solidFill>
                  <a:srgbClr val="232F3E"/>
                </a:solidFill>
              </a:defRPr>
            </a:lvl1pPr>
            <a:lvl2pPr marL="457200" indent="-228600">
              <a:lnSpc>
                <a:spcPct val="100000"/>
              </a:lnSpc>
              <a:spcBef>
                <a:spcPts val="0"/>
              </a:spcBef>
              <a:spcAft>
                <a:spcPts val="600"/>
              </a:spcAft>
              <a:defRPr sz="2000">
                <a:solidFill>
                  <a:srgbClr val="232F3E"/>
                </a:solidFill>
              </a:defRPr>
            </a:lvl2pPr>
            <a:lvl3pPr marL="684213" indent="-228600">
              <a:lnSpc>
                <a:spcPct val="100000"/>
              </a:lnSpc>
              <a:spcBef>
                <a:spcPts val="0"/>
              </a:spcBef>
              <a:spcAft>
                <a:spcPts val="600"/>
              </a:spcAft>
              <a:defRPr sz="1800">
                <a:solidFill>
                  <a:srgbClr val="232F3E"/>
                </a:solidFill>
              </a:defRPr>
            </a:lvl3pPr>
            <a:lvl4pPr marL="914400" indent="-228600">
              <a:lnSpc>
                <a:spcPct val="100000"/>
              </a:lnSpc>
              <a:spcBef>
                <a:spcPts val="0"/>
              </a:spcBef>
              <a:spcAft>
                <a:spcPts val="600"/>
              </a:spcAft>
              <a:defRPr sz="1600">
                <a:solidFill>
                  <a:srgbClr val="232F3E"/>
                </a:solidFill>
              </a:defRPr>
            </a:lvl4pPr>
            <a:lvl5pPr marL="1144588" indent="-228600">
              <a:lnSpc>
                <a:spcPct val="100000"/>
              </a:lnSpc>
              <a:spcBef>
                <a:spcPts val="0"/>
              </a:spcBef>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302891008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Title, 3 images, and 3 text">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3 images, and 3 text</a:t>
            </a:r>
          </a:p>
        </p:txBody>
      </p:sp>
      <p:pic>
        <p:nvPicPr>
          <p:cNvPr id="99" name="Divider">
            <a:extLst>
              <a:ext uri="{FF2B5EF4-FFF2-40B4-BE49-F238E27FC236}">
                <a16:creationId xmlns:a16="http://schemas.microsoft.com/office/drawing/2014/main" id="{4A7FD274-6B14-4547-8F81-35EB1030AF5A}"/>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2" name="Picture Top">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365760" y="1238846"/>
            <a:ext cx="1554480" cy="1554480"/>
          </a:xfrm>
        </p:spPr>
        <p:txBody>
          <a:bodyPr anchor="t">
            <a:noAutofit/>
          </a:bodyPr>
          <a:lstStyle>
            <a:lvl1pPr marL="0" indent="0" algn="ctr">
              <a:buNone/>
              <a:defRPr sz="1800">
                <a:solidFill>
                  <a:srgbClr val="232F3E"/>
                </a:solidFill>
              </a:defRPr>
            </a:lvl1pPr>
          </a:lstStyle>
          <a:p>
            <a:r>
              <a:rPr lang="en-US" dirty="0"/>
              <a:t>Click icon to add image</a:t>
            </a:r>
          </a:p>
        </p:txBody>
      </p:sp>
      <p:sp>
        <p:nvSpPr>
          <p:cNvPr id="2" name="Content Top">
            <a:extLst>
              <a:ext uri="{FF2B5EF4-FFF2-40B4-BE49-F238E27FC236}">
                <a16:creationId xmlns:a16="http://schemas.microsoft.com/office/drawing/2014/main" id="{5ACBD598-6775-4223-B2AB-B169A112E3FF}"/>
              </a:ext>
            </a:extLst>
          </p:cNvPr>
          <p:cNvSpPr>
            <a:spLocks noGrp="1"/>
          </p:cNvSpPr>
          <p:nvPr>
            <p:ph type="body" idx="2" hasCustomPrompt="1"/>
          </p:nvPr>
        </p:nvSpPr>
        <p:spPr>
          <a:xfrm>
            <a:off x="2045043" y="1147406"/>
            <a:ext cx="9781197"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3" name="Picture Middle">
            <a:extLst>
              <a:ext uri="{FF2B5EF4-FFF2-40B4-BE49-F238E27FC236}">
                <a16:creationId xmlns:a16="http://schemas.microsoft.com/office/drawing/2014/main" id="{B777B55C-601A-4296-A013-0704520C9933}"/>
              </a:ext>
              <a:ext uri="{C183D7F6-B498-43B3-948B-1728B52AA6E4}">
                <adec:decorative xmlns:adec="http://schemas.microsoft.com/office/drawing/2017/decorative" val="1"/>
              </a:ext>
            </a:extLst>
          </p:cNvPr>
          <p:cNvSpPr>
            <a:spLocks noGrp="1"/>
          </p:cNvSpPr>
          <p:nvPr>
            <p:ph type="pic" idx="23" hasCustomPrompt="1"/>
          </p:nvPr>
        </p:nvSpPr>
        <p:spPr>
          <a:xfrm>
            <a:off x="365760" y="3008944"/>
            <a:ext cx="1554480" cy="1554480"/>
          </a:xfrm>
        </p:spPr>
        <p:txBody>
          <a:bodyPr anchor="t">
            <a:noAutofit/>
          </a:bodyPr>
          <a:lstStyle>
            <a:lvl1pPr marL="0" indent="0" algn="ctr">
              <a:buNone/>
              <a:defRPr sz="1800">
                <a:solidFill>
                  <a:srgbClr val="232F3E"/>
                </a:solidFill>
              </a:defRPr>
            </a:lvl1pPr>
          </a:lstStyle>
          <a:p>
            <a:r>
              <a:rPr lang="en-US" dirty="0"/>
              <a:t>Click icon to add image</a:t>
            </a:r>
          </a:p>
        </p:txBody>
      </p:sp>
      <p:sp>
        <p:nvSpPr>
          <p:cNvPr id="3" name="Content Middle">
            <a:extLst>
              <a:ext uri="{FF2B5EF4-FFF2-40B4-BE49-F238E27FC236}">
                <a16:creationId xmlns:a16="http://schemas.microsoft.com/office/drawing/2014/main" id="{80E603A3-BB5F-4E92-A77C-5055D8FB5D06}"/>
              </a:ext>
            </a:extLst>
          </p:cNvPr>
          <p:cNvSpPr>
            <a:spLocks noGrp="1"/>
          </p:cNvSpPr>
          <p:nvPr>
            <p:ph type="body" idx="3" hasCustomPrompt="1"/>
          </p:nvPr>
        </p:nvSpPr>
        <p:spPr>
          <a:xfrm>
            <a:off x="2045043" y="2917504"/>
            <a:ext cx="9781197"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4" name="Picture Bottom">
            <a:extLst>
              <a:ext uri="{FF2B5EF4-FFF2-40B4-BE49-F238E27FC236}">
                <a16:creationId xmlns:a16="http://schemas.microsoft.com/office/drawing/2014/main" id="{E03CC3B4-6BE1-41D3-B04E-E0C023B529E1}"/>
              </a:ext>
              <a:ext uri="{C183D7F6-B498-43B3-948B-1728B52AA6E4}">
                <adec:decorative xmlns:adec="http://schemas.microsoft.com/office/drawing/2017/decorative" val="1"/>
              </a:ext>
            </a:extLst>
          </p:cNvPr>
          <p:cNvSpPr>
            <a:spLocks noGrp="1"/>
          </p:cNvSpPr>
          <p:nvPr>
            <p:ph type="pic" idx="24" hasCustomPrompt="1"/>
          </p:nvPr>
        </p:nvSpPr>
        <p:spPr>
          <a:xfrm>
            <a:off x="365760" y="4776114"/>
            <a:ext cx="1554480" cy="1554480"/>
          </a:xfrm>
        </p:spPr>
        <p:txBody>
          <a:bodyPr anchor="t">
            <a:noAutofit/>
          </a:bodyPr>
          <a:lstStyle>
            <a:lvl1pPr marL="0" indent="0" algn="ctr">
              <a:buNone/>
              <a:defRPr sz="1800">
                <a:solidFill>
                  <a:srgbClr val="232F3E"/>
                </a:solidFill>
              </a:defRPr>
            </a:lvl1pPr>
          </a:lstStyle>
          <a:p>
            <a:r>
              <a:rPr lang="en-US" dirty="0"/>
              <a:t>Click icon to add image</a:t>
            </a:r>
          </a:p>
        </p:txBody>
      </p:sp>
      <p:sp>
        <p:nvSpPr>
          <p:cNvPr id="4" name="Content Bottom">
            <a:extLst>
              <a:ext uri="{FF2B5EF4-FFF2-40B4-BE49-F238E27FC236}">
                <a16:creationId xmlns:a16="http://schemas.microsoft.com/office/drawing/2014/main" id="{AD9F5B5C-5A2E-4FDE-BE90-933A1A3633E4}"/>
              </a:ext>
            </a:extLst>
          </p:cNvPr>
          <p:cNvSpPr>
            <a:spLocks noGrp="1"/>
          </p:cNvSpPr>
          <p:nvPr>
            <p:ph type="body" idx="4" hasCustomPrompt="1"/>
          </p:nvPr>
        </p:nvSpPr>
        <p:spPr>
          <a:xfrm>
            <a:off x="2045043" y="4684674"/>
            <a:ext cx="9781197"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Tree>
    <p:custDataLst>
      <p:tags r:id="rId1"/>
    </p:custDataLst>
    <p:extLst>
      <p:ext uri="{BB962C8B-B14F-4D97-AF65-F5344CB8AC3E}">
        <p14:creationId xmlns:p14="http://schemas.microsoft.com/office/powerpoint/2010/main" val="100096804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Acronym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2"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Acronym Slide</a:t>
            </a:r>
          </a:p>
        </p:txBody>
      </p:sp>
      <p:pic>
        <p:nvPicPr>
          <p:cNvPr id="99" name="Divider">
            <a:extLst>
              <a:ext uri="{FF2B5EF4-FFF2-40B4-BE49-F238E27FC236}">
                <a16:creationId xmlns:a16="http://schemas.microsoft.com/office/drawing/2014/main" id="{E75453ED-071C-4C2B-B7E5-A670D111A549}"/>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8" name="Acronym Left Top">
            <a:extLst>
              <a:ext uri="{FF2B5EF4-FFF2-40B4-BE49-F238E27FC236}">
                <a16:creationId xmlns:a16="http://schemas.microsoft.com/office/drawing/2014/main" id="{BFBAFEAE-54DC-4352-A240-FBA7A523B7F4}"/>
              </a:ext>
            </a:extLst>
          </p:cNvPr>
          <p:cNvSpPr>
            <a:spLocks noGrp="1"/>
          </p:cNvSpPr>
          <p:nvPr>
            <p:ph type="body" idx="8" hasCustomPrompt="1"/>
          </p:nvPr>
        </p:nvSpPr>
        <p:spPr>
          <a:xfrm>
            <a:off x="353060" y="1188403"/>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dirty="0"/>
              <a:t>ABR</a:t>
            </a:r>
          </a:p>
        </p:txBody>
      </p:sp>
      <p:sp>
        <p:nvSpPr>
          <p:cNvPr id="2" name="Content Left Top">
            <a:extLst>
              <a:ext uri="{FF2B5EF4-FFF2-40B4-BE49-F238E27FC236}">
                <a16:creationId xmlns:a16="http://schemas.microsoft.com/office/drawing/2014/main" id="{5ACBD598-6775-4223-B2AB-B169A112E3FF}"/>
              </a:ext>
            </a:extLst>
          </p:cNvPr>
          <p:cNvSpPr>
            <a:spLocks noGrp="1"/>
          </p:cNvSpPr>
          <p:nvPr>
            <p:ph type="body" idx="2" hasCustomPrompt="1"/>
          </p:nvPr>
        </p:nvSpPr>
        <p:spPr>
          <a:xfrm>
            <a:off x="2194163" y="1096963"/>
            <a:ext cx="3840480" cy="1737360"/>
          </a:xfrm>
        </p:spPr>
        <p:txBody>
          <a:bodyPr anchor="ctr">
            <a:noAutofit/>
          </a:bodyPr>
          <a:lstStyle>
            <a:lvl1pPr marL="0" indent="0">
              <a:lnSpc>
                <a:spcPct val="100000"/>
              </a:lnSpc>
              <a:spcBef>
                <a:spcPts val="0"/>
              </a:spcBef>
              <a:spcAft>
                <a:spcPts val="300"/>
              </a:spcAft>
              <a:buNone/>
              <a:defRPr sz="2000">
                <a:solidFill>
                  <a:srgbClr val="232F3E"/>
                </a:solidFill>
                <a:latin typeface="Amazon Ember Display"/>
              </a:defRPr>
            </a:lvl1pPr>
            <a:lvl2pPr marL="233363" indent="0">
              <a:lnSpc>
                <a:spcPct val="100000"/>
              </a:lnSpc>
              <a:spcBef>
                <a:spcPts val="300"/>
              </a:spcBef>
              <a:spcAft>
                <a:spcPts val="600"/>
              </a:spcAft>
              <a:buNone/>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
        <p:nvSpPr>
          <p:cNvPr id="9" name="Acronym Left Middle">
            <a:extLst>
              <a:ext uri="{FF2B5EF4-FFF2-40B4-BE49-F238E27FC236}">
                <a16:creationId xmlns:a16="http://schemas.microsoft.com/office/drawing/2014/main" id="{DF521447-4E72-4F87-B8F3-0A9998B3AC50}"/>
              </a:ext>
            </a:extLst>
          </p:cNvPr>
          <p:cNvSpPr>
            <a:spLocks noGrp="1"/>
          </p:cNvSpPr>
          <p:nvPr>
            <p:ph type="body" idx="9" hasCustomPrompt="1"/>
          </p:nvPr>
        </p:nvSpPr>
        <p:spPr>
          <a:xfrm>
            <a:off x="353060" y="2980786"/>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dirty="0"/>
              <a:t>ABR</a:t>
            </a:r>
          </a:p>
        </p:txBody>
      </p:sp>
      <p:sp>
        <p:nvSpPr>
          <p:cNvPr id="3" name="Content Left Middle">
            <a:extLst>
              <a:ext uri="{FF2B5EF4-FFF2-40B4-BE49-F238E27FC236}">
                <a16:creationId xmlns:a16="http://schemas.microsoft.com/office/drawing/2014/main" id="{80E603A3-BB5F-4E92-A77C-5055D8FB5D06}"/>
              </a:ext>
            </a:extLst>
          </p:cNvPr>
          <p:cNvSpPr>
            <a:spLocks noGrp="1"/>
          </p:cNvSpPr>
          <p:nvPr>
            <p:ph type="body" idx="3" hasCustomPrompt="1"/>
          </p:nvPr>
        </p:nvSpPr>
        <p:spPr>
          <a:xfrm>
            <a:off x="2194163" y="2889346"/>
            <a:ext cx="3840480" cy="1737360"/>
          </a:xfrm>
        </p:spPr>
        <p:txBody>
          <a:bodyPr anchor="ctr">
            <a:noAutofit/>
          </a:bodyPr>
          <a:lstStyle>
            <a:lvl1pPr marL="0" indent="0">
              <a:lnSpc>
                <a:spcPct val="100000"/>
              </a:lnSpc>
              <a:spcBef>
                <a:spcPts val="0"/>
              </a:spcBef>
              <a:spcAft>
                <a:spcPts val="300"/>
              </a:spcAft>
              <a:buNone/>
              <a:defRPr sz="2000">
                <a:solidFill>
                  <a:srgbClr val="232F3E"/>
                </a:solidFill>
                <a:latin typeface="Amazon Ember Display"/>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
        <p:nvSpPr>
          <p:cNvPr id="10" name="Acronym Left Bottom">
            <a:extLst>
              <a:ext uri="{FF2B5EF4-FFF2-40B4-BE49-F238E27FC236}">
                <a16:creationId xmlns:a16="http://schemas.microsoft.com/office/drawing/2014/main" id="{1A869D27-DAC1-4525-9F52-0E454C69A2CC}"/>
              </a:ext>
            </a:extLst>
          </p:cNvPr>
          <p:cNvSpPr>
            <a:spLocks noGrp="1"/>
          </p:cNvSpPr>
          <p:nvPr>
            <p:ph type="body" idx="10" hasCustomPrompt="1"/>
          </p:nvPr>
        </p:nvSpPr>
        <p:spPr>
          <a:xfrm>
            <a:off x="353060" y="4773168"/>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dirty="0"/>
              <a:t>ABR</a:t>
            </a:r>
          </a:p>
        </p:txBody>
      </p:sp>
      <p:sp>
        <p:nvSpPr>
          <p:cNvPr id="4" name="Content Left Bottom">
            <a:extLst>
              <a:ext uri="{FF2B5EF4-FFF2-40B4-BE49-F238E27FC236}">
                <a16:creationId xmlns:a16="http://schemas.microsoft.com/office/drawing/2014/main" id="{AD9F5B5C-5A2E-4FDE-BE90-933A1A3633E4}"/>
              </a:ext>
            </a:extLst>
          </p:cNvPr>
          <p:cNvSpPr>
            <a:spLocks noGrp="1"/>
          </p:cNvSpPr>
          <p:nvPr>
            <p:ph type="body" idx="4" hasCustomPrompt="1"/>
          </p:nvPr>
        </p:nvSpPr>
        <p:spPr>
          <a:xfrm>
            <a:off x="2194163" y="4681728"/>
            <a:ext cx="3840480" cy="1737360"/>
          </a:xfrm>
        </p:spPr>
        <p:txBody>
          <a:bodyPr anchor="ctr">
            <a:noAutofit/>
          </a:bodyPr>
          <a:lstStyle>
            <a:lvl1pPr marL="0" indent="0">
              <a:lnSpc>
                <a:spcPct val="100000"/>
              </a:lnSpc>
              <a:spcBef>
                <a:spcPts val="0"/>
              </a:spcBef>
              <a:spcAft>
                <a:spcPts val="300"/>
              </a:spcAft>
              <a:buNone/>
              <a:defRPr sz="2000">
                <a:solidFill>
                  <a:srgbClr val="232F3E"/>
                </a:solidFill>
                <a:latin typeface="Amazon Ember Display"/>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
        <p:nvSpPr>
          <p:cNvPr id="11" name="Acronym Right Top">
            <a:extLst>
              <a:ext uri="{FF2B5EF4-FFF2-40B4-BE49-F238E27FC236}">
                <a16:creationId xmlns:a16="http://schemas.microsoft.com/office/drawing/2014/main" id="{9837C0E6-DDD2-4E65-9314-88432234A7B2}"/>
              </a:ext>
            </a:extLst>
          </p:cNvPr>
          <p:cNvSpPr>
            <a:spLocks noGrp="1"/>
          </p:cNvSpPr>
          <p:nvPr>
            <p:ph type="body" idx="11" hasCustomPrompt="1"/>
          </p:nvPr>
        </p:nvSpPr>
        <p:spPr>
          <a:xfrm>
            <a:off x="6162412" y="1188403"/>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dirty="0"/>
              <a:t>ABR</a:t>
            </a:r>
          </a:p>
        </p:txBody>
      </p:sp>
      <p:sp>
        <p:nvSpPr>
          <p:cNvPr id="5" name="Content Right Top">
            <a:extLst>
              <a:ext uri="{FF2B5EF4-FFF2-40B4-BE49-F238E27FC236}">
                <a16:creationId xmlns:a16="http://schemas.microsoft.com/office/drawing/2014/main" id="{90BB8441-20A6-4797-B4CD-C5446F55BFC4}"/>
              </a:ext>
            </a:extLst>
          </p:cNvPr>
          <p:cNvSpPr>
            <a:spLocks noGrp="1"/>
          </p:cNvSpPr>
          <p:nvPr>
            <p:ph type="body" idx="5" hasCustomPrompt="1"/>
          </p:nvPr>
        </p:nvSpPr>
        <p:spPr>
          <a:xfrm>
            <a:off x="7991878" y="1096963"/>
            <a:ext cx="3840480" cy="1737360"/>
          </a:xfrm>
        </p:spPr>
        <p:txBody>
          <a:bodyPr anchor="ctr">
            <a:noAutofit/>
          </a:bodyPr>
          <a:lstStyle>
            <a:lvl1pPr marL="0" indent="0" algn="l" defTabSz="914400" rtl="0" eaLnBrk="1" latinLnBrk="0" hangingPunct="1">
              <a:lnSpc>
                <a:spcPct val="100000"/>
              </a:lnSpc>
              <a:spcBef>
                <a:spcPts val="0"/>
              </a:spcBef>
              <a:spcAft>
                <a:spcPts val="300"/>
              </a:spcAft>
              <a:buFont typeface="Amazon Ember Display"/>
              <a:buNone/>
              <a:defRPr lang="en-US" sz="2000" kern="1200" dirty="0">
                <a:solidFill>
                  <a:srgbClr val="232F3E"/>
                </a:solidFill>
                <a:latin typeface="Amazon Ember Display"/>
                <a:ea typeface="+mn-ea"/>
                <a:cs typeface="+mn-cs"/>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
        <p:nvSpPr>
          <p:cNvPr id="14" name="Acronym Right Middle">
            <a:extLst>
              <a:ext uri="{FF2B5EF4-FFF2-40B4-BE49-F238E27FC236}">
                <a16:creationId xmlns:a16="http://schemas.microsoft.com/office/drawing/2014/main" id="{92570328-F506-4FC2-AE2B-53186B9CA0BF}"/>
              </a:ext>
            </a:extLst>
          </p:cNvPr>
          <p:cNvSpPr>
            <a:spLocks noGrp="1"/>
          </p:cNvSpPr>
          <p:nvPr>
            <p:ph type="body" idx="12" hasCustomPrompt="1"/>
          </p:nvPr>
        </p:nvSpPr>
        <p:spPr>
          <a:xfrm>
            <a:off x="6162412" y="2980786"/>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dirty="0"/>
              <a:t>ABR</a:t>
            </a:r>
          </a:p>
        </p:txBody>
      </p:sp>
      <p:sp>
        <p:nvSpPr>
          <p:cNvPr id="6" name="Content Right Middle">
            <a:extLst>
              <a:ext uri="{FF2B5EF4-FFF2-40B4-BE49-F238E27FC236}">
                <a16:creationId xmlns:a16="http://schemas.microsoft.com/office/drawing/2014/main" id="{0FAE0B8A-BC98-4464-9C65-3A47B0A5EACB}"/>
              </a:ext>
            </a:extLst>
          </p:cNvPr>
          <p:cNvSpPr>
            <a:spLocks noGrp="1"/>
          </p:cNvSpPr>
          <p:nvPr>
            <p:ph type="body" idx="6" hasCustomPrompt="1"/>
          </p:nvPr>
        </p:nvSpPr>
        <p:spPr>
          <a:xfrm>
            <a:off x="7991878" y="2889346"/>
            <a:ext cx="3840480" cy="1737360"/>
          </a:xfrm>
        </p:spPr>
        <p:txBody>
          <a:bodyPr anchor="ctr">
            <a:noAutofit/>
          </a:bodyPr>
          <a:lstStyle>
            <a:lvl1pPr marL="0" indent="0">
              <a:lnSpc>
                <a:spcPct val="100000"/>
              </a:lnSpc>
              <a:spcBef>
                <a:spcPts val="0"/>
              </a:spcBef>
              <a:spcAft>
                <a:spcPts val="300"/>
              </a:spcAft>
              <a:buNone/>
              <a:defRPr sz="2000">
                <a:solidFill>
                  <a:srgbClr val="232F3E"/>
                </a:solidFill>
                <a:latin typeface="Amazon Ember Display"/>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
        <p:nvSpPr>
          <p:cNvPr id="13" name="Acronym Right Bottom">
            <a:extLst>
              <a:ext uri="{FF2B5EF4-FFF2-40B4-BE49-F238E27FC236}">
                <a16:creationId xmlns:a16="http://schemas.microsoft.com/office/drawing/2014/main" id="{724B4804-F3F3-4B62-A0EC-A77D95C244CD}"/>
              </a:ext>
            </a:extLst>
          </p:cNvPr>
          <p:cNvSpPr>
            <a:spLocks noGrp="1"/>
          </p:cNvSpPr>
          <p:nvPr>
            <p:ph type="body" idx="13" hasCustomPrompt="1"/>
          </p:nvPr>
        </p:nvSpPr>
        <p:spPr>
          <a:xfrm>
            <a:off x="6162412" y="4773168"/>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dirty="0"/>
              <a:t>ABR</a:t>
            </a:r>
          </a:p>
        </p:txBody>
      </p:sp>
      <p:sp>
        <p:nvSpPr>
          <p:cNvPr id="7" name="Content Right Bottom">
            <a:extLst>
              <a:ext uri="{FF2B5EF4-FFF2-40B4-BE49-F238E27FC236}">
                <a16:creationId xmlns:a16="http://schemas.microsoft.com/office/drawing/2014/main" id="{30387F87-E08F-4DED-BCEC-437402769732}"/>
              </a:ext>
            </a:extLst>
          </p:cNvPr>
          <p:cNvSpPr>
            <a:spLocks noGrp="1"/>
          </p:cNvSpPr>
          <p:nvPr>
            <p:ph type="body" idx="7" hasCustomPrompt="1"/>
          </p:nvPr>
        </p:nvSpPr>
        <p:spPr>
          <a:xfrm>
            <a:off x="7991878" y="4681728"/>
            <a:ext cx="3840480" cy="1737360"/>
          </a:xfrm>
        </p:spPr>
        <p:txBody>
          <a:bodyPr anchor="ctr">
            <a:noAutofit/>
          </a:bodyPr>
          <a:lstStyle>
            <a:lvl1pPr marL="0" indent="0">
              <a:lnSpc>
                <a:spcPct val="100000"/>
              </a:lnSpc>
              <a:spcBef>
                <a:spcPts val="0"/>
              </a:spcBef>
              <a:spcAft>
                <a:spcPts val="300"/>
              </a:spcAft>
              <a:buNone/>
              <a:defRPr sz="2000">
                <a:solidFill>
                  <a:srgbClr val="232F3E"/>
                </a:solidFill>
                <a:latin typeface="Amazon Ember Display"/>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Tree>
    <p:custDataLst>
      <p:tags r:id="rId1"/>
    </p:custDataLst>
    <p:extLst>
      <p:ext uri="{BB962C8B-B14F-4D97-AF65-F5344CB8AC3E}">
        <p14:creationId xmlns:p14="http://schemas.microsoft.com/office/powerpoint/2010/main" val="62570106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6 images, and 6 text">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8"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6 images, and 6 text boxes</a:t>
            </a:r>
          </a:p>
        </p:txBody>
      </p:sp>
      <p:pic>
        <p:nvPicPr>
          <p:cNvPr id="99" name="Divider">
            <a:extLst>
              <a:ext uri="{FF2B5EF4-FFF2-40B4-BE49-F238E27FC236}">
                <a16:creationId xmlns:a16="http://schemas.microsoft.com/office/drawing/2014/main" id="{D8CEDAC6-2953-4473-BCFC-2357BFF28452}"/>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2" name="Picture L Top">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365760" y="1238846"/>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2" name="Content L Top">
            <a:extLst>
              <a:ext uri="{FF2B5EF4-FFF2-40B4-BE49-F238E27FC236}">
                <a16:creationId xmlns:a16="http://schemas.microsoft.com/office/drawing/2014/main" id="{5ACBD598-6775-4223-B2AB-B169A112E3FF}"/>
              </a:ext>
            </a:extLst>
          </p:cNvPr>
          <p:cNvSpPr>
            <a:spLocks noGrp="1"/>
          </p:cNvSpPr>
          <p:nvPr>
            <p:ph type="body" idx="2" hasCustomPrompt="1"/>
          </p:nvPr>
        </p:nvSpPr>
        <p:spPr>
          <a:xfrm>
            <a:off x="2045044" y="1147406"/>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3" name="Picture L Middle">
            <a:extLst>
              <a:ext uri="{FF2B5EF4-FFF2-40B4-BE49-F238E27FC236}">
                <a16:creationId xmlns:a16="http://schemas.microsoft.com/office/drawing/2014/main" id="{B777B55C-601A-4296-A013-0704520C9933}"/>
              </a:ext>
              <a:ext uri="{C183D7F6-B498-43B3-948B-1728B52AA6E4}">
                <adec:decorative xmlns:adec="http://schemas.microsoft.com/office/drawing/2017/decorative" val="1"/>
              </a:ext>
            </a:extLst>
          </p:cNvPr>
          <p:cNvSpPr>
            <a:spLocks noGrp="1"/>
          </p:cNvSpPr>
          <p:nvPr>
            <p:ph type="pic" idx="23" hasCustomPrompt="1"/>
          </p:nvPr>
        </p:nvSpPr>
        <p:spPr>
          <a:xfrm>
            <a:off x="365760" y="3008944"/>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3" name="Content L Middle">
            <a:extLst>
              <a:ext uri="{FF2B5EF4-FFF2-40B4-BE49-F238E27FC236}">
                <a16:creationId xmlns:a16="http://schemas.microsoft.com/office/drawing/2014/main" id="{80E603A3-BB5F-4E92-A77C-5055D8FB5D06}"/>
              </a:ext>
            </a:extLst>
          </p:cNvPr>
          <p:cNvSpPr>
            <a:spLocks noGrp="1"/>
          </p:cNvSpPr>
          <p:nvPr>
            <p:ph type="body" idx="3" hasCustomPrompt="1"/>
          </p:nvPr>
        </p:nvSpPr>
        <p:spPr>
          <a:xfrm>
            <a:off x="2045044" y="2917504"/>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4" name="Picture L Bottom">
            <a:extLst>
              <a:ext uri="{FF2B5EF4-FFF2-40B4-BE49-F238E27FC236}">
                <a16:creationId xmlns:a16="http://schemas.microsoft.com/office/drawing/2014/main" id="{E03CC3B4-6BE1-41D3-B04E-E0C023B529E1}"/>
              </a:ext>
              <a:ext uri="{C183D7F6-B498-43B3-948B-1728B52AA6E4}">
                <adec:decorative xmlns:adec="http://schemas.microsoft.com/office/drawing/2017/decorative" val="1"/>
              </a:ext>
            </a:extLst>
          </p:cNvPr>
          <p:cNvSpPr>
            <a:spLocks noGrp="1"/>
          </p:cNvSpPr>
          <p:nvPr>
            <p:ph type="pic" idx="24" hasCustomPrompt="1"/>
          </p:nvPr>
        </p:nvSpPr>
        <p:spPr>
          <a:xfrm>
            <a:off x="365760" y="4776114"/>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4" name="Content L Bottom">
            <a:extLst>
              <a:ext uri="{FF2B5EF4-FFF2-40B4-BE49-F238E27FC236}">
                <a16:creationId xmlns:a16="http://schemas.microsoft.com/office/drawing/2014/main" id="{AD9F5B5C-5A2E-4FDE-BE90-933A1A3633E4}"/>
              </a:ext>
            </a:extLst>
          </p:cNvPr>
          <p:cNvSpPr>
            <a:spLocks noGrp="1"/>
          </p:cNvSpPr>
          <p:nvPr>
            <p:ph type="body" idx="4" hasCustomPrompt="1"/>
          </p:nvPr>
        </p:nvSpPr>
        <p:spPr>
          <a:xfrm>
            <a:off x="2045044" y="4684674"/>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5" name="Picture R Top">
            <a:extLst>
              <a:ext uri="{FF2B5EF4-FFF2-40B4-BE49-F238E27FC236}">
                <a16:creationId xmlns:a16="http://schemas.microsoft.com/office/drawing/2014/main" id="{2537EBA4-2DD0-426E-A66E-7F0CC3C9A863}"/>
              </a:ext>
              <a:ext uri="{C183D7F6-B498-43B3-948B-1728B52AA6E4}">
                <adec:decorative xmlns:adec="http://schemas.microsoft.com/office/drawing/2017/decorative" val="1"/>
              </a:ext>
            </a:extLst>
          </p:cNvPr>
          <p:cNvSpPr>
            <a:spLocks noGrp="1"/>
          </p:cNvSpPr>
          <p:nvPr>
            <p:ph type="pic" idx="25" hasCustomPrompt="1"/>
          </p:nvPr>
        </p:nvSpPr>
        <p:spPr>
          <a:xfrm>
            <a:off x="6205152" y="1238846"/>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5" name="Content R Top">
            <a:extLst>
              <a:ext uri="{FF2B5EF4-FFF2-40B4-BE49-F238E27FC236}">
                <a16:creationId xmlns:a16="http://schemas.microsoft.com/office/drawing/2014/main" id="{3124324C-4E3B-473E-85DD-0988B7B4CD52}"/>
              </a:ext>
            </a:extLst>
          </p:cNvPr>
          <p:cNvSpPr>
            <a:spLocks noGrp="1"/>
          </p:cNvSpPr>
          <p:nvPr>
            <p:ph type="body" idx="5" hasCustomPrompt="1"/>
          </p:nvPr>
        </p:nvSpPr>
        <p:spPr>
          <a:xfrm>
            <a:off x="7884436" y="1147406"/>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6" name="Picture R Middle">
            <a:extLst>
              <a:ext uri="{FF2B5EF4-FFF2-40B4-BE49-F238E27FC236}">
                <a16:creationId xmlns:a16="http://schemas.microsoft.com/office/drawing/2014/main" id="{C2DF48EF-CB9B-4DEC-A978-BD4C5E8A371A}"/>
              </a:ext>
              <a:ext uri="{C183D7F6-B498-43B3-948B-1728B52AA6E4}">
                <adec:decorative xmlns:adec="http://schemas.microsoft.com/office/drawing/2017/decorative" val="1"/>
              </a:ext>
            </a:extLst>
          </p:cNvPr>
          <p:cNvSpPr>
            <a:spLocks noGrp="1"/>
          </p:cNvSpPr>
          <p:nvPr>
            <p:ph type="pic" idx="26" hasCustomPrompt="1"/>
          </p:nvPr>
        </p:nvSpPr>
        <p:spPr>
          <a:xfrm>
            <a:off x="6205152" y="3008944"/>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6" name="Content R Middle">
            <a:extLst>
              <a:ext uri="{FF2B5EF4-FFF2-40B4-BE49-F238E27FC236}">
                <a16:creationId xmlns:a16="http://schemas.microsoft.com/office/drawing/2014/main" id="{823555B5-F2D8-4708-8578-06784CA9E686}"/>
              </a:ext>
            </a:extLst>
          </p:cNvPr>
          <p:cNvSpPr>
            <a:spLocks noGrp="1"/>
          </p:cNvSpPr>
          <p:nvPr>
            <p:ph type="body" idx="6" hasCustomPrompt="1"/>
          </p:nvPr>
        </p:nvSpPr>
        <p:spPr>
          <a:xfrm>
            <a:off x="7884436" y="2917504"/>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7" name="Picture R Bottom">
            <a:extLst>
              <a:ext uri="{FF2B5EF4-FFF2-40B4-BE49-F238E27FC236}">
                <a16:creationId xmlns:a16="http://schemas.microsoft.com/office/drawing/2014/main" id="{F1E0B4C9-22CB-4378-B9DD-C97CC3CC37D3}"/>
              </a:ext>
              <a:ext uri="{C183D7F6-B498-43B3-948B-1728B52AA6E4}">
                <adec:decorative xmlns:adec="http://schemas.microsoft.com/office/drawing/2017/decorative" val="1"/>
              </a:ext>
            </a:extLst>
          </p:cNvPr>
          <p:cNvSpPr>
            <a:spLocks noGrp="1"/>
          </p:cNvSpPr>
          <p:nvPr>
            <p:ph type="pic" idx="27" hasCustomPrompt="1"/>
          </p:nvPr>
        </p:nvSpPr>
        <p:spPr>
          <a:xfrm>
            <a:off x="6205152" y="4776114"/>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7" name="Content R Bottom">
            <a:extLst>
              <a:ext uri="{FF2B5EF4-FFF2-40B4-BE49-F238E27FC236}">
                <a16:creationId xmlns:a16="http://schemas.microsoft.com/office/drawing/2014/main" id="{B8A01145-54CF-4ED7-86C7-2C5968A8E4E9}"/>
              </a:ext>
            </a:extLst>
          </p:cNvPr>
          <p:cNvSpPr>
            <a:spLocks noGrp="1"/>
          </p:cNvSpPr>
          <p:nvPr>
            <p:ph type="body" idx="7" hasCustomPrompt="1"/>
          </p:nvPr>
        </p:nvSpPr>
        <p:spPr>
          <a:xfrm>
            <a:off x="7884436" y="4684674"/>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Tree>
    <p:custDataLst>
      <p:tags r:id="rId1"/>
    </p:custDataLst>
    <p:extLst>
      <p:ext uri="{BB962C8B-B14F-4D97-AF65-F5344CB8AC3E}">
        <p14:creationId xmlns:p14="http://schemas.microsoft.com/office/powerpoint/2010/main" val="35320743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x" preserve="1">
  <p:cSld name="Title and 4 Conten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5FE023F-03C4-484F-A300-E408B4FEB8ED}"/>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6"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and 4 content columns</a:t>
            </a:r>
          </a:p>
        </p:txBody>
      </p:sp>
      <p:pic>
        <p:nvPicPr>
          <p:cNvPr id="99" name="Divider">
            <a:extLst>
              <a:ext uri="{FF2B5EF4-FFF2-40B4-BE49-F238E27FC236}">
                <a16:creationId xmlns:a16="http://schemas.microsoft.com/office/drawing/2014/main" id="{DA5B3212-A91F-4308-A973-316F80A6A0B3}"/>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Left">
            <a:extLst>
              <a:ext uri="{FF2B5EF4-FFF2-40B4-BE49-F238E27FC236}">
                <a16:creationId xmlns:a16="http://schemas.microsoft.com/office/drawing/2014/main" id="{8A73B5A2-5001-4FA4-B113-0F6124F1F6A0}"/>
              </a:ext>
            </a:extLst>
          </p:cNvPr>
          <p:cNvSpPr>
            <a:spLocks noGrp="1"/>
          </p:cNvSpPr>
          <p:nvPr>
            <p:ph type="body" idx="2" hasCustomPrompt="1"/>
          </p:nvPr>
        </p:nvSpPr>
        <p:spPr>
          <a:xfrm>
            <a:off x="365760" y="1097280"/>
            <a:ext cx="2788920" cy="533095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Center Left">
            <a:extLst>
              <a:ext uri="{FF2B5EF4-FFF2-40B4-BE49-F238E27FC236}">
                <a16:creationId xmlns:a16="http://schemas.microsoft.com/office/drawing/2014/main" id="{951E617C-D9F7-4098-883E-6A048DBCF862}"/>
              </a:ext>
            </a:extLst>
          </p:cNvPr>
          <p:cNvSpPr>
            <a:spLocks noGrp="1"/>
          </p:cNvSpPr>
          <p:nvPr>
            <p:ph type="body" idx="3" hasCustomPrompt="1"/>
          </p:nvPr>
        </p:nvSpPr>
        <p:spPr>
          <a:xfrm>
            <a:off x="3258312" y="1097280"/>
            <a:ext cx="2788920" cy="533095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4" name="Content Center Right">
            <a:extLst>
              <a:ext uri="{FF2B5EF4-FFF2-40B4-BE49-F238E27FC236}">
                <a16:creationId xmlns:a16="http://schemas.microsoft.com/office/drawing/2014/main" id="{A8A7CEA5-195D-4DB0-B5A3-06CEEA93C108}"/>
              </a:ext>
            </a:extLst>
          </p:cNvPr>
          <p:cNvSpPr>
            <a:spLocks noGrp="1"/>
          </p:cNvSpPr>
          <p:nvPr>
            <p:ph type="body" idx="4" hasCustomPrompt="1"/>
          </p:nvPr>
        </p:nvSpPr>
        <p:spPr>
          <a:xfrm>
            <a:off x="6150864" y="1097280"/>
            <a:ext cx="2788920" cy="533095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5" name="Content Right">
            <a:extLst>
              <a:ext uri="{FF2B5EF4-FFF2-40B4-BE49-F238E27FC236}">
                <a16:creationId xmlns:a16="http://schemas.microsoft.com/office/drawing/2014/main" id="{BC11431A-8924-465C-98E0-6E4655C69AA7}"/>
              </a:ext>
            </a:extLst>
          </p:cNvPr>
          <p:cNvSpPr>
            <a:spLocks noGrp="1"/>
          </p:cNvSpPr>
          <p:nvPr>
            <p:ph type="body" idx="5" hasCustomPrompt="1"/>
          </p:nvPr>
        </p:nvSpPr>
        <p:spPr>
          <a:xfrm>
            <a:off x="9043416" y="1097280"/>
            <a:ext cx="2788920" cy="533095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39854604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x" preserve="1">
  <p:cSld name="Title, 4 Headers, and 4 Text Columns">
    <p:bg>
      <p:bgPr>
        <a:solidFill>
          <a:schemeClr val="bg1"/>
        </a:solidFill>
        <a:effectLst/>
      </p:bgPr>
    </p:bg>
    <p:spTree>
      <p:nvGrpSpPr>
        <p:cNvPr id="1" name=""/>
        <p:cNvGrpSpPr/>
        <p:nvPr/>
      </p:nvGrpSpPr>
      <p:grpSpPr>
        <a:xfrm>
          <a:off x="0" y="0"/>
          <a:ext cx="0" cy="0"/>
          <a:chOff x="0" y="0"/>
          <a:chExt cx="0" cy="0"/>
        </a:xfrm>
      </p:grpSpPr>
      <p:pic>
        <p:nvPicPr>
          <p:cNvPr id="99" name="Background">
            <a:extLst>
              <a:ext uri="{FF2B5EF4-FFF2-40B4-BE49-F238E27FC236}">
                <a16:creationId xmlns:a16="http://schemas.microsoft.com/office/drawing/2014/main" id="{DFFC9D1B-8040-4CD3-B060-07560FFB49A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60" y="1051560"/>
            <a:ext cx="11484864" cy="457200"/>
          </a:xfrm>
          <a:prstGeom prst="rect">
            <a:avLst/>
          </a:prstGeom>
        </p:spPr>
      </p:pic>
      <p:sp>
        <p:nvSpPr>
          <p:cNvPr id="97" name="Slide Number">
            <a:extLst>
              <a:ext uri="{FF2B5EF4-FFF2-40B4-BE49-F238E27FC236}">
                <a16:creationId xmlns:a16="http://schemas.microsoft.com/office/drawing/2014/main" id="{801112C1-CB8D-4535-B2A1-5048E573106F}"/>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6"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4 headers, and 4 text columns</a:t>
            </a:r>
          </a:p>
        </p:txBody>
      </p:sp>
      <p:sp>
        <p:nvSpPr>
          <p:cNvPr id="12" name="Content 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1560"/>
            <a:ext cx="2788920" cy="440329"/>
          </a:xfrm>
          <a:no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1563624"/>
            <a:ext cx="2788920" cy="4882896"/>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3" name="Content Header Center Left">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3264408" y="1051560"/>
            <a:ext cx="2788920" cy="440329"/>
          </a:xfrm>
          <a:no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3" name="Content Center Left">
            <a:extLst>
              <a:ext uri="{FF2B5EF4-FFF2-40B4-BE49-F238E27FC236}">
                <a16:creationId xmlns:a16="http://schemas.microsoft.com/office/drawing/2014/main" id="{7F5B85B9-BABC-44F6-B2AE-99F02670D702}"/>
              </a:ext>
            </a:extLst>
          </p:cNvPr>
          <p:cNvSpPr>
            <a:spLocks noGrp="1"/>
          </p:cNvSpPr>
          <p:nvPr>
            <p:ph type="body" idx="3" hasCustomPrompt="1"/>
          </p:nvPr>
        </p:nvSpPr>
        <p:spPr>
          <a:xfrm>
            <a:off x="3264408" y="1563624"/>
            <a:ext cx="2788920" cy="4882896"/>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4" name="Content Header Center Right">
            <a:extLst>
              <a:ext uri="{FF2B5EF4-FFF2-40B4-BE49-F238E27FC236}">
                <a16:creationId xmlns:a16="http://schemas.microsoft.com/office/drawing/2014/main" id="{B3EBECE3-35F9-4AF4-A8A7-FD546C7C32D6}"/>
              </a:ext>
            </a:extLst>
          </p:cNvPr>
          <p:cNvSpPr>
            <a:spLocks noGrp="1"/>
          </p:cNvSpPr>
          <p:nvPr>
            <p:ph type="body" idx="14" hasCustomPrompt="1"/>
          </p:nvPr>
        </p:nvSpPr>
        <p:spPr>
          <a:xfrm>
            <a:off x="6163056" y="1051560"/>
            <a:ext cx="2788920" cy="440329"/>
          </a:xfrm>
          <a:no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4" name="Content Center Right">
            <a:extLst>
              <a:ext uri="{FF2B5EF4-FFF2-40B4-BE49-F238E27FC236}">
                <a16:creationId xmlns:a16="http://schemas.microsoft.com/office/drawing/2014/main" id="{92466994-EA21-45EA-9DC6-3C179254B3A8}"/>
              </a:ext>
            </a:extLst>
          </p:cNvPr>
          <p:cNvSpPr>
            <a:spLocks noGrp="1"/>
          </p:cNvSpPr>
          <p:nvPr>
            <p:ph type="body" idx="4" hasCustomPrompt="1"/>
          </p:nvPr>
        </p:nvSpPr>
        <p:spPr>
          <a:xfrm>
            <a:off x="6163056" y="1563624"/>
            <a:ext cx="2788920" cy="4882896"/>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5" name="Content Header Right">
            <a:extLst>
              <a:ext uri="{FF2B5EF4-FFF2-40B4-BE49-F238E27FC236}">
                <a16:creationId xmlns:a16="http://schemas.microsoft.com/office/drawing/2014/main" id="{ED932AC6-C3A8-487A-A17E-48D0C368204C}"/>
              </a:ext>
            </a:extLst>
          </p:cNvPr>
          <p:cNvSpPr>
            <a:spLocks noGrp="1"/>
          </p:cNvSpPr>
          <p:nvPr>
            <p:ph type="body" idx="15" hasCustomPrompt="1"/>
          </p:nvPr>
        </p:nvSpPr>
        <p:spPr>
          <a:xfrm>
            <a:off x="9061704" y="1051560"/>
            <a:ext cx="2788920" cy="440329"/>
          </a:xfrm>
          <a:no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5" name="Content Right">
            <a:extLst>
              <a:ext uri="{FF2B5EF4-FFF2-40B4-BE49-F238E27FC236}">
                <a16:creationId xmlns:a16="http://schemas.microsoft.com/office/drawing/2014/main" id="{7CF59EA0-9039-4A19-8197-DA073A0DB52B}"/>
              </a:ext>
            </a:extLst>
          </p:cNvPr>
          <p:cNvSpPr>
            <a:spLocks noGrp="1"/>
          </p:cNvSpPr>
          <p:nvPr>
            <p:ph type="body" idx="5" hasCustomPrompt="1"/>
          </p:nvPr>
        </p:nvSpPr>
        <p:spPr>
          <a:xfrm>
            <a:off x="9061704" y="1563624"/>
            <a:ext cx="2788920" cy="4882896"/>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305012958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Title, Header, 4 Lg Pics, and 4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5C95989-61CE-4D1A-B9CC-1BD6446598E4}"/>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7"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header, 4 large pictures, and 4 labels</a:t>
            </a:r>
          </a:p>
        </p:txBody>
      </p:sp>
      <p:pic>
        <p:nvPicPr>
          <p:cNvPr id="99" name="Divider">
            <a:extLst>
              <a:ext uri="{FF2B5EF4-FFF2-40B4-BE49-F238E27FC236}">
                <a16:creationId xmlns:a16="http://schemas.microsoft.com/office/drawing/2014/main" id="{59FB098F-E843-4BDC-8C23-7C327B2DE964}"/>
              </a:ext>
              <a:ext uri="{C183D7F6-B498-43B3-948B-1728B52AA6E4}">
                <adec:decorative xmlns:adec="http://schemas.microsoft.com/office/drawing/2017/decorative" val="1"/>
              </a:ext>
            </a:extLst>
          </p:cNvPr>
          <p:cNvPicPr preferRelativeResize="0">
            <a:picLocks/>
          </p:cNvPicPr>
          <p:nvPr/>
        </p:nvPicPr>
        <p:blipFill rotWithShape="1">
          <a:blip r:embed="rId3">
            <a:extLst>
              <a:ext uri="{28A0092B-C50C-407E-A947-70E740481C1C}">
                <a14:useLocalDpi xmlns:a14="http://schemas.microsoft.com/office/drawing/2010/main" val="0"/>
              </a:ext>
            </a:extLst>
          </a:blip>
          <a:srcRect/>
          <a:stretch/>
        </p:blipFill>
        <p:spPr>
          <a:xfrm>
            <a:off x="365760" y="1037751"/>
            <a:ext cx="11466576" cy="45719"/>
          </a:xfrm>
          <a:prstGeom prst="rect">
            <a:avLst/>
          </a:prstGeom>
        </p:spPr>
      </p:pic>
      <p:sp>
        <p:nvSpPr>
          <p:cNvPr id="2" name="Content Top">
            <a:extLst>
              <a:ext uri="{FF2B5EF4-FFF2-40B4-BE49-F238E27FC236}">
                <a16:creationId xmlns:a16="http://schemas.microsoft.com/office/drawing/2014/main" id="{CEBB69C5-28A4-4F99-A9FE-572F9D53CF4E}"/>
              </a:ext>
            </a:extLst>
          </p:cNvPr>
          <p:cNvSpPr>
            <a:spLocks noGrp="1"/>
          </p:cNvSpPr>
          <p:nvPr>
            <p:ph type="body" idx="2" hasCustomPrompt="1"/>
          </p:nvPr>
        </p:nvSpPr>
        <p:spPr>
          <a:xfrm>
            <a:off x="365760" y="1046879"/>
            <a:ext cx="11466576" cy="1099688"/>
          </a:xfrm>
          <a:noFill/>
          <a:ln>
            <a:noFill/>
          </a:ln>
        </p:spPr>
        <p:txBody>
          <a:bodyPr lIns="91440" anchor="ctr">
            <a:normAutofit/>
          </a:bodyPr>
          <a:lstStyle>
            <a:lvl1pPr marL="0" indent="0">
              <a:lnSpc>
                <a:spcPct val="100000"/>
              </a:lnSpc>
              <a:spcBef>
                <a:spcPts val="0"/>
              </a:spcBef>
              <a:spcAft>
                <a:spcPts val="0"/>
              </a:spcAft>
              <a:buNone/>
              <a:defRPr sz="28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638603" y="2269331"/>
            <a:ext cx="2286000" cy="2286000"/>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3" name="Content Left">
            <a:extLst>
              <a:ext uri="{FF2B5EF4-FFF2-40B4-BE49-F238E27FC236}">
                <a16:creationId xmlns:a16="http://schemas.microsoft.com/office/drawing/2014/main" id="{5ACBD598-6775-4223-B2AB-B169A112E3FF}"/>
              </a:ext>
            </a:extLst>
          </p:cNvPr>
          <p:cNvSpPr>
            <a:spLocks noGrp="1"/>
          </p:cNvSpPr>
          <p:nvPr>
            <p:ph type="body" idx="3" hasCustomPrompt="1"/>
          </p:nvPr>
        </p:nvSpPr>
        <p:spPr>
          <a:xfrm>
            <a:off x="365760" y="4638120"/>
            <a:ext cx="2788920" cy="1808400"/>
          </a:xfrm>
        </p:spPr>
        <p:txBody>
          <a:bodyPr lIns="91440">
            <a:noAutofit/>
          </a:bodyPr>
          <a:lstStyle>
            <a:lvl1pPr marL="0" indent="0" algn="ctr">
              <a:lnSpc>
                <a:spcPct val="100000"/>
              </a:lnSpc>
              <a:spcAft>
                <a:spcPts val="0"/>
              </a:spcAft>
              <a:buNone/>
              <a:defRPr sz="2000">
                <a:solidFill>
                  <a:srgbClr val="232F3E"/>
                </a:solidFill>
                <a:latin typeface="+mn-lt"/>
              </a:defRPr>
            </a:lvl1pPr>
          </a:lstStyle>
          <a:p>
            <a:pPr lvl="0"/>
            <a:r>
              <a:rPr lang="en-US" dirty="0"/>
              <a:t>Enter text</a:t>
            </a:r>
          </a:p>
        </p:txBody>
      </p:sp>
      <p:sp>
        <p:nvSpPr>
          <p:cNvPr id="23"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3537251" y="2269331"/>
            <a:ext cx="2286000" cy="2286000"/>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4" name="Content Center Left">
            <a:extLst>
              <a:ext uri="{FF2B5EF4-FFF2-40B4-BE49-F238E27FC236}">
                <a16:creationId xmlns:a16="http://schemas.microsoft.com/office/drawing/2014/main" id="{7F5B85B9-BABC-44F6-B2AE-99F02670D702}"/>
              </a:ext>
            </a:extLst>
          </p:cNvPr>
          <p:cNvSpPr>
            <a:spLocks noGrp="1"/>
          </p:cNvSpPr>
          <p:nvPr>
            <p:ph type="body" idx="4" hasCustomPrompt="1"/>
          </p:nvPr>
        </p:nvSpPr>
        <p:spPr>
          <a:xfrm>
            <a:off x="3264408" y="4638120"/>
            <a:ext cx="2788920" cy="1808400"/>
          </a:xfrm>
        </p:spPr>
        <p:txBody>
          <a:bodyPr lIns="91440">
            <a:noAutofit/>
          </a:bodyPr>
          <a:lstStyle>
            <a:lvl1pPr marL="0" indent="0" algn="ctr">
              <a:lnSpc>
                <a:spcPct val="100000"/>
              </a:lnSpc>
              <a:spcAft>
                <a:spcPts val="0"/>
              </a:spcAft>
              <a:buNone/>
              <a:defRPr sz="2000">
                <a:solidFill>
                  <a:srgbClr val="232F3E"/>
                </a:solidFill>
                <a:latin typeface="+mn-lt"/>
              </a:defRPr>
            </a:lvl1pPr>
          </a:lstStyle>
          <a:p>
            <a:pPr lvl="0"/>
            <a:r>
              <a:rPr lang="en-US" dirty="0"/>
              <a:t>Enter text</a:t>
            </a:r>
          </a:p>
        </p:txBody>
      </p:sp>
      <p:sp>
        <p:nvSpPr>
          <p:cNvPr id="24"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6435899" y="2269331"/>
            <a:ext cx="2286000" cy="2286000"/>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5" name="Content Center Right">
            <a:extLst>
              <a:ext uri="{FF2B5EF4-FFF2-40B4-BE49-F238E27FC236}">
                <a16:creationId xmlns:a16="http://schemas.microsoft.com/office/drawing/2014/main" id="{FD28CF85-103D-4AC7-BF7A-D32715F9433A}"/>
              </a:ext>
            </a:extLst>
          </p:cNvPr>
          <p:cNvSpPr>
            <a:spLocks noGrp="1"/>
          </p:cNvSpPr>
          <p:nvPr>
            <p:ph type="body" idx="5" hasCustomPrompt="1"/>
          </p:nvPr>
        </p:nvSpPr>
        <p:spPr>
          <a:xfrm>
            <a:off x="6163056" y="4638120"/>
            <a:ext cx="2788920" cy="1808400"/>
          </a:xfrm>
        </p:spPr>
        <p:txBody>
          <a:bodyPr lIns="91440">
            <a:noAutofit/>
          </a:bodyPr>
          <a:lstStyle>
            <a:lvl1pPr marL="0" indent="0" algn="ctr">
              <a:lnSpc>
                <a:spcPct val="100000"/>
              </a:lnSpc>
              <a:spcAft>
                <a:spcPts val="0"/>
              </a:spcAft>
              <a:buNone/>
              <a:defRPr sz="2000">
                <a:solidFill>
                  <a:srgbClr val="232F3E"/>
                </a:solidFill>
                <a:latin typeface="+mn-lt"/>
              </a:defRPr>
            </a:lvl1pPr>
          </a:lstStyle>
          <a:p>
            <a:pPr lvl="0"/>
            <a:r>
              <a:rPr lang="en-US" dirty="0"/>
              <a:t>Enter text</a:t>
            </a:r>
          </a:p>
        </p:txBody>
      </p:sp>
      <p:sp>
        <p:nvSpPr>
          <p:cNvPr id="25" name="Picture Right">
            <a:extLst>
              <a:ext uri="{FF2B5EF4-FFF2-40B4-BE49-F238E27FC236}">
                <a16:creationId xmlns:a16="http://schemas.microsoft.com/office/drawing/2014/main" id="{3225055C-7E4D-4C57-84DA-4F32CFEE666E}"/>
              </a:ext>
              <a:ext uri="{C183D7F6-B498-43B3-948B-1728B52AA6E4}">
                <adec:decorative xmlns:adec="http://schemas.microsoft.com/office/drawing/2017/decorative" val="1"/>
              </a:ext>
            </a:extLst>
          </p:cNvPr>
          <p:cNvSpPr>
            <a:spLocks noGrp="1"/>
          </p:cNvSpPr>
          <p:nvPr>
            <p:ph type="pic" idx="25" hasCustomPrompt="1"/>
          </p:nvPr>
        </p:nvSpPr>
        <p:spPr>
          <a:xfrm>
            <a:off x="9334547" y="2269331"/>
            <a:ext cx="2286000" cy="2286000"/>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6" name="Content Right">
            <a:extLst>
              <a:ext uri="{FF2B5EF4-FFF2-40B4-BE49-F238E27FC236}">
                <a16:creationId xmlns:a16="http://schemas.microsoft.com/office/drawing/2014/main" id="{528A167E-DBEB-4BD8-B32A-B1DBF78AA248}"/>
              </a:ext>
            </a:extLst>
          </p:cNvPr>
          <p:cNvSpPr>
            <a:spLocks noGrp="1"/>
          </p:cNvSpPr>
          <p:nvPr>
            <p:ph type="body" idx="6" hasCustomPrompt="1"/>
          </p:nvPr>
        </p:nvSpPr>
        <p:spPr>
          <a:xfrm>
            <a:off x="9043416" y="4638120"/>
            <a:ext cx="2788920" cy="1808400"/>
          </a:xfrm>
        </p:spPr>
        <p:txBody>
          <a:bodyPr lIns="91440">
            <a:noAutofit/>
          </a:bodyPr>
          <a:lstStyle>
            <a:lvl1pPr marL="0" indent="0" algn="ctr">
              <a:lnSpc>
                <a:spcPct val="100000"/>
              </a:lnSpc>
              <a:spcAft>
                <a:spcPts val="0"/>
              </a:spcAft>
              <a:buNone/>
              <a:defRPr sz="2000">
                <a:solidFill>
                  <a:srgbClr val="232F3E"/>
                </a:solidFill>
                <a:latin typeface="+mn-lt"/>
              </a:defRPr>
            </a:lvl1pPr>
          </a:lstStyle>
          <a:p>
            <a:pPr lvl="0"/>
            <a:r>
              <a:rPr lang="en-US" dirty="0"/>
              <a:t>Enter text</a:t>
            </a:r>
          </a:p>
        </p:txBody>
      </p:sp>
    </p:spTree>
    <p:custDataLst>
      <p:tags r:id="rId1"/>
    </p:custDataLst>
    <p:extLst>
      <p:ext uri="{BB962C8B-B14F-4D97-AF65-F5344CB8AC3E}">
        <p14:creationId xmlns:p14="http://schemas.microsoft.com/office/powerpoint/2010/main" val="169305790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4 Lg Pics, 4 Headers, and 4 Text Columns">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0708DD83-40E9-4CDD-ADF1-464460D88C82}"/>
              </a:ext>
              <a:ext uri="{C183D7F6-B498-43B3-948B-1728B52AA6E4}">
                <adec:decorative xmlns:adec="http://schemas.microsoft.com/office/drawing/2017/decorative" val="1"/>
              </a:ext>
            </a:extLst>
          </p:cNvPr>
          <p:cNvGrpSpPr/>
          <p:nvPr/>
        </p:nvGrpSpPr>
        <p:grpSpPr>
          <a:xfrm>
            <a:off x="365759" y="1028377"/>
            <a:ext cx="11484865" cy="2877528"/>
            <a:chOff x="365759" y="1028377"/>
            <a:chExt cx="11484865" cy="2877528"/>
          </a:xfrm>
        </p:grpSpPr>
        <p:pic>
          <p:nvPicPr>
            <p:cNvPr id="96" name="Background">
              <a:extLst>
                <a:ext uri="{FF2B5EF4-FFF2-40B4-BE49-F238E27FC236}">
                  <a16:creationId xmlns:a16="http://schemas.microsoft.com/office/drawing/2014/main" id="{81AD1A9F-B900-4260-B582-AC445A80FAD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60" y="3448705"/>
              <a:ext cx="11484864" cy="457200"/>
            </a:xfrm>
            <a:prstGeom prst="rect">
              <a:avLst/>
            </a:prstGeom>
          </p:spPr>
        </p:pic>
        <p:pic>
          <p:nvPicPr>
            <p:cNvPr id="95" name="Divider">
              <a:extLst>
                <a:ext uri="{FF2B5EF4-FFF2-40B4-BE49-F238E27FC236}">
                  <a16:creationId xmlns:a16="http://schemas.microsoft.com/office/drawing/2014/main" id="{B4D28540-5567-49EC-BB23-4B27A199DFB1}"/>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grpSp>
      <p:sp>
        <p:nvSpPr>
          <p:cNvPr id="97" name="Slide Number">
            <a:extLst>
              <a:ext uri="{FF2B5EF4-FFF2-40B4-BE49-F238E27FC236}">
                <a16:creationId xmlns:a16="http://schemas.microsoft.com/office/drawing/2014/main" id="{15C95989-61CE-4D1A-B9CC-1BD6446598E4}"/>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6"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4 pictures, 4 headers, and 4 text columns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617220"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2" name="Content 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3465576"/>
            <a:ext cx="2788920" cy="440329"/>
          </a:xfrm>
          <a:noFill/>
          <a:ln>
            <a:noFill/>
          </a:ln>
        </p:spPr>
        <p:txBody>
          <a:bodyPr lIns="91440" anchor="ctr">
            <a:noAutofit/>
          </a:bodyPr>
          <a:lstStyle>
            <a:lvl1pPr marL="0"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3915505"/>
            <a:ext cx="2788920" cy="2519238"/>
          </a:xfrm>
        </p:spPr>
        <p:txBody>
          <a:bodyPr lIns="91440">
            <a:noAutofit/>
          </a:bodyPr>
          <a:lstStyle>
            <a:lvl1pPr marL="182880" indent="-182880">
              <a:lnSpc>
                <a:spcPct val="100000"/>
              </a:lnSpc>
              <a:spcAft>
                <a:spcPts val="600"/>
              </a:spcAft>
              <a:buFont typeface="Arial" panose="020B0604020202020204" pitchFamily="34" charset="0"/>
              <a:buChar char="•"/>
              <a:defRPr sz="2000">
                <a:solidFill>
                  <a:srgbClr val="232F3E"/>
                </a:solidFill>
              </a:defRPr>
            </a:lvl1pPr>
            <a:lvl2pPr marL="365760" indent="-182880">
              <a:lnSpc>
                <a:spcPct val="100000"/>
              </a:lnSpc>
              <a:spcAft>
                <a:spcPts val="600"/>
              </a:spcAft>
              <a:defRPr sz="1800">
                <a:solidFill>
                  <a:srgbClr val="232F3E"/>
                </a:solidFill>
              </a:defRPr>
            </a:lvl2pPr>
            <a:lvl3pPr marL="548640" indent="-182880">
              <a:lnSpc>
                <a:spcPct val="100000"/>
              </a:lnSpc>
              <a:spcAft>
                <a:spcPts val="600"/>
              </a:spcAft>
              <a:defRPr sz="1600">
                <a:solidFill>
                  <a:srgbClr val="232F3E"/>
                </a:solidFill>
              </a:defRPr>
            </a:lvl3pPr>
            <a:lvl4pPr>
              <a:defRPr/>
            </a:lvl4pPr>
            <a:lvl5pPr>
              <a:defRPr/>
            </a:lvl5pPr>
          </a:lstStyle>
          <a:p>
            <a:pPr lvl="0"/>
            <a:r>
              <a:rPr lang="en-US" dirty="0"/>
              <a:t>Add content text</a:t>
            </a:r>
          </a:p>
          <a:p>
            <a:pPr lvl="1"/>
            <a:r>
              <a:rPr lang="en-US" dirty="0"/>
              <a:t>Second level</a:t>
            </a:r>
          </a:p>
          <a:p>
            <a:pPr lvl="2"/>
            <a:r>
              <a:rPr lang="en-US" dirty="0"/>
              <a:t>Third level</a:t>
            </a:r>
          </a:p>
        </p:txBody>
      </p:sp>
      <p:sp>
        <p:nvSpPr>
          <p:cNvPr id="23"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3512820"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3" name="Content Header Center Left">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3261360" y="3465576"/>
            <a:ext cx="2788920" cy="440329"/>
          </a:xfrm>
          <a:noFill/>
          <a:ln>
            <a:noFill/>
          </a:ln>
        </p:spPr>
        <p:txBody>
          <a:bodyPr lIns="91440" anchor="ctr">
            <a:noAutofit/>
          </a:bodyPr>
          <a:lstStyle>
            <a:lvl1pPr marL="0"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3" name="Content Left Center">
            <a:extLst>
              <a:ext uri="{FF2B5EF4-FFF2-40B4-BE49-F238E27FC236}">
                <a16:creationId xmlns:a16="http://schemas.microsoft.com/office/drawing/2014/main" id="{8F2CF915-F007-4E72-A31F-37CC3AA65001}"/>
              </a:ext>
            </a:extLst>
          </p:cNvPr>
          <p:cNvSpPr>
            <a:spLocks noGrp="1"/>
          </p:cNvSpPr>
          <p:nvPr>
            <p:ph type="body" idx="3" hasCustomPrompt="1"/>
          </p:nvPr>
        </p:nvSpPr>
        <p:spPr>
          <a:xfrm>
            <a:off x="3261360" y="3915505"/>
            <a:ext cx="2788920" cy="2519238"/>
          </a:xfrm>
        </p:spPr>
        <p:txBody>
          <a:bodyPr lIns="91440">
            <a:noAutofit/>
          </a:bodyPr>
          <a:lstStyle>
            <a:lvl1pPr marL="182880" indent="-182880">
              <a:lnSpc>
                <a:spcPct val="100000"/>
              </a:lnSpc>
              <a:spcAft>
                <a:spcPts val="600"/>
              </a:spcAft>
              <a:buFont typeface="Arial" panose="020B0604020202020204" pitchFamily="34" charset="0"/>
              <a:buChar char="•"/>
              <a:defRPr sz="2000">
                <a:solidFill>
                  <a:srgbClr val="232F3E"/>
                </a:solidFill>
              </a:defRPr>
            </a:lvl1pPr>
            <a:lvl2pPr marL="365760" indent="-182880">
              <a:lnSpc>
                <a:spcPct val="100000"/>
              </a:lnSpc>
              <a:spcAft>
                <a:spcPts val="600"/>
              </a:spcAft>
              <a:defRPr sz="1800">
                <a:solidFill>
                  <a:srgbClr val="232F3E"/>
                </a:solidFill>
              </a:defRPr>
            </a:lvl2pPr>
            <a:lvl3pPr marL="548640" indent="-182880">
              <a:lnSpc>
                <a:spcPct val="100000"/>
              </a:lnSpc>
              <a:spcAft>
                <a:spcPts val="600"/>
              </a:spcAft>
              <a:defRPr sz="1600">
                <a:solidFill>
                  <a:srgbClr val="232F3E"/>
                </a:solidFill>
              </a:defRPr>
            </a:lvl3pPr>
            <a:lvl4pPr>
              <a:defRPr/>
            </a:lvl4pPr>
            <a:lvl5pPr>
              <a:defRPr/>
            </a:lvl5pPr>
          </a:lstStyle>
          <a:p>
            <a:pPr lvl="0"/>
            <a:r>
              <a:rPr lang="en-US" dirty="0"/>
              <a:t>Add content text</a:t>
            </a:r>
          </a:p>
          <a:p>
            <a:pPr lvl="1"/>
            <a:r>
              <a:rPr lang="en-US" dirty="0"/>
              <a:t>Second level</a:t>
            </a:r>
          </a:p>
          <a:p>
            <a:pPr lvl="2"/>
            <a:r>
              <a:rPr lang="en-US" dirty="0"/>
              <a:t>Third level</a:t>
            </a:r>
          </a:p>
        </p:txBody>
      </p:sp>
      <p:sp>
        <p:nvSpPr>
          <p:cNvPr id="24"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6414516"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4" name="Content Header Center Right">
            <a:extLst>
              <a:ext uri="{FF2B5EF4-FFF2-40B4-BE49-F238E27FC236}">
                <a16:creationId xmlns:a16="http://schemas.microsoft.com/office/drawing/2014/main" id="{CF01F87A-DBEF-4657-8500-6A751FF3BC24}"/>
              </a:ext>
            </a:extLst>
          </p:cNvPr>
          <p:cNvSpPr>
            <a:spLocks noGrp="1"/>
          </p:cNvSpPr>
          <p:nvPr>
            <p:ph type="body" idx="14" hasCustomPrompt="1"/>
          </p:nvPr>
        </p:nvSpPr>
        <p:spPr>
          <a:xfrm>
            <a:off x="6163057" y="3465576"/>
            <a:ext cx="2788920" cy="440329"/>
          </a:xfrm>
          <a:noFill/>
          <a:ln>
            <a:noFill/>
          </a:ln>
        </p:spPr>
        <p:txBody>
          <a:bodyPr lIns="91440" anchor="ctr">
            <a:noAutofit/>
          </a:bodyPr>
          <a:lstStyle>
            <a:lvl1pPr marL="0"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4" name="Content Center Right">
            <a:extLst>
              <a:ext uri="{FF2B5EF4-FFF2-40B4-BE49-F238E27FC236}">
                <a16:creationId xmlns:a16="http://schemas.microsoft.com/office/drawing/2014/main" id="{6C78D37F-DE17-4FBA-A995-39FC21020DD5}"/>
              </a:ext>
            </a:extLst>
          </p:cNvPr>
          <p:cNvSpPr>
            <a:spLocks noGrp="1"/>
          </p:cNvSpPr>
          <p:nvPr>
            <p:ph type="body" idx="4" hasCustomPrompt="1"/>
          </p:nvPr>
        </p:nvSpPr>
        <p:spPr>
          <a:xfrm>
            <a:off x="6163057" y="3915505"/>
            <a:ext cx="2788920" cy="2519238"/>
          </a:xfrm>
        </p:spPr>
        <p:txBody>
          <a:bodyPr lIns="91440">
            <a:noAutofit/>
          </a:bodyPr>
          <a:lstStyle>
            <a:lvl1pPr marL="182880" indent="-182880">
              <a:lnSpc>
                <a:spcPct val="100000"/>
              </a:lnSpc>
              <a:spcAft>
                <a:spcPts val="600"/>
              </a:spcAft>
              <a:buFont typeface="Arial" panose="020B0604020202020204" pitchFamily="34" charset="0"/>
              <a:buChar char="•"/>
              <a:defRPr sz="2000">
                <a:solidFill>
                  <a:srgbClr val="232F3E"/>
                </a:solidFill>
              </a:defRPr>
            </a:lvl1pPr>
            <a:lvl2pPr marL="365760" indent="-182880">
              <a:lnSpc>
                <a:spcPct val="100000"/>
              </a:lnSpc>
              <a:spcAft>
                <a:spcPts val="600"/>
              </a:spcAft>
              <a:defRPr sz="1800">
                <a:solidFill>
                  <a:srgbClr val="232F3E"/>
                </a:solidFill>
              </a:defRPr>
            </a:lvl2pPr>
            <a:lvl3pPr marL="548640" indent="-182880">
              <a:lnSpc>
                <a:spcPct val="100000"/>
              </a:lnSpc>
              <a:spcAft>
                <a:spcPts val="600"/>
              </a:spcAft>
              <a:defRPr sz="1600">
                <a:solidFill>
                  <a:srgbClr val="232F3E"/>
                </a:solidFill>
              </a:defRPr>
            </a:lvl3pPr>
            <a:lvl4pPr>
              <a:defRPr/>
            </a:lvl4pPr>
            <a:lvl5pPr>
              <a:defRPr/>
            </a:lvl5pPr>
          </a:lstStyle>
          <a:p>
            <a:pPr lvl="0"/>
            <a:r>
              <a:rPr lang="en-US" dirty="0"/>
              <a:t>Add content text</a:t>
            </a:r>
          </a:p>
          <a:p>
            <a:pPr lvl="1"/>
            <a:r>
              <a:rPr lang="en-US" dirty="0"/>
              <a:t>Second level</a:t>
            </a:r>
          </a:p>
          <a:p>
            <a:pPr lvl="2"/>
            <a:r>
              <a:rPr lang="en-US" dirty="0"/>
              <a:t>Third level</a:t>
            </a:r>
          </a:p>
        </p:txBody>
      </p:sp>
      <p:sp>
        <p:nvSpPr>
          <p:cNvPr id="25" name="Picture Right">
            <a:extLst>
              <a:ext uri="{FF2B5EF4-FFF2-40B4-BE49-F238E27FC236}">
                <a16:creationId xmlns:a16="http://schemas.microsoft.com/office/drawing/2014/main" id="{3225055C-7E4D-4C57-84DA-4F32CFEE666E}"/>
              </a:ext>
              <a:ext uri="{C183D7F6-B498-43B3-948B-1728B52AA6E4}">
                <adec:decorative xmlns:adec="http://schemas.microsoft.com/office/drawing/2017/decorative" val="1"/>
              </a:ext>
            </a:extLst>
          </p:cNvPr>
          <p:cNvSpPr>
            <a:spLocks noGrp="1"/>
          </p:cNvSpPr>
          <p:nvPr>
            <p:ph type="pic" idx="25" hasCustomPrompt="1"/>
          </p:nvPr>
        </p:nvSpPr>
        <p:spPr>
          <a:xfrm>
            <a:off x="9294876"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5" name="Content Header Right">
            <a:extLst>
              <a:ext uri="{FF2B5EF4-FFF2-40B4-BE49-F238E27FC236}">
                <a16:creationId xmlns:a16="http://schemas.microsoft.com/office/drawing/2014/main" id="{B17A76EF-1D7E-4BB9-BAFA-8EAA0807E356}"/>
              </a:ext>
            </a:extLst>
          </p:cNvPr>
          <p:cNvSpPr>
            <a:spLocks noGrp="1"/>
          </p:cNvSpPr>
          <p:nvPr>
            <p:ph type="subTitle" idx="15" hasCustomPrompt="1"/>
          </p:nvPr>
        </p:nvSpPr>
        <p:spPr>
          <a:xfrm>
            <a:off x="9043416" y="3465576"/>
            <a:ext cx="2788920" cy="440329"/>
          </a:xfrm>
          <a:noFill/>
          <a:ln>
            <a:noFill/>
          </a:ln>
        </p:spPr>
        <p:txBody>
          <a:bodyPr lIns="91440" anchor="ctr">
            <a:noAutofit/>
          </a:bodyPr>
          <a:lstStyle>
            <a:lvl1pPr marL="0"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5" name="Content Right">
            <a:extLst>
              <a:ext uri="{FF2B5EF4-FFF2-40B4-BE49-F238E27FC236}">
                <a16:creationId xmlns:a16="http://schemas.microsoft.com/office/drawing/2014/main" id="{27E7417F-ED15-4B52-BEED-6B9D37EE656E}"/>
              </a:ext>
            </a:extLst>
          </p:cNvPr>
          <p:cNvSpPr>
            <a:spLocks noGrp="1"/>
          </p:cNvSpPr>
          <p:nvPr>
            <p:ph type="body" idx="5" hasCustomPrompt="1"/>
          </p:nvPr>
        </p:nvSpPr>
        <p:spPr>
          <a:xfrm>
            <a:off x="9043416" y="3915505"/>
            <a:ext cx="2788920" cy="2519238"/>
          </a:xfrm>
        </p:spPr>
        <p:txBody>
          <a:bodyPr lIns="91440">
            <a:noAutofit/>
          </a:bodyPr>
          <a:lstStyle>
            <a:lvl1pPr marL="182880" indent="-182880">
              <a:lnSpc>
                <a:spcPct val="100000"/>
              </a:lnSpc>
              <a:spcAft>
                <a:spcPts val="600"/>
              </a:spcAft>
              <a:buFont typeface="Arial" panose="020B0604020202020204" pitchFamily="34" charset="0"/>
              <a:buChar char="•"/>
              <a:defRPr sz="2000">
                <a:solidFill>
                  <a:srgbClr val="232F3E"/>
                </a:solidFill>
              </a:defRPr>
            </a:lvl1pPr>
            <a:lvl2pPr marL="365760" indent="-182880">
              <a:lnSpc>
                <a:spcPct val="100000"/>
              </a:lnSpc>
              <a:spcAft>
                <a:spcPts val="600"/>
              </a:spcAft>
              <a:defRPr sz="1800">
                <a:solidFill>
                  <a:srgbClr val="232F3E"/>
                </a:solidFill>
              </a:defRPr>
            </a:lvl2pPr>
            <a:lvl3pPr marL="548640" indent="-182880">
              <a:lnSpc>
                <a:spcPct val="100000"/>
              </a:lnSpc>
              <a:spcAft>
                <a:spcPts val="600"/>
              </a:spcAft>
              <a:defRPr sz="1600">
                <a:solidFill>
                  <a:srgbClr val="232F3E"/>
                </a:solidFill>
              </a:defRPr>
            </a:lvl3pPr>
            <a:lvl4pPr>
              <a:defRPr/>
            </a:lvl4pPr>
            <a:lvl5pPr>
              <a:defRPr/>
            </a:lvl5pPr>
          </a:lstStyle>
          <a:p>
            <a:pPr lvl="0"/>
            <a:r>
              <a:rPr lang="en-US" dirty="0"/>
              <a:t>Add content text</a:t>
            </a:r>
          </a:p>
          <a:p>
            <a:pPr lvl="1"/>
            <a:r>
              <a:rPr lang="en-US" dirty="0"/>
              <a:t>Second level</a:t>
            </a:r>
          </a:p>
          <a:p>
            <a:pPr lvl="2"/>
            <a:r>
              <a:rPr lang="en-US" dirty="0"/>
              <a:t>Third level</a:t>
            </a:r>
          </a:p>
        </p:txBody>
      </p:sp>
    </p:spTree>
    <p:custDataLst>
      <p:tags r:id="rId1"/>
    </p:custDataLst>
    <p:extLst>
      <p:ext uri="{BB962C8B-B14F-4D97-AF65-F5344CB8AC3E}">
        <p14:creationId xmlns:p14="http://schemas.microsoft.com/office/powerpoint/2010/main" val="325526282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Title, 4 Sm Pics, 4 Headers, and 4 Text Columns">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28F246DA-91CA-4502-BC7A-2F8E9D697FB1}"/>
              </a:ext>
              <a:ext uri="{C183D7F6-B498-43B3-948B-1728B52AA6E4}">
                <adec:decorative xmlns:adec="http://schemas.microsoft.com/office/drawing/2017/decorative" val="1"/>
              </a:ext>
            </a:extLst>
          </p:cNvPr>
          <p:cNvGrpSpPr/>
          <p:nvPr/>
        </p:nvGrpSpPr>
        <p:grpSpPr>
          <a:xfrm>
            <a:off x="365759" y="1028377"/>
            <a:ext cx="11484865" cy="2347997"/>
            <a:chOff x="365759" y="1028377"/>
            <a:chExt cx="11484865" cy="2347997"/>
          </a:xfrm>
        </p:grpSpPr>
        <p:pic>
          <p:nvPicPr>
            <p:cNvPr id="96" name="Background">
              <a:extLst>
                <a:ext uri="{FF2B5EF4-FFF2-40B4-BE49-F238E27FC236}">
                  <a16:creationId xmlns:a16="http://schemas.microsoft.com/office/drawing/2014/main" id="{4AA958CB-79BC-4221-AF92-52A941BCA87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60" y="2919174"/>
              <a:ext cx="11484864" cy="457200"/>
            </a:xfrm>
            <a:prstGeom prst="rect">
              <a:avLst/>
            </a:prstGeom>
          </p:spPr>
        </p:pic>
        <p:pic>
          <p:nvPicPr>
            <p:cNvPr id="95" name="Divider">
              <a:extLst>
                <a:ext uri="{FF2B5EF4-FFF2-40B4-BE49-F238E27FC236}">
                  <a16:creationId xmlns:a16="http://schemas.microsoft.com/office/drawing/2014/main" id="{B776EBEE-87DA-49C8-A876-AA9E9DCA162E}"/>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grpSp>
      <p:sp>
        <p:nvSpPr>
          <p:cNvPr id="97" name="Slide Number">
            <a:extLst>
              <a:ext uri="{FF2B5EF4-FFF2-40B4-BE49-F238E27FC236}">
                <a16:creationId xmlns:a16="http://schemas.microsoft.com/office/drawing/2014/main" id="{61D9C16A-E9FD-4A2D-A4D2-A79A6CA8EB58}"/>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6" name="Title">
            <a:extLst>
              <a:ext uri="{FF2B5EF4-FFF2-40B4-BE49-F238E27FC236}">
                <a16:creationId xmlns:a16="http://schemas.microsoft.com/office/drawing/2014/main" id="{55E25BD5-0A7A-4C0F-8C7B-5FB1E17082BE}"/>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Title, 4 small pictures, 4 headers, and 4 text fields</a:t>
            </a:r>
          </a:p>
        </p:txBody>
      </p:sp>
      <p:sp>
        <p:nvSpPr>
          <p:cNvPr id="22" name="Picture left">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type="pic" idx="22" hasCustomPrompt="1"/>
          </p:nvPr>
        </p:nvSpPr>
        <p:spPr>
          <a:xfrm>
            <a:off x="845820" y="1051560"/>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2" name="Content Header left">
            <a:extLst>
              <a:ext uri="{FF2B5EF4-FFF2-40B4-BE49-F238E27FC236}">
                <a16:creationId xmlns:a16="http://schemas.microsoft.com/office/drawing/2014/main" id="{573CFC72-9096-4F5D-9BDB-96DE57732BB8}"/>
              </a:ext>
            </a:extLst>
          </p:cNvPr>
          <p:cNvSpPr>
            <a:spLocks noGrp="1"/>
          </p:cNvSpPr>
          <p:nvPr>
            <p:ph type="body" idx="12" hasCustomPrompt="1"/>
          </p:nvPr>
        </p:nvSpPr>
        <p:spPr>
          <a:xfrm>
            <a:off x="365760" y="2926080"/>
            <a:ext cx="2788920" cy="450294"/>
          </a:xfrm>
          <a:noFill/>
          <a:ln>
            <a:noFill/>
          </a:ln>
        </p:spPr>
        <p:txBody>
          <a:bodyPr vert="horz" lIns="91440" tIns="45720" rIns="91440" bIns="45720" rtlCol="0" anchor="ctr">
            <a:noAutofit/>
          </a:bodyPr>
          <a:lstStyle>
            <a:lvl1pPr marL="0" indent="0">
              <a:lnSpc>
                <a:spcPct val="100000"/>
              </a:lnSpc>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 name="Content left">
            <a:extLst>
              <a:ext uri="{FF2B5EF4-FFF2-40B4-BE49-F238E27FC236}">
                <a16:creationId xmlns:a16="http://schemas.microsoft.com/office/drawing/2014/main" id="{1EE45CD9-67F8-4A52-86F7-18140657CB4D}"/>
              </a:ext>
            </a:extLst>
          </p:cNvPr>
          <p:cNvSpPr>
            <a:spLocks noGrp="1"/>
          </p:cNvSpPr>
          <p:nvPr>
            <p:ph type="body" idx="2" hasCustomPrompt="1"/>
          </p:nvPr>
        </p:nvSpPr>
        <p:spPr>
          <a:xfrm>
            <a:off x="365760" y="3429000"/>
            <a:ext cx="2788920" cy="3005742"/>
          </a:xfrm>
        </p:spPr>
        <p:txBody>
          <a:bodyPr lIns="91440">
            <a:noAutofit/>
          </a:bodyPr>
          <a:lstStyle>
            <a:lvl1pPr marL="0" indent="0">
              <a:lnSpc>
                <a:spcPct val="100000"/>
              </a:lnSpc>
              <a:spcAft>
                <a:spcPts val="600"/>
              </a:spcAft>
              <a:buNone/>
              <a:defRPr sz="2000">
                <a:solidFill>
                  <a:srgbClr val="232F3E"/>
                </a:solidFill>
              </a:defRPr>
            </a:lvl1pPr>
          </a:lstStyle>
          <a:p>
            <a:pPr lvl="0"/>
            <a:r>
              <a:rPr lang="en-US" dirty="0"/>
              <a:t>Enter text</a:t>
            </a:r>
          </a:p>
        </p:txBody>
      </p:sp>
      <p:sp>
        <p:nvSpPr>
          <p:cNvPr id="23" name="Picture left center">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type="pic" idx="23" hasCustomPrompt="1"/>
          </p:nvPr>
        </p:nvSpPr>
        <p:spPr>
          <a:xfrm>
            <a:off x="3738372" y="1051560"/>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3" name="Content Header left center">
            <a:extLst>
              <a:ext uri="{FF2B5EF4-FFF2-40B4-BE49-F238E27FC236}">
                <a16:creationId xmlns:a16="http://schemas.microsoft.com/office/drawing/2014/main" id="{3777F387-CD61-4FDE-AE0D-E17DE70D3B19}"/>
              </a:ext>
            </a:extLst>
          </p:cNvPr>
          <p:cNvSpPr>
            <a:spLocks noGrp="1"/>
          </p:cNvSpPr>
          <p:nvPr>
            <p:ph type="body" idx="13" hasCustomPrompt="1"/>
          </p:nvPr>
        </p:nvSpPr>
        <p:spPr>
          <a:xfrm>
            <a:off x="3258312" y="2926080"/>
            <a:ext cx="2788920" cy="450294"/>
          </a:xfrm>
          <a:noFill/>
          <a:ln>
            <a:noFill/>
          </a:ln>
        </p:spPr>
        <p:txBody>
          <a:bodyPr vert="horz" lIns="91440" tIns="45720" rIns="91440" bIns="45720" rtlCol="0" anchor="ctr">
            <a:noAutofit/>
          </a:bodyPr>
          <a:lstStyle>
            <a:lvl1pPr marL="0" indent="0">
              <a:lnSpc>
                <a:spcPct val="100000"/>
              </a:lnSpc>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3" name="Content left center">
            <a:extLst>
              <a:ext uri="{FF2B5EF4-FFF2-40B4-BE49-F238E27FC236}">
                <a16:creationId xmlns:a16="http://schemas.microsoft.com/office/drawing/2014/main" id="{CD517463-352F-4D83-A9E1-0F789F96266D}"/>
              </a:ext>
            </a:extLst>
          </p:cNvPr>
          <p:cNvSpPr>
            <a:spLocks noGrp="1"/>
          </p:cNvSpPr>
          <p:nvPr>
            <p:ph type="body" idx="3" hasCustomPrompt="1"/>
          </p:nvPr>
        </p:nvSpPr>
        <p:spPr>
          <a:xfrm>
            <a:off x="3258312" y="3429000"/>
            <a:ext cx="2788920" cy="3005742"/>
          </a:xfrm>
        </p:spPr>
        <p:txBody>
          <a:bodyPr lIns="91440">
            <a:noAutofit/>
          </a:bodyPr>
          <a:lstStyle>
            <a:lvl1pPr marL="0" indent="0">
              <a:lnSpc>
                <a:spcPct val="100000"/>
              </a:lnSpc>
              <a:spcAft>
                <a:spcPts val="600"/>
              </a:spcAft>
              <a:buNone/>
              <a:defRPr sz="2000">
                <a:solidFill>
                  <a:srgbClr val="232F3E"/>
                </a:solidFill>
              </a:defRPr>
            </a:lvl1pPr>
          </a:lstStyle>
          <a:p>
            <a:pPr lvl="0"/>
            <a:r>
              <a:rPr lang="en-US" dirty="0"/>
              <a:t>Enter text</a:t>
            </a:r>
          </a:p>
        </p:txBody>
      </p:sp>
      <p:sp>
        <p:nvSpPr>
          <p:cNvPr id="24" name="Picture center right">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type="pic" idx="24" hasCustomPrompt="1"/>
          </p:nvPr>
        </p:nvSpPr>
        <p:spPr>
          <a:xfrm>
            <a:off x="6630924" y="1051560"/>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4" name="Content Header center right">
            <a:extLst>
              <a:ext uri="{FF2B5EF4-FFF2-40B4-BE49-F238E27FC236}">
                <a16:creationId xmlns:a16="http://schemas.microsoft.com/office/drawing/2014/main" id="{CF3CD244-8B44-44A6-A623-84365E91EAE7}"/>
              </a:ext>
            </a:extLst>
          </p:cNvPr>
          <p:cNvSpPr>
            <a:spLocks noGrp="1"/>
          </p:cNvSpPr>
          <p:nvPr>
            <p:ph type="body" idx="14" hasCustomPrompt="1"/>
          </p:nvPr>
        </p:nvSpPr>
        <p:spPr>
          <a:xfrm>
            <a:off x="6150864" y="2926080"/>
            <a:ext cx="2788920" cy="450294"/>
          </a:xfrm>
          <a:noFill/>
          <a:ln>
            <a:noFill/>
          </a:ln>
        </p:spPr>
        <p:txBody>
          <a:bodyPr vert="horz" lIns="91440" tIns="45720" rIns="91440" bIns="45720" rtlCol="0" anchor="ctr">
            <a:noAutofit/>
          </a:bodyPr>
          <a:lstStyle>
            <a:lvl1pPr marL="0" indent="0">
              <a:lnSpc>
                <a:spcPct val="100000"/>
              </a:lnSpc>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4" name="Content center right">
            <a:extLst>
              <a:ext uri="{FF2B5EF4-FFF2-40B4-BE49-F238E27FC236}">
                <a16:creationId xmlns:a16="http://schemas.microsoft.com/office/drawing/2014/main" id="{CB7E0003-F180-4528-9992-B9342F92AF42}"/>
              </a:ext>
            </a:extLst>
          </p:cNvPr>
          <p:cNvSpPr>
            <a:spLocks noGrp="1"/>
          </p:cNvSpPr>
          <p:nvPr>
            <p:ph type="body" idx="4" hasCustomPrompt="1"/>
          </p:nvPr>
        </p:nvSpPr>
        <p:spPr>
          <a:xfrm>
            <a:off x="6150864" y="3429000"/>
            <a:ext cx="2788920" cy="3005742"/>
          </a:xfrm>
        </p:spPr>
        <p:txBody>
          <a:bodyPr lIns="91440">
            <a:noAutofit/>
          </a:bodyPr>
          <a:lstStyle>
            <a:lvl1pPr marL="0" indent="0">
              <a:lnSpc>
                <a:spcPct val="100000"/>
              </a:lnSpc>
              <a:spcAft>
                <a:spcPts val="600"/>
              </a:spcAft>
              <a:buNone/>
              <a:defRPr sz="2000">
                <a:solidFill>
                  <a:srgbClr val="232F3E"/>
                </a:solidFill>
              </a:defRPr>
            </a:lvl1pPr>
          </a:lstStyle>
          <a:p>
            <a:pPr lvl="0"/>
            <a:r>
              <a:rPr lang="en-US" dirty="0"/>
              <a:t>Enter text</a:t>
            </a:r>
          </a:p>
        </p:txBody>
      </p:sp>
      <p:sp>
        <p:nvSpPr>
          <p:cNvPr id="25" name="Picture right">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type="pic" idx="25" hasCustomPrompt="1"/>
          </p:nvPr>
        </p:nvSpPr>
        <p:spPr>
          <a:xfrm>
            <a:off x="9523476" y="1051560"/>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5" name="Content Header right">
            <a:extLst>
              <a:ext uri="{FF2B5EF4-FFF2-40B4-BE49-F238E27FC236}">
                <a16:creationId xmlns:a16="http://schemas.microsoft.com/office/drawing/2014/main" id="{08FBD2BF-3C8E-4153-80EE-99905AF06DB0}"/>
              </a:ext>
            </a:extLst>
          </p:cNvPr>
          <p:cNvSpPr>
            <a:spLocks noGrp="1"/>
          </p:cNvSpPr>
          <p:nvPr>
            <p:ph type="body" idx="15" hasCustomPrompt="1"/>
          </p:nvPr>
        </p:nvSpPr>
        <p:spPr>
          <a:xfrm>
            <a:off x="9043416" y="2926080"/>
            <a:ext cx="2788920" cy="450294"/>
          </a:xfrm>
          <a:noFill/>
          <a:ln>
            <a:noFill/>
          </a:ln>
        </p:spPr>
        <p:txBody>
          <a:bodyPr vert="horz" lIns="91440" tIns="45720" rIns="91440" bIns="45720" rtlCol="0" anchor="ctr">
            <a:noAutofit/>
          </a:bodyPr>
          <a:lstStyle>
            <a:lvl1pPr marL="0" indent="0">
              <a:lnSpc>
                <a:spcPct val="100000"/>
              </a:lnSpc>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5" name="Content right">
            <a:extLst>
              <a:ext uri="{FF2B5EF4-FFF2-40B4-BE49-F238E27FC236}">
                <a16:creationId xmlns:a16="http://schemas.microsoft.com/office/drawing/2014/main" id="{9F6FFAA7-B9C7-461E-8BB9-81670232C41F}"/>
              </a:ext>
            </a:extLst>
          </p:cNvPr>
          <p:cNvSpPr>
            <a:spLocks noGrp="1"/>
          </p:cNvSpPr>
          <p:nvPr>
            <p:ph type="body" idx="5" hasCustomPrompt="1"/>
          </p:nvPr>
        </p:nvSpPr>
        <p:spPr>
          <a:xfrm>
            <a:off x="9043416" y="3429000"/>
            <a:ext cx="2788920" cy="3005742"/>
          </a:xfrm>
        </p:spPr>
        <p:txBody>
          <a:bodyPr lIns="91440">
            <a:noAutofit/>
          </a:bodyPr>
          <a:lstStyle>
            <a:lvl1pPr marL="0" indent="0">
              <a:lnSpc>
                <a:spcPct val="100000"/>
              </a:lnSpc>
              <a:spcAft>
                <a:spcPts val="600"/>
              </a:spcAft>
              <a:buNone/>
              <a:defRPr sz="2000">
                <a:solidFill>
                  <a:srgbClr val="232F3E"/>
                </a:solidFill>
              </a:defRPr>
            </a:lvl1pPr>
          </a:lstStyle>
          <a:p>
            <a:pPr lvl="0"/>
            <a:r>
              <a:rPr lang="en-US" dirty="0"/>
              <a:t>Enter text</a:t>
            </a:r>
          </a:p>
        </p:txBody>
      </p:sp>
    </p:spTree>
    <p:custDataLst>
      <p:tags r:id="rId1"/>
    </p:custDataLst>
    <p:extLst>
      <p:ext uri="{BB962C8B-B14F-4D97-AF65-F5344CB8AC3E}">
        <p14:creationId xmlns:p14="http://schemas.microsoft.com/office/powerpoint/2010/main" val="4098668483"/>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Title, 4 Lg Pics,and 4 Headers">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C2DB4ABF-FC80-43CA-AA01-B072E9DC200B}"/>
              </a:ext>
              <a:ext uri="{C183D7F6-B498-43B3-948B-1728B52AA6E4}">
                <adec:decorative xmlns:adec="http://schemas.microsoft.com/office/drawing/2017/decorative" val="1"/>
              </a:ext>
            </a:extLst>
          </p:cNvPr>
          <p:cNvGrpSpPr/>
          <p:nvPr/>
        </p:nvGrpSpPr>
        <p:grpSpPr>
          <a:xfrm>
            <a:off x="365759" y="1028377"/>
            <a:ext cx="11484865" cy="4173818"/>
            <a:chOff x="365759" y="1028377"/>
            <a:chExt cx="11484865" cy="4173818"/>
          </a:xfrm>
        </p:grpSpPr>
        <p:pic>
          <p:nvPicPr>
            <p:cNvPr id="96" name="Divider">
              <a:extLst>
                <a:ext uri="{FF2B5EF4-FFF2-40B4-BE49-F238E27FC236}">
                  <a16:creationId xmlns:a16="http://schemas.microsoft.com/office/drawing/2014/main" id="{F6D00736-4E44-4617-83F3-B5A93F28ED82}"/>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pic>
          <p:nvPicPr>
            <p:cNvPr id="95" name="Background">
              <a:extLst>
                <a:ext uri="{FF2B5EF4-FFF2-40B4-BE49-F238E27FC236}">
                  <a16:creationId xmlns:a16="http://schemas.microsoft.com/office/drawing/2014/main" id="{37E98482-26B4-4B27-9672-386980590A81}"/>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65760" y="4744995"/>
              <a:ext cx="11484864" cy="457200"/>
            </a:xfrm>
            <a:prstGeom prst="rect">
              <a:avLst/>
            </a:prstGeom>
          </p:spPr>
        </p:pic>
      </p:grpSp>
      <p:sp>
        <p:nvSpPr>
          <p:cNvPr id="97" name="Slide Number">
            <a:extLst>
              <a:ext uri="{FF2B5EF4-FFF2-40B4-BE49-F238E27FC236}">
                <a16:creationId xmlns:a16="http://schemas.microsoft.com/office/drawing/2014/main" id="{4E12A119-63D8-4FB5-9AE0-FE08C858C57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4 large pictures, and 4 headers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365760" y="1835333"/>
            <a:ext cx="2788920" cy="283464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2" name="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4764024"/>
            <a:ext cx="2788920" cy="438171"/>
          </a:xfrm>
          <a:no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3"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3258312" y="1835333"/>
            <a:ext cx="2788920" cy="283464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3" name="Header Center Left">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3258312" y="4764024"/>
            <a:ext cx="2788920" cy="438171"/>
          </a:xfrm>
          <a:no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4"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6150864" y="1835333"/>
            <a:ext cx="2788920" cy="283464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4" name="Header Center Right">
            <a:extLst>
              <a:ext uri="{FF2B5EF4-FFF2-40B4-BE49-F238E27FC236}">
                <a16:creationId xmlns:a16="http://schemas.microsoft.com/office/drawing/2014/main" id="{CF01F87A-DBEF-4657-8500-6A751FF3BC24}"/>
              </a:ext>
            </a:extLst>
          </p:cNvPr>
          <p:cNvSpPr>
            <a:spLocks noGrp="1"/>
          </p:cNvSpPr>
          <p:nvPr>
            <p:ph type="body" idx="14" hasCustomPrompt="1"/>
          </p:nvPr>
        </p:nvSpPr>
        <p:spPr>
          <a:xfrm>
            <a:off x="6150864" y="4764024"/>
            <a:ext cx="2788920" cy="438171"/>
          </a:xfrm>
          <a:no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5" name="Picture Right">
            <a:extLst>
              <a:ext uri="{FF2B5EF4-FFF2-40B4-BE49-F238E27FC236}">
                <a16:creationId xmlns:a16="http://schemas.microsoft.com/office/drawing/2014/main" id="{3225055C-7E4D-4C57-84DA-4F32CFEE666E}"/>
              </a:ext>
              <a:ext uri="{C183D7F6-B498-43B3-948B-1728B52AA6E4}">
                <adec:decorative xmlns:adec="http://schemas.microsoft.com/office/drawing/2017/decorative" val="1"/>
              </a:ext>
            </a:extLst>
          </p:cNvPr>
          <p:cNvSpPr>
            <a:spLocks noGrp="1"/>
          </p:cNvSpPr>
          <p:nvPr>
            <p:ph type="pic" idx="25" hasCustomPrompt="1"/>
          </p:nvPr>
        </p:nvSpPr>
        <p:spPr>
          <a:xfrm>
            <a:off x="9043416" y="1835333"/>
            <a:ext cx="2788920" cy="283464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5" name="Header Right">
            <a:extLst>
              <a:ext uri="{FF2B5EF4-FFF2-40B4-BE49-F238E27FC236}">
                <a16:creationId xmlns:a16="http://schemas.microsoft.com/office/drawing/2014/main" id="{B17A76EF-1D7E-4BB9-BAFA-8EAA0807E356}"/>
              </a:ext>
            </a:extLst>
          </p:cNvPr>
          <p:cNvSpPr>
            <a:spLocks noGrp="1"/>
          </p:cNvSpPr>
          <p:nvPr>
            <p:ph type="body" idx="15" hasCustomPrompt="1"/>
          </p:nvPr>
        </p:nvSpPr>
        <p:spPr>
          <a:xfrm>
            <a:off x="9043416" y="4764024"/>
            <a:ext cx="2788920" cy="438171"/>
          </a:xfrm>
          <a:no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Tree>
    <p:custDataLst>
      <p:tags r:id="rId1"/>
    </p:custDataLst>
    <p:extLst>
      <p:ext uri="{BB962C8B-B14F-4D97-AF65-F5344CB8AC3E}">
        <p14:creationId xmlns:p14="http://schemas.microsoft.com/office/powerpoint/2010/main" val="168055853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Title, 6 Pics, and 6 Text Boxe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E5E62986-2CB5-4C74-BFA0-36B722DD633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36A79036-863F-433F-8D16-845BBBCE412D}"/>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8" name="Title">
            <a:extLst>
              <a:ext uri="{FF2B5EF4-FFF2-40B4-BE49-F238E27FC236}">
                <a16:creationId xmlns:a16="http://schemas.microsoft.com/office/drawing/2014/main" id="{55E25BD5-0A7A-4C0F-8C7B-5FB1E17082BE}"/>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1 text box, 6 Images, and 6 text boxes</a:t>
            </a:r>
          </a:p>
        </p:txBody>
      </p:sp>
      <p:sp>
        <p:nvSpPr>
          <p:cNvPr id="22" name="Picture Top Left">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type="pic" idx="22" hasCustomPrompt="1"/>
          </p:nvPr>
        </p:nvSpPr>
        <p:spPr>
          <a:xfrm>
            <a:off x="1516380" y="1211176"/>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 name="Content Top Left">
            <a:extLst>
              <a:ext uri="{FF2B5EF4-FFF2-40B4-BE49-F238E27FC236}">
                <a16:creationId xmlns:a16="http://schemas.microsoft.com/office/drawing/2014/main" id="{1EE45CD9-67F8-4A52-86F7-18140657CB4D}"/>
              </a:ext>
            </a:extLst>
          </p:cNvPr>
          <p:cNvSpPr>
            <a:spLocks noGrp="1"/>
          </p:cNvSpPr>
          <p:nvPr>
            <p:ph type="body" idx="2" hasCustomPrompt="1"/>
          </p:nvPr>
        </p:nvSpPr>
        <p:spPr>
          <a:xfrm>
            <a:off x="830580" y="3056649"/>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dirty="0"/>
              <a:t>Enter text</a:t>
            </a:r>
          </a:p>
        </p:txBody>
      </p:sp>
      <p:sp>
        <p:nvSpPr>
          <p:cNvPr id="23" name="Picture Top Center">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type="pic" idx="23" hasCustomPrompt="1"/>
          </p:nvPr>
        </p:nvSpPr>
        <p:spPr>
          <a:xfrm>
            <a:off x="5181600" y="1211176"/>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3" name="Content Top Center">
            <a:extLst>
              <a:ext uri="{FF2B5EF4-FFF2-40B4-BE49-F238E27FC236}">
                <a16:creationId xmlns:a16="http://schemas.microsoft.com/office/drawing/2014/main" id="{CD517463-352F-4D83-A9E1-0F789F96266D}"/>
              </a:ext>
            </a:extLst>
          </p:cNvPr>
          <p:cNvSpPr>
            <a:spLocks noGrp="1"/>
          </p:cNvSpPr>
          <p:nvPr>
            <p:ph type="body" idx="3" hasCustomPrompt="1"/>
          </p:nvPr>
        </p:nvSpPr>
        <p:spPr>
          <a:xfrm>
            <a:off x="4495800" y="3056649"/>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dirty="0"/>
              <a:t>Enter text</a:t>
            </a:r>
          </a:p>
        </p:txBody>
      </p:sp>
      <p:sp>
        <p:nvSpPr>
          <p:cNvPr id="24" name="Picture Top Right">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type="pic" idx="24" hasCustomPrompt="1"/>
          </p:nvPr>
        </p:nvSpPr>
        <p:spPr>
          <a:xfrm>
            <a:off x="8852916" y="1211176"/>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4" name="Content Top Right">
            <a:extLst>
              <a:ext uri="{FF2B5EF4-FFF2-40B4-BE49-F238E27FC236}">
                <a16:creationId xmlns:a16="http://schemas.microsoft.com/office/drawing/2014/main" id="{CB7E0003-F180-4528-9992-B9342F92AF42}"/>
              </a:ext>
            </a:extLst>
          </p:cNvPr>
          <p:cNvSpPr>
            <a:spLocks noGrp="1"/>
          </p:cNvSpPr>
          <p:nvPr>
            <p:ph type="body" idx="4" hasCustomPrompt="1"/>
          </p:nvPr>
        </p:nvSpPr>
        <p:spPr>
          <a:xfrm>
            <a:off x="8167116" y="3056649"/>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dirty="0"/>
              <a:t>Enter text</a:t>
            </a:r>
          </a:p>
        </p:txBody>
      </p:sp>
      <p:sp>
        <p:nvSpPr>
          <p:cNvPr id="25" name="Picture Bottom Left">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type="pic" idx="25" hasCustomPrompt="1"/>
          </p:nvPr>
        </p:nvSpPr>
        <p:spPr>
          <a:xfrm>
            <a:off x="1516380" y="3866132"/>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5" name="Content Bottom Left">
            <a:extLst>
              <a:ext uri="{FF2B5EF4-FFF2-40B4-BE49-F238E27FC236}">
                <a16:creationId xmlns:a16="http://schemas.microsoft.com/office/drawing/2014/main" id="{9F6FFAA7-B9C7-461E-8BB9-81670232C41F}"/>
              </a:ext>
            </a:extLst>
          </p:cNvPr>
          <p:cNvSpPr>
            <a:spLocks noGrp="1"/>
          </p:cNvSpPr>
          <p:nvPr>
            <p:ph type="body" idx="5" hasCustomPrompt="1"/>
          </p:nvPr>
        </p:nvSpPr>
        <p:spPr>
          <a:xfrm>
            <a:off x="830580" y="5704771"/>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dirty="0"/>
              <a:t>Enter text</a:t>
            </a:r>
          </a:p>
        </p:txBody>
      </p:sp>
      <p:sp>
        <p:nvSpPr>
          <p:cNvPr id="26" name="Picture Bottom Center">
            <a:extLst>
              <a:ext uri="{FF2B5EF4-FFF2-40B4-BE49-F238E27FC236}">
                <a16:creationId xmlns:a16="http://schemas.microsoft.com/office/drawing/2014/main" id="{6A136B8D-0BEF-4C03-8B3C-BF95C65548B3}"/>
              </a:ext>
              <a:ext uri="{C183D7F6-B498-43B3-948B-1728B52AA6E4}">
                <adec:decorative xmlns:adec="http://schemas.microsoft.com/office/drawing/2017/decorative" val="1"/>
              </a:ext>
            </a:extLst>
          </p:cNvPr>
          <p:cNvSpPr>
            <a:spLocks noGrp="1"/>
          </p:cNvSpPr>
          <p:nvPr>
            <p:ph type="pic" idx="26" hasCustomPrompt="1"/>
          </p:nvPr>
        </p:nvSpPr>
        <p:spPr>
          <a:xfrm>
            <a:off x="5181600" y="3866132"/>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6" name="Content Bottom Center">
            <a:extLst>
              <a:ext uri="{FF2B5EF4-FFF2-40B4-BE49-F238E27FC236}">
                <a16:creationId xmlns:a16="http://schemas.microsoft.com/office/drawing/2014/main" id="{4D93D3AB-1EE8-404D-9F8C-ED6967836914}"/>
              </a:ext>
            </a:extLst>
          </p:cNvPr>
          <p:cNvSpPr>
            <a:spLocks noGrp="1"/>
          </p:cNvSpPr>
          <p:nvPr>
            <p:ph type="body" idx="6" hasCustomPrompt="1"/>
          </p:nvPr>
        </p:nvSpPr>
        <p:spPr>
          <a:xfrm>
            <a:off x="4495800" y="5704771"/>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dirty="0"/>
              <a:t>Enter text</a:t>
            </a:r>
          </a:p>
        </p:txBody>
      </p:sp>
      <p:sp>
        <p:nvSpPr>
          <p:cNvPr id="27" name="Picture Bottom Right">
            <a:extLst>
              <a:ext uri="{FF2B5EF4-FFF2-40B4-BE49-F238E27FC236}">
                <a16:creationId xmlns:a16="http://schemas.microsoft.com/office/drawing/2014/main" id="{AF549A83-F8CE-463B-9ED5-5A303AC8AC23}"/>
              </a:ext>
              <a:ext uri="{C183D7F6-B498-43B3-948B-1728B52AA6E4}">
                <adec:decorative xmlns:adec="http://schemas.microsoft.com/office/drawing/2017/decorative" val="1"/>
              </a:ext>
            </a:extLst>
          </p:cNvPr>
          <p:cNvSpPr>
            <a:spLocks noGrp="1"/>
          </p:cNvSpPr>
          <p:nvPr>
            <p:ph type="pic" idx="27" hasCustomPrompt="1"/>
          </p:nvPr>
        </p:nvSpPr>
        <p:spPr>
          <a:xfrm>
            <a:off x="8852916" y="3866132"/>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7" name="Content Bottom Right">
            <a:extLst>
              <a:ext uri="{FF2B5EF4-FFF2-40B4-BE49-F238E27FC236}">
                <a16:creationId xmlns:a16="http://schemas.microsoft.com/office/drawing/2014/main" id="{E00DC7A1-D213-4110-B8F7-671693ED3BA2}"/>
              </a:ext>
            </a:extLst>
          </p:cNvPr>
          <p:cNvSpPr>
            <a:spLocks noGrp="1"/>
          </p:cNvSpPr>
          <p:nvPr>
            <p:ph type="body" idx="7" hasCustomPrompt="1"/>
          </p:nvPr>
        </p:nvSpPr>
        <p:spPr>
          <a:xfrm>
            <a:off x="8167116" y="5704771"/>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dirty="0"/>
              <a:t>Enter text</a:t>
            </a:r>
          </a:p>
        </p:txBody>
      </p:sp>
    </p:spTree>
    <p:custDataLst>
      <p:tags r:id="rId1"/>
    </p:custDataLst>
    <p:extLst>
      <p:ext uri="{BB962C8B-B14F-4D97-AF65-F5344CB8AC3E}">
        <p14:creationId xmlns:p14="http://schemas.microsoft.com/office/powerpoint/2010/main" val="1586840193"/>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Title and 8 picture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E6549563-E04B-4657-8321-4C6934FCD322}"/>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BE705BC3-4D3C-4BF3-801C-BFF823D8CAA1}"/>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and 8 pictures</a:t>
            </a:r>
          </a:p>
        </p:txBody>
      </p:sp>
      <p:sp>
        <p:nvSpPr>
          <p:cNvPr id="22" name="Picture 1">
            <a:extLst>
              <a:ext uri="{FF2B5EF4-FFF2-40B4-BE49-F238E27FC236}">
                <a16:creationId xmlns:a16="http://schemas.microsoft.com/office/drawing/2014/main" id="{01E0569B-0304-4CF2-95FE-74EEAC9AEC38}"/>
              </a:ext>
              <a:ext uri="{C183D7F6-B498-43B3-948B-1728B52AA6E4}">
                <adec:decorative xmlns:adec="http://schemas.microsoft.com/office/drawing/2017/decorative" val="1"/>
              </a:ext>
            </a:extLst>
          </p:cNvPr>
          <p:cNvSpPr>
            <a:spLocks noGrp="1"/>
          </p:cNvSpPr>
          <p:nvPr>
            <p:ph type="pic" idx="22" hasCustomPrompt="1"/>
          </p:nvPr>
        </p:nvSpPr>
        <p:spPr>
          <a:xfrm>
            <a:off x="640080" y="1162264"/>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3" name="Picture 2">
            <a:extLst>
              <a:ext uri="{FF2B5EF4-FFF2-40B4-BE49-F238E27FC236}">
                <a16:creationId xmlns:a16="http://schemas.microsoft.com/office/drawing/2014/main" id="{4E39BCC2-7E6B-49A6-88A7-4389D0876599}"/>
              </a:ext>
              <a:ext uri="{C183D7F6-B498-43B3-948B-1728B52AA6E4}">
                <adec:decorative xmlns:adec="http://schemas.microsoft.com/office/drawing/2017/decorative" val="1"/>
              </a:ext>
            </a:extLst>
          </p:cNvPr>
          <p:cNvSpPr>
            <a:spLocks noGrp="1"/>
          </p:cNvSpPr>
          <p:nvPr>
            <p:ph type="pic" idx="23" hasCustomPrompt="1"/>
          </p:nvPr>
        </p:nvSpPr>
        <p:spPr>
          <a:xfrm>
            <a:off x="3517392" y="1162264"/>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4" name="Picture 3">
            <a:extLst>
              <a:ext uri="{FF2B5EF4-FFF2-40B4-BE49-F238E27FC236}">
                <a16:creationId xmlns:a16="http://schemas.microsoft.com/office/drawing/2014/main" id="{292A7B23-5883-4A03-AA9E-D7887267A0B5}"/>
              </a:ext>
              <a:ext uri="{C183D7F6-B498-43B3-948B-1728B52AA6E4}">
                <adec:decorative xmlns:adec="http://schemas.microsoft.com/office/drawing/2017/decorative" val="1"/>
              </a:ext>
            </a:extLst>
          </p:cNvPr>
          <p:cNvSpPr>
            <a:spLocks noGrp="1"/>
          </p:cNvSpPr>
          <p:nvPr>
            <p:ph type="pic" idx="24" hasCustomPrompt="1"/>
          </p:nvPr>
        </p:nvSpPr>
        <p:spPr>
          <a:xfrm>
            <a:off x="6394704" y="1162264"/>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5" name="Picture 4">
            <a:extLst>
              <a:ext uri="{FF2B5EF4-FFF2-40B4-BE49-F238E27FC236}">
                <a16:creationId xmlns:a16="http://schemas.microsoft.com/office/drawing/2014/main" id="{871FBC72-3D16-49CE-BD02-AD416196D37A}"/>
              </a:ext>
              <a:ext uri="{C183D7F6-B498-43B3-948B-1728B52AA6E4}">
                <adec:decorative xmlns:adec="http://schemas.microsoft.com/office/drawing/2017/decorative" val="1"/>
              </a:ext>
            </a:extLst>
          </p:cNvPr>
          <p:cNvSpPr>
            <a:spLocks noGrp="1"/>
          </p:cNvSpPr>
          <p:nvPr>
            <p:ph type="pic" idx="25" hasCustomPrompt="1"/>
          </p:nvPr>
        </p:nvSpPr>
        <p:spPr>
          <a:xfrm>
            <a:off x="9272016" y="1162264"/>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6" name="Picture 5">
            <a:extLst>
              <a:ext uri="{FF2B5EF4-FFF2-40B4-BE49-F238E27FC236}">
                <a16:creationId xmlns:a16="http://schemas.microsoft.com/office/drawing/2014/main" id="{CCC335E7-FA18-44DB-ACBC-F2DABE9FB384}"/>
              </a:ext>
              <a:ext uri="{C183D7F6-B498-43B3-948B-1728B52AA6E4}">
                <adec:decorative xmlns:adec="http://schemas.microsoft.com/office/drawing/2017/decorative" val="1"/>
              </a:ext>
            </a:extLst>
          </p:cNvPr>
          <p:cNvSpPr>
            <a:spLocks noGrp="1"/>
          </p:cNvSpPr>
          <p:nvPr>
            <p:ph type="pic" idx="26" hasCustomPrompt="1"/>
          </p:nvPr>
        </p:nvSpPr>
        <p:spPr>
          <a:xfrm>
            <a:off x="640080" y="3873273"/>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7" name="Picture 6">
            <a:extLst>
              <a:ext uri="{FF2B5EF4-FFF2-40B4-BE49-F238E27FC236}">
                <a16:creationId xmlns:a16="http://schemas.microsoft.com/office/drawing/2014/main" id="{BB740650-61A2-4FDC-8700-54D96F01FF5A}"/>
              </a:ext>
              <a:ext uri="{C183D7F6-B498-43B3-948B-1728B52AA6E4}">
                <adec:decorative xmlns:adec="http://schemas.microsoft.com/office/drawing/2017/decorative" val="1"/>
              </a:ext>
            </a:extLst>
          </p:cNvPr>
          <p:cNvSpPr>
            <a:spLocks noGrp="1"/>
          </p:cNvSpPr>
          <p:nvPr>
            <p:ph type="pic" idx="27" hasCustomPrompt="1"/>
          </p:nvPr>
        </p:nvSpPr>
        <p:spPr>
          <a:xfrm>
            <a:off x="3517392" y="3873273"/>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8" name="Picture 7">
            <a:extLst>
              <a:ext uri="{FF2B5EF4-FFF2-40B4-BE49-F238E27FC236}">
                <a16:creationId xmlns:a16="http://schemas.microsoft.com/office/drawing/2014/main" id="{CA951A10-B648-4F4E-87FD-97FD8FEB4106}"/>
              </a:ext>
              <a:ext uri="{C183D7F6-B498-43B3-948B-1728B52AA6E4}">
                <adec:decorative xmlns:adec="http://schemas.microsoft.com/office/drawing/2017/decorative" val="1"/>
              </a:ext>
            </a:extLst>
          </p:cNvPr>
          <p:cNvSpPr>
            <a:spLocks noGrp="1"/>
          </p:cNvSpPr>
          <p:nvPr>
            <p:ph type="pic" idx="28" hasCustomPrompt="1"/>
          </p:nvPr>
        </p:nvSpPr>
        <p:spPr>
          <a:xfrm>
            <a:off x="6394704" y="3873273"/>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9" name="Picture 8">
            <a:extLst>
              <a:ext uri="{FF2B5EF4-FFF2-40B4-BE49-F238E27FC236}">
                <a16:creationId xmlns:a16="http://schemas.microsoft.com/office/drawing/2014/main" id="{1F4C4007-9EA0-4D1F-938D-A38B105119E9}"/>
              </a:ext>
              <a:ext uri="{C183D7F6-B498-43B3-948B-1728B52AA6E4}">
                <adec:decorative xmlns:adec="http://schemas.microsoft.com/office/drawing/2017/decorative" val="1"/>
              </a:ext>
            </a:extLst>
          </p:cNvPr>
          <p:cNvSpPr>
            <a:spLocks noGrp="1"/>
          </p:cNvSpPr>
          <p:nvPr>
            <p:ph type="pic" idx="29" hasCustomPrompt="1"/>
          </p:nvPr>
        </p:nvSpPr>
        <p:spPr>
          <a:xfrm>
            <a:off x="9272016" y="3873273"/>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53601665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Title, 8 Sm Pics, and 8 Text Column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1D6BA6E7-5899-45FE-A720-127BD53EEDD5}"/>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43729ECE-1B47-40DF-A603-0B72A4802FB4}"/>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55E25BD5-0A7A-4C0F-8C7B-5FB1E17082BE}"/>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Title, 8 pictures, and 8 labels</a:t>
            </a:r>
          </a:p>
        </p:txBody>
      </p:sp>
      <p:sp>
        <p:nvSpPr>
          <p:cNvPr id="22" name="Picture Top Left">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type="pic" idx="22" hasCustomPrompt="1"/>
          </p:nvPr>
        </p:nvSpPr>
        <p:spPr>
          <a:xfrm>
            <a:off x="960120" y="1272940"/>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2" name="Header Top Left">
            <a:extLst>
              <a:ext uri="{FF2B5EF4-FFF2-40B4-BE49-F238E27FC236}">
                <a16:creationId xmlns:a16="http://schemas.microsoft.com/office/drawing/2014/main" id="{573CFC72-9096-4F5D-9BDB-96DE57732BB8}"/>
              </a:ext>
            </a:extLst>
          </p:cNvPr>
          <p:cNvSpPr>
            <a:spLocks noGrp="1"/>
          </p:cNvSpPr>
          <p:nvPr>
            <p:ph type="body" idx="12" hasCustomPrompt="1"/>
          </p:nvPr>
        </p:nvSpPr>
        <p:spPr>
          <a:xfrm>
            <a:off x="388620" y="2976540"/>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3" name="Picture Top Left Center">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type="pic" idx="23" hasCustomPrompt="1"/>
          </p:nvPr>
        </p:nvSpPr>
        <p:spPr>
          <a:xfrm>
            <a:off x="3837432" y="1272940"/>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3" name="Header Top Left Center">
            <a:extLst>
              <a:ext uri="{FF2B5EF4-FFF2-40B4-BE49-F238E27FC236}">
                <a16:creationId xmlns:a16="http://schemas.microsoft.com/office/drawing/2014/main" id="{3777F387-CD61-4FDE-AE0D-E17DE70D3B19}"/>
              </a:ext>
            </a:extLst>
          </p:cNvPr>
          <p:cNvSpPr>
            <a:spLocks noGrp="1"/>
          </p:cNvSpPr>
          <p:nvPr>
            <p:ph type="body" idx="13" hasCustomPrompt="1"/>
          </p:nvPr>
        </p:nvSpPr>
        <p:spPr>
          <a:xfrm>
            <a:off x="3265932" y="2976540"/>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4" name="Picture Top Center Right">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type="pic" idx="24" hasCustomPrompt="1"/>
          </p:nvPr>
        </p:nvSpPr>
        <p:spPr>
          <a:xfrm>
            <a:off x="6714744" y="1272940"/>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4" name="Header Top Center Right">
            <a:extLst>
              <a:ext uri="{FF2B5EF4-FFF2-40B4-BE49-F238E27FC236}">
                <a16:creationId xmlns:a16="http://schemas.microsoft.com/office/drawing/2014/main" id="{CF3CD244-8B44-44A6-A623-84365E91EAE7}"/>
              </a:ext>
            </a:extLst>
          </p:cNvPr>
          <p:cNvSpPr>
            <a:spLocks noGrp="1"/>
          </p:cNvSpPr>
          <p:nvPr>
            <p:ph type="body" idx="14" hasCustomPrompt="1"/>
          </p:nvPr>
        </p:nvSpPr>
        <p:spPr>
          <a:xfrm>
            <a:off x="6143244" y="2976540"/>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5" name="Picture Top Right">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type="pic" idx="25" hasCustomPrompt="1"/>
          </p:nvPr>
        </p:nvSpPr>
        <p:spPr>
          <a:xfrm>
            <a:off x="9592056" y="1272940"/>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5" name="Header Top Right">
            <a:extLst>
              <a:ext uri="{FF2B5EF4-FFF2-40B4-BE49-F238E27FC236}">
                <a16:creationId xmlns:a16="http://schemas.microsoft.com/office/drawing/2014/main" id="{08FBD2BF-3C8E-4153-80EE-99905AF06DB0}"/>
              </a:ext>
            </a:extLst>
          </p:cNvPr>
          <p:cNvSpPr>
            <a:spLocks noGrp="1"/>
          </p:cNvSpPr>
          <p:nvPr>
            <p:ph type="body" idx="15" hasCustomPrompt="1"/>
          </p:nvPr>
        </p:nvSpPr>
        <p:spPr>
          <a:xfrm>
            <a:off x="9020556" y="2976540"/>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6" name="Picture Bottom Left">
            <a:extLst>
              <a:ext uri="{FF2B5EF4-FFF2-40B4-BE49-F238E27FC236}">
                <a16:creationId xmlns:a16="http://schemas.microsoft.com/office/drawing/2014/main" id="{6A136B8D-0BEF-4C03-8B3C-BF95C65548B3}"/>
              </a:ext>
              <a:ext uri="{C183D7F6-B498-43B3-948B-1728B52AA6E4}">
                <adec:decorative xmlns:adec="http://schemas.microsoft.com/office/drawing/2017/decorative" val="1"/>
              </a:ext>
            </a:extLst>
          </p:cNvPr>
          <p:cNvSpPr>
            <a:spLocks noGrp="1"/>
          </p:cNvSpPr>
          <p:nvPr>
            <p:ph type="pic" idx="26" hasCustomPrompt="1"/>
          </p:nvPr>
        </p:nvSpPr>
        <p:spPr>
          <a:xfrm>
            <a:off x="960120" y="3814574"/>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6" name="Header Bottom Left">
            <a:extLst>
              <a:ext uri="{FF2B5EF4-FFF2-40B4-BE49-F238E27FC236}">
                <a16:creationId xmlns:a16="http://schemas.microsoft.com/office/drawing/2014/main" id="{E8024806-5459-4580-AA84-DFE98F18A5A3}"/>
              </a:ext>
            </a:extLst>
          </p:cNvPr>
          <p:cNvSpPr>
            <a:spLocks noGrp="1"/>
          </p:cNvSpPr>
          <p:nvPr>
            <p:ph type="body" idx="16" hasCustomPrompt="1"/>
          </p:nvPr>
        </p:nvSpPr>
        <p:spPr>
          <a:xfrm>
            <a:off x="388620" y="5518174"/>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7" name="Picture Bottom Left Center">
            <a:extLst>
              <a:ext uri="{FF2B5EF4-FFF2-40B4-BE49-F238E27FC236}">
                <a16:creationId xmlns:a16="http://schemas.microsoft.com/office/drawing/2014/main" id="{AF549A83-F8CE-463B-9ED5-5A303AC8AC23}"/>
              </a:ext>
              <a:ext uri="{C183D7F6-B498-43B3-948B-1728B52AA6E4}">
                <adec:decorative xmlns:adec="http://schemas.microsoft.com/office/drawing/2017/decorative" val="1"/>
              </a:ext>
            </a:extLst>
          </p:cNvPr>
          <p:cNvSpPr>
            <a:spLocks noGrp="1"/>
          </p:cNvSpPr>
          <p:nvPr>
            <p:ph type="pic" idx="27" hasCustomPrompt="1"/>
          </p:nvPr>
        </p:nvSpPr>
        <p:spPr>
          <a:xfrm>
            <a:off x="3837432" y="3814574"/>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7" name="Header Bottom Left Center">
            <a:extLst>
              <a:ext uri="{FF2B5EF4-FFF2-40B4-BE49-F238E27FC236}">
                <a16:creationId xmlns:a16="http://schemas.microsoft.com/office/drawing/2014/main" id="{484800A7-DA7A-48C2-BD82-C01F6FD9DB3E}"/>
              </a:ext>
            </a:extLst>
          </p:cNvPr>
          <p:cNvSpPr>
            <a:spLocks noGrp="1"/>
          </p:cNvSpPr>
          <p:nvPr>
            <p:ph type="body" idx="17" hasCustomPrompt="1"/>
          </p:nvPr>
        </p:nvSpPr>
        <p:spPr>
          <a:xfrm>
            <a:off x="3265932" y="5518174"/>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8" name="Picture Bottom Center Right">
            <a:extLst>
              <a:ext uri="{FF2B5EF4-FFF2-40B4-BE49-F238E27FC236}">
                <a16:creationId xmlns:a16="http://schemas.microsoft.com/office/drawing/2014/main" id="{0FD6813E-DBAA-47AF-94A9-F300864878FA}"/>
              </a:ext>
              <a:ext uri="{C183D7F6-B498-43B3-948B-1728B52AA6E4}">
                <adec:decorative xmlns:adec="http://schemas.microsoft.com/office/drawing/2017/decorative" val="1"/>
              </a:ext>
            </a:extLst>
          </p:cNvPr>
          <p:cNvSpPr>
            <a:spLocks noGrp="1"/>
          </p:cNvSpPr>
          <p:nvPr>
            <p:ph type="pic" idx="28" hasCustomPrompt="1"/>
          </p:nvPr>
        </p:nvSpPr>
        <p:spPr>
          <a:xfrm>
            <a:off x="6714744" y="3814574"/>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8" name="Header Bottom Center Right">
            <a:extLst>
              <a:ext uri="{FF2B5EF4-FFF2-40B4-BE49-F238E27FC236}">
                <a16:creationId xmlns:a16="http://schemas.microsoft.com/office/drawing/2014/main" id="{706046A5-A656-4648-BD39-64FA5E94B613}"/>
              </a:ext>
            </a:extLst>
          </p:cNvPr>
          <p:cNvSpPr>
            <a:spLocks noGrp="1"/>
          </p:cNvSpPr>
          <p:nvPr>
            <p:ph type="body" idx="18" hasCustomPrompt="1"/>
          </p:nvPr>
        </p:nvSpPr>
        <p:spPr>
          <a:xfrm>
            <a:off x="6143244" y="5518174"/>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9" name="Picture Bottom Right">
            <a:extLst>
              <a:ext uri="{FF2B5EF4-FFF2-40B4-BE49-F238E27FC236}">
                <a16:creationId xmlns:a16="http://schemas.microsoft.com/office/drawing/2014/main" id="{9A78C933-BE2D-4980-BE96-E14880669883}"/>
              </a:ext>
              <a:ext uri="{C183D7F6-B498-43B3-948B-1728B52AA6E4}">
                <adec:decorative xmlns:adec="http://schemas.microsoft.com/office/drawing/2017/decorative" val="1"/>
              </a:ext>
            </a:extLst>
          </p:cNvPr>
          <p:cNvSpPr>
            <a:spLocks noGrp="1"/>
          </p:cNvSpPr>
          <p:nvPr>
            <p:ph type="pic" idx="29" hasCustomPrompt="1"/>
          </p:nvPr>
        </p:nvSpPr>
        <p:spPr>
          <a:xfrm>
            <a:off x="9592056" y="3814574"/>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9" name="Header Bottom Right">
            <a:extLst>
              <a:ext uri="{FF2B5EF4-FFF2-40B4-BE49-F238E27FC236}">
                <a16:creationId xmlns:a16="http://schemas.microsoft.com/office/drawing/2014/main" id="{DE6244C7-6311-4CE0-AB72-2F6B429380EE}"/>
              </a:ext>
            </a:extLst>
          </p:cNvPr>
          <p:cNvSpPr>
            <a:spLocks noGrp="1"/>
          </p:cNvSpPr>
          <p:nvPr>
            <p:ph type="body" idx="19" hasCustomPrompt="1"/>
          </p:nvPr>
        </p:nvSpPr>
        <p:spPr>
          <a:xfrm>
            <a:off x="9020556" y="5518174"/>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Tree>
    <p:custDataLst>
      <p:tags r:id="rId1"/>
    </p:custDataLst>
    <p:extLst>
      <p:ext uri="{BB962C8B-B14F-4D97-AF65-F5344CB8AC3E}">
        <p14:creationId xmlns:p14="http://schemas.microsoft.com/office/powerpoint/2010/main" val="3427812452"/>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type="picTx" preserve="1">
  <p:cSld name="Title, 8 Sm Pics, 8 Headers, and 8 Text Columns">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935D4C44-4726-4FC3-A8AA-03445F8D8733}"/>
              </a:ext>
              <a:ext uri="{C183D7F6-B498-43B3-948B-1728B52AA6E4}">
                <adec:decorative xmlns:adec="http://schemas.microsoft.com/office/drawing/2017/decorative" val="1"/>
              </a:ext>
            </a:extLst>
          </p:cNvPr>
          <p:cNvGrpSpPr/>
          <p:nvPr/>
        </p:nvGrpSpPr>
        <p:grpSpPr>
          <a:xfrm>
            <a:off x="365759" y="1028377"/>
            <a:ext cx="11484864" cy="4791549"/>
            <a:chOff x="365759" y="1028377"/>
            <a:chExt cx="11484864" cy="4791549"/>
          </a:xfrm>
        </p:grpSpPr>
        <p:pic>
          <p:nvPicPr>
            <p:cNvPr id="96" name="Background">
              <a:extLst>
                <a:ext uri="{FF2B5EF4-FFF2-40B4-BE49-F238E27FC236}">
                  <a16:creationId xmlns:a16="http://schemas.microsoft.com/office/drawing/2014/main" id="{14CBF7C4-FBD4-4D0D-BD04-8E2CD586D72A}"/>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88620" y="2816120"/>
              <a:ext cx="11443716" cy="320040"/>
            </a:xfrm>
            <a:prstGeom prst="rect">
              <a:avLst/>
            </a:prstGeom>
          </p:spPr>
        </p:pic>
        <p:pic>
          <p:nvPicPr>
            <p:cNvPr id="95" name="Background">
              <a:extLst>
                <a:ext uri="{FF2B5EF4-FFF2-40B4-BE49-F238E27FC236}">
                  <a16:creationId xmlns:a16="http://schemas.microsoft.com/office/drawing/2014/main" id="{1C58BDB7-165B-4517-A042-E46D3D85D196}"/>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88620" y="5499886"/>
              <a:ext cx="11443716" cy="320040"/>
            </a:xfrm>
            <a:prstGeom prst="rect">
              <a:avLst/>
            </a:prstGeom>
          </p:spPr>
        </p:pic>
        <p:pic>
          <p:nvPicPr>
            <p:cNvPr id="94" name="Divider">
              <a:extLst>
                <a:ext uri="{FF2B5EF4-FFF2-40B4-BE49-F238E27FC236}">
                  <a16:creationId xmlns:a16="http://schemas.microsoft.com/office/drawing/2014/main" id="{987C7E22-9002-48C2-9498-CFDECD00E891}"/>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grpSp>
      <p:sp>
        <p:nvSpPr>
          <p:cNvPr id="97" name="Slide Number">
            <a:extLst>
              <a:ext uri="{FF2B5EF4-FFF2-40B4-BE49-F238E27FC236}">
                <a16:creationId xmlns:a16="http://schemas.microsoft.com/office/drawing/2014/main" id="{43729ECE-1B47-40DF-A603-0B72A4802FB4}"/>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0" name="Title">
            <a:extLst>
              <a:ext uri="{FF2B5EF4-FFF2-40B4-BE49-F238E27FC236}">
                <a16:creationId xmlns:a16="http://schemas.microsoft.com/office/drawing/2014/main" id="{55E25BD5-0A7A-4C0F-8C7B-5FB1E17082BE}"/>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Title, 8 pictures, 8 headers, and 8 labels</a:t>
            </a:r>
          </a:p>
        </p:txBody>
      </p:sp>
      <p:sp>
        <p:nvSpPr>
          <p:cNvPr id="22" name="Picture Top Left">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type="pic" idx="22" hasCustomPrompt="1"/>
          </p:nvPr>
        </p:nvSpPr>
        <p:spPr>
          <a:xfrm>
            <a:off x="960120" y="1112520"/>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2" name="Header Top Left">
            <a:extLst>
              <a:ext uri="{FF2B5EF4-FFF2-40B4-BE49-F238E27FC236}">
                <a16:creationId xmlns:a16="http://schemas.microsoft.com/office/drawing/2014/main" id="{573CFC72-9096-4F5D-9BDB-96DE57732BB8}"/>
              </a:ext>
            </a:extLst>
          </p:cNvPr>
          <p:cNvSpPr>
            <a:spLocks noGrp="1"/>
          </p:cNvSpPr>
          <p:nvPr>
            <p:ph type="body" idx="12" hasCustomPrompt="1"/>
          </p:nvPr>
        </p:nvSpPr>
        <p:spPr>
          <a:xfrm>
            <a:off x="388620" y="2816120"/>
            <a:ext cx="2788920" cy="301752"/>
          </a:xfrm>
          <a:no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 name="Content Top Left">
            <a:extLst>
              <a:ext uri="{FF2B5EF4-FFF2-40B4-BE49-F238E27FC236}">
                <a16:creationId xmlns:a16="http://schemas.microsoft.com/office/drawing/2014/main" id="{1EE45CD9-67F8-4A52-86F7-18140657CB4D}"/>
              </a:ext>
            </a:extLst>
          </p:cNvPr>
          <p:cNvSpPr>
            <a:spLocks noGrp="1"/>
          </p:cNvSpPr>
          <p:nvPr>
            <p:ph type="body" idx="2" hasCustomPrompt="1"/>
          </p:nvPr>
        </p:nvSpPr>
        <p:spPr>
          <a:xfrm>
            <a:off x="388620" y="3181880"/>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23" name="Picture Top Left Center">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type="pic" idx="23" hasCustomPrompt="1"/>
          </p:nvPr>
        </p:nvSpPr>
        <p:spPr>
          <a:xfrm>
            <a:off x="3837432" y="1112520"/>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3" name="Header Top Left Center">
            <a:extLst>
              <a:ext uri="{FF2B5EF4-FFF2-40B4-BE49-F238E27FC236}">
                <a16:creationId xmlns:a16="http://schemas.microsoft.com/office/drawing/2014/main" id="{3777F387-CD61-4FDE-AE0D-E17DE70D3B19}"/>
              </a:ext>
            </a:extLst>
          </p:cNvPr>
          <p:cNvSpPr>
            <a:spLocks noGrp="1"/>
          </p:cNvSpPr>
          <p:nvPr>
            <p:ph type="body" idx="13" hasCustomPrompt="1"/>
          </p:nvPr>
        </p:nvSpPr>
        <p:spPr>
          <a:xfrm>
            <a:off x="3265932" y="2816120"/>
            <a:ext cx="2788920" cy="301752"/>
          </a:xfrm>
          <a:no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3" name="Content Top Left Center">
            <a:extLst>
              <a:ext uri="{FF2B5EF4-FFF2-40B4-BE49-F238E27FC236}">
                <a16:creationId xmlns:a16="http://schemas.microsoft.com/office/drawing/2014/main" id="{CD517463-352F-4D83-A9E1-0F789F96266D}"/>
              </a:ext>
            </a:extLst>
          </p:cNvPr>
          <p:cNvSpPr>
            <a:spLocks noGrp="1"/>
          </p:cNvSpPr>
          <p:nvPr>
            <p:ph type="body" idx="3" hasCustomPrompt="1"/>
          </p:nvPr>
        </p:nvSpPr>
        <p:spPr>
          <a:xfrm>
            <a:off x="3265932" y="3181880"/>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24" name="Picture Top Center Right">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type="pic" idx="24" hasCustomPrompt="1"/>
          </p:nvPr>
        </p:nvSpPr>
        <p:spPr>
          <a:xfrm>
            <a:off x="6714744" y="1112520"/>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4" name="Header Top Center Right">
            <a:extLst>
              <a:ext uri="{FF2B5EF4-FFF2-40B4-BE49-F238E27FC236}">
                <a16:creationId xmlns:a16="http://schemas.microsoft.com/office/drawing/2014/main" id="{CF3CD244-8B44-44A6-A623-84365E91EAE7}"/>
              </a:ext>
            </a:extLst>
          </p:cNvPr>
          <p:cNvSpPr>
            <a:spLocks noGrp="1"/>
          </p:cNvSpPr>
          <p:nvPr>
            <p:ph type="body" idx="14" hasCustomPrompt="1"/>
          </p:nvPr>
        </p:nvSpPr>
        <p:spPr>
          <a:xfrm>
            <a:off x="6143244" y="2816120"/>
            <a:ext cx="2788920" cy="301752"/>
          </a:xfrm>
          <a:no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4" name="Content Top Center Right">
            <a:extLst>
              <a:ext uri="{FF2B5EF4-FFF2-40B4-BE49-F238E27FC236}">
                <a16:creationId xmlns:a16="http://schemas.microsoft.com/office/drawing/2014/main" id="{CB7E0003-F180-4528-9992-B9342F92AF42}"/>
              </a:ext>
            </a:extLst>
          </p:cNvPr>
          <p:cNvSpPr>
            <a:spLocks noGrp="1"/>
          </p:cNvSpPr>
          <p:nvPr>
            <p:ph type="body" idx="4" hasCustomPrompt="1"/>
          </p:nvPr>
        </p:nvSpPr>
        <p:spPr>
          <a:xfrm>
            <a:off x="6143244" y="3181880"/>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25" name="Picture Top Right">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type="pic" idx="25" hasCustomPrompt="1"/>
          </p:nvPr>
        </p:nvSpPr>
        <p:spPr>
          <a:xfrm>
            <a:off x="9592056" y="1112520"/>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5" name="Header Top Right">
            <a:extLst>
              <a:ext uri="{FF2B5EF4-FFF2-40B4-BE49-F238E27FC236}">
                <a16:creationId xmlns:a16="http://schemas.microsoft.com/office/drawing/2014/main" id="{08FBD2BF-3C8E-4153-80EE-99905AF06DB0}"/>
              </a:ext>
            </a:extLst>
          </p:cNvPr>
          <p:cNvSpPr>
            <a:spLocks noGrp="1"/>
          </p:cNvSpPr>
          <p:nvPr>
            <p:ph type="body" idx="15" hasCustomPrompt="1"/>
          </p:nvPr>
        </p:nvSpPr>
        <p:spPr>
          <a:xfrm>
            <a:off x="9020556" y="2816120"/>
            <a:ext cx="2788920" cy="301752"/>
          </a:xfrm>
          <a:no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5" name="Content Top Right">
            <a:extLst>
              <a:ext uri="{FF2B5EF4-FFF2-40B4-BE49-F238E27FC236}">
                <a16:creationId xmlns:a16="http://schemas.microsoft.com/office/drawing/2014/main" id="{9F6FFAA7-B9C7-461E-8BB9-81670232C41F}"/>
              </a:ext>
            </a:extLst>
          </p:cNvPr>
          <p:cNvSpPr>
            <a:spLocks noGrp="1"/>
          </p:cNvSpPr>
          <p:nvPr>
            <p:ph type="body" idx="5" hasCustomPrompt="1"/>
          </p:nvPr>
        </p:nvSpPr>
        <p:spPr>
          <a:xfrm>
            <a:off x="9020556" y="3181880"/>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26" name="Picture Bottom Left">
            <a:extLst>
              <a:ext uri="{FF2B5EF4-FFF2-40B4-BE49-F238E27FC236}">
                <a16:creationId xmlns:a16="http://schemas.microsoft.com/office/drawing/2014/main" id="{6A136B8D-0BEF-4C03-8B3C-BF95C65548B3}"/>
              </a:ext>
              <a:ext uri="{C183D7F6-B498-43B3-948B-1728B52AA6E4}">
                <adec:decorative xmlns:adec="http://schemas.microsoft.com/office/drawing/2017/decorative" val="1"/>
              </a:ext>
            </a:extLst>
          </p:cNvPr>
          <p:cNvSpPr>
            <a:spLocks noGrp="1"/>
          </p:cNvSpPr>
          <p:nvPr>
            <p:ph type="pic" idx="26" hasCustomPrompt="1"/>
          </p:nvPr>
        </p:nvSpPr>
        <p:spPr>
          <a:xfrm>
            <a:off x="960120" y="3814574"/>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6" name="Header Bottom Left">
            <a:extLst>
              <a:ext uri="{FF2B5EF4-FFF2-40B4-BE49-F238E27FC236}">
                <a16:creationId xmlns:a16="http://schemas.microsoft.com/office/drawing/2014/main" id="{E8024806-5459-4580-AA84-DFE98F18A5A3}"/>
              </a:ext>
              <a:ext uri="{C183D7F6-B498-43B3-948B-1728B52AA6E4}">
                <adec:decorative xmlns:adec="http://schemas.microsoft.com/office/drawing/2017/decorative" val="0"/>
              </a:ext>
            </a:extLst>
          </p:cNvPr>
          <p:cNvSpPr>
            <a:spLocks noGrp="1"/>
          </p:cNvSpPr>
          <p:nvPr>
            <p:ph type="body" idx="16" hasCustomPrompt="1"/>
          </p:nvPr>
        </p:nvSpPr>
        <p:spPr>
          <a:xfrm>
            <a:off x="388620" y="5518174"/>
            <a:ext cx="2788920" cy="301752"/>
          </a:xfrm>
          <a:no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6" name="Content Bottom Left">
            <a:extLst>
              <a:ext uri="{FF2B5EF4-FFF2-40B4-BE49-F238E27FC236}">
                <a16:creationId xmlns:a16="http://schemas.microsoft.com/office/drawing/2014/main" id="{4D93D3AB-1EE8-404D-9F8C-ED6967836914}"/>
              </a:ext>
            </a:extLst>
          </p:cNvPr>
          <p:cNvSpPr>
            <a:spLocks noGrp="1"/>
          </p:cNvSpPr>
          <p:nvPr>
            <p:ph type="body" idx="6" hasCustomPrompt="1"/>
          </p:nvPr>
        </p:nvSpPr>
        <p:spPr>
          <a:xfrm>
            <a:off x="388620" y="5864908"/>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27" name="Picture Bottom Left Center">
            <a:extLst>
              <a:ext uri="{FF2B5EF4-FFF2-40B4-BE49-F238E27FC236}">
                <a16:creationId xmlns:a16="http://schemas.microsoft.com/office/drawing/2014/main" id="{AF549A83-F8CE-463B-9ED5-5A303AC8AC23}"/>
              </a:ext>
              <a:ext uri="{C183D7F6-B498-43B3-948B-1728B52AA6E4}">
                <adec:decorative xmlns:adec="http://schemas.microsoft.com/office/drawing/2017/decorative" val="1"/>
              </a:ext>
            </a:extLst>
          </p:cNvPr>
          <p:cNvSpPr>
            <a:spLocks noGrp="1"/>
          </p:cNvSpPr>
          <p:nvPr>
            <p:ph type="pic" idx="27" hasCustomPrompt="1"/>
          </p:nvPr>
        </p:nvSpPr>
        <p:spPr>
          <a:xfrm>
            <a:off x="3837432" y="3814574"/>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7" name="Header Bottom Left Center">
            <a:extLst>
              <a:ext uri="{FF2B5EF4-FFF2-40B4-BE49-F238E27FC236}">
                <a16:creationId xmlns:a16="http://schemas.microsoft.com/office/drawing/2014/main" id="{484800A7-DA7A-48C2-BD82-C01F6FD9DB3E}"/>
              </a:ext>
            </a:extLst>
          </p:cNvPr>
          <p:cNvSpPr>
            <a:spLocks noGrp="1"/>
          </p:cNvSpPr>
          <p:nvPr>
            <p:ph type="body" idx="17" hasCustomPrompt="1"/>
          </p:nvPr>
        </p:nvSpPr>
        <p:spPr>
          <a:xfrm>
            <a:off x="3265932" y="5518174"/>
            <a:ext cx="2788920" cy="301752"/>
          </a:xfrm>
          <a:no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7" name="Content Bottom Left Center">
            <a:extLst>
              <a:ext uri="{FF2B5EF4-FFF2-40B4-BE49-F238E27FC236}">
                <a16:creationId xmlns:a16="http://schemas.microsoft.com/office/drawing/2014/main" id="{E00DC7A1-D213-4110-B8F7-671693ED3BA2}"/>
              </a:ext>
            </a:extLst>
          </p:cNvPr>
          <p:cNvSpPr>
            <a:spLocks noGrp="1"/>
          </p:cNvSpPr>
          <p:nvPr>
            <p:ph type="body" idx="7" hasCustomPrompt="1"/>
          </p:nvPr>
        </p:nvSpPr>
        <p:spPr>
          <a:xfrm>
            <a:off x="3265932" y="5864908"/>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28" name="Picture Bottom Center Right">
            <a:extLst>
              <a:ext uri="{FF2B5EF4-FFF2-40B4-BE49-F238E27FC236}">
                <a16:creationId xmlns:a16="http://schemas.microsoft.com/office/drawing/2014/main" id="{0FD6813E-DBAA-47AF-94A9-F300864878FA}"/>
              </a:ext>
              <a:ext uri="{C183D7F6-B498-43B3-948B-1728B52AA6E4}">
                <adec:decorative xmlns:adec="http://schemas.microsoft.com/office/drawing/2017/decorative" val="1"/>
              </a:ext>
            </a:extLst>
          </p:cNvPr>
          <p:cNvSpPr>
            <a:spLocks noGrp="1"/>
          </p:cNvSpPr>
          <p:nvPr>
            <p:ph type="pic" idx="28" hasCustomPrompt="1"/>
          </p:nvPr>
        </p:nvSpPr>
        <p:spPr>
          <a:xfrm>
            <a:off x="6714744" y="3814574"/>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8" name="Header Bottom Center Right">
            <a:extLst>
              <a:ext uri="{FF2B5EF4-FFF2-40B4-BE49-F238E27FC236}">
                <a16:creationId xmlns:a16="http://schemas.microsoft.com/office/drawing/2014/main" id="{706046A5-A656-4648-BD39-64FA5E94B613}"/>
              </a:ext>
            </a:extLst>
          </p:cNvPr>
          <p:cNvSpPr>
            <a:spLocks noGrp="1"/>
          </p:cNvSpPr>
          <p:nvPr>
            <p:ph type="body" idx="18" hasCustomPrompt="1"/>
          </p:nvPr>
        </p:nvSpPr>
        <p:spPr>
          <a:xfrm>
            <a:off x="6143244" y="5518174"/>
            <a:ext cx="2788920" cy="301752"/>
          </a:xfrm>
          <a:no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8" name="Content Bottom Center Right">
            <a:extLst>
              <a:ext uri="{FF2B5EF4-FFF2-40B4-BE49-F238E27FC236}">
                <a16:creationId xmlns:a16="http://schemas.microsoft.com/office/drawing/2014/main" id="{9B368858-C97D-421E-8EFA-7300741447EE}"/>
              </a:ext>
            </a:extLst>
          </p:cNvPr>
          <p:cNvSpPr>
            <a:spLocks noGrp="1"/>
          </p:cNvSpPr>
          <p:nvPr>
            <p:ph type="body" idx="8" hasCustomPrompt="1"/>
          </p:nvPr>
        </p:nvSpPr>
        <p:spPr>
          <a:xfrm>
            <a:off x="6143244" y="5864908"/>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9" name="Picture Bottom Right">
            <a:extLst>
              <a:ext uri="{FF2B5EF4-FFF2-40B4-BE49-F238E27FC236}">
                <a16:creationId xmlns:a16="http://schemas.microsoft.com/office/drawing/2014/main" id="{9A78C933-BE2D-4980-BE96-E14880669883}"/>
              </a:ext>
              <a:ext uri="{C183D7F6-B498-43B3-948B-1728B52AA6E4}">
                <adec:decorative xmlns:adec="http://schemas.microsoft.com/office/drawing/2017/decorative" val="1"/>
              </a:ext>
            </a:extLst>
          </p:cNvPr>
          <p:cNvSpPr>
            <a:spLocks noGrp="1"/>
          </p:cNvSpPr>
          <p:nvPr>
            <p:ph type="pic" idx="9" hasCustomPrompt="1"/>
          </p:nvPr>
        </p:nvSpPr>
        <p:spPr>
          <a:xfrm>
            <a:off x="9592056" y="3814574"/>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9" name="Header Bottom Right">
            <a:extLst>
              <a:ext uri="{FF2B5EF4-FFF2-40B4-BE49-F238E27FC236}">
                <a16:creationId xmlns:a16="http://schemas.microsoft.com/office/drawing/2014/main" id="{DE6244C7-6311-4CE0-AB72-2F6B429380EE}"/>
              </a:ext>
            </a:extLst>
          </p:cNvPr>
          <p:cNvSpPr>
            <a:spLocks noGrp="1"/>
          </p:cNvSpPr>
          <p:nvPr>
            <p:ph type="body" idx="19" hasCustomPrompt="1"/>
          </p:nvPr>
        </p:nvSpPr>
        <p:spPr>
          <a:xfrm>
            <a:off x="9020556" y="5518174"/>
            <a:ext cx="2788920" cy="301752"/>
          </a:xfrm>
          <a:no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11" name="Content Bottom Right">
            <a:extLst>
              <a:ext uri="{FF2B5EF4-FFF2-40B4-BE49-F238E27FC236}">
                <a16:creationId xmlns:a16="http://schemas.microsoft.com/office/drawing/2014/main" id="{FD06B556-F6DC-4CCE-8B02-F0089954096F}"/>
              </a:ext>
            </a:extLst>
          </p:cNvPr>
          <p:cNvSpPr>
            <a:spLocks noGrp="1"/>
          </p:cNvSpPr>
          <p:nvPr>
            <p:ph type="body" idx="9" hasCustomPrompt="1"/>
          </p:nvPr>
        </p:nvSpPr>
        <p:spPr>
          <a:xfrm>
            <a:off x="9020556" y="5864908"/>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Tree>
    <p:custDataLst>
      <p:tags r:id="rId1"/>
    </p:custDataLst>
    <p:extLst>
      <p:ext uri="{BB962C8B-B14F-4D97-AF65-F5344CB8AC3E}">
        <p14:creationId xmlns:p14="http://schemas.microsoft.com/office/powerpoint/2010/main" val="923038984"/>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type="tx" preserve="1">
  <p:cSld name="Title Only">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86698E16-E131-4493-9302-E0BED45D763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pic>
        <p:nvPicPr>
          <p:cNvPr id="99" name="Divider">
            <a:extLst>
              <a:ext uri="{FF2B5EF4-FFF2-40B4-BE49-F238E27FC236}">
                <a16:creationId xmlns:a16="http://schemas.microsoft.com/office/drawing/2014/main" id="{D43F84C4-7A63-4092-877E-74B82484132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Title only layout</a:t>
            </a:r>
          </a:p>
        </p:txBody>
      </p:sp>
    </p:spTree>
    <p:custDataLst>
      <p:tags r:id="rId1"/>
    </p:custDataLst>
    <p:extLst>
      <p:ext uri="{BB962C8B-B14F-4D97-AF65-F5344CB8AC3E}">
        <p14:creationId xmlns:p14="http://schemas.microsoft.com/office/powerpoint/2010/main" val="155238153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x" preserve="1">
  <p:cSld name="Title Only Blank">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A05A6DC6-12AE-4044-A010-638B96074F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Title only blank layout</a:t>
            </a:r>
          </a:p>
        </p:txBody>
      </p:sp>
    </p:spTree>
    <p:custDataLst>
      <p:tags r:id="rId1"/>
    </p:custDataLst>
    <p:extLst>
      <p:ext uri="{BB962C8B-B14F-4D97-AF65-F5344CB8AC3E}">
        <p14:creationId xmlns:p14="http://schemas.microsoft.com/office/powerpoint/2010/main" val="402404133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x" preserve="1">
  <p:cSld name="Small Title and Architectur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26FB18C2-E834-48CB-9414-9609DFCFF50D}"/>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pic>
        <p:nvPicPr>
          <p:cNvPr id="99" name="Divider">
            <a:extLst>
              <a:ext uri="{FF2B5EF4-FFF2-40B4-BE49-F238E27FC236}">
                <a16:creationId xmlns:a16="http://schemas.microsoft.com/office/drawing/2014/main" id="{5D396EB3-B009-41EC-883D-783B45B40002}"/>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578317"/>
            <a:ext cx="11484864" cy="45720"/>
          </a:xfrm>
          <a:prstGeom prst="rect">
            <a:avLst/>
          </a:prstGeom>
        </p:spPr>
      </p:pic>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365760" y="299526"/>
            <a:ext cx="11466576" cy="289591"/>
          </a:xfrm>
        </p:spPr>
        <p:txBody>
          <a:bodyPr>
            <a:noAutofit/>
          </a:bodyPr>
          <a:lstStyle>
            <a:lvl1pPr>
              <a:defRPr sz="1600">
                <a:solidFill>
                  <a:srgbClr val="232F3E"/>
                </a:solidFill>
                <a:latin typeface="Amazon Ember Display Heavy"/>
              </a:defRPr>
            </a:lvl1pPr>
          </a:lstStyle>
          <a:p>
            <a:r>
              <a:rPr lang="en-US" dirty="0"/>
              <a:t>Architecture layout</a:t>
            </a:r>
          </a:p>
        </p:txBody>
      </p:sp>
    </p:spTree>
    <p:custDataLst>
      <p:tags r:id="rId1"/>
    </p:custDataLst>
    <p:extLst>
      <p:ext uri="{BB962C8B-B14F-4D97-AF65-F5344CB8AC3E}">
        <p14:creationId xmlns:p14="http://schemas.microsoft.com/office/powerpoint/2010/main" val="389239983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Title and Full Bleed Imag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A4932735-622B-4285-A776-740EAD7E4221}"/>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0" y="154244"/>
            <a:ext cx="12192000" cy="289591"/>
          </a:xfrm>
        </p:spPr>
        <p:txBody>
          <a:bodyPr>
            <a:normAutofit/>
          </a:bodyPr>
          <a:lstStyle>
            <a:lvl1pPr marL="228600">
              <a:defRPr sz="1600">
                <a:solidFill>
                  <a:srgbClr val="232F3E"/>
                </a:solidFill>
                <a:latin typeface="Amazon Ember Display Heavy"/>
              </a:defRPr>
            </a:lvl1pPr>
          </a:lstStyle>
          <a:p>
            <a:r>
              <a:rPr lang="en-US" dirty="0"/>
              <a:t>Full Image layout</a:t>
            </a:r>
          </a:p>
        </p:txBody>
      </p:sp>
      <p:sp>
        <p:nvSpPr>
          <p:cNvPr id="22" name="Picture">
            <a:extLst>
              <a:ext uri="{FF2B5EF4-FFF2-40B4-BE49-F238E27FC236}">
                <a16:creationId xmlns:a16="http://schemas.microsoft.com/office/drawing/2014/main" id="{3725AF1B-6140-4505-81CD-922F8227415C}"/>
              </a:ext>
              <a:ext uri="{C183D7F6-B498-43B3-948B-1728B52AA6E4}">
                <adec:decorative xmlns:adec="http://schemas.microsoft.com/office/drawing/2017/decorative" val="1"/>
              </a:ext>
            </a:extLst>
          </p:cNvPr>
          <p:cNvSpPr>
            <a:spLocks noGrp="1"/>
          </p:cNvSpPr>
          <p:nvPr>
            <p:ph type="pic" idx="22" hasCustomPrompt="1"/>
          </p:nvPr>
        </p:nvSpPr>
        <p:spPr>
          <a:xfrm>
            <a:off x="0" y="444499"/>
            <a:ext cx="12192000" cy="5979265"/>
          </a:xfrm>
        </p:spPr>
        <p:txBody>
          <a:bodyPr anchor="ctr">
            <a:noAutofit/>
          </a:bodyPr>
          <a:lstStyle>
            <a:lvl1pPr marL="0" indent="0" algn="ctr">
              <a:buNone/>
              <a:defRPr sz="36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95974070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KC-Vertical-Questio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7"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365760" y="299526"/>
            <a:ext cx="11466576" cy="731318"/>
          </a:xfrm>
        </p:spPr>
        <p:txBody>
          <a:bodyPr/>
          <a:lstStyle>
            <a:lvl1pPr>
              <a:defRPr>
                <a:solidFill>
                  <a:schemeClr val="bg1"/>
                </a:solidFill>
                <a:latin typeface="Amazon Ember Display Heavy"/>
              </a:defRPr>
            </a:lvl1pPr>
          </a:lstStyle>
          <a:p>
            <a:r>
              <a:rPr lang="en-US" dirty="0"/>
              <a:t>Question and Responses</a:t>
            </a:r>
          </a:p>
        </p:txBody>
      </p:sp>
      <p:sp>
        <p:nvSpPr>
          <p:cNvPr id="2" name="Question">
            <a:extLst>
              <a:ext uri="{FF2B5EF4-FFF2-40B4-BE49-F238E27FC236}">
                <a16:creationId xmlns:a16="http://schemas.microsoft.com/office/drawing/2014/main" id="{44F57E91-15F3-4802-8B9A-31B722148228}"/>
              </a:ext>
            </a:extLst>
          </p:cNvPr>
          <p:cNvSpPr>
            <a:spLocks noGrp="1"/>
          </p:cNvSpPr>
          <p:nvPr>
            <p:ph type="body" idx="2" hasCustomPrompt="1"/>
          </p:nvPr>
        </p:nvSpPr>
        <p:spPr>
          <a:xfrm>
            <a:off x="365760" y="1039813"/>
            <a:ext cx="4162425" cy="5407025"/>
          </a:xfrm>
          <a:noFill/>
        </p:spPr>
        <p:txBody>
          <a:bodyPr>
            <a:normAutofit/>
          </a:bodyPr>
          <a:lstStyle>
            <a:lvl1pPr marL="0" marR="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sz="24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t>
            </a:r>
            <a:br>
              <a:rPr lang="en-US" dirty="0"/>
            </a:br>
            <a:r>
              <a:rPr lang="en-US" dirty="0"/>
              <a:t>4 responses can only have 1 correct response</a:t>
            </a:r>
            <a:br>
              <a:rPr lang="en-US" dirty="0"/>
            </a:br>
            <a:r>
              <a:rPr lang="en-US" dirty="0"/>
              <a:t>5 responses must have 2 correct responses</a:t>
            </a:r>
            <a:br>
              <a:rPr lang="en-US" dirty="0"/>
            </a:br>
            <a:r>
              <a:rPr lang="en-US" dirty="0"/>
              <a:t>6 responses must have 3 correct responses.</a:t>
            </a:r>
          </a:p>
        </p:txBody>
      </p:sp>
      <p:sp>
        <p:nvSpPr>
          <p:cNvPr id="11" name="Choice Header">
            <a:extLst>
              <a:ext uri="{FF2B5EF4-FFF2-40B4-BE49-F238E27FC236}">
                <a16:creationId xmlns:a16="http://schemas.microsoft.com/office/drawing/2014/main" id="{94A86AAC-E12E-4379-82C3-110918D47BB2}"/>
              </a:ext>
            </a:extLst>
          </p:cNvPr>
          <p:cNvSpPr>
            <a:spLocks noGrp="1"/>
          </p:cNvSpPr>
          <p:nvPr>
            <p:ph type="body" idx="11" hasCustomPrompt="1"/>
          </p:nvPr>
        </p:nvSpPr>
        <p:spPr>
          <a:xfrm>
            <a:off x="4519613" y="1033463"/>
            <a:ext cx="925512" cy="322262"/>
          </a:xfrm>
          <a:noFill/>
          <a:ln>
            <a:noFill/>
          </a:ln>
        </p:spPr>
        <p:txBody>
          <a:bodyPr lIns="0" rIns="0">
            <a:noAutofit/>
          </a:bodyPr>
          <a:lstStyle>
            <a:lvl1pPr marL="0" indent="0" algn="ctr">
              <a:lnSpc>
                <a:spcPct val="100000"/>
              </a:lnSpc>
              <a:spcAft>
                <a:spcPts val="0"/>
              </a:spcAft>
              <a:buNone/>
              <a:defRPr sz="1800" b="1">
                <a:solidFill>
                  <a:schemeClr val="bg1"/>
                </a:solidFill>
                <a:latin typeface="+mn-lt"/>
              </a:defRPr>
            </a:lvl1pPr>
          </a:lstStyle>
          <a:p>
            <a:pPr lvl="0"/>
            <a:r>
              <a:rPr lang="en-US" dirty="0"/>
              <a:t>Type: Choice</a:t>
            </a:r>
          </a:p>
        </p:txBody>
      </p:sp>
      <p:sp>
        <p:nvSpPr>
          <p:cNvPr id="12" name="Response Header">
            <a:extLst>
              <a:ext uri="{FF2B5EF4-FFF2-40B4-BE49-F238E27FC236}">
                <a16:creationId xmlns:a16="http://schemas.microsoft.com/office/drawing/2014/main" id="{49A546CD-B784-4C60-8DF1-04299A8BD8DC}"/>
              </a:ext>
            </a:extLst>
          </p:cNvPr>
          <p:cNvSpPr>
            <a:spLocks noGrp="1"/>
          </p:cNvSpPr>
          <p:nvPr>
            <p:ph type="body" idx="12" hasCustomPrompt="1"/>
          </p:nvPr>
        </p:nvSpPr>
        <p:spPr>
          <a:xfrm>
            <a:off x="5445125" y="1039813"/>
            <a:ext cx="3005138" cy="315912"/>
          </a:xfrm>
          <a:noFill/>
          <a:ln>
            <a:noFill/>
          </a:ln>
        </p:spPr>
        <p:txBody>
          <a:bodyPr lIns="91440" rIns="0">
            <a:noAutofit/>
          </a:bodyPr>
          <a:lstStyle>
            <a:lvl1pPr marL="0" indent="0" algn="l">
              <a:lnSpc>
                <a:spcPct val="100000"/>
              </a:lnSpc>
              <a:spcAft>
                <a:spcPts val="0"/>
              </a:spcAft>
              <a:buNone/>
              <a:defRPr sz="1800" b="1">
                <a:solidFill>
                  <a:schemeClr val="bg1"/>
                </a:solidFill>
                <a:latin typeface="+mn-lt"/>
              </a:defRPr>
            </a:lvl1pPr>
          </a:lstStyle>
          <a:p>
            <a:pPr lvl="0"/>
            <a:r>
              <a:rPr lang="en-US" dirty="0"/>
              <a:t>Type: Response</a:t>
            </a:r>
          </a:p>
        </p:txBody>
      </p:sp>
      <p:sp>
        <p:nvSpPr>
          <p:cNvPr id="3" name="First Resp #">
            <a:extLst>
              <a:ext uri="{FF2B5EF4-FFF2-40B4-BE49-F238E27FC236}">
                <a16:creationId xmlns:a16="http://schemas.microsoft.com/office/drawing/2014/main" id="{DF65B8F8-C411-4217-9956-036774AA94F8}"/>
              </a:ext>
            </a:extLst>
          </p:cNvPr>
          <p:cNvSpPr>
            <a:spLocks noGrp="1"/>
          </p:cNvSpPr>
          <p:nvPr>
            <p:ph type="body" idx="3" hasCustomPrompt="1"/>
          </p:nvPr>
        </p:nvSpPr>
        <p:spPr>
          <a:xfrm>
            <a:off x="4530343" y="1344168"/>
            <a:ext cx="914781"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4" name="First Resp Text">
            <a:extLst>
              <a:ext uri="{FF2B5EF4-FFF2-40B4-BE49-F238E27FC236}">
                <a16:creationId xmlns:a16="http://schemas.microsoft.com/office/drawing/2014/main" id="{FFCADE15-0CD9-4F7B-9FFC-6A2C71B4D226}"/>
              </a:ext>
            </a:extLst>
          </p:cNvPr>
          <p:cNvSpPr>
            <a:spLocks noGrp="1"/>
          </p:cNvSpPr>
          <p:nvPr>
            <p:ph type="body" idx="4" hasCustomPrompt="1"/>
          </p:nvPr>
        </p:nvSpPr>
        <p:spPr>
          <a:xfrm>
            <a:off x="5431536" y="1344168"/>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5" name="Second Resp #">
            <a:extLst>
              <a:ext uri="{FF2B5EF4-FFF2-40B4-BE49-F238E27FC236}">
                <a16:creationId xmlns:a16="http://schemas.microsoft.com/office/drawing/2014/main" id="{B27347F1-D178-4BA7-947D-9C3316CA7F55}"/>
              </a:ext>
            </a:extLst>
          </p:cNvPr>
          <p:cNvSpPr>
            <a:spLocks noGrp="1"/>
          </p:cNvSpPr>
          <p:nvPr>
            <p:ph type="body" idx="5" hasCustomPrompt="1"/>
          </p:nvPr>
        </p:nvSpPr>
        <p:spPr>
          <a:xfrm>
            <a:off x="4526280" y="2194560"/>
            <a:ext cx="914400"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6" name="Second Resp Text">
            <a:extLst>
              <a:ext uri="{FF2B5EF4-FFF2-40B4-BE49-F238E27FC236}">
                <a16:creationId xmlns:a16="http://schemas.microsoft.com/office/drawing/2014/main" id="{9762E385-4F68-4D4A-BE57-EDA108A285B5}"/>
              </a:ext>
            </a:extLst>
          </p:cNvPr>
          <p:cNvSpPr>
            <a:spLocks noGrp="1"/>
          </p:cNvSpPr>
          <p:nvPr>
            <p:ph type="body" idx="6" hasCustomPrompt="1"/>
          </p:nvPr>
        </p:nvSpPr>
        <p:spPr>
          <a:xfrm>
            <a:off x="5431536" y="2194560"/>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7" name="Third Resp #">
            <a:extLst>
              <a:ext uri="{FF2B5EF4-FFF2-40B4-BE49-F238E27FC236}">
                <a16:creationId xmlns:a16="http://schemas.microsoft.com/office/drawing/2014/main" id="{2ACAFB9D-8E9C-4408-85E1-A3501374C2E9}"/>
              </a:ext>
            </a:extLst>
          </p:cNvPr>
          <p:cNvSpPr>
            <a:spLocks noGrp="1"/>
          </p:cNvSpPr>
          <p:nvPr>
            <p:ph type="body" idx="7" hasCustomPrompt="1"/>
          </p:nvPr>
        </p:nvSpPr>
        <p:spPr>
          <a:xfrm>
            <a:off x="4526280" y="3035808"/>
            <a:ext cx="914400"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8" name="Third Resp Text">
            <a:extLst>
              <a:ext uri="{FF2B5EF4-FFF2-40B4-BE49-F238E27FC236}">
                <a16:creationId xmlns:a16="http://schemas.microsoft.com/office/drawing/2014/main" id="{22884D39-7004-49D5-8E88-C45BE1C9BFCB}"/>
              </a:ext>
            </a:extLst>
          </p:cNvPr>
          <p:cNvSpPr>
            <a:spLocks noGrp="1"/>
          </p:cNvSpPr>
          <p:nvPr>
            <p:ph type="body" idx="8" hasCustomPrompt="1"/>
          </p:nvPr>
        </p:nvSpPr>
        <p:spPr>
          <a:xfrm>
            <a:off x="5431536" y="3035808"/>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9" name="Fourth Resp #">
            <a:extLst>
              <a:ext uri="{FF2B5EF4-FFF2-40B4-BE49-F238E27FC236}">
                <a16:creationId xmlns:a16="http://schemas.microsoft.com/office/drawing/2014/main" id="{310C83DA-41AE-4CBA-AA96-EB5CB2226FCF}"/>
              </a:ext>
            </a:extLst>
          </p:cNvPr>
          <p:cNvSpPr>
            <a:spLocks noGrp="1"/>
          </p:cNvSpPr>
          <p:nvPr>
            <p:ph type="body" idx="9" hasCustomPrompt="1"/>
          </p:nvPr>
        </p:nvSpPr>
        <p:spPr>
          <a:xfrm>
            <a:off x="4526280" y="3877056"/>
            <a:ext cx="914400"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10" name="Fourth Resp Text">
            <a:extLst>
              <a:ext uri="{FF2B5EF4-FFF2-40B4-BE49-F238E27FC236}">
                <a16:creationId xmlns:a16="http://schemas.microsoft.com/office/drawing/2014/main" id="{AEE05FA0-DD58-4D0B-A7E0-EAC7B789E7A7}"/>
              </a:ext>
            </a:extLst>
          </p:cNvPr>
          <p:cNvSpPr>
            <a:spLocks noGrp="1"/>
          </p:cNvSpPr>
          <p:nvPr>
            <p:ph type="body" idx="10" hasCustomPrompt="1"/>
          </p:nvPr>
        </p:nvSpPr>
        <p:spPr>
          <a:xfrm>
            <a:off x="5431536" y="3877056"/>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3" name="Fifth Resp #">
            <a:extLst>
              <a:ext uri="{FF2B5EF4-FFF2-40B4-BE49-F238E27FC236}">
                <a16:creationId xmlns:a16="http://schemas.microsoft.com/office/drawing/2014/main" id="{B6D2D170-961D-4140-B087-C6CFDF7BBD75}"/>
              </a:ext>
            </a:extLst>
          </p:cNvPr>
          <p:cNvSpPr>
            <a:spLocks noGrp="1"/>
          </p:cNvSpPr>
          <p:nvPr>
            <p:ph type="body" idx="13" hasCustomPrompt="1"/>
          </p:nvPr>
        </p:nvSpPr>
        <p:spPr>
          <a:xfrm>
            <a:off x="4526280" y="4727448"/>
            <a:ext cx="914400"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14" name="Fifth Resp Text">
            <a:extLst>
              <a:ext uri="{FF2B5EF4-FFF2-40B4-BE49-F238E27FC236}">
                <a16:creationId xmlns:a16="http://schemas.microsoft.com/office/drawing/2014/main" id="{B428E384-92E9-495A-9CAE-E33E3164F939}"/>
              </a:ext>
            </a:extLst>
          </p:cNvPr>
          <p:cNvSpPr>
            <a:spLocks noGrp="1"/>
          </p:cNvSpPr>
          <p:nvPr>
            <p:ph type="body" idx="14" hasCustomPrompt="1"/>
          </p:nvPr>
        </p:nvSpPr>
        <p:spPr>
          <a:xfrm>
            <a:off x="5431536" y="4727448"/>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5" name="Sixth Resp #">
            <a:extLst>
              <a:ext uri="{FF2B5EF4-FFF2-40B4-BE49-F238E27FC236}">
                <a16:creationId xmlns:a16="http://schemas.microsoft.com/office/drawing/2014/main" id="{DC41B7B5-B438-4885-90AE-758ABF2CA9F9}"/>
              </a:ext>
            </a:extLst>
          </p:cNvPr>
          <p:cNvSpPr>
            <a:spLocks noGrp="1"/>
          </p:cNvSpPr>
          <p:nvPr>
            <p:ph type="body" idx="15" hasCustomPrompt="1"/>
          </p:nvPr>
        </p:nvSpPr>
        <p:spPr>
          <a:xfrm>
            <a:off x="4526280" y="5568696"/>
            <a:ext cx="914400"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16" name="Sixth Resp Text">
            <a:extLst>
              <a:ext uri="{FF2B5EF4-FFF2-40B4-BE49-F238E27FC236}">
                <a16:creationId xmlns:a16="http://schemas.microsoft.com/office/drawing/2014/main" id="{09F72B28-4CF6-4FD1-BA4A-5A98215324E2}"/>
              </a:ext>
            </a:extLst>
          </p:cNvPr>
          <p:cNvSpPr>
            <a:spLocks noGrp="1"/>
          </p:cNvSpPr>
          <p:nvPr>
            <p:ph type="body" idx="16" hasCustomPrompt="1"/>
          </p:nvPr>
        </p:nvSpPr>
        <p:spPr>
          <a:xfrm>
            <a:off x="5431536" y="5568696"/>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pic>
        <p:nvPicPr>
          <p:cNvPr id="20" name="Copyright1">
            <a:extLst>
              <a:ext uri="{FF2B5EF4-FFF2-40B4-BE49-F238E27FC236}">
                <a16:creationId xmlns:a16="http://schemas.microsoft.com/office/drawing/2014/main" id="{49A00690-0DF5-4330-B89B-2C9BBCBD2182}"/>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custDataLst>
      <p:tags r:id="rId1"/>
    </p:custDataLst>
    <p:extLst>
      <p:ext uri="{BB962C8B-B14F-4D97-AF65-F5344CB8AC3E}">
        <p14:creationId xmlns:p14="http://schemas.microsoft.com/office/powerpoint/2010/main" val="237621426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KC-Vert-Option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9DC1246-3E71-42C8-88C8-CEB64C15A2A3}"/>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6"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365760" y="299526"/>
            <a:ext cx="11466576" cy="731318"/>
          </a:xfrm>
        </p:spPr>
        <p:txBody>
          <a:bodyPr/>
          <a:lstStyle>
            <a:lvl1pPr>
              <a:defRPr>
                <a:solidFill>
                  <a:srgbClr val="232F3E"/>
                </a:solidFill>
                <a:latin typeface="Amazon Ember Display Heavy"/>
              </a:defRPr>
            </a:lvl1pPr>
          </a:lstStyle>
          <a:p>
            <a:r>
              <a:rPr lang="en-US" dirty="0"/>
              <a:t>Question and Responses – Option 2</a:t>
            </a:r>
          </a:p>
        </p:txBody>
      </p:sp>
      <p:sp>
        <p:nvSpPr>
          <p:cNvPr id="2" name="Question">
            <a:extLst>
              <a:ext uri="{FF2B5EF4-FFF2-40B4-BE49-F238E27FC236}">
                <a16:creationId xmlns:a16="http://schemas.microsoft.com/office/drawing/2014/main" id="{93617314-864D-45CC-8F94-CE423E6637F9}"/>
              </a:ext>
            </a:extLst>
          </p:cNvPr>
          <p:cNvSpPr>
            <a:spLocks noGrp="1"/>
          </p:cNvSpPr>
          <p:nvPr>
            <p:ph type="body" idx="2" hasCustomPrompt="1"/>
          </p:nvPr>
        </p:nvSpPr>
        <p:spPr>
          <a:xfrm>
            <a:off x="365760" y="1039813"/>
            <a:ext cx="4162425" cy="5407025"/>
          </a:xfrm>
        </p:spPr>
        <p:txBody>
          <a:bodyPr>
            <a:normAutofit/>
          </a:bodyPr>
          <a:lstStyle>
            <a:lvl1pPr marL="0" indent="0" algn="l">
              <a:lnSpc>
                <a:spcPct val="100000"/>
              </a:lnSpc>
              <a:buNone/>
              <a:defRPr sz="2400">
                <a:solidFill>
                  <a:srgbClr val="232F3E"/>
                </a:solidFill>
              </a:defRPr>
            </a:lvl1pPr>
            <a:lvl2pPr algn="l">
              <a:defRPr sz="2000"/>
            </a:lvl2pPr>
            <a:lvl3pPr algn="l">
              <a:defRPr sz="1800"/>
            </a:lvl3pPr>
            <a:lvl4pPr algn="l">
              <a:defRPr sz="1600"/>
            </a:lvl4pPr>
            <a:lvl5pPr algn="l">
              <a:defRPr sz="1600"/>
            </a:lvl5pPr>
          </a:lstStyle>
          <a:p>
            <a:pPr lvl="0"/>
            <a:r>
              <a:rPr lang="en-US" dirty="0"/>
              <a:t>Enter question –</a:t>
            </a:r>
            <a:br>
              <a:rPr lang="en-US" dirty="0"/>
            </a:br>
            <a:r>
              <a:rPr lang="en-US" dirty="0"/>
              <a:t>4 responses can only have 1 correct response</a:t>
            </a:r>
            <a:br>
              <a:rPr lang="en-US" dirty="0"/>
            </a:br>
            <a:r>
              <a:rPr lang="en-US" dirty="0"/>
              <a:t>5 responses must have 2 correct responses</a:t>
            </a:r>
            <a:br>
              <a:rPr lang="en-US" dirty="0"/>
            </a:br>
            <a:r>
              <a:rPr lang="en-US" dirty="0"/>
              <a:t>6 responses must have 3 correct responses.</a:t>
            </a:r>
          </a:p>
        </p:txBody>
      </p:sp>
      <p:sp>
        <p:nvSpPr>
          <p:cNvPr id="11" name="Choice Header">
            <a:extLst>
              <a:ext uri="{FF2B5EF4-FFF2-40B4-BE49-F238E27FC236}">
                <a16:creationId xmlns:a16="http://schemas.microsoft.com/office/drawing/2014/main" id="{94A86AAC-E12E-4379-82C3-110918D47BB2}"/>
              </a:ext>
            </a:extLst>
          </p:cNvPr>
          <p:cNvSpPr>
            <a:spLocks noGrp="1"/>
          </p:cNvSpPr>
          <p:nvPr>
            <p:ph type="body" idx="11" hasCustomPrompt="1"/>
          </p:nvPr>
        </p:nvSpPr>
        <p:spPr>
          <a:xfrm>
            <a:off x="4519613" y="1033463"/>
            <a:ext cx="925512" cy="322262"/>
          </a:xfrm>
          <a:noFill/>
          <a:ln>
            <a:noFill/>
          </a:ln>
        </p:spPr>
        <p:txBody>
          <a:bodyPr lIns="0" rIns="0">
            <a:noAutofit/>
          </a:bodyPr>
          <a:lstStyle>
            <a:lvl1pPr marL="0" indent="0" algn="ctr">
              <a:lnSpc>
                <a:spcPct val="100000"/>
              </a:lnSpc>
              <a:spcAft>
                <a:spcPts val="0"/>
              </a:spcAft>
              <a:buNone/>
              <a:defRPr sz="1800" b="1">
                <a:solidFill>
                  <a:schemeClr val="bg1"/>
                </a:solidFill>
                <a:latin typeface="+mn-lt"/>
              </a:defRPr>
            </a:lvl1pPr>
          </a:lstStyle>
          <a:p>
            <a:pPr lvl="0"/>
            <a:r>
              <a:rPr lang="en-US" dirty="0"/>
              <a:t>Type: Choice</a:t>
            </a:r>
          </a:p>
        </p:txBody>
      </p:sp>
      <p:sp>
        <p:nvSpPr>
          <p:cNvPr id="12" name="Response Header">
            <a:extLst>
              <a:ext uri="{FF2B5EF4-FFF2-40B4-BE49-F238E27FC236}">
                <a16:creationId xmlns:a16="http://schemas.microsoft.com/office/drawing/2014/main" id="{49A546CD-B784-4C60-8DF1-04299A8BD8DC}"/>
              </a:ext>
            </a:extLst>
          </p:cNvPr>
          <p:cNvSpPr>
            <a:spLocks noGrp="1"/>
          </p:cNvSpPr>
          <p:nvPr>
            <p:ph type="body" idx="12" hasCustomPrompt="1"/>
          </p:nvPr>
        </p:nvSpPr>
        <p:spPr>
          <a:xfrm>
            <a:off x="5445125" y="1039813"/>
            <a:ext cx="3005138" cy="315912"/>
          </a:xfrm>
          <a:noFill/>
          <a:ln>
            <a:noFill/>
          </a:ln>
        </p:spPr>
        <p:txBody>
          <a:bodyPr lIns="91440" rIns="0">
            <a:noAutofit/>
          </a:bodyPr>
          <a:lstStyle>
            <a:lvl1pPr marL="0" indent="0" algn="l">
              <a:lnSpc>
                <a:spcPct val="100000"/>
              </a:lnSpc>
              <a:spcAft>
                <a:spcPts val="0"/>
              </a:spcAft>
              <a:buNone/>
              <a:defRPr sz="1800" b="1">
                <a:solidFill>
                  <a:schemeClr val="bg1"/>
                </a:solidFill>
                <a:latin typeface="+mn-lt"/>
              </a:defRPr>
            </a:lvl1pPr>
          </a:lstStyle>
          <a:p>
            <a:pPr lvl="0"/>
            <a:r>
              <a:rPr lang="en-US" dirty="0"/>
              <a:t>Type: Response</a:t>
            </a:r>
          </a:p>
        </p:txBody>
      </p:sp>
      <p:sp>
        <p:nvSpPr>
          <p:cNvPr id="3" name="First Resp #">
            <a:extLst>
              <a:ext uri="{FF2B5EF4-FFF2-40B4-BE49-F238E27FC236}">
                <a16:creationId xmlns:a16="http://schemas.microsoft.com/office/drawing/2014/main" id="{DF65B8F8-C411-4217-9956-036774AA94F8}"/>
              </a:ext>
            </a:extLst>
          </p:cNvPr>
          <p:cNvSpPr>
            <a:spLocks noGrp="1"/>
          </p:cNvSpPr>
          <p:nvPr>
            <p:ph type="body" idx="3" hasCustomPrompt="1"/>
          </p:nvPr>
        </p:nvSpPr>
        <p:spPr>
          <a:xfrm>
            <a:off x="4530343" y="1344168"/>
            <a:ext cx="914781"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4" name="First Resp Text">
            <a:extLst>
              <a:ext uri="{FF2B5EF4-FFF2-40B4-BE49-F238E27FC236}">
                <a16:creationId xmlns:a16="http://schemas.microsoft.com/office/drawing/2014/main" id="{FFCADE15-0CD9-4F7B-9FFC-6A2C71B4D226}"/>
              </a:ext>
            </a:extLst>
          </p:cNvPr>
          <p:cNvSpPr>
            <a:spLocks noGrp="1"/>
          </p:cNvSpPr>
          <p:nvPr>
            <p:ph type="body" idx="4" hasCustomPrompt="1"/>
          </p:nvPr>
        </p:nvSpPr>
        <p:spPr>
          <a:xfrm>
            <a:off x="5431536" y="1344168"/>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5" name="Second Resp #">
            <a:extLst>
              <a:ext uri="{FF2B5EF4-FFF2-40B4-BE49-F238E27FC236}">
                <a16:creationId xmlns:a16="http://schemas.microsoft.com/office/drawing/2014/main" id="{B27347F1-D178-4BA7-947D-9C3316CA7F55}"/>
              </a:ext>
            </a:extLst>
          </p:cNvPr>
          <p:cNvSpPr>
            <a:spLocks noGrp="1"/>
          </p:cNvSpPr>
          <p:nvPr>
            <p:ph type="body" idx="5" hasCustomPrompt="1"/>
          </p:nvPr>
        </p:nvSpPr>
        <p:spPr>
          <a:xfrm>
            <a:off x="4526280" y="2194560"/>
            <a:ext cx="914400"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6" name="Second Resp Text">
            <a:extLst>
              <a:ext uri="{FF2B5EF4-FFF2-40B4-BE49-F238E27FC236}">
                <a16:creationId xmlns:a16="http://schemas.microsoft.com/office/drawing/2014/main" id="{9762E385-4F68-4D4A-BE57-EDA108A285B5}"/>
              </a:ext>
            </a:extLst>
          </p:cNvPr>
          <p:cNvSpPr>
            <a:spLocks noGrp="1"/>
          </p:cNvSpPr>
          <p:nvPr>
            <p:ph type="body" idx="6" hasCustomPrompt="1"/>
          </p:nvPr>
        </p:nvSpPr>
        <p:spPr>
          <a:xfrm>
            <a:off x="5431536" y="2194560"/>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7" name="Third Resp #">
            <a:extLst>
              <a:ext uri="{FF2B5EF4-FFF2-40B4-BE49-F238E27FC236}">
                <a16:creationId xmlns:a16="http://schemas.microsoft.com/office/drawing/2014/main" id="{2ACAFB9D-8E9C-4408-85E1-A3501374C2E9}"/>
              </a:ext>
            </a:extLst>
          </p:cNvPr>
          <p:cNvSpPr>
            <a:spLocks noGrp="1"/>
          </p:cNvSpPr>
          <p:nvPr>
            <p:ph type="body" idx="7" hasCustomPrompt="1"/>
          </p:nvPr>
        </p:nvSpPr>
        <p:spPr>
          <a:xfrm>
            <a:off x="4526280" y="3035808"/>
            <a:ext cx="914400"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8" name="Third Resp Text">
            <a:extLst>
              <a:ext uri="{FF2B5EF4-FFF2-40B4-BE49-F238E27FC236}">
                <a16:creationId xmlns:a16="http://schemas.microsoft.com/office/drawing/2014/main" id="{22884D39-7004-49D5-8E88-C45BE1C9BFCB}"/>
              </a:ext>
            </a:extLst>
          </p:cNvPr>
          <p:cNvSpPr>
            <a:spLocks noGrp="1"/>
          </p:cNvSpPr>
          <p:nvPr>
            <p:ph type="body" idx="8" hasCustomPrompt="1"/>
          </p:nvPr>
        </p:nvSpPr>
        <p:spPr>
          <a:xfrm>
            <a:off x="5431536" y="3035808"/>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9" name="Fourth Resp #">
            <a:extLst>
              <a:ext uri="{FF2B5EF4-FFF2-40B4-BE49-F238E27FC236}">
                <a16:creationId xmlns:a16="http://schemas.microsoft.com/office/drawing/2014/main" id="{310C83DA-41AE-4CBA-AA96-EB5CB2226FCF}"/>
              </a:ext>
            </a:extLst>
          </p:cNvPr>
          <p:cNvSpPr>
            <a:spLocks noGrp="1"/>
          </p:cNvSpPr>
          <p:nvPr>
            <p:ph type="body" idx="9" hasCustomPrompt="1"/>
          </p:nvPr>
        </p:nvSpPr>
        <p:spPr>
          <a:xfrm>
            <a:off x="4526280" y="3877056"/>
            <a:ext cx="914400"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0" name="Fourth Resp Text">
            <a:extLst>
              <a:ext uri="{FF2B5EF4-FFF2-40B4-BE49-F238E27FC236}">
                <a16:creationId xmlns:a16="http://schemas.microsoft.com/office/drawing/2014/main" id="{AEE05FA0-DD58-4D0B-A7E0-EAC7B789E7A7}"/>
              </a:ext>
            </a:extLst>
          </p:cNvPr>
          <p:cNvSpPr>
            <a:spLocks noGrp="1"/>
          </p:cNvSpPr>
          <p:nvPr>
            <p:ph type="body" idx="10" hasCustomPrompt="1"/>
          </p:nvPr>
        </p:nvSpPr>
        <p:spPr>
          <a:xfrm>
            <a:off x="5431536" y="3877056"/>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7" name="Fifth Resp #">
            <a:extLst>
              <a:ext uri="{FF2B5EF4-FFF2-40B4-BE49-F238E27FC236}">
                <a16:creationId xmlns:a16="http://schemas.microsoft.com/office/drawing/2014/main" id="{B6D2D170-961D-4140-B087-C6CFDF7BBD75}"/>
              </a:ext>
            </a:extLst>
          </p:cNvPr>
          <p:cNvSpPr>
            <a:spLocks noGrp="1"/>
          </p:cNvSpPr>
          <p:nvPr>
            <p:ph type="body" idx="12" hasCustomPrompt="1"/>
          </p:nvPr>
        </p:nvSpPr>
        <p:spPr>
          <a:xfrm>
            <a:off x="4526280" y="4727448"/>
            <a:ext cx="914400"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3" name="Fifth Resp Text">
            <a:extLst>
              <a:ext uri="{FF2B5EF4-FFF2-40B4-BE49-F238E27FC236}">
                <a16:creationId xmlns:a16="http://schemas.microsoft.com/office/drawing/2014/main" id="{B428E384-92E9-495A-9CAE-E33E3164F939}"/>
              </a:ext>
            </a:extLst>
          </p:cNvPr>
          <p:cNvSpPr>
            <a:spLocks noGrp="1"/>
          </p:cNvSpPr>
          <p:nvPr>
            <p:ph type="body" idx="13" hasCustomPrompt="1"/>
          </p:nvPr>
        </p:nvSpPr>
        <p:spPr>
          <a:xfrm>
            <a:off x="5431536" y="4727448"/>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4" name="Sixth Resp #">
            <a:extLst>
              <a:ext uri="{FF2B5EF4-FFF2-40B4-BE49-F238E27FC236}">
                <a16:creationId xmlns:a16="http://schemas.microsoft.com/office/drawing/2014/main" id="{DC41B7B5-B438-4885-90AE-758ABF2CA9F9}"/>
              </a:ext>
            </a:extLst>
          </p:cNvPr>
          <p:cNvSpPr>
            <a:spLocks noGrp="1"/>
          </p:cNvSpPr>
          <p:nvPr>
            <p:ph type="body" idx="14" hasCustomPrompt="1"/>
          </p:nvPr>
        </p:nvSpPr>
        <p:spPr>
          <a:xfrm>
            <a:off x="4526280" y="5568696"/>
            <a:ext cx="914400"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5" name="Sixth Resp Text">
            <a:extLst>
              <a:ext uri="{FF2B5EF4-FFF2-40B4-BE49-F238E27FC236}">
                <a16:creationId xmlns:a16="http://schemas.microsoft.com/office/drawing/2014/main" id="{09F72B28-4CF6-4FD1-BA4A-5A98215324E2}"/>
              </a:ext>
            </a:extLst>
          </p:cNvPr>
          <p:cNvSpPr>
            <a:spLocks noGrp="1"/>
          </p:cNvSpPr>
          <p:nvPr>
            <p:ph type="body" idx="15" hasCustomPrompt="1"/>
          </p:nvPr>
        </p:nvSpPr>
        <p:spPr>
          <a:xfrm>
            <a:off x="5431536" y="5568696"/>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Tree>
    <p:custDataLst>
      <p:tags r:id="rId1"/>
    </p:custDataLst>
    <p:extLst>
      <p:ext uri="{BB962C8B-B14F-4D97-AF65-F5344CB8AC3E}">
        <p14:creationId xmlns:p14="http://schemas.microsoft.com/office/powerpoint/2010/main" val="194704696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tx" preserve="1">
  <p:cSld name="KC-Vertical-Answer">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365760" y="301752"/>
            <a:ext cx="11466576" cy="731520"/>
          </a:xfrm>
        </p:spPr>
        <p:txBody>
          <a:bodyPr/>
          <a:lstStyle>
            <a:lvl1pPr>
              <a:defRPr>
                <a:solidFill>
                  <a:schemeClr val="bg1"/>
                </a:solidFill>
                <a:latin typeface="Amazon Ember Display Heavy"/>
              </a:defRPr>
            </a:lvl1pPr>
          </a:lstStyle>
          <a:p>
            <a:r>
              <a:rPr lang="en-US" dirty="0"/>
              <a:t>Answer and explanation</a:t>
            </a:r>
          </a:p>
        </p:txBody>
      </p:sp>
      <p:sp>
        <p:nvSpPr>
          <p:cNvPr id="2" name="Question">
            <a:extLst>
              <a:ext uri="{FF2B5EF4-FFF2-40B4-BE49-F238E27FC236}">
                <a16:creationId xmlns:a16="http://schemas.microsoft.com/office/drawing/2014/main" id="{44F57E91-15F3-4802-8B9A-31B722148228}"/>
              </a:ext>
            </a:extLst>
          </p:cNvPr>
          <p:cNvSpPr>
            <a:spLocks noGrp="1"/>
          </p:cNvSpPr>
          <p:nvPr>
            <p:ph type="body" idx="2" hasCustomPrompt="1"/>
          </p:nvPr>
        </p:nvSpPr>
        <p:spPr>
          <a:xfrm>
            <a:off x="365760" y="1042416"/>
            <a:ext cx="4160520" cy="5404104"/>
          </a:xfrm>
        </p:spPr>
        <p:txBody>
          <a:bodyPr>
            <a:normAutofit/>
          </a:bodyPr>
          <a:lstStyle>
            <a:lvl1pPr marL="0" marR="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sz="24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again –</a:t>
            </a:r>
            <a:br>
              <a:rPr lang="en-US" dirty="0"/>
            </a:br>
            <a:r>
              <a:rPr lang="en-US" dirty="0"/>
              <a:t>Here you can explain why the responses are correct or incorrect.</a:t>
            </a:r>
          </a:p>
        </p:txBody>
      </p:sp>
      <p:sp>
        <p:nvSpPr>
          <p:cNvPr id="12" name="AnswerHeader">
            <a:extLst>
              <a:ext uri="{FF2B5EF4-FFF2-40B4-BE49-F238E27FC236}">
                <a16:creationId xmlns:a16="http://schemas.microsoft.com/office/drawing/2014/main" id="{7C8472BF-3681-4E98-B87B-5FA7A5C19359}"/>
              </a:ext>
            </a:extLst>
          </p:cNvPr>
          <p:cNvSpPr>
            <a:spLocks noGrp="1"/>
          </p:cNvSpPr>
          <p:nvPr>
            <p:ph type="body" idx="12" hasCustomPrompt="1"/>
          </p:nvPr>
        </p:nvSpPr>
        <p:spPr>
          <a:xfrm>
            <a:off x="4517136" y="1033272"/>
            <a:ext cx="7611111" cy="400050"/>
          </a:xfrm>
          <a:noFill/>
        </p:spPr>
        <p:txBody>
          <a:bodyPr lIns="91440">
            <a:noAutofit/>
          </a:bodyPr>
          <a:lstStyle>
            <a:lvl1pPr marL="0" indent="0">
              <a:lnSpc>
                <a:spcPct val="100000"/>
              </a:lnSpc>
              <a:spcAft>
                <a:spcPts val="0"/>
              </a:spcAft>
              <a:buNone/>
              <a:defRPr sz="2000" b="1">
                <a:solidFill>
                  <a:schemeClr val="bg1"/>
                </a:solidFill>
              </a:defRPr>
            </a:lvl1pPr>
          </a:lstStyle>
          <a:p>
            <a:pPr lvl="0"/>
            <a:r>
              <a:rPr lang="en-US" dirty="0"/>
              <a:t>Type: The correct response is</a:t>
            </a:r>
          </a:p>
        </p:txBody>
      </p:sp>
      <p:sp>
        <p:nvSpPr>
          <p:cNvPr id="3" name="Answer Text">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430794" y="1420597"/>
            <a:ext cx="6723145" cy="4955378"/>
          </a:xfrm>
          <a:noFill/>
        </p:spPr>
        <p:txBody>
          <a:bodyPr lIns="91440" tIns="91440" rIns="182880" bIns="0" anchor="t"/>
          <a:lstStyle>
            <a:lvl1pPr marL="0" indent="0" algn="l">
              <a:lnSpc>
                <a:spcPct val="9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pic>
        <p:nvPicPr>
          <p:cNvPr id="7" name="Copyright1">
            <a:extLst>
              <a:ext uri="{FF2B5EF4-FFF2-40B4-BE49-F238E27FC236}">
                <a16:creationId xmlns:a16="http://schemas.microsoft.com/office/drawing/2014/main" id="{005D2766-8051-4525-B84F-5BD0A1EA30C0}"/>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custDataLst>
      <p:tags r:id="rId1"/>
    </p:custDataLst>
    <p:extLst>
      <p:ext uri="{BB962C8B-B14F-4D97-AF65-F5344CB8AC3E}">
        <p14:creationId xmlns:p14="http://schemas.microsoft.com/office/powerpoint/2010/main" val="308868650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x" preserve="1">
  <p:cSld name="KC-Vert-Ans-Option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7919E744-E8A9-4BBA-9A46-E3C8187BE86A}"/>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Answer and explanation – Option 2</a:t>
            </a:r>
          </a:p>
        </p:txBody>
      </p:sp>
      <p:sp>
        <p:nvSpPr>
          <p:cNvPr id="2" name="Question">
            <a:extLst>
              <a:ext uri="{FF2B5EF4-FFF2-40B4-BE49-F238E27FC236}">
                <a16:creationId xmlns:a16="http://schemas.microsoft.com/office/drawing/2014/main" id="{44F57E91-15F3-4802-8B9A-31B722148228}"/>
              </a:ext>
            </a:extLst>
          </p:cNvPr>
          <p:cNvSpPr>
            <a:spLocks noGrp="1"/>
          </p:cNvSpPr>
          <p:nvPr>
            <p:ph type="body" idx="2" hasCustomPrompt="1"/>
          </p:nvPr>
        </p:nvSpPr>
        <p:spPr>
          <a:xfrm>
            <a:off x="365760" y="1042416"/>
            <a:ext cx="4160520" cy="5404104"/>
          </a:xfrm>
        </p:spPr>
        <p:txBody>
          <a:bodyPr>
            <a:normAutofit/>
          </a:bodyPr>
          <a:lstStyle>
            <a:lvl1pPr marL="0" marR="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sz="24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again –</a:t>
            </a:r>
            <a:br>
              <a:rPr lang="en-US" dirty="0"/>
            </a:br>
            <a:r>
              <a:rPr lang="en-US" dirty="0"/>
              <a:t>Here you can explain why the responses are correct or incorrect.</a:t>
            </a:r>
          </a:p>
        </p:txBody>
      </p:sp>
      <p:sp>
        <p:nvSpPr>
          <p:cNvPr id="12" name="AnswerHeader">
            <a:extLst>
              <a:ext uri="{FF2B5EF4-FFF2-40B4-BE49-F238E27FC236}">
                <a16:creationId xmlns:a16="http://schemas.microsoft.com/office/drawing/2014/main" id="{7C8472BF-3681-4E98-B87B-5FA7A5C19359}"/>
              </a:ext>
            </a:extLst>
          </p:cNvPr>
          <p:cNvSpPr>
            <a:spLocks noGrp="1"/>
          </p:cNvSpPr>
          <p:nvPr>
            <p:ph type="body" idx="12" hasCustomPrompt="1"/>
          </p:nvPr>
        </p:nvSpPr>
        <p:spPr>
          <a:xfrm>
            <a:off x="4517136" y="1033272"/>
            <a:ext cx="7607808" cy="400050"/>
          </a:xfrm>
          <a:noFill/>
        </p:spPr>
        <p:txBody>
          <a:bodyPr lIns="91440">
            <a:noAutofit/>
          </a:bodyPr>
          <a:lstStyle>
            <a:lvl1pPr marL="0" indent="0">
              <a:lnSpc>
                <a:spcPct val="100000"/>
              </a:lnSpc>
              <a:spcAft>
                <a:spcPts val="0"/>
              </a:spcAft>
              <a:buNone/>
              <a:defRPr sz="2000" b="1">
                <a:solidFill>
                  <a:schemeClr val="bg1"/>
                </a:solidFill>
              </a:defRPr>
            </a:lvl1pPr>
          </a:lstStyle>
          <a:p>
            <a:pPr lvl="0"/>
            <a:r>
              <a:rPr lang="en-US" dirty="0"/>
              <a:t>Type: The correct response is</a:t>
            </a:r>
          </a:p>
        </p:txBody>
      </p:sp>
      <p:sp>
        <p:nvSpPr>
          <p:cNvPr id="3" name="Answer Text">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431536" y="1417320"/>
            <a:ext cx="6720840" cy="4955378"/>
          </a:xfrm>
          <a:noFill/>
        </p:spPr>
        <p:txBody>
          <a:bodyPr lIns="91440" tIns="91440" rIns="182880" bIns="0" anchor="t"/>
          <a:lstStyle>
            <a:lvl1pPr marL="0" indent="0" algn="l">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spTree>
    <p:custDataLst>
      <p:tags r:id="rId1"/>
    </p:custDataLst>
    <p:extLst>
      <p:ext uri="{BB962C8B-B14F-4D97-AF65-F5344CB8AC3E}">
        <p14:creationId xmlns:p14="http://schemas.microsoft.com/office/powerpoint/2010/main" val="265304316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QA-Horizontal">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0"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182880" y="301752"/>
            <a:ext cx="11466576" cy="731520"/>
          </a:xfrm>
        </p:spPr>
        <p:txBody>
          <a:bodyPr/>
          <a:lstStyle>
            <a:lvl1pPr>
              <a:defRPr>
                <a:solidFill>
                  <a:schemeClr val="bg1"/>
                </a:solidFill>
                <a:latin typeface="Amazon Ember Display Heavy"/>
              </a:defRPr>
            </a:lvl1pPr>
          </a:lstStyle>
          <a:p>
            <a:r>
              <a:rPr lang="en-US" dirty="0"/>
              <a:t>Knowledge check</a:t>
            </a:r>
          </a:p>
        </p:txBody>
      </p:sp>
      <p:sp>
        <p:nvSpPr>
          <p:cNvPr id="2" name="Question 1">
            <a:extLst>
              <a:ext uri="{FF2B5EF4-FFF2-40B4-BE49-F238E27FC236}">
                <a16:creationId xmlns:a16="http://schemas.microsoft.com/office/drawing/2014/main" id="{44F57E91-15F3-4802-8B9A-31B722148228}"/>
              </a:ext>
            </a:extLst>
          </p:cNvPr>
          <p:cNvSpPr>
            <a:spLocks noGrp="1"/>
          </p:cNvSpPr>
          <p:nvPr>
            <p:ph type="body" idx="2" hasCustomPrompt="1"/>
          </p:nvPr>
        </p:nvSpPr>
        <p:spPr>
          <a:xfrm>
            <a:off x="179238" y="1185497"/>
            <a:ext cx="5472261" cy="1164004"/>
          </a:xfrm>
        </p:spPr>
        <p:txBody>
          <a:bodyPr>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3" name="Answer Text 1">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651500" y="1185497"/>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4" name="Question 2">
            <a:extLst>
              <a:ext uri="{FF2B5EF4-FFF2-40B4-BE49-F238E27FC236}">
                <a16:creationId xmlns:a16="http://schemas.microsoft.com/office/drawing/2014/main" id="{2733FE88-66AC-4110-B77F-059B3D638C2E}"/>
              </a:ext>
            </a:extLst>
          </p:cNvPr>
          <p:cNvSpPr>
            <a:spLocks noGrp="1"/>
          </p:cNvSpPr>
          <p:nvPr>
            <p:ph type="body" idx="4" hasCustomPrompt="1"/>
          </p:nvPr>
        </p:nvSpPr>
        <p:spPr>
          <a:xfrm>
            <a:off x="179237" y="2526456"/>
            <a:ext cx="5472261" cy="1164004"/>
          </a:xfrm>
        </p:spPr>
        <p:txBody>
          <a:bodyPr>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5" name="Answer Text 2">
            <a:extLst>
              <a:ext uri="{FF2B5EF4-FFF2-40B4-BE49-F238E27FC236}">
                <a16:creationId xmlns:a16="http://schemas.microsoft.com/office/drawing/2014/main" id="{E33DAA71-DCA3-491A-8A97-143BF1813197}"/>
              </a:ext>
            </a:extLst>
          </p:cNvPr>
          <p:cNvSpPr>
            <a:spLocks noGrp="1"/>
          </p:cNvSpPr>
          <p:nvPr>
            <p:ph type="body" idx="5" hasCustomPrompt="1"/>
          </p:nvPr>
        </p:nvSpPr>
        <p:spPr>
          <a:xfrm>
            <a:off x="5651499" y="2526456"/>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6" name="Question 3">
            <a:extLst>
              <a:ext uri="{FF2B5EF4-FFF2-40B4-BE49-F238E27FC236}">
                <a16:creationId xmlns:a16="http://schemas.microsoft.com/office/drawing/2014/main" id="{85011FB9-28FB-42F5-8639-AFB8DE09EDB0}"/>
              </a:ext>
            </a:extLst>
          </p:cNvPr>
          <p:cNvSpPr>
            <a:spLocks noGrp="1"/>
          </p:cNvSpPr>
          <p:nvPr>
            <p:ph type="body" idx="6" hasCustomPrompt="1"/>
          </p:nvPr>
        </p:nvSpPr>
        <p:spPr>
          <a:xfrm>
            <a:off x="179237" y="3883100"/>
            <a:ext cx="5472261" cy="1164004"/>
          </a:xfrm>
        </p:spPr>
        <p:txBody>
          <a:bodyPr>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7" name="Answer Text 3">
            <a:extLst>
              <a:ext uri="{FF2B5EF4-FFF2-40B4-BE49-F238E27FC236}">
                <a16:creationId xmlns:a16="http://schemas.microsoft.com/office/drawing/2014/main" id="{BBA625A9-591B-4F80-B2C0-C8B9B7ED58AF}"/>
              </a:ext>
            </a:extLst>
          </p:cNvPr>
          <p:cNvSpPr>
            <a:spLocks noGrp="1"/>
          </p:cNvSpPr>
          <p:nvPr>
            <p:ph type="body" idx="7" hasCustomPrompt="1"/>
          </p:nvPr>
        </p:nvSpPr>
        <p:spPr>
          <a:xfrm>
            <a:off x="5651499" y="3883100"/>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8" name="Question 4">
            <a:extLst>
              <a:ext uri="{FF2B5EF4-FFF2-40B4-BE49-F238E27FC236}">
                <a16:creationId xmlns:a16="http://schemas.microsoft.com/office/drawing/2014/main" id="{94FE6022-0B4D-44CE-B9CB-F3EF8689FC0E}"/>
              </a:ext>
            </a:extLst>
          </p:cNvPr>
          <p:cNvSpPr>
            <a:spLocks noGrp="1"/>
          </p:cNvSpPr>
          <p:nvPr>
            <p:ph type="body" idx="8" hasCustomPrompt="1"/>
          </p:nvPr>
        </p:nvSpPr>
        <p:spPr>
          <a:xfrm>
            <a:off x="179236" y="5239557"/>
            <a:ext cx="5472261" cy="1164004"/>
          </a:xfrm>
        </p:spPr>
        <p:txBody>
          <a:bodyPr>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9" name="Answer Text 4">
            <a:extLst>
              <a:ext uri="{FF2B5EF4-FFF2-40B4-BE49-F238E27FC236}">
                <a16:creationId xmlns:a16="http://schemas.microsoft.com/office/drawing/2014/main" id="{A6B202E1-04E5-4362-96B3-ED5EF312171C}"/>
              </a:ext>
            </a:extLst>
          </p:cNvPr>
          <p:cNvSpPr>
            <a:spLocks noGrp="1"/>
          </p:cNvSpPr>
          <p:nvPr>
            <p:ph type="body" idx="9" hasCustomPrompt="1"/>
          </p:nvPr>
        </p:nvSpPr>
        <p:spPr>
          <a:xfrm>
            <a:off x="5651498" y="5239557"/>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pic>
        <p:nvPicPr>
          <p:cNvPr id="13" name="Copyright1">
            <a:extLst>
              <a:ext uri="{FF2B5EF4-FFF2-40B4-BE49-F238E27FC236}">
                <a16:creationId xmlns:a16="http://schemas.microsoft.com/office/drawing/2014/main" id="{D612BC5C-D183-4F43-9348-CEF078622BC7}"/>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custDataLst>
      <p:tags r:id="rId1"/>
    </p:custDataLst>
    <p:extLst>
      <p:ext uri="{BB962C8B-B14F-4D97-AF65-F5344CB8AC3E}">
        <p14:creationId xmlns:p14="http://schemas.microsoft.com/office/powerpoint/2010/main" val="318162774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QA-Horz-Option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3A540A4D-7B1F-4055-BDC7-7451D12F0E31}"/>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0"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182880" y="301752"/>
            <a:ext cx="11466576" cy="731520"/>
          </a:xfrm>
        </p:spPr>
        <p:txBody>
          <a:bodyPr/>
          <a:lstStyle>
            <a:lvl1pPr>
              <a:defRPr>
                <a:solidFill>
                  <a:srgbClr val="232F3E"/>
                </a:solidFill>
                <a:latin typeface="Amazon Ember Display Heavy"/>
              </a:defRPr>
            </a:lvl1pPr>
          </a:lstStyle>
          <a:p>
            <a:r>
              <a:rPr lang="en-US" dirty="0"/>
              <a:t>Knowledge check – Option 2</a:t>
            </a:r>
          </a:p>
        </p:txBody>
      </p:sp>
      <p:sp>
        <p:nvSpPr>
          <p:cNvPr id="2" name="Question 1">
            <a:extLst>
              <a:ext uri="{FF2B5EF4-FFF2-40B4-BE49-F238E27FC236}">
                <a16:creationId xmlns:a16="http://schemas.microsoft.com/office/drawing/2014/main" id="{44F57E91-15F3-4802-8B9A-31B722148228}"/>
              </a:ext>
            </a:extLst>
          </p:cNvPr>
          <p:cNvSpPr>
            <a:spLocks noGrp="1"/>
          </p:cNvSpPr>
          <p:nvPr>
            <p:ph type="body" idx="2" hasCustomPrompt="1"/>
          </p:nvPr>
        </p:nvSpPr>
        <p:spPr>
          <a:xfrm>
            <a:off x="179238" y="1185497"/>
            <a:ext cx="5472261" cy="1164004"/>
          </a:xfrm>
        </p:spPr>
        <p:txBody>
          <a:bodyPr tIns="45720" rIns="91440" bIns="45720">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3" name="Answer Text 1">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651500" y="1185497"/>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4" name="Question 2">
            <a:extLst>
              <a:ext uri="{FF2B5EF4-FFF2-40B4-BE49-F238E27FC236}">
                <a16:creationId xmlns:a16="http://schemas.microsoft.com/office/drawing/2014/main" id="{2733FE88-66AC-4110-B77F-059B3D638C2E}"/>
              </a:ext>
            </a:extLst>
          </p:cNvPr>
          <p:cNvSpPr>
            <a:spLocks noGrp="1"/>
          </p:cNvSpPr>
          <p:nvPr>
            <p:ph type="body" idx="4" hasCustomPrompt="1"/>
          </p:nvPr>
        </p:nvSpPr>
        <p:spPr>
          <a:xfrm>
            <a:off x="179237" y="2526456"/>
            <a:ext cx="5472261" cy="1164004"/>
          </a:xfrm>
        </p:spPr>
        <p:txBody>
          <a:bodyPr tIns="45720" rIns="91440" bIns="45720">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5" name="Answer Text 2">
            <a:extLst>
              <a:ext uri="{FF2B5EF4-FFF2-40B4-BE49-F238E27FC236}">
                <a16:creationId xmlns:a16="http://schemas.microsoft.com/office/drawing/2014/main" id="{E33DAA71-DCA3-491A-8A97-143BF1813197}"/>
              </a:ext>
            </a:extLst>
          </p:cNvPr>
          <p:cNvSpPr>
            <a:spLocks noGrp="1"/>
          </p:cNvSpPr>
          <p:nvPr>
            <p:ph type="body" idx="5" hasCustomPrompt="1"/>
          </p:nvPr>
        </p:nvSpPr>
        <p:spPr>
          <a:xfrm>
            <a:off x="5651499" y="2526456"/>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6" name="Question 3">
            <a:extLst>
              <a:ext uri="{FF2B5EF4-FFF2-40B4-BE49-F238E27FC236}">
                <a16:creationId xmlns:a16="http://schemas.microsoft.com/office/drawing/2014/main" id="{85011FB9-28FB-42F5-8639-AFB8DE09EDB0}"/>
              </a:ext>
            </a:extLst>
          </p:cNvPr>
          <p:cNvSpPr>
            <a:spLocks noGrp="1"/>
          </p:cNvSpPr>
          <p:nvPr>
            <p:ph type="body" idx="6" hasCustomPrompt="1"/>
          </p:nvPr>
        </p:nvSpPr>
        <p:spPr>
          <a:xfrm>
            <a:off x="179237" y="3883100"/>
            <a:ext cx="5472261" cy="1164004"/>
          </a:xfrm>
        </p:spPr>
        <p:txBody>
          <a:bodyPr tIns="45720" rIns="91440" bIns="45720">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7" name="Answer Text 3">
            <a:extLst>
              <a:ext uri="{FF2B5EF4-FFF2-40B4-BE49-F238E27FC236}">
                <a16:creationId xmlns:a16="http://schemas.microsoft.com/office/drawing/2014/main" id="{BBA625A9-591B-4F80-B2C0-C8B9B7ED58AF}"/>
              </a:ext>
            </a:extLst>
          </p:cNvPr>
          <p:cNvSpPr>
            <a:spLocks noGrp="1"/>
          </p:cNvSpPr>
          <p:nvPr>
            <p:ph type="body" idx="7" hasCustomPrompt="1"/>
          </p:nvPr>
        </p:nvSpPr>
        <p:spPr>
          <a:xfrm>
            <a:off x="5651499" y="3883100"/>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8" name="Question 4">
            <a:extLst>
              <a:ext uri="{FF2B5EF4-FFF2-40B4-BE49-F238E27FC236}">
                <a16:creationId xmlns:a16="http://schemas.microsoft.com/office/drawing/2014/main" id="{94FE6022-0B4D-44CE-B9CB-F3EF8689FC0E}"/>
              </a:ext>
            </a:extLst>
          </p:cNvPr>
          <p:cNvSpPr>
            <a:spLocks noGrp="1"/>
          </p:cNvSpPr>
          <p:nvPr>
            <p:ph type="body" idx="8" hasCustomPrompt="1"/>
          </p:nvPr>
        </p:nvSpPr>
        <p:spPr>
          <a:xfrm>
            <a:off x="179236" y="5239557"/>
            <a:ext cx="5472261" cy="1164004"/>
          </a:xfrm>
        </p:spPr>
        <p:txBody>
          <a:bodyPr tIns="45720" rIns="91440" bIns="45720">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9" name="Answer Text 4">
            <a:extLst>
              <a:ext uri="{FF2B5EF4-FFF2-40B4-BE49-F238E27FC236}">
                <a16:creationId xmlns:a16="http://schemas.microsoft.com/office/drawing/2014/main" id="{A6B202E1-04E5-4362-96B3-ED5EF312171C}"/>
              </a:ext>
            </a:extLst>
          </p:cNvPr>
          <p:cNvSpPr>
            <a:spLocks noGrp="1"/>
          </p:cNvSpPr>
          <p:nvPr>
            <p:ph type="body" idx="9" hasCustomPrompt="1"/>
          </p:nvPr>
        </p:nvSpPr>
        <p:spPr>
          <a:xfrm>
            <a:off x="5651498" y="5239557"/>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Tree>
    <p:custDataLst>
      <p:tags r:id="rId1"/>
    </p:custDataLst>
    <p:extLst>
      <p:ext uri="{BB962C8B-B14F-4D97-AF65-F5344CB8AC3E}">
        <p14:creationId xmlns:p14="http://schemas.microsoft.com/office/powerpoint/2010/main" val="274796972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KC-Horizontal-Questio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7" name="Title">
            <a:extLst>
              <a:ext uri="{FF2B5EF4-FFF2-40B4-BE49-F238E27FC236}">
                <a16:creationId xmlns:a16="http://schemas.microsoft.com/office/drawing/2014/main" id="{1A8961C4-E232-4CFC-9419-572E417488B7}"/>
              </a:ext>
            </a:extLst>
          </p:cNvPr>
          <p:cNvSpPr>
            <a:spLocks noGrp="1"/>
          </p:cNvSpPr>
          <p:nvPr>
            <p:ph type="title" idx="1" hasCustomPrompt="1"/>
          </p:nvPr>
        </p:nvSpPr>
        <p:spPr>
          <a:xfrm>
            <a:off x="179238" y="179881"/>
            <a:ext cx="11855445" cy="498849"/>
          </a:xfrm>
        </p:spPr>
        <p:txBody>
          <a:bodyPr/>
          <a:lstStyle>
            <a:lvl1pPr>
              <a:defRPr>
                <a:solidFill>
                  <a:schemeClr val="bg1"/>
                </a:solidFill>
                <a:latin typeface="Amazon Ember Display Heavy"/>
              </a:defRPr>
            </a:lvl1pPr>
          </a:lstStyle>
          <a:p>
            <a:r>
              <a:rPr lang="en-US" dirty="0"/>
              <a:t>Question and Responses</a:t>
            </a:r>
          </a:p>
        </p:txBody>
      </p:sp>
      <p:sp>
        <p:nvSpPr>
          <p:cNvPr id="2" name="Question">
            <a:extLst>
              <a:ext uri="{FF2B5EF4-FFF2-40B4-BE49-F238E27FC236}">
                <a16:creationId xmlns:a16="http://schemas.microsoft.com/office/drawing/2014/main" id="{B4965E6E-0F4A-477A-B4B0-DF739088DCEC}"/>
              </a:ext>
            </a:extLst>
          </p:cNvPr>
          <p:cNvSpPr>
            <a:spLocks noGrp="1"/>
          </p:cNvSpPr>
          <p:nvPr>
            <p:ph type="body" idx="2" hasCustomPrompt="1"/>
          </p:nvPr>
        </p:nvSpPr>
        <p:spPr>
          <a:xfrm>
            <a:off x="179237" y="697780"/>
            <a:ext cx="11855445" cy="1328883"/>
          </a:xfrm>
          <a:noFill/>
        </p:spPr>
        <p:txBody>
          <a:bodyPr lIns="91440" tIns="0" rIns="91440" bIns="0">
            <a:normAutofit/>
          </a:bodyPr>
          <a:lstStyle>
            <a:lvl1pPr marL="0" marR="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 4 responses can only have 1 correct response; 5 responses must have 2 correct responses; 6 responses must have 3 correct responses.</a:t>
            </a:r>
          </a:p>
        </p:txBody>
      </p:sp>
      <p:sp>
        <p:nvSpPr>
          <p:cNvPr id="11" name="Choice Header">
            <a:extLst>
              <a:ext uri="{FF2B5EF4-FFF2-40B4-BE49-F238E27FC236}">
                <a16:creationId xmlns:a16="http://schemas.microsoft.com/office/drawing/2014/main" id="{819C768D-12EC-41EC-9F85-ED13A7CA6D52}"/>
              </a:ext>
            </a:extLst>
          </p:cNvPr>
          <p:cNvSpPr>
            <a:spLocks noGrp="1"/>
          </p:cNvSpPr>
          <p:nvPr>
            <p:ph type="body" idx="11" hasCustomPrompt="1"/>
          </p:nvPr>
        </p:nvSpPr>
        <p:spPr>
          <a:xfrm>
            <a:off x="0" y="2026663"/>
            <a:ext cx="887413" cy="317500"/>
          </a:xfrm>
          <a:noFill/>
          <a:ln>
            <a:noFill/>
          </a:ln>
        </p:spPr>
        <p:txBody>
          <a:bodyPr lIns="0" rIns="0">
            <a:noAutofit/>
          </a:bodyPr>
          <a:lstStyle>
            <a:lvl1pPr marL="0" indent="0" algn="ctr">
              <a:lnSpc>
                <a:spcPct val="100000"/>
              </a:lnSpc>
              <a:spcAft>
                <a:spcPts val="0"/>
              </a:spcAft>
              <a:buNone/>
              <a:defRPr sz="1800">
                <a:solidFill>
                  <a:schemeClr val="bg1"/>
                </a:solidFill>
              </a:defRPr>
            </a:lvl1pPr>
          </a:lstStyle>
          <a:p>
            <a:pPr lvl="0"/>
            <a:r>
              <a:rPr lang="en-US" dirty="0"/>
              <a:t>Type: Choice</a:t>
            </a:r>
          </a:p>
        </p:txBody>
      </p:sp>
      <p:sp>
        <p:nvSpPr>
          <p:cNvPr id="12" name="Response Header">
            <a:extLst>
              <a:ext uri="{FF2B5EF4-FFF2-40B4-BE49-F238E27FC236}">
                <a16:creationId xmlns:a16="http://schemas.microsoft.com/office/drawing/2014/main" id="{AFAAB670-BBCA-4429-9F6C-C9ABD61E6B0C}"/>
              </a:ext>
            </a:extLst>
          </p:cNvPr>
          <p:cNvSpPr>
            <a:spLocks noGrp="1"/>
          </p:cNvSpPr>
          <p:nvPr>
            <p:ph type="body" idx="12" hasCustomPrompt="1"/>
          </p:nvPr>
        </p:nvSpPr>
        <p:spPr>
          <a:xfrm>
            <a:off x="907950" y="2026663"/>
            <a:ext cx="10737865" cy="317500"/>
          </a:xfrm>
          <a:noFill/>
          <a:ln>
            <a:noFill/>
          </a:ln>
        </p:spPr>
        <p:txBody>
          <a:bodyPr lIns="91440" rIns="91440">
            <a:noAutofit/>
          </a:bodyPr>
          <a:lstStyle>
            <a:lvl1pPr marL="0" indent="0" algn="l">
              <a:lnSpc>
                <a:spcPct val="100000"/>
              </a:lnSpc>
              <a:spcAft>
                <a:spcPts val="0"/>
              </a:spcAft>
              <a:buNone/>
              <a:defRPr sz="1800">
                <a:solidFill>
                  <a:schemeClr val="bg1"/>
                </a:solidFill>
              </a:defRPr>
            </a:lvl1pPr>
          </a:lstStyle>
          <a:p>
            <a:pPr lvl="0"/>
            <a:r>
              <a:rPr lang="en-US" dirty="0"/>
              <a:t>Type: Response</a:t>
            </a:r>
          </a:p>
        </p:txBody>
      </p:sp>
      <p:sp>
        <p:nvSpPr>
          <p:cNvPr id="3" name="First Resp #">
            <a:extLst>
              <a:ext uri="{FF2B5EF4-FFF2-40B4-BE49-F238E27FC236}">
                <a16:creationId xmlns:a16="http://schemas.microsoft.com/office/drawing/2014/main" id="{B4EC449C-918E-4AF9-9E90-0E8D47CF3DD9}"/>
              </a:ext>
            </a:extLst>
          </p:cNvPr>
          <p:cNvSpPr>
            <a:spLocks noGrp="1"/>
          </p:cNvSpPr>
          <p:nvPr>
            <p:ph type="body" idx="3" hasCustomPrompt="1"/>
          </p:nvPr>
        </p:nvSpPr>
        <p:spPr>
          <a:xfrm>
            <a:off x="1" y="2344127"/>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4" name="First Resp Text">
            <a:extLst>
              <a:ext uri="{FF2B5EF4-FFF2-40B4-BE49-F238E27FC236}">
                <a16:creationId xmlns:a16="http://schemas.microsoft.com/office/drawing/2014/main" id="{35CD1FAE-5D7E-4F04-B017-89D4732E2444}"/>
              </a:ext>
            </a:extLst>
          </p:cNvPr>
          <p:cNvSpPr>
            <a:spLocks noGrp="1"/>
          </p:cNvSpPr>
          <p:nvPr>
            <p:ph type="body" idx="4" hasCustomPrompt="1"/>
          </p:nvPr>
        </p:nvSpPr>
        <p:spPr>
          <a:xfrm>
            <a:off x="907950" y="2344127"/>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5" name="Second Resp #">
            <a:extLst>
              <a:ext uri="{FF2B5EF4-FFF2-40B4-BE49-F238E27FC236}">
                <a16:creationId xmlns:a16="http://schemas.microsoft.com/office/drawing/2014/main" id="{05FFB414-A546-4A6C-B7E8-B6D9C7AC88C9}"/>
              </a:ext>
            </a:extLst>
          </p:cNvPr>
          <p:cNvSpPr>
            <a:spLocks noGrp="1"/>
          </p:cNvSpPr>
          <p:nvPr>
            <p:ph type="body" idx="5" hasCustomPrompt="1"/>
          </p:nvPr>
        </p:nvSpPr>
        <p:spPr>
          <a:xfrm>
            <a:off x="1" y="3017609"/>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6" name="Second Resp Text">
            <a:extLst>
              <a:ext uri="{FF2B5EF4-FFF2-40B4-BE49-F238E27FC236}">
                <a16:creationId xmlns:a16="http://schemas.microsoft.com/office/drawing/2014/main" id="{840EA72F-053D-43C4-A0AA-4F71D345F1E1}"/>
              </a:ext>
            </a:extLst>
          </p:cNvPr>
          <p:cNvSpPr>
            <a:spLocks noGrp="1"/>
          </p:cNvSpPr>
          <p:nvPr>
            <p:ph type="body" idx="6" hasCustomPrompt="1"/>
          </p:nvPr>
        </p:nvSpPr>
        <p:spPr>
          <a:xfrm>
            <a:off x="907950" y="3017609"/>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7" name="Third Resp #">
            <a:extLst>
              <a:ext uri="{FF2B5EF4-FFF2-40B4-BE49-F238E27FC236}">
                <a16:creationId xmlns:a16="http://schemas.microsoft.com/office/drawing/2014/main" id="{F00955FE-A162-474C-BFF8-0AB0FBF10130}"/>
              </a:ext>
            </a:extLst>
          </p:cNvPr>
          <p:cNvSpPr>
            <a:spLocks noGrp="1"/>
          </p:cNvSpPr>
          <p:nvPr>
            <p:ph type="body" idx="7" hasCustomPrompt="1"/>
          </p:nvPr>
        </p:nvSpPr>
        <p:spPr>
          <a:xfrm>
            <a:off x="1" y="3691091"/>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8" name="Third Resp Text">
            <a:extLst>
              <a:ext uri="{FF2B5EF4-FFF2-40B4-BE49-F238E27FC236}">
                <a16:creationId xmlns:a16="http://schemas.microsoft.com/office/drawing/2014/main" id="{55974934-D7D0-4C4C-B76C-558C1028590E}"/>
              </a:ext>
            </a:extLst>
          </p:cNvPr>
          <p:cNvSpPr>
            <a:spLocks noGrp="1"/>
          </p:cNvSpPr>
          <p:nvPr>
            <p:ph type="body" idx="8" hasCustomPrompt="1"/>
          </p:nvPr>
        </p:nvSpPr>
        <p:spPr>
          <a:xfrm>
            <a:off x="907950" y="3691091"/>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9" name="Fourth Resp #">
            <a:extLst>
              <a:ext uri="{FF2B5EF4-FFF2-40B4-BE49-F238E27FC236}">
                <a16:creationId xmlns:a16="http://schemas.microsoft.com/office/drawing/2014/main" id="{9A682F4A-836A-42BD-B18F-482CDD9FE392}"/>
              </a:ext>
            </a:extLst>
          </p:cNvPr>
          <p:cNvSpPr>
            <a:spLocks noGrp="1"/>
          </p:cNvSpPr>
          <p:nvPr>
            <p:ph type="body" idx="9" hasCustomPrompt="1"/>
          </p:nvPr>
        </p:nvSpPr>
        <p:spPr>
          <a:xfrm>
            <a:off x="1" y="4364573"/>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10" name="Fourth Resp Text">
            <a:extLst>
              <a:ext uri="{FF2B5EF4-FFF2-40B4-BE49-F238E27FC236}">
                <a16:creationId xmlns:a16="http://schemas.microsoft.com/office/drawing/2014/main" id="{2A075B8F-DFA0-46B1-A70C-B12937892D4B}"/>
              </a:ext>
            </a:extLst>
          </p:cNvPr>
          <p:cNvSpPr>
            <a:spLocks noGrp="1"/>
          </p:cNvSpPr>
          <p:nvPr>
            <p:ph type="body" idx="10" hasCustomPrompt="1"/>
          </p:nvPr>
        </p:nvSpPr>
        <p:spPr>
          <a:xfrm>
            <a:off x="907950" y="4364573"/>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3" name="Fifth Resp #">
            <a:extLst>
              <a:ext uri="{FF2B5EF4-FFF2-40B4-BE49-F238E27FC236}">
                <a16:creationId xmlns:a16="http://schemas.microsoft.com/office/drawing/2014/main" id="{B3A4AC8A-DBAB-477E-8F79-6EFB6340CE48}"/>
              </a:ext>
            </a:extLst>
          </p:cNvPr>
          <p:cNvSpPr>
            <a:spLocks noGrp="1"/>
          </p:cNvSpPr>
          <p:nvPr>
            <p:ph type="body" idx="13" hasCustomPrompt="1"/>
          </p:nvPr>
        </p:nvSpPr>
        <p:spPr>
          <a:xfrm>
            <a:off x="1" y="5038055"/>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14" name="Fifth Resp Text">
            <a:extLst>
              <a:ext uri="{FF2B5EF4-FFF2-40B4-BE49-F238E27FC236}">
                <a16:creationId xmlns:a16="http://schemas.microsoft.com/office/drawing/2014/main" id="{0B4A450D-E822-44AA-8298-11D531D74483}"/>
              </a:ext>
            </a:extLst>
          </p:cNvPr>
          <p:cNvSpPr>
            <a:spLocks noGrp="1"/>
          </p:cNvSpPr>
          <p:nvPr>
            <p:ph type="body" idx="14" hasCustomPrompt="1"/>
          </p:nvPr>
        </p:nvSpPr>
        <p:spPr>
          <a:xfrm>
            <a:off x="907950" y="5038055"/>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5" name="Sixth Resp #">
            <a:extLst>
              <a:ext uri="{FF2B5EF4-FFF2-40B4-BE49-F238E27FC236}">
                <a16:creationId xmlns:a16="http://schemas.microsoft.com/office/drawing/2014/main" id="{4075988B-8657-4CA4-A4CB-EAEA7B298681}"/>
              </a:ext>
            </a:extLst>
          </p:cNvPr>
          <p:cNvSpPr>
            <a:spLocks noGrp="1"/>
          </p:cNvSpPr>
          <p:nvPr>
            <p:ph type="body" idx="15" hasCustomPrompt="1"/>
          </p:nvPr>
        </p:nvSpPr>
        <p:spPr>
          <a:xfrm>
            <a:off x="1" y="5711539"/>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16" name="Sixth Resp Text">
            <a:extLst>
              <a:ext uri="{FF2B5EF4-FFF2-40B4-BE49-F238E27FC236}">
                <a16:creationId xmlns:a16="http://schemas.microsoft.com/office/drawing/2014/main" id="{327445DD-9D42-491C-969B-C7919BE2E3F0}"/>
              </a:ext>
            </a:extLst>
          </p:cNvPr>
          <p:cNvSpPr>
            <a:spLocks noGrp="1"/>
          </p:cNvSpPr>
          <p:nvPr>
            <p:ph type="body" idx="16" hasCustomPrompt="1"/>
          </p:nvPr>
        </p:nvSpPr>
        <p:spPr>
          <a:xfrm>
            <a:off x="907950" y="5711539"/>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pic>
        <p:nvPicPr>
          <p:cNvPr id="20" name="Copyright1">
            <a:extLst>
              <a:ext uri="{FF2B5EF4-FFF2-40B4-BE49-F238E27FC236}">
                <a16:creationId xmlns:a16="http://schemas.microsoft.com/office/drawing/2014/main" id="{2B452CCE-D69C-498E-9B48-C533DB88BC99}"/>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custDataLst>
      <p:tags r:id="rId1"/>
    </p:custDataLst>
    <p:extLst>
      <p:ext uri="{BB962C8B-B14F-4D97-AF65-F5344CB8AC3E}">
        <p14:creationId xmlns:p14="http://schemas.microsoft.com/office/powerpoint/2010/main" val="142716351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KC-Horz-Option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4CAF8C10-F4D8-45A7-8490-441C53244D17}"/>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7" name="Title">
            <a:extLst>
              <a:ext uri="{FF2B5EF4-FFF2-40B4-BE49-F238E27FC236}">
                <a16:creationId xmlns:a16="http://schemas.microsoft.com/office/drawing/2014/main" id="{1A8961C4-E232-4CFC-9419-572E417488B7}"/>
              </a:ext>
            </a:extLst>
          </p:cNvPr>
          <p:cNvSpPr>
            <a:spLocks noGrp="1"/>
          </p:cNvSpPr>
          <p:nvPr>
            <p:ph type="title" idx="1" hasCustomPrompt="1"/>
          </p:nvPr>
        </p:nvSpPr>
        <p:spPr>
          <a:xfrm>
            <a:off x="179238" y="179881"/>
            <a:ext cx="11825947" cy="498849"/>
          </a:xfrm>
        </p:spPr>
        <p:txBody>
          <a:bodyPr/>
          <a:lstStyle>
            <a:lvl1pPr>
              <a:defRPr>
                <a:solidFill>
                  <a:srgbClr val="232F3E"/>
                </a:solidFill>
                <a:latin typeface="Amazon Ember Display Heavy"/>
              </a:defRPr>
            </a:lvl1pPr>
          </a:lstStyle>
          <a:p>
            <a:r>
              <a:rPr lang="en-US" dirty="0"/>
              <a:t>Question and Responses – Option 2</a:t>
            </a:r>
          </a:p>
        </p:txBody>
      </p:sp>
      <p:sp>
        <p:nvSpPr>
          <p:cNvPr id="2" name="Question">
            <a:extLst>
              <a:ext uri="{FF2B5EF4-FFF2-40B4-BE49-F238E27FC236}">
                <a16:creationId xmlns:a16="http://schemas.microsoft.com/office/drawing/2014/main" id="{B4965E6E-0F4A-477A-B4B0-DF739088DCEC}"/>
              </a:ext>
            </a:extLst>
          </p:cNvPr>
          <p:cNvSpPr>
            <a:spLocks noGrp="1"/>
          </p:cNvSpPr>
          <p:nvPr>
            <p:ph type="body" idx="2" hasCustomPrompt="1"/>
          </p:nvPr>
        </p:nvSpPr>
        <p:spPr>
          <a:xfrm>
            <a:off x="179239" y="697780"/>
            <a:ext cx="11825948" cy="1328883"/>
          </a:xfrm>
          <a:noFill/>
        </p:spPr>
        <p:txBody>
          <a:bodyPr lIns="91440" tIns="0" rIns="91440" bIns="0">
            <a:norm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 4 responses can only have 1 correct response; 5 responses must have 2 correct responses; 6 responses must have 3 correct responses.</a:t>
            </a:r>
          </a:p>
        </p:txBody>
      </p:sp>
      <p:sp>
        <p:nvSpPr>
          <p:cNvPr id="11" name="Choice Header">
            <a:extLst>
              <a:ext uri="{FF2B5EF4-FFF2-40B4-BE49-F238E27FC236}">
                <a16:creationId xmlns:a16="http://schemas.microsoft.com/office/drawing/2014/main" id="{819C768D-12EC-41EC-9F85-ED13A7CA6D52}"/>
              </a:ext>
            </a:extLst>
          </p:cNvPr>
          <p:cNvSpPr>
            <a:spLocks noGrp="1"/>
          </p:cNvSpPr>
          <p:nvPr>
            <p:ph type="body" idx="11" hasCustomPrompt="1"/>
          </p:nvPr>
        </p:nvSpPr>
        <p:spPr>
          <a:xfrm>
            <a:off x="0" y="2026663"/>
            <a:ext cx="887413" cy="317500"/>
          </a:xfrm>
          <a:noFill/>
          <a:ln>
            <a:noFill/>
          </a:ln>
        </p:spPr>
        <p:txBody>
          <a:bodyPr lIns="0" rIns="0">
            <a:noAutofit/>
          </a:bodyPr>
          <a:lstStyle>
            <a:lvl1pPr marL="0" indent="0" algn="ctr">
              <a:lnSpc>
                <a:spcPct val="100000"/>
              </a:lnSpc>
              <a:spcAft>
                <a:spcPts val="0"/>
              </a:spcAft>
              <a:buNone/>
              <a:defRPr sz="1800">
                <a:solidFill>
                  <a:schemeClr val="bg1"/>
                </a:solidFill>
              </a:defRPr>
            </a:lvl1pPr>
          </a:lstStyle>
          <a:p>
            <a:pPr lvl="0"/>
            <a:r>
              <a:rPr lang="en-US" dirty="0"/>
              <a:t>Type: Choice</a:t>
            </a:r>
          </a:p>
        </p:txBody>
      </p:sp>
      <p:sp>
        <p:nvSpPr>
          <p:cNvPr id="12" name="Response Header">
            <a:extLst>
              <a:ext uri="{FF2B5EF4-FFF2-40B4-BE49-F238E27FC236}">
                <a16:creationId xmlns:a16="http://schemas.microsoft.com/office/drawing/2014/main" id="{AFAAB670-BBCA-4429-9F6C-C9ABD61E6B0C}"/>
              </a:ext>
            </a:extLst>
          </p:cNvPr>
          <p:cNvSpPr>
            <a:spLocks noGrp="1"/>
          </p:cNvSpPr>
          <p:nvPr>
            <p:ph type="body" idx="12" hasCustomPrompt="1"/>
          </p:nvPr>
        </p:nvSpPr>
        <p:spPr>
          <a:xfrm>
            <a:off x="907950" y="2026663"/>
            <a:ext cx="10757678" cy="317500"/>
          </a:xfrm>
          <a:noFill/>
          <a:ln>
            <a:noFill/>
          </a:ln>
        </p:spPr>
        <p:txBody>
          <a:bodyPr lIns="91440" rIns="0">
            <a:noAutofit/>
          </a:bodyPr>
          <a:lstStyle>
            <a:lvl1pPr marL="0" indent="0" algn="l">
              <a:lnSpc>
                <a:spcPct val="100000"/>
              </a:lnSpc>
              <a:spcAft>
                <a:spcPts val="0"/>
              </a:spcAft>
              <a:buNone/>
              <a:defRPr sz="1800">
                <a:solidFill>
                  <a:schemeClr val="bg1"/>
                </a:solidFill>
              </a:defRPr>
            </a:lvl1pPr>
          </a:lstStyle>
          <a:p>
            <a:pPr lvl="0"/>
            <a:r>
              <a:rPr lang="en-US" dirty="0"/>
              <a:t>Type: Response</a:t>
            </a:r>
          </a:p>
        </p:txBody>
      </p:sp>
      <p:sp>
        <p:nvSpPr>
          <p:cNvPr id="3" name="First Resp #">
            <a:extLst>
              <a:ext uri="{FF2B5EF4-FFF2-40B4-BE49-F238E27FC236}">
                <a16:creationId xmlns:a16="http://schemas.microsoft.com/office/drawing/2014/main" id="{B4EC449C-918E-4AF9-9E90-0E8D47CF3DD9}"/>
              </a:ext>
            </a:extLst>
          </p:cNvPr>
          <p:cNvSpPr>
            <a:spLocks noGrp="1"/>
          </p:cNvSpPr>
          <p:nvPr>
            <p:ph type="body" idx="3" hasCustomPrompt="1"/>
          </p:nvPr>
        </p:nvSpPr>
        <p:spPr>
          <a:xfrm>
            <a:off x="1" y="2344127"/>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4" name="First Resp Text">
            <a:extLst>
              <a:ext uri="{FF2B5EF4-FFF2-40B4-BE49-F238E27FC236}">
                <a16:creationId xmlns:a16="http://schemas.microsoft.com/office/drawing/2014/main" id="{35CD1FAE-5D7E-4F04-B017-89D4732E2444}"/>
              </a:ext>
            </a:extLst>
          </p:cNvPr>
          <p:cNvSpPr>
            <a:spLocks noGrp="1"/>
          </p:cNvSpPr>
          <p:nvPr>
            <p:ph type="body" idx="4" hasCustomPrompt="1"/>
          </p:nvPr>
        </p:nvSpPr>
        <p:spPr>
          <a:xfrm>
            <a:off x="907950" y="2344127"/>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5" name="Second Resp #">
            <a:extLst>
              <a:ext uri="{FF2B5EF4-FFF2-40B4-BE49-F238E27FC236}">
                <a16:creationId xmlns:a16="http://schemas.microsoft.com/office/drawing/2014/main" id="{05FFB414-A546-4A6C-B7E8-B6D9C7AC88C9}"/>
              </a:ext>
            </a:extLst>
          </p:cNvPr>
          <p:cNvSpPr>
            <a:spLocks noGrp="1"/>
          </p:cNvSpPr>
          <p:nvPr>
            <p:ph type="body" idx="5" hasCustomPrompt="1"/>
          </p:nvPr>
        </p:nvSpPr>
        <p:spPr>
          <a:xfrm>
            <a:off x="1" y="3017609"/>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6" name="Second Resp Text">
            <a:extLst>
              <a:ext uri="{FF2B5EF4-FFF2-40B4-BE49-F238E27FC236}">
                <a16:creationId xmlns:a16="http://schemas.microsoft.com/office/drawing/2014/main" id="{840EA72F-053D-43C4-A0AA-4F71D345F1E1}"/>
              </a:ext>
            </a:extLst>
          </p:cNvPr>
          <p:cNvSpPr>
            <a:spLocks noGrp="1"/>
          </p:cNvSpPr>
          <p:nvPr>
            <p:ph type="body" idx="6" hasCustomPrompt="1"/>
          </p:nvPr>
        </p:nvSpPr>
        <p:spPr>
          <a:xfrm>
            <a:off x="907950" y="3017609"/>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7" name="Third Resp #">
            <a:extLst>
              <a:ext uri="{FF2B5EF4-FFF2-40B4-BE49-F238E27FC236}">
                <a16:creationId xmlns:a16="http://schemas.microsoft.com/office/drawing/2014/main" id="{F00955FE-A162-474C-BFF8-0AB0FBF10130}"/>
              </a:ext>
            </a:extLst>
          </p:cNvPr>
          <p:cNvSpPr>
            <a:spLocks noGrp="1"/>
          </p:cNvSpPr>
          <p:nvPr>
            <p:ph type="body" idx="7" hasCustomPrompt="1"/>
          </p:nvPr>
        </p:nvSpPr>
        <p:spPr>
          <a:xfrm>
            <a:off x="1" y="3691091"/>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8" name="Third Resp Text">
            <a:extLst>
              <a:ext uri="{FF2B5EF4-FFF2-40B4-BE49-F238E27FC236}">
                <a16:creationId xmlns:a16="http://schemas.microsoft.com/office/drawing/2014/main" id="{55974934-D7D0-4C4C-B76C-558C1028590E}"/>
              </a:ext>
            </a:extLst>
          </p:cNvPr>
          <p:cNvSpPr>
            <a:spLocks noGrp="1"/>
          </p:cNvSpPr>
          <p:nvPr>
            <p:ph type="body" idx="8" hasCustomPrompt="1"/>
          </p:nvPr>
        </p:nvSpPr>
        <p:spPr>
          <a:xfrm>
            <a:off x="907950" y="3691091"/>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9" name="Fourth Resp #">
            <a:extLst>
              <a:ext uri="{FF2B5EF4-FFF2-40B4-BE49-F238E27FC236}">
                <a16:creationId xmlns:a16="http://schemas.microsoft.com/office/drawing/2014/main" id="{9A682F4A-836A-42BD-B18F-482CDD9FE392}"/>
              </a:ext>
            </a:extLst>
          </p:cNvPr>
          <p:cNvSpPr>
            <a:spLocks noGrp="1"/>
          </p:cNvSpPr>
          <p:nvPr>
            <p:ph type="body" idx="9" hasCustomPrompt="1"/>
          </p:nvPr>
        </p:nvSpPr>
        <p:spPr>
          <a:xfrm>
            <a:off x="1" y="4364573"/>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0" name="Fourth Resp Text">
            <a:extLst>
              <a:ext uri="{FF2B5EF4-FFF2-40B4-BE49-F238E27FC236}">
                <a16:creationId xmlns:a16="http://schemas.microsoft.com/office/drawing/2014/main" id="{2A075B8F-DFA0-46B1-A70C-B12937892D4B}"/>
              </a:ext>
            </a:extLst>
          </p:cNvPr>
          <p:cNvSpPr>
            <a:spLocks noGrp="1"/>
          </p:cNvSpPr>
          <p:nvPr>
            <p:ph type="body" idx="10" hasCustomPrompt="1"/>
          </p:nvPr>
        </p:nvSpPr>
        <p:spPr>
          <a:xfrm>
            <a:off x="907950" y="4364573"/>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3" name="Fifth Resp #">
            <a:extLst>
              <a:ext uri="{FF2B5EF4-FFF2-40B4-BE49-F238E27FC236}">
                <a16:creationId xmlns:a16="http://schemas.microsoft.com/office/drawing/2014/main" id="{B3A4AC8A-DBAB-477E-8F79-6EFB6340CE48}"/>
              </a:ext>
            </a:extLst>
          </p:cNvPr>
          <p:cNvSpPr>
            <a:spLocks noGrp="1"/>
          </p:cNvSpPr>
          <p:nvPr>
            <p:ph type="body" idx="13" hasCustomPrompt="1"/>
          </p:nvPr>
        </p:nvSpPr>
        <p:spPr>
          <a:xfrm>
            <a:off x="1" y="5038055"/>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4" name="Fifth Resp Text">
            <a:extLst>
              <a:ext uri="{FF2B5EF4-FFF2-40B4-BE49-F238E27FC236}">
                <a16:creationId xmlns:a16="http://schemas.microsoft.com/office/drawing/2014/main" id="{0B4A450D-E822-44AA-8298-11D531D74483}"/>
              </a:ext>
            </a:extLst>
          </p:cNvPr>
          <p:cNvSpPr>
            <a:spLocks noGrp="1"/>
          </p:cNvSpPr>
          <p:nvPr>
            <p:ph type="body" idx="14" hasCustomPrompt="1"/>
          </p:nvPr>
        </p:nvSpPr>
        <p:spPr>
          <a:xfrm>
            <a:off x="907950" y="5038055"/>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5" name="Sixth Resp #">
            <a:extLst>
              <a:ext uri="{FF2B5EF4-FFF2-40B4-BE49-F238E27FC236}">
                <a16:creationId xmlns:a16="http://schemas.microsoft.com/office/drawing/2014/main" id="{4075988B-8657-4CA4-A4CB-EAEA7B298681}"/>
              </a:ext>
            </a:extLst>
          </p:cNvPr>
          <p:cNvSpPr>
            <a:spLocks noGrp="1"/>
          </p:cNvSpPr>
          <p:nvPr>
            <p:ph type="body" idx="15" hasCustomPrompt="1"/>
          </p:nvPr>
        </p:nvSpPr>
        <p:spPr>
          <a:xfrm>
            <a:off x="1" y="5711539"/>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6" name="Sixth Resp Text">
            <a:extLst>
              <a:ext uri="{FF2B5EF4-FFF2-40B4-BE49-F238E27FC236}">
                <a16:creationId xmlns:a16="http://schemas.microsoft.com/office/drawing/2014/main" id="{327445DD-9D42-491C-969B-C7919BE2E3F0}"/>
              </a:ext>
            </a:extLst>
          </p:cNvPr>
          <p:cNvSpPr>
            <a:spLocks noGrp="1"/>
          </p:cNvSpPr>
          <p:nvPr>
            <p:ph type="body" idx="16" hasCustomPrompt="1"/>
          </p:nvPr>
        </p:nvSpPr>
        <p:spPr>
          <a:xfrm>
            <a:off x="907950" y="5711539"/>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Tree>
    <p:custDataLst>
      <p:tags r:id="rId1"/>
    </p:custDataLst>
    <p:extLst>
      <p:ext uri="{BB962C8B-B14F-4D97-AF65-F5344CB8AC3E}">
        <p14:creationId xmlns:p14="http://schemas.microsoft.com/office/powerpoint/2010/main" val="275723851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tx" preserve="1">
  <p:cSld name="KC-Horizontal-Answer">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1A8961C4-E232-4CFC-9419-572E417488B7}"/>
              </a:ext>
            </a:extLst>
          </p:cNvPr>
          <p:cNvSpPr>
            <a:spLocks noGrp="1"/>
          </p:cNvSpPr>
          <p:nvPr>
            <p:ph type="title" idx="1" hasCustomPrompt="1"/>
          </p:nvPr>
        </p:nvSpPr>
        <p:spPr>
          <a:xfrm>
            <a:off x="179239" y="179881"/>
            <a:ext cx="11771597" cy="498849"/>
          </a:xfrm>
        </p:spPr>
        <p:txBody>
          <a:bodyPr/>
          <a:lstStyle>
            <a:lvl1pPr>
              <a:defRPr>
                <a:solidFill>
                  <a:schemeClr val="bg1"/>
                </a:solidFill>
                <a:latin typeface="Amazon Ember Display Heavy"/>
              </a:defRPr>
            </a:lvl1pPr>
          </a:lstStyle>
          <a:p>
            <a:r>
              <a:rPr lang="en-US" dirty="0"/>
              <a:t>Answer and explanation</a:t>
            </a:r>
          </a:p>
        </p:txBody>
      </p:sp>
      <p:sp>
        <p:nvSpPr>
          <p:cNvPr id="2" name="Question">
            <a:extLst>
              <a:ext uri="{FF2B5EF4-FFF2-40B4-BE49-F238E27FC236}">
                <a16:creationId xmlns:a16="http://schemas.microsoft.com/office/drawing/2014/main" id="{B4965E6E-0F4A-477A-B4B0-DF739088DCEC}"/>
              </a:ext>
            </a:extLst>
          </p:cNvPr>
          <p:cNvSpPr>
            <a:spLocks noGrp="1"/>
          </p:cNvSpPr>
          <p:nvPr>
            <p:ph type="body" idx="2" hasCustomPrompt="1"/>
          </p:nvPr>
        </p:nvSpPr>
        <p:spPr>
          <a:xfrm>
            <a:off x="179239" y="697780"/>
            <a:ext cx="11771597" cy="1405081"/>
          </a:xfrm>
          <a:noFill/>
        </p:spPr>
        <p:txBody>
          <a:bodyPr lIns="91440" tIns="0" rIns="91440" bIns="0">
            <a:norm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 4 responses can only have 1 correct response; 5 responses must have 2 correct responses; 6 responses must have 3 correct responses.</a:t>
            </a:r>
          </a:p>
        </p:txBody>
      </p:sp>
      <p:sp>
        <p:nvSpPr>
          <p:cNvPr id="12" name="Answer Header">
            <a:extLst>
              <a:ext uri="{FF2B5EF4-FFF2-40B4-BE49-F238E27FC236}">
                <a16:creationId xmlns:a16="http://schemas.microsoft.com/office/drawing/2014/main" id="{4CF18732-63A0-43A6-B5E9-C4F74190ED76}"/>
              </a:ext>
            </a:extLst>
          </p:cNvPr>
          <p:cNvSpPr>
            <a:spLocks noGrp="1"/>
          </p:cNvSpPr>
          <p:nvPr>
            <p:ph type="body" idx="12" hasCustomPrompt="1"/>
          </p:nvPr>
        </p:nvSpPr>
        <p:spPr>
          <a:xfrm>
            <a:off x="0" y="2043300"/>
            <a:ext cx="12192000" cy="312702"/>
          </a:xfrm>
          <a:noFill/>
          <a:ln>
            <a:noFill/>
          </a:ln>
        </p:spPr>
        <p:txBody>
          <a:bodyPr lIns="91440">
            <a:noAutofit/>
          </a:bodyPr>
          <a:lstStyle>
            <a:lvl1pPr marL="0" indent="0">
              <a:lnSpc>
                <a:spcPct val="100000"/>
              </a:lnSpc>
              <a:spcAft>
                <a:spcPts val="0"/>
              </a:spcAft>
              <a:buNone/>
              <a:defRPr sz="2000">
                <a:solidFill>
                  <a:schemeClr val="bg1"/>
                </a:solidFill>
              </a:defRPr>
            </a:lvl1pPr>
          </a:lstStyle>
          <a:p>
            <a:pPr lvl="0"/>
            <a:r>
              <a:rPr lang="en-US" dirty="0"/>
              <a:t>Type: The correct response is</a:t>
            </a:r>
          </a:p>
        </p:txBody>
      </p:sp>
      <p:sp>
        <p:nvSpPr>
          <p:cNvPr id="3" name="Answer Text">
            <a:extLst>
              <a:ext uri="{FF2B5EF4-FFF2-40B4-BE49-F238E27FC236}">
                <a16:creationId xmlns:a16="http://schemas.microsoft.com/office/drawing/2014/main" id="{35CD1FAE-5D7E-4F04-B017-89D4732E2444}"/>
              </a:ext>
            </a:extLst>
          </p:cNvPr>
          <p:cNvSpPr>
            <a:spLocks noGrp="1"/>
          </p:cNvSpPr>
          <p:nvPr>
            <p:ph type="body" idx="3" hasCustomPrompt="1"/>
          </p:nvPr>
        </p:nvSpPr>
        <p:spPr>
          <a:xfrm>
            <a:off x="907950" y="2356002"/>
            <a:ext cx="11245989" cy="4007816"/>
          </a:xfrm>
          <a:noFill/>
          <a:ln>
            <a:noFill/>
          </a:ln>
        </p:spPr>
        <p:txBody>
          <a:bodyPr lIns="91440" tIns="91440" rIns="182880" bIns="0" anchor="t"/>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pic>
        <p:nvPicPr>
          <p:cNvPr id="7" name="Copyright1">
            <a:extLst>
              <a:ext uri="{FF2B5EF4-FFF2-40B4-BE49-F238E27FC236}">
                <a16:creationId xmlns:a16="http://schemas.microsoft.com/office/drawing/2014/main" id="{2E0A46E6-23DB-43F3-BD7E-C4579838F24C}"/>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custDataLst>
      <p:tags r:id="rId1"/>
    </p:custDataLst>
    <p:extLst>
      <p:ext uri="{BB962C8B-B14F-4D97-AF65-F5344CB8AC3E}">
        <p14:creationId xmlns:p14="http://schemas.microsoft.com/office/powerpoint/2010/main" val="134293119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x" preserve="1">
  <p:cSld name="KC-Horz-Ans-Option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ED596AB2-A27E-4CAB-B6E0-353909D02FB1}"/>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1A8961C4-E232-4CFC-9419-572E417488B7}"/>
              </a:ext>
            </a:extLst>
          </p:cNvPr>
          <p:cNvSpPr>
            <a:spLocks noGrp="1"/>
          </p:cNvSpPr>
          <p:nvPr>
            <p:ph type="title" idx="1" hasCustomPrompt="1"/>
          </p:nvPr>
        </p:nvSpPr>
        <p:spPr>
          <a:xfrm>
            <a:off x="179239" y="179881"/>
            <a:ext cx="11771597" cy="498849"/>
          </a:xfrm>
        </p:spPr>
        <p:txBody>
          <a:bodyPr/>
          <a:lstStyle>
            <a:lvl1pPr>
              <a:defRPr>
                <a:solidFill>
                  <a:srgbClr val="232F3E"/>
                </a:solidFill>
                <a:latin typeface="Amazon Ember Display Heavy"/>
              </a:defRPr>
            </a:lvl1pPr>
          </a:lstStyle>
          <a:p>
            <a:r>
              <a:rPr lang="en-US" dirty="0"/>
              <a:t>Answer and explanation – Option 1 </a:t>
            </a:r>
          </a:p>
        </p:txBody>
      </p:sp>
      <p:sp>
        <p:nvSpPr>
          <p:cNvPr id="2" name="Question">
            <a:extLst>
              <a:ext uri="{FF2B5EF4-FFF2-40B4-BE49-F238E27FC236}">
                <a16:creationId xmlns:a16="http://schemas.microsoft.com/office/drawing/2014/main" id="{B4965E6E-0F4A-477A-B4B0-DF739088DCEC}"/>
              </a:ext>
            </a:extLst>
          </p:cNvPr>
          <p:cNvSpPr>
            <a:spLocks noGrp="1"/>
          </p:cNvSpPr>
          <p:nvPr>
            <p:ph type="body" idx="2" hasCustomPrompt="1"/>
          </p:nvPr>
        </p:nvSpPr>
        <p:spPr>
          <a:xfrm>
            <a:off x="179239" y="697781"/>
            <a:ext cx="11771597" cy="1345520"/>
          </a:xfrm>
          <a:noFill/>
        </p:spPr>
        <p:txBody>
          <a:bodyPr lIns="91440" tIns="0" rIns="91440" bIns="0">
            <a:norm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again – 4 responses can only have 1 correct response; 5 responses must have 2 correct responses; 6 responses must have 3 correct responses.</a:t>
            </a:r>
          </a:p>
        </p:txBody>
      </p:sp>
      <p:sp>
        <p:nvSpPr>
          <p:cNvPr id="12" name="Answer Header">
            <a:extLst>
              <a:ext uri="{FF2B5EF4-FFF2-40B4-BE49-F238E27FC236}">
                <a16:creationId xmlns:a16="http://schemas.microsoft.com/office/drawing/2014/main" id="{4CF18732-63A0-43A6-B5E9-C4F74190ED76}"/>
              </a:ext>
            </a:extLst>
          </p:cNvPr>
          <p:cNvSpPr>
            <a:spLocks noGrp="1"/>
          </p:cNvSpPr>
          <p:nvPr>
            <p:ph type="body" idx="12" hasCustomPrompt="1"/>
          </p:nvPr>
        </p:nvSpPr>
        <p:spPr>
          <a:xfrm>
            <a:off x="0" y="2043300"/>
            <a:ext cx="12192000" cy="312702"/>
          </a:xfrm>
          <a:noFill/>
          <a:ln>
            <a:noFill/>
          </a:ln>
        </p:spPr>
        <p:txBody>
          <a:bodyPr lIns="91440">
            <a:noAutofit/>
          </a:bodyPr>
          <a:lstStyle>
            <a:lvl1pPr marL="0" indent="0">
              <a:lnSpc>
                <a:spcPct val="100000"/>
              </a:lnSpc>
              <a:spcAft>
                <a:spcPts val="0"/>
              </a:spcAft>
              <a:buNone/>
              <a:defRPr sz="2000">
                <a:solidFill>
                  <a:schemeClr val="bg1"/>
                </a:solidFill>
              </a:defRPr>
            </a:lvl1pPr>
          </a:lstStyle>
          <a:p>
            <a:pPr lvl="0"/>
            <a:r>
              <a:rPr lang="en-US" dirty="0"/>
              <a:t>Type: The correct response is</a:t>
            </a:r>
          </a:p>
        </p:txBody>
      </p:sp>
      <p:sp>
        <p:nvSpPr>
          <p:cNvPr id="3" name="Answer Text">
            <a:extLst>
              <a:ext uri="{FF2B5EF4-FFF2-40B4-BE49-F238E27FC236}">
                <a16:creationId xmlns:a16="http://schemas.microsoft.com/office/drawing/2014/main" id="{35CD1FAE-5D7E-4F04-B017-89D4732E2444}"/>
              </a:ext>
            </a:extLst>
          </p:cNvPr>
          <p:cNvSpPr>
            <a:spLocks noGrp="1"/>
          </p:cNvSpPr>
          <p:nvPr>
            <p:ph type="body" idx="3" hasCustomPrompt="1"/>
          </p:nvPr>
        </p:nvSpPr>
        <p:spPr>
          <a:xfrm>
            <a:off x="907950" y="2356002"/>
            <a:ext cx="11245989" cy="4007816"/>
          </a:xfrm>
          <a:noFill/>
          <a:ln>
            <a:noFill/>
          </a:ln>
        </p:spPr>
        <p:txBody>
          <a:bodyPr lIns="91440" tIns="91440" rIns="182880" bIns="0" anchor="t"/>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spTree>
    <p:custDataLst>
      <p:tags r:id="rId1"/>
    </p:custDataLst>
    <p:extLst>
      <p:ext uri="{BB962C8B-B14F-4D97-AF65-F5344CB8AC3E}">
        <p14:creationId xmlns:p14="http://schemas.microsoft.com/office/powerpoint/2010/main" val="148023487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x" preserve="1">
  <p:cSld name="Title and Vertical Text">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7DCF8F5D-C71E-4E90-8FF1-79EC1779773B}"/>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and vertical text layout (international) </a:t>
            </a:r>
          </a:p>
        </p:txBody>
      </p:sp>
      <p:pic>
        <p:nvPicPr>
          <p:cNvPr id="99" name="Divider">
            <a:extLst>
              <a:ext uri="{FF2B5EF4-FFF2-40B4-BE49-F238E27FC236}">
                <a16:creationId xmlns:a16="http://schemas.microsoft.com/office/drawing/2014/main" id="{4367E5F6-DCA7-4FF7-A05C-EEBE6326C728}"/>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a:extLst>
              <a:ext uri="{FF2B5EF4-FFF2-40B4-BE49-F238E27FC236}">
                <a16:creationId xmlns:a16="http://schemas.microsoft.com/office/drawing/2014/main" id="{E03519C3-01DC-4A54-BFE9-0527DA2D5160}"/>
              </a:ext>
            </a:extLst>
          </p:cNvPr>
          <p:cNvSpPr>
            <a:spLocks noGrp="1"/>
          </p:cNvSpPr>
          <p:nvPr>
            <p:ph type="body" orient="vert" idx="2" hasCustomPrompt="1"/>
          </p:nvPr>
        </p:nvSpPr>
        <p:spPr>
          <a:xfrm>
            <a:off x="365760" y="1033070"/>
            <a:ext cx="11466576" cy="5389244"/>
          </a:xfrm>
        </p:spPr>
        <p:txBody>
          <a:bodyPr vert="eaVert">
            <a:noAutofit/>
          </a:bodyPr>
          <a:lstStyle>
            <a:lvl1pPr>
              <a:lnSpc>
                <a:spcPct val="100000"/>
              </a:lnSpc>
              <a:spcAft>
                <a:spcPts val="0"/>
              </a:spcAft>
              <a:defRPr sz="2400">
                <a:solidFill>
                  <a:srgbClr val="232F3E"/>
                </a:solidFill>
              </a:defRPr>
            </a:lvl1pPr>
            <a:lvl2pPr marL="457200" indent="-228600">
              <a:lnSpc>
                <a:spcPct val="100000"/>
              </a:lnSpc>
              <a:spcAft>
                <a:spcPts val="0"/>
              </a:spcAft>
              <a:defRPr sz="2000">
                <a:solidFill>
                  <a:srgbClr val="232F3E"/>
                </a:solidFill>
              </a:defRPr>
            </a:lvl2pPr>
            <a:lvl3pPr marL="684213" indent="-228600">
              <a:lnSpc>
                <a:spcPct val="100000"/>
              </a:lnSpc>
              <a:spcAft>
                <a:spcPts val="0"/>
              </a:spcAft>
              <a:defRPr sz="1800">
                <a:solidFill>
                  <a:srgbClr val="232F3E"/>
                </a:solidFill>
              </a:defRPr>
            </a:lvl3pPr>
            <a:lvl4pPr marL="914400" indent="-228600">
              <a:lnSpc>
                <a:spcPct val="100000"/>
              </a:lnSpc>
              <a:spcAft>
                <a:spcPts val="0"/>
              </a:spcAft>
              <a:defRPr sz="1600">
                <a:solidFill>
                  <a:srgbClr val="232F3E"/>
                </a:solidFill>
              </a:defRPr>
            </a:lvl4pPr>
            <a:lvl5pPr marL="1144588" indent="-228600">
              <a:lnSpc>
                <a:spcPct val="100000"/>
              </a:lnSpc>
              <a:spcAft>
                <a:spcPts val="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306978645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x" preserve="1">
  <p:cSld name="Vertical Title and Content">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62931EA5-40B0-4775-AC8C-735FB207C77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1FDB7DAC-24E1-411C-8D5F-3A7FDF188C1D}"/>
              </a:ext>
            </a:extLst>
          </p:cNvPr>
          <p:cNvSpPr>
            <a:spLocks noGrp="1"/>
          </p:cNvSpPr>
          <p:nvPr>
            <p:ph type="title" idx="1" hasCustomPrompt="1"/>
          </p:nvPr>
        </p:nvSpPr>
        <p:spPr>
          <a:xfrm rot="5400000">
            <a:off x="8202716" y="2805126"/>
            <a:ext cx="6127095" cy="1132145"/>
          </a:xfrm>
        </p:spPr>
        <p:txBody>
          <a:bodyPr/>
          <a:lstStyle>
            <a:lvl1pPr marL="0" marR="0" indent="0" algn="l" defTabSz="914400" rtl="0" eaLnBrk="1" fontAlgn="auto" latinLnBrk="0" hangingPunct="1">
              <a:spcBef>
                <a:spcPct val="0"/>
              </a:spcBef>
              <a:spcAft>
                <a:spcPts val="0"/>
              </a:spcAft>
              <a:buClrTx/>
              <a:buSzTx/>
              <a:buFontTx/>
              <a:buNone/>
              <a:tabLst/>
              <a:defRPr>
                <a:solidFill>
                  <a:srgbClr val="232F3E"/>
                </a:solidFill>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dirty="0"/>
              <a:t>Vertical title and text layout (international) </a:t>
            </a:r>
          </a:p>
        </p:txBody>
      </p:sp>
      <p:pic>
        <p:nvPicPr>
          <p:cNvPr id="99" name="Divider">
            <a:extLst>
              <a:ext uri="{FF2B5EF4-FFF2-40B4-BE49-F238E27FC236}">
                <a16:creationId xmlns:a16="http://schemas.microsoft.com/office/drawing/2014/main" id="{DA666032-E924-4402-8485-DDD5D20112FD}"/>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rot="5400000">
            <a:off x="7636951" y="3348031"/>
            <a:ext cx="6126480" cy="45720"/>
          </a:xfrm>
          <a:prstGeom prst="rect">
            <a:avLst/>
          </a:prstGeom>
        </p:spPr>
      </p:pic>
      <p:sp>
        <p:nvSpPr>
          <p:cNvPr id="2" name="Content">
            <a:extLst>
              <a:ext uri="{FF2B5EF4-FFF2-40B4-BE49-F238E27FC236}">
                <a16:creationId xmlns:a16="http://schemas.microsoft.com/office/drawing/2014/main" id="{E03519C3-01DC-4A54-BFE9-0527DA2D5160}"/>
              </a:ext>
            </a:extLst>
          </p:cNvPr>
          <p:cNvSpPr>
            <a:spLocks noGrp="1"/>
          </p:cNvSpPr>
          <p:nvPr>
            <p:ph type="body" orient="vert" idx="2" hasCustomPrompt="1"/>
          </p:nvPr>
        </p:nvSpPr>
        <p:spPr>
          <a:xfrm>
            <a:off x="365760" y="307649"/>
            <a:ext cx="10298328" cy="6127095"/>
          </a:xfrm>
        </p:spPr>
        <p:txBody>
          <a:bodyPr vert="eaVert">
            <a:noAutofit/>
          </a:bodyPr>
          <a:lstStyle>
            <a:lvl1pPr>
              <a:lnSpc>
                <a:spcPct val="100000"/>
              </a:lnSpc>
              <a:spcAft>
                <a:spcPts val="0"/>
              </a:spcAft>
              <a:defRPr sz="2400">
                <a:solidFill>
                  <a:srgbClr val="232F3E"/>
                </a:solidFill>
              </a:defRPr>
            </a:lvl1pPr>
            <a:lvl2pPr marL="457200" indent="-228600">
              <a:lnSpc>
                <a:spcPct val="100000"/>
              </a:lnSpc>
              <a:spcAft>
                <a:spcPts val="0"/>
              </a:spcAft>
              <a:defRPr sz="2000">
                <a:solidFill>
                  <a:srgbClr val="232F3E"/>
                </a:solidFill>
              </a:defRPr>
            </a:lvl2pPr>
            <a:lvl3pPr marL="684213" indent="-228600">
              <a:lnSpc>
                <a:spcPct val="100000"/>
              </a:lnSpc>
              <a:spcAft>
                <a:spcPts val="0"/>
              </a:spcAft>
              <a:defRPr sz="1800">
                <a:solidFill>
                  <a:srgbClr val="232F3E"/>
                </a:solidFill>
              </a:defRPr>
            </a:lvl3pPr>
            <a:lvl4pPr marL="914400" indent="-228600">
              <a:lnSpc>
                <a:spcPct val="100000"/>
              </a:lnSpc>
              <a:spcAft>
                <a:spcPts val="0"/>
              </a:spcAft>
              <a:defRPr sz="1600">
                <a:solidFill>
                  <a:srgbClr val="232F3E"/>
                </a:solidFill>
              </a:defRPr>
            </a:lvl4pPr>
            <a:lvl5pPr marL="1144588" indent="-228600">
              <a:lnSpc>
                <a:spcPct val="100000"/>
              </a:lnSpc>
              <a:spcAft>
                <a:spcPts val="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05136853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Custom Layout">
    <p:bg>
      <p:bgPr>
        <a:solidFill>
          <a:srgbClr val="330066"/>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4AA8AAC-8C22-4F3B-BDB0-E5CB0C9C0F7E}"/>
              </a:ext>
            </a:extLst>
          </p:cNvPr>
          <p:cNvSpPr txBox="1"/>
          <p:nvPr userDrawn="1"/>
        </p:nvSpPr>
        <p:spPr>
          <a:xfrm>
            <a:off x="495300" y="1074510"/>
            <a:ext cx="11201400" cy="4708981"/>
          </a:xfrm>
          <a:prstGeom prst="rect">
            <a:avLst/>
          </a:prstGeom>
          <a:noFill/>
        </p:spPr>
        <p:txBody>
          <a:bodyPr wrap="square" rtlCol="0">
            <a:spAutoFit/>
          </a:bodyPr>
          <a:lstStyle/>
          <a:p>
            <a:r>
              <a:rPr lang="en-US" sz="6000" b="1" dirty="0">
                <a:solidFill>
                  <a:schemeClr val="bg1"/>
                </a:solidFill>
              </a:rPr>
              <a:t>Don’t use this layout</a:t>
            </a:r>
          </a:p>
          <a:p>
            <a:endParaRPr lang="en-US" sz="6000" dirty="0">
              <a:solidFill>
                <a:schemeClr val="bg1"/>
              </a:solidFill>
            </a:endParaRPr>
          </a:p>
          <a:p>
            <a:r>
              <a:rPr lang="en-US" sz="6000" dirty="0">
                <a:solidFill>
                  <a:schemeClr val="bg1"/>
                </a:solidFill>
              </a:rPr>
              <a:t>Layouts that appear after this one in the slide master are specific to Academy.</a:t>
            </a:r>
          </a:p>
        </p:txBody>
      </p:sp>
    </p:spTree>
    <p:extLst>
      <p:ext uri="{BB962C8B-B14F-4D97-AF65-F5344CB8AC3E}">
        <p14:creationId xmlns:p14="http://schemas.microsoft.com/office/powerpoint/2010/main" val="15026345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opic Introduction Variant">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E7A23F66-1657-489E-8769-B7CCC9F020A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930176A1-BCF0-4712-97A6-6B495F55390B}" type="slidenum">
              <a:rPr lang="en-US" smtClean="0"/>
              <a:pPr/>
              <a:t>‹#›</a:t>
            </a:fld>
            <a:endParaRPr lang="en-US" dirty="0"/>
          </a:p>
        </p:txBody>
      </p:sp>
      <p:sp>
        <p:nvSpPr>
          <p:cNvPr id="4" name="Title">
            <a:extLst>
              <a:ext uri="{FF2B5EF4-FFF2-40B4-BE49-F238E27FC236}">
                <a16:creationId xmlns:a16="http://schemas.microsoft.com/office/drawing/2014/main" id="{F2D32D74-0FC6-414A-96C5-2549942CD64E}"/>
              </a:ext>
            </a:extLst>
          </p:cNvPr>
          <p:cNvSpPr>
            <a:spLocks noGrp="1"/>
          </p:cNvSpPr>
          <p:nvPr>
            <p:ph type="title" idx="1" hasCustomPrompt="1"/>
          </p:nvPr>
        </p:nvSpPr>
        <p:spPr>
          <a:xfrm>
            <a:off x="243242" y="292099"/>
            <a:ext cx="4062057" cy="1866901"/>
          </a:xfrm>
        </p:spPr>
        <p:txBody>
          <a:bodyPr anchor="t">
            <a:normAutofit/>
          </a:bodyPr>
          <a:lstStyle>
            <a:lvl1pPr algn="ctr">
              <a:defRPr sz="3600">
                <a:solidFill>
                  <a:schemeClr val="bg1"/>
                </a:solidFill>
                <a:latin typeface="Amazon Ember Display Heavy"/>
              </a:defRPr>
            </a:lvl1pPr>
          </a:lstStyle>
          <a:p>
            <a:r>
              <a:rPr lang="en-US" dirty="0"/>
              <a:t>Type title here</a:t>
            </a:r>
          </a:p>
        </p:txBody>
      </p:sp>
      <p:sp>
        <p:nvSpPr>
          <p:cNvPr id="3" name="Content">
            <a:extLst>
              <a:ext uri="{FF2B5EF4-FFF2-40B4-BE49-F238E27FC236}">
                <a16:creationId xmlns:a16="http://schemas.microsoft.com/office/drawing/2014/main" id="{E88E0D0B-F719-4929-9A45-08A3503393CA}"/>
              </a:ext>
            </a:extLst>
          </p:cNvPr>
          <p:cNvSpPr>
            <a:spLocks noGrp="1"/>
          </p:cNvSpPr>
          <p:nvPr>
            <p:ph type="body" idx="3" hasCustomPrompt="1"/>
          </p:nvPr>
        </p:nvSpPr>
        <p:spPr>
          <a:xfrm>
            <a:off x="4592635" y="292099"/>
            <a:ext cx="7239701" cy="6142651"/>
          </a:xfrm>
        </p:spPr>
        <p:txBody>
          <a:bodyPr>
            <a:normAutofit/>
          </a:bodyPr>
          <a:lstStyle>
            <a:lvl1pPr>
              <a:lnSpc>
                <a:spcPct val="100000"/>
              </a:lnSpc>
              <a:spcAft>
                <a:spcPts val="1200"/>
              </a:spcAft>
              <a:defRPr sz="2800">
                <a:solidFill>
                  <a:srgbClr val="232F3E"/>
                </a:solidFill>
                <a:latin typeface="+mn-lt"/>
              </a:defRPr>
            </a:lvl1pPr>
            <a:lvl2pPr marL="457200" indent="-228600">
              <a:lnSpc>
                <a:spcPct val="100000"/>
              </a:lnSpc>
              <a:spcAft>
                <a:spcPts val="1200"/>
              </a:spcAft>
              <a:defRPr sz="2400">
                <a:solidFill>
                  <a:srgbClr val="232F3E"/>
                </a:solidFill>
                <a:latin typeface="+mn-lt"/>
              </a:defRPr>
            </a:lvl2pPr>
            <a:lvl3pPr marL="684213" indent="-228600">
              <a:lnSpc>
                <a:spcPct val="100000"/>
              </a:lnSpc>
              <a:spcAft>
                <a:spcPts val="1200"/>
              </a:spcAft>
              <a:defRPr sz="2000">
                <a:solidFill>
                  <a:srgbClr val="232F3E"/>
                </a:solidFill>
                <a:latin typeface="+mn-lt"/>
              </a:defRPr>
            </a:lvl3pPr>
            <a:lvl4pPr marL="914400" indent="-228600">
              <a:lnSpc>
                <a:spcPct val="100000"/>
              </a:lnSpc>
              <a:spcAft>
                <a:spcPts val="1200"/>
              </a:spcAft>
              <a:defRPr sz="1800">
                <a:solidFill>
                  <a:srgbClr val="232F3E"/>
                </a:solidFill>
                <a:latin typeface="+mn-lt"/>
              </a:defRPr>
            </a:lvl4pPr>
            <a:lvl5pPr marL="1144588" indent="-228600">
              <a:lnSpc>
                <a:spcPct val="100000"/>
              </a:lnSpc>
              <a:spcAft>
                <a:spcPts val="1200"/>
              </a:spcAft>
              <a:defRPr sz="1800">
                <a:solidFill>
                  <a:srgbClr val="232F3E"/>
                </a:solidFill>
                <a:latin typeface="+mn-lt"/>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pic>
        <p:nvPicPr>
          <p:cNvPr id="7" name="Copyright1">
            <a:extLst>
              <a:ext uri="{FF2B5EF4-FFF2-40B4-BE49-F238E27FC236}">
                <a16:creationId xmlns:a16="http://schemas.microsoft.com/office/drawing/2014/main" id="{844CFF04-049D-40C7-9082-60C6CF7684A8}"/>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6009640" y="6468531"/>
            <a:ext cx="4610100" cy="267127"/>
          </a:xfrm>
          <a:prstGeom prst="rect">
            <a:avLst/>
          </a:prstGeom>
        </p:spPr>
      </p:pic>
    </p:spTree>
    <p:custDataLst>
      <p:tags r:id="rId1"/>
    </p:custDataLst>
    <p:extLst>
      <p:ext uri="{BB962C8B-B14F-4D97-AF65-F5344CB8AC3E}">
        <p14:creationId xmlns:p14="http://schemas.microsoft.com/office/powerpoint/2010/main" val="31910581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AcademyQuestion">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02D04820-1551-4DB8-9246-39CB8589969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0" y="185995"/>
            <a:ext cx="12192000" cy="535531"/>
          </a:xfrm>
        </p:spPr>
        <p:txBody>
          <a:bodyPr wrap="square" lIns="182880" rIns="182880">
            <a:spAutoFit/>
          </a:bodyPr>
          <a:lstStyle>
            <a:lvl1pPr>
              <a:lnSpc>
                <a:spcPct val="90000"/>
              </a:lnSpc>
              <a:spcAft>
                <a:spcPts val="0"/>
              </a:spcAft>
              <a:defRPr sz="3200">
                <a:solidFill>
                  <a:srgbClr val="232F3E"/>
                </a:solidFill>
                <a:latin typeface="Amazon Ember Display Heavy"/>
              </a:defRPr>
            </a:lvl1pPr>
          </a:lstStyle>
          <a:p>
            <a:r>
              <a:rPr lang="en-US" dirty="0"/>
              <a:t>Title and text column</a:t>
            </a:r>
          </a:p>
        </p:txBody>
      </p:sp>
      <p:sp>
        <p:nvSpPr>
          <p:cNvPr id="7" name="Text Placeholder 6">
            <a:extLst>
              <a:ext uri="{FF2B5EF4-FFF2-40B4-BE49-F238E27FC236}">
                <a16:creationId xmlns:a16="http://schemas.microsoft.com/office/drawing/2014/main" id="{4F12F17D-55AD-4982-8FE2-C0E80D143499}"/>
              </a:ext>
            </a:extLst>
          </p:cNvPr>
          <p:cNvSpPr>
            <a:spLocks noGrp="1"/>
          </p:cNvSpPr>
          <p:nvPr>
            <p:ph type="body" sz="quarter" idx="98" hasCustomPrompt="1"/>
          </p:nvPr>
        </p:nvSpPr>
        <p:spPr>
          <a:xfrm>
            <a:off x="0" y="721526"/>
            <a:ext cx="12192000" cy="1463040"/>
          </a:xfrm>
          <a:solidFill>
            <a:schemeClr val="accent1"/>
          </a:solidFill>
        </p:spPr>
        <p:txBody>
          <a:bodyPr lIns="182880" tIns="91440" rIns="182880" bIns="91440">
            <a:noAutofit/>
          </a:bodyPr>
          <a:lstStyle>
            <a:lvl1pPr marL="0" indent="0">
              <a:lnSpc>
                <a:spcPct val="100000"/>
              </a:lnSpc>
              <a:spcAft>
                <a:spcPts val="600"/>
              </a:spcAft>
              <a:buNone/>
              <a:defRPr sz="1600">
                <a:solidFill>
                  <a:schemeClr val="bg1"/>
                </a:solidFill>
              </a:defRPr>
            </a:lvl1pPr>
            <a:lvl2pPr marL="457200" indent="0">
              <a:buNone/>
              <a:defRPr sz="16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Enter question text here</a:t>
            </a:r>
          </a:p>
        </p:txBody>
      </p:sp>
    </p:spTree>
    <p:custDataLst>
      <p:tags r:id="rId1"/>
    </p:custDataLst>
    <p:extLst>
      <p:ext uri="{BB962C8B-B14F-4D97-AF65-F5344CB8AC3E}">
        <p14:creationId xmlns:p14="http://schemas.microsoft.com/office/powerpoint/2010/main" val="85658978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cSld name="Title, 2 Headers, and 2 Text Columns">
    <p:bg>
      <p:bgPr>
        <a:solidFill>
          <a:schemeClr val="bg1"/>
        </a:solidFill>
        <a:effectLst/>
      </p:bgPr>
    </p:bg>
    <p:spTree>
      <p:nvGrpSpPr>
        <p:cNvPr id="1" name=""/>
        <p:cNvGrpSpPr/>
        <p:nvPr/>
      </p:nvGrpSpPr>
      <p:grpSpPr>
        <a:xfrm>
          <a:off x="0" y="0"/>
          <a:ext cx="0" cy="0"/>
          <a:chOff x="0" y="0"/>
          <a:chExt cx="0" cy="0"/>
        </a:xfrm>
      </p:grpSpPr>
      <p:pic>
        <p:nvPicPr>
          <p:cNvPr id="99" name="Background">
            <a:extLst>
              <a:ext uri="{FF2B5EF4-FFF2-40B4-BE49-F238E27FC236}">
                <a16:creationId xmlns:a16="http://schemas.microsoft.com/office/drawing/2014/main" id="{12D9B9CA-678C-44DB-A29A-D7DA4A64C7B1}"/>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60" y="1053311"/>
            <a:ext cx="11460480" cy="440329"/>
          </a:xfrm>
          <a:prstGeom prst="rect">
            <a:avLst/>
          </a:prstGeom>
        </p:spPr>
      </p:pic>
      <p:sp>
        <p:nvSpPr>
          <p:cNvPr id="97" name="Slide Number">
            <a:extLst>
              <a:ext uri="{FF2B5EF4-FFF2-40B4-BE49-F238E27FC236}">
                <a16:creationId xmlns:a16="http://schemas.microsoft.com/office/drawing/2014/main" id="{BF7951DD-641A-4F55-851E-3A3DAE548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2 headers, and 2 text columns</a:t>
            </a:r>
          </a:p>
        </p:txBody>
      </p:sp>
      <p:sp>
        <p:nvSpPr>
          <p:cNvPr id="12" name="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3311"/>
            <a:ext cx="5669280" cy="440329"/>
          </a:xfrm>
          <a:no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2" name="Body1 Conten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563624"/>
            <a:ext cx="5669280" cy="4873752"/>
          </a:xfrm>
        </p:spPr>
        <p:txBody>
          <a:bodyPr>
            <a:noAutofit/>
          </a:bodyPr>
          <a:lstStyle>
            <a:lvl1pPr>
              <a:lnSpc>
                <a:spcPct val="100000"/>
              </a:lnSpc>
              <a:spcAft>
                <a:spcPts val="1200"/>
              </a:spcAft>
              <a:defRPr sz="2800">
                <a:solidFill>
                  <a:srgbClr val="232F3E"/>
                </a:solidFill>
                <a:latin typeface="Amazon Ember Display"/>
              </a:defRPr>
            </a:lvl1pPr>
            <a:lvl2pPr marL="457200" indent="-228600">
              <a:lnSpc>
                <a:spcPct val="100000"/>
              </a:lnSpc>
              <a:spcAft>
                <a:spcPts val="1200"/>
              </a:spcAft>
              <a:defRPr sz="2400">
                <a:solidFill>
                  <a:srgbClr val="232F3E"/>
                </a:solidFill>
                <a:latin typeface="Amazon Ember Display"/>
              </a:defRPr>
            </a:lvl2pPr>
            <a:lvl3pPr marL="684213" indent="-228600">
              <a:lnSpc>
                <a:spcPct val="100000"/>
              </a:lnSpc>
              <a:spcAft>
                <a:spcPts val="1200"/>
              </a:spcAft>
              <a:defRPr sz="2000">
                <a:solidFill>
                  <a:srgbClr val="232F3E"/>
                </a:solidFill>
                <a:latin typeface="Amazon Ember Display"/>
              </a:defRPr>
            </a:lvl3pPr>
            <a:lvl4pPr marL="914400" indent="-228600">
              <a:lnSpc>
                <a:spcPct val="100000"/>
              </a:lnSpc>
              <a:spcAft>
                <a:spcPts val="1200"/>
              </a:spcAft>
              <a:defRPr sz="1800">
                <a:solidFill>
                  <a:srgbClr val="232F3E"/>
                </a:solidFill>
                <a:latin typeface="Amazon Ember Display"/>
              </a:defRPr>
            </a:lvl4pPr>
            <a:lvl5pPr marL="1144588" indent="-228600">
              <a:lnSpc>
                <a:spcPct val="100000"/>
              </a:lnSpc>
              <a:spcAft>
                <a:spcPts val="1200"/>
              </a:spcAft>
              <a:defRPr sz="1800">
                <a:solidFill>
                  <a:srgbClr val="232F3E"/>
                </a:solidFill>
                <a:latin typeface="Amazon Ember Display"/>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3" name="Header Right">
            <a:extLst>
              <a:ext uri="{FF2B5EF4-FFF2-40B4-BE49-F238E27FC236}">
                <a16:creationId xmlns:a16="http://schemas.microsoft.com/office/drawing/2014/main" id="{08B6087B-5128-4D07-A02C-11A4D91176A4}"/>
              </a:ext>
            </a:extLst>
          </p:cNvPr>
          <p:cNvSpPr>
            <a:spLocks noGrp="1"/>
          </p:cNvSpPr>
          <p:nvPr>
            <p:ph type="body" idx="13" hasCustomPrompt="1"/>
          </p:nvPr>
        </p:nvSpPr>
        <p:spPr>
          <a:xfrm>
            <a:off x="6163056" y="1053311"/>
            <a:ext cx="5669280" cy="440329"/>
          </a:xfrm>
          <a:noFill/>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3" name="Content Right">
            <a:extLst>
              <a:ext uri="{FF2B5EF4-FFF2-40B4-BE49-F238E27FC236}">
                <a16:creationId xmlns:a16="http://schemas.microsoft.com/office/drawing/2014/main" id="{7F5B85B9-BABC-44F6-B2AE-99F02670D702}"/>
              </a:ext>
            </a:extLst>
          </p:cNvPr>
          <p:cNvSpPr>
            <a:spLocks noGrp="1"/>
          </p:cNvSpPr>
          <p:nvPr>
            <p:ph idx="3" hasCustomPrompt="1"/>
          </p:nvPr>
        </p:nvSpPr>
        <p:spPr>
          <a:xfrm>
            <a:off x="6163056" y="1563624"/>
            <a:ext cx="5669280" cy="4873752"/>
          </a:xfrm>
        </p:spPr>
        <p:txBody>
          <a:bodyPr>
            <a:noAutofit/>
          </a:bodyPr>
          <a:lstStyle>
            <a:lvl1pPr>
              <a:lnSpc>
                <a:spcPct val="100000"/>
              </a:lnSpc>
              <a:spcAft>
                <a:spcPts val="1200"/>
              </a:spcAft>
              <a:defRPr sz="2800">
                <a:solidFill>
                  <a:srgbClr val="232F3E"/>
                </a:solidFill>
                <a:latin typeface="Amazon Ember Display"/>
              </a:defRPr>
            </a:lvl1pPr>
            <a:lvl2pPr marL="457200" indent="-228600">
              <a:lnSpc>
                <a:spcPct val="100000"/>
              </a:lnSpc>
              <a:spcAft>
                <a:spcPts val="1200"/>
              </a:spcAft>
              <a:defRPr sz="2400">
                <a:solidFill>
                  <a:srgbClr val="232F3E"/>
                </a:solidFill>
                <a:latin typeface="Amazon Ember Display"/>
              </a:defRPr>
            </a:lvl2pPr>
            <a:lvl3pPr marL="684213" indent="-228600">
              <a:lnSpc>
                <a:spcPct val="100000"/>
              </a:lnSpc>
              <a:spcAft>
                <a:spcPts val="1200"/>
              </a:spcAft>
              <a:defRPr sz="2000">
                <a:solidFill>
                  <a:srgbClr val="232F3E"/>
                </a:solidFill>
                <a:latin typeface="Amazon Ember Display"/>
              </a:defRPr>
            </a:lvl3pPr>
            <a:lvl4pPr marL="914400" indent="-228600">
              <a:lnSpc>
                <a:spcPct val="100000"/>
              </a:lnSpc>
              <a:spcAft>
                <a:spcPts val="1200"/>
              </a:spcAft>
              <a:defRPr sz="1800">
                <a:solidFill>
                  <a:srgbClr val="232F3E"/>
                </a:solidFill>
                <a:latin typeface="Amazon Ember Display"/>
              </a:defRPr>
            </a:lvl4pPr>
            <a:lvl5pPr marL="1144588" indent="-228600">
              <a:lnSpc>
                <a:spcPct val="100000"/>
              </a:lnSpc>
              <a:spcAft>
                <a:spcPts val="1200"/>
              </a:spcAft>
              <a:defRPr sz="1800">
                <a:solidFill>
                  <a:srgbClr val="232F3E"/>
                </a:solidFill>
                <a:latin typeface="Amazon Ember Display"/>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14503159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1D95C62C-EA11-4B27-9639-F8BCE11725B6}"/>
              </a:ext>
            </a:extLst>
          </p:cNvPr>
          <p:cNvSpPr>
            <a:spLocks noGrp="1"/>
          </p:cNvSpPr>
          <p:nvPr>
            <p:ph type="title" idx="1" hasCustomPrompt="1"/>
          </p:nvPr>
        </p:nvSpPr>
        <p:spPr>
          <a:xfrm>
            <a:off x="457200" y="1051560"/>
            <a:ext cx="11375136" cy="1673352"/>
          </a:xfrm>
        </p:spPr>
        <p:txBody>
          <a:bodyPr anchor="b">
            <a:normAutofit/>
          </a:bodyPr>
          <a:lstStyle>
            <a:lvl1pPr algn="l">
              <a:spcBef>
                <a:spcPts val="0"/>
              </a:spcBef>
              <a:spcAft>
                <a:spcPts val="0"/>
              </a:spcAft>
              <a:defRPr sz="4800">
                <a:solidFill>
                  <a:schemeClr val="bg1"/>
                </a:solidFill>
                <a:latin typeface="Amazon Ember Display Heavy"/>
              </a:defRPr>
            </a:lvl1pPr>
          </a:lstStyle>
          <a:p>
            <a:r>
              <a:rPr lang="en-US" dirty="0"/>
              <a:t>Enter Module Title</a:t>
            </a:r>
          </a:p>
        </p:txBody>
      </p:sp>
      <p:sp>
        <p:nvSpPr>
          <p:cNvPr id="2" name="Subtitle">
            <a:extLst>
              <a:ext uri="{FF2B5EF4-FFF2-40B4-BE49-F238E27FC236}">
                <a16:creationId xmlns:a16="http://schemas.microsoft.com/office/drawing/2014/main" id="{5306A075-06B6-4644-A82F-DAE4D29918FB}"/>
              </a:ext>
            </a:extLst>
          </p:cNvPr>
          <p:cNvSpPr>
            <a:spLocks noGrp="1"/>
          </p:cNvSpPr>
          <p:nvPr>
            <p:ph type="body" idx="2" hasCustomPrompt="1"/>
          </p:nvPr>
        </p:nvSpPr>
        <p:spPr>
          <a:xfrm>
            <a:off x="457200" y="2772920"/>
            <a:ext cx="5500255" cy="1755648"/>
          </a:xfrm>
        </p:spPr>
        <p:txBody>
          <a:bodyPr>
            <a:normAutofit/>
          </a:bodyPr>
          <a:lstStyle>
            <a:lvl1pPr marL="0" indent="0" algn="l">
              <a:spcBef>
                <a:spcPts val="0"/>
              </a:spcBef>
              <a:spcAft>
                <a:spcPts val="0"/>
              </a:spcAft>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Course Title</a:t>
            </a:r>
          </a:p>
        </p:txBody>
      </p:sp>
      <p:pic>
        <p:nvPicPr>
          <p:cNvPr id="4" name="Copyright2">
            <a:extLst>
              <a:ext uri="{FF2B5EF4-FFF2-40B4-BE49-F238E27FC236}">
                <a16:creationId xmlns:a16="http://schemas.microsoft.com/office/drawing/2014/main" id="{A2C3C3E5-7849-41DF-885A-361FFB68A8BE}"/>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extLst>
      <p:ext uri="{BB962C8B-B14F-4D97-AF65-F5344CB8AC3E}">
        <p14:creationId xmlns:p14="http://schemas.microsoft.com/office/powerpoint/2010/main" val="31696141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Slide Varia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1D95C62C-EA11-4B27-9639-F8BCE11725B6}"/>
              </a:ext>
            </a:extLst>
          </p:cNvPr>
          <p:cNvSpPr>
            <a:spLocks noGrp="1"/>
          </p:cNvSpPr>
          <p:nvPr>
            <p:ph type="title" idx="1" hasCustomPrompt="1"/>
          </p:nvPr>
        </p:nvSpPr>
        <p:spPr>
          <a:xfrm>
            <a:off x="457200" y="2503472"/>
            <a:ext cx="8946292" cy="1673352"/>
          </a:xfrm>
        </p:spPr>
        <p:txBody>
          <a:bodyPr anchor="b">
            <a:normAutofit/>
          </a:bodyPr>
          <a:lstStyle>
            <a:lvl1pPr algn="l">
              <a:spcBef>
                <a:spcPts val="0"/>
              </a:spcBef>
              <a:spcAft>
                <a:spcPts val="0"/>
              </a:spcAft>
              <a:defRPr sz="4800">
                <a:solidFill>
                  <a:schemeClr val="bg1"/>
                </a:solidFill>
                <a:latin typeface="Amazon Ember Display Heavy"/>
              </a:defRPr>
            </a:lvl1pPr>
          </a:lstStyle>
          <a:p>
            <a:r>
              <a:rPr lang="en-US" dirty="0"/>
              <a:t>Enter Module Title</a:t>
            </a:r>
          </a:p>
        </p:txBody>
      </p:sp>
      <p:sp>
        <p:nvSpPr>
          <p:cNvPr id="2" name="Subtitle">
            <a:extLst>
              <a:ext uri="{FF2B5EF4-FFF2-40B4-BE49-F238E27FC236}">
                <a16:creationId xmlns:a16="http://schemas.microsoft.com/office/drawing/2014/main" id="{5306A075-06B6-4644-A82F-DAE4D29918FB}"/>
              </a:ext>
            </a:extLst>
          </p:cNvPr>
          <p:cNvSpPr>
            <a:spLocks noGrp="1"/>
          </p:cNvSpPr>
          <p:nvPr>
            <p:ph type="body" idx="2" hasCustomPrompt="1"/>
          </p:nvPr>
        </p:nvSpPr>
        <p:spPr>
          <a:xfrm>
            <a:off x="457200" y="4224832"/>
            <a:ext cx="8946292" cy="995898"/>
          </a:xfrm>
        </p:spPr>
        <p:txBody>
          <a:bodyPr>
            <a:normAutofit/>
          </a:bodyPr>
          <a:lstStyle>
            <a:lvl1pPr marL="0" indent="0" algn="l">
              <a:spcBef>
                <a:spcPts val="0"/>
              </a:spcBef>
              <a:spcAft>
                <a:spcPts val="0"/>
              </a:spcAft>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Course Title</a:t>
            </a:r>
          </a:p>
        </p:txBody>
      </p:sp>
      <p:pic>
        <p:nvPicPr>
          <p:cNvPr id="4" name="Copyright2">
            <a:extLst>
              <a:ext uri="{FF2B5EF4-FFF2-40B4-BE49-F238E27FC236}">
                <a16:creationId xmlns:a16="http://schemas.microsoft.com/office/drawing/2014/main" id="{D92B13EB-841E-4A00-B345-D5601EDE0664}"/>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extLst>
      <p:ext uri="{BB962C8B-B14F-4D97-AF65-F5344CB8AC3E}">
        <p14:creationId xmlns:p14="http://schemas.microsoft.com/office/powerpoint/2010/main" val="283694550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1D95C62C-EA11-4B27-9639-F8BCE11725B6}"/>
              </a:ext>
            </a:extLst>
          </p:cNvPr>
          <p:cNvSpPr>
            <a:spLocks noGrp="1"/>
          </p:cNvSpPr>
          <p:nvPr>
            <p:ph type="title" idx="1" hasCustomPrompt="1"/>
          </p:nvPr>
        </p:nvSpPr>
        <p:spPr>
          <a:xfrm>
            <a:off x="457200" y="2545492"/>
            <a:ext cx="6456405" cy="2446876"/>
          </a:xfrm>
        </p:spPr>
        <p:txBody>
          <a:bodyPr anchor="b">
            <a:normAutofit/>
          </a:bodyPr>
          <a:lstStyle>
            <a:lvl1pPr algn="l">
              <a:spcBef>
                <a:spcPts val="0"/>
              </a:spcBef>
              <a:spcAft>
                <a:spcPts val="0"/>
              </a:spcAft>
              <a:defRPr sz="4800">
                <a:solidFill>
                  <a:schemeClr val="bg1"/>
                </a:solidFill>
                <a:latin typeface="Amazon Ember Display Heavy"/>
              </a:defRPr>
            </a:lvl1pPr>
          </a:lstStyle>
          <a:p>
            <a:r>
              <a:rPr lang="en-US" dirty="0"/>
              <a:t>Enter section title</a:t>
            </a:r>
          </a:p>
        </p:txBody>
      </p:sp>
      <p:sp>
        <p:nvSpPr>
          <p:cNvPr id="2" name="Subtitle">
            <a:extLst>
              <a:ext uri="{FF2B5EF4-FFF2-40B4-BE49-F238E27FC236}">
                <a16:creationId xmlns:a16="http://schemas.microsoft.com/office/drawing/2014/main" id="{5306A075-06B6-4644-A82F-DAE4D29918FB}"/>
              </a:ext>
            </a:extLst>
          </p:cNvPr>
          <p:cNvSpPr>
            <a:spLocks noGrp="1"/>
          </p:cNvSpPr>
          <p:nvPr>
            <p:ph type="body" idx="2" hasCustomPrompt="1"/>
          </p:nvPr>
        </p:nvSpPr>
        <p:spPr>
          <a:xfrm>
            <a:off x="457200" y="5040376"/>
            <a:ext cx="6456405" cy="995898"/>
          </a:xfrm>
        </p:spPr>
        <p:txBody>
          <a:bodyPr>
            <a:normAutofit/>
          </a:bodyPr>
          <a:lstStyle>
            <a:lvl1pPr marL="0" indent="0" algn="l">
              <a:spcBef>
                <a:spcPts val="0"/>
              </a:spcBef>
              <a:spcAft>
                <a:spcPts val="0"/>
              </a:spcAft>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Module Title</a:t>
            </a:r>
          </a:p>
        </p:txBody>
      </p:sp>
      <p:pic>
        <p:nvPicPr>
          <p:cNvPr id="6" name="Copyright2">
            <a:extLst>
              <a:ext uri="{FF2B5EF4-FFF2-40B4-BE49-F238E27FC236}">
                <a16:creationId xmlns:a16="http://schemas.microsoft.com/office/drawing/2014/main" id="{0D082EC7-0F32-4BFC-8B4A-CF754ECE0188}"/>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1151752" y="6446520"/>
            <a:ext cx="4610100" cy="311150"/>
          </a:xfrm>
          <a:prstGeom prst="rect">
            <a:avLst/>
          </a:prstGeom>
        </p:spPr>
      </p:pic>
    </p:spTree>
    <p:extLst>
      <p:ext uri="{BB962C8B-B14F-4D97-AF65-F5344CB8AC3E}">
        <p14:creationId xmlns:p14="http://schemas.microsoft.com/office/powerpoint/2010/main" val="296935321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p:cSld name="Section Slide Variant">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1D95C62C-EA11-4B27-9639-F8BCE11725B6}"/>
              </a:ext>
            </a:extLst>
          </p:cNvPr>
          <p:cNvSpPr>
            <a:spLocks noGrp="1"/>
          </p:cNvSpPr>
          <p:nvPr>
            <p:ph type="title" idx="1" hasCustomPrompt="1"/>
          </p:nvPr>
        </p:nvSpPr>
        <p:spPr>
          <a:xfrm>
            <a:off x="457200" y="2545492"/>
            <a:ext cx="11375136" cy="2446876"/>
          </a:xfrm>
        </p:spPr>
        <p:txBody>
          <a:bodyPr anchor="b">
            <a:normAutofit/>
          </a:bodyPr>
          <a:lstStyle>
            <a:lvl1pPr algn="l">
              <a:spcBef>
                <a:spcPts val="0"/>
              </a:spcBef>
              <a:spcAft>
                <a:spcPts val="0"/>
              </a:spcAft>
              <a:defRPr sz="4800">
                <a:solidFill>
                  <a:schemeClr val="bg1"/>
                </a:solidFill>
                <a:latin typeface="Amazon Ember Display Heavy"/>
              </a:defRPr>
            </a:lvl1pPr>
          </a:lstStyle>
          <a:p>
            <a:r>
              <a:rPr lang="en-US" dirty="0"/>
              <a:t>Enter section title</a:t>
            </a:r>
          </a:p>
        </p:txBody>
      </p:sp>
      <p:sp>
        <p:nvSpPr>
          <p:cNvPr id="2" name="Subtitle">
            <a:extLst>
              <a:ext uri="{FF2B5EF4-FFF2-40B4-BE49-F238E27FC236}">
                <a16:creationId xmlns:a16="http://schemas.microsoft.com/office/drawing/2014/main" id="{5306A075-06B6-4644-A82F-DAE4D29918FB}"/>
              </a:ext>
            </a:extLst>
          </p:cNvPr>
          <p:cNvSpPr>
            <a:spLocks noGrp="1"/>
          </p:cNvSpPr>
          <p:nvPr>
            <p:ph type="subTitle" idx="2" hasCustomPrompt="1"/>
          </p:nvPr>
        </p:nvSpPr>
        <p:spPr>
          <a:xfrm>
            <a:off x="457200" y="5040376"/>
            <a:ext cx="11375136" cy="995898"/>
          </a:xfrm>
        </p:spPr>
        <p:txBody>
          <a:bodyPr>
            <a:normAutofit/>
          </a:bodyPr>
          <a:lstStyle>
            <a:lvl1pPr marL="0" indent="0" algn="l">
              <a:spcBef>
                <a:spcPts val="0"/>
              </a:spcBef>
              <a:spcAft>
                <a:spcPts val="0"/>
              </a:spcAft>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Module Title</a:t>
            </a:r>
          </a:p>
        </p:txBody>
      </p:sp>
      <p:pic>
        <p:nvPicPr>
          <p:cNvPr id="6" name="Copyright1">
            <a:extLst>
              <a:ext uri="{FF2B5EF4-FFF2-40B4-BE49-F238E27FC236}">
                <a16:creationId xmlns:a16="http://schemas.microsoft.com/office/drawing/2014/main" id="{778EE4E8-00C6-48DD-8835-1470B6038F0A}"/>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custDataLst>
      <p:tags r:id="rId1"/>
    </p:custDataLst>
    <p:extLst>
      <p:ext uri="{BB962C8B-B14F-4D97-AF65-F5344CB8AC3E}">
        <p14:creationId xmlns:p14="http://schemas.microsoft.com/office/powerpoint/2010/main" val="304457532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type="secHead" preserve="1">
  <p:cSld name="Module Outlin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DABD6F48-2C14-445B-9FF5-34BB44186A53}"/>
              </a:ext>
            </a:extLst>
          </p:cNvPr>
          <p:cNvSpPr>
            <a:spLocks noGrp="1"/>
          </p:cNvSpPr>
          <p:nvPr>
            <p:ph type="sldNum" idx="97"/>
          </p:nvPr>
        </p:nvSpPr>
        <p:spPr>
          <a:xfrm>
            <a:off x="11347704" y="6446520"/>
            <a:ext cx="484632" cy="228600"/>
          </a:xfrm>
        </p:spPr>
        <p:txBody>
          <a:bodyPr/>
          <a:lstStyle>
            <a:lvl1pPr>
              <a:defRPr>
                <a:solidFill>
                  <a:srgbClr val="232F3E"/>
                </a:solidFill>
                <a:latin typeface="+mn-lt"/>
              </a:defRPr>
            </a:lvl1pPr>
          </a:lstStyle>
          <a:p>
            <a:fld id="{4037B1B0-0345-4E15-985A-6BECCDBE474F}" type="slidenum">
              <a:rPr lang="en-US" smtClean="0"/>
              <a:pPr/>
              <a:t>‹#›</a:t>
            </a:fld>
            <a:endParaRPr lang="en-US" dirty="0"/>
          </a:p>
        </p:txBody>
      </p:sp>
      <p:sp>
        <p:nvSpPr>
          <p:cNvPr id="2" name="Module  Title">
            <a:extLst>
              <a:ext uri="{FF2B5EF4-FFF2-40B4-BE49-F238E27FC236}">
                <a16:creationId xmlns:a16="http://schemas.microsoft.com/office/drawing/2014/main" id="{3994D76F-ED98-46E1-ABB9-199672C46C02}"/>
              </a:ext>
            </a:extLst>
          </p:cNvPr>
          <p:cNvSpPr>
            <a:spLocks noGrp="1"/>
          </p:cNvSpPr>
          <p:nvPr>
            <p:ph type="body" idx="2" hasCustomPrompt="1"/>
          </p:nvPr>
        </p:nvSpPr>
        <p:spPr>
          <a:xfrm>
            <a:off x="365760" y="1123950"/>
            <a:ext cx="11634787" cy="388938"/>
          </a:xfrm>
        </p:spPr>
        <p:txBody>
          <a:bodyPr anchor="ctr" anchorCtr="0">
            <a:noAutofit/>
          </a:bodyPr>
          <a:lstStyle>
            <a:lvl1pPr marL="0" indent="0">
              <a:spcBef>
                <a:spcPts val="0"/>
              </a:spcBef>
              <a:spcAft>
                <a:spcPts val="0"/>
              </a:spcAft>
              <a:buNone/>
              <a:defRPr sz="2000">
                <a:solidFill>
                  <a:schemeClr val="bg1"/>
                </a:solidFill>
                <a:latin typeface="+mn-lt"/>
              </a:defRPr>
            </a:lvl1pPr>
          </a:lstStyle>
          <a:p>
            <a:pPr lvl="0"/>
            <a:r>
              <a:rPr lang="en-US" dirty="0"/>
              <a:t>Enter Module Title</a:t>
            </a:r>
          </a:p>
        </p:txBody>
      </p:sp>
      <p:sp>
        <p:nvSpPr>
          <p:cNvPr id="4" name="Section Title">
            <a:extLst>
              <a:ext uri="{FF2B5EF4-FFF2-40B4-BE49-F238E27FC236}">
                <a16:creationId xmlns:a16="http://schemas.microsoft.com/office/drawing/2014/main" id="{44A0A5D8-940C-44D0-9D06-4C68FEF7413D}"/>
              </a:ext>
            </a:extLst>
          </p:cNvPr>
          <p:cNvSpPr>
            <a:spLocks noGrp="1"/>
          </p:cNvSpPr>
          <p:nvPr>
            <p:ph type="title" idx="1" hasCustomPrompt="1"/>
          </p:nvPr>
        </p:nvSpPr>
        <p:spPr>
          <a:xfrm>
            <a:off x="365760" y="1541983"/>
            <a:ext cx="8547012" cy="1188720"/>
          </a:xfrm>
        </p:spPr>
        <p:txBody>
          <a:bodyPr/>
          <a:lstStyle>
            <a:lvl1pPr>
              <a:spcBef>
                <a:spcPts val="0"/>
              </a:spcBef>
              <a:spcAft>
                <a:spcPts val="0"/>
              </a:spcAft>
              <a:defRPr>
                <a:solidFill>
                  <a:schemeClr val="bg1"/>
                </a:solidFill>
                <a:latin typeface="Amazon Ember Display Heavy"/>
              </a:defRPr>
            </a:lvl1pPr>
          </a:lstStyle>
          <a:p>
            <a:r>
              <a:rPr lang="en-US" dirty="0"/>
              <a:t>Enter section title</a:t>
            </a:r>
          </a:p>
        </p:txBody>
      </p:sp>
      <p:sp>
        <p:nvSpPr>
          <p:cNvPr id="3" name="Module Outline">
            <a:extLst>
              <a:ext uri="{FF2B5EF4-FFF2-40B4-BE49-F238E27FC236}">
                <a16:creationId xmlns:a16="http://schemas.microsoft.com/office/drawing/2014/main" id="{91A6C2FB-ED41-4361-926E-A4180B7A0A60}"/>
              </a:ext>
            </a:extLst>
          </p:cNvPr>
          <p:cNvSpPr>
            <a:spLocks noGrp="1"/>
          </p:cNvSpPr>
          <p:nvPr>
            <p:ph type="body" idx="3" hasCustomPrompt="1"/>
          </p:nvPr>
        </p:nvSpPr>
        <p:spPr>
          <a:xfrm>
            <a:off x="914400" y="2743200"/>
            <a:ext cx="7998372" cy="3657600"/>
          </a:xfrm>
        </p:spPr>
        <p:txBody>
          <a:bodyPr/>
          <a:lstStyle>
            <a:lvl1pPr marL="0" indent="0">
              <a:spcBef>
                <a:spcPts val="0"/>
              </a:spcBef>
              <a:spcAft>
                <a:spcPts val="600"/>
              </a:spcAft>
              <a:buNone/>
              <a:defRPr>
                <a:solidFill>
                  <a:schemeClr val="bg1"/>
                </a:solidFill>
                <a:latin typeface="+mn-lt"/>
              </a:defRPr>
            </a:lvl1pPr>
          </a:lstStyle>
          <a:p>
            <a:pPr lvl="0"/>
            <a:r>
              <a:rPr lang="en-US" dirty="0"/>
              <a:t>Enter topic list</a:t>
            </a:r>
          </a:p>
        </p:txBody>
      </p:sp>
      <p:pic>
        <p:nvPicPr>
          <p:cNvPr id="7" name="Copyright1">
            <a:extLst>
              <a:ext uri="{FF2B5EF4-FFF2-40B4-BE49-F238E27FC236}">
                <a16:creationId xmlns:a16="http://schemas.microsoft.com/office/drawing/2014/main" id="{90A2DFBB-3003-4080-87A9-825455A89862}"/>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3799983" y="6446519"/>
            <a:ext cx="4610100" cy="311150"/>
          </a:xfrm>
          <a:prstGeom prst="rect">
            <a:avLst/>
          </a:prstGeom>
        </p:spPr>
      </p:pic>
    </p:spTree>
    <p:extLst>
      <p:ext uri="{BB962C8B-B14F-4D97-AF65-F5344CB8AC3E}">
        <p14:creationId xmlns:p14="http://schemas.microsoft.com/office/powerpoint/2010/main" val="188515262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type="secHead" preserve="1">
  <p:cSld name="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FEA5D771-1E37-4674-A454-5B6A887E81B8}"/>
              </a:ext>
            </a:extLst>
          </p:cNvPr>
          <p:cNvSpPr>
            <a:spLocks noGrp="1"/>
          </p:cNvSpPr>
          <p:nvPr>
            <p:ph type="title" idx="1" hasCustomPrompt="1"/>
          </p:nvPr>
        </p:nvSpPr>
        <p:spPr>
          <a:xfrm>
            <a:off x="365760" y="1709738"/>
            <a:ext cx="11472013" cy="3609846"/>
          </a:xfrm>
        </p:spPr>
        <p:txBody>
          <a:bodyPr anchor="ctr">
            <a:normAutofit/>
          </a:bodyPr>
          <a:lstStyle>
            <a:lvl1pPr>
              <a:spcBef>
                <a:spcPts val="0"/>
              </a:spcBef>
              <a:spcAft>
                <a:spcPts val="0"/>
              </a:spcAft>
              <a:defRPr sz="4000">
                <a:solidFill>
                  <a:schemeClr val="bg1"/>
                </a:solidFill>
                <a:latin typeface="Amazon Ember Display Heavy"/>
              </a:defRPr>
            </a:lvl1pPr>
          </a:lstStyle>
          <a:p>
            <a:r>
              <a:rPr lang="en-US" dirty="0"/>
              <a:t>“Enter quote”</a:t>
            </a:r>
          </a:p>
        </p:txBody>
      </p:sp>
      <p:sp>
        <p:nvSpPr>
          <p:cNvPr id="2" name="Attribution">
            <a:extLst>
              <a:ext uri="{FF2B5EF4-FFF2-40B4-BE49-F238E27FC236}">
                <a16:creationId xmlns:a16="http://schemas.microsoft.com/office/drawing/2014/main" id="{0DEABB21-C29F-4E2E-AADE-6FBA5EF95AF4}"/>
              </a:ext>
            </a:extLst>
          </p:cNvPr>
          <p:cNvSpPr>
            <a:spLocks noGrp="1"/>
          </p:cNvSpPr>
          <p:nvPr>
            <p:ph type="body" idx="2" hasCustomPrompt="1"/>
          </p:nvPr>
        </p:nvSpPr>
        <p:spPr>
          <a:xfrm>
            <a:off x="365760" y="5319584"/>
            <a:ext cx="11472013" cy="770066"/>
          </a:xfrm>
        </p:spPr>
        <p:txBody>
          <a:bodyPr/>
          <a:lstStyle>
            <a:lvl1pPr marL="0" indent="0">
              <a:spcBef>
                <a:spcPts val="0"/>
              </a:spcBef>
              <a:spcAft>
                <a:spcPts val="0"/>
              </a:spcAft>
              <a:buNone/>
              <a:defRPr sz="2800">
                <a:solidFill>
                  <a:schemeClr val="bg1"/>
                </a:solidFill>
              </a:defRPr>
            </a:lvl1pPr>
          </a:lstStyle>
          <a:p>
            <a:r>
              <a:rPr lang="en-US" dirty="0"/>
              <a:t>Attribution</a:t>
            </a:r>
          </a:p>
        </p:txBody>
      </p:sp>
      <p:pic>
        <p:nvPicPr>
          <p:cNvPr id="6" name="Copyright2">
            <a:extLst>
              <a:ext uri="{FF2B5EF4-FFF2-40B4-BE49-F238E27FC236}">
                <a16:creationId xmlns:a16="http://schemas.microsoft.com/office/drawing/2014/main" id="{7D4186D3-C2B3-4D1D-8DF1-801C1A413D21}"/>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extLst>
      <p:ext uri="{BB962C8B-B14F-4D97-AF65-F5344CB8AC3E}">
        <p14:creationId xmlns:p14="http://schemas.microsoft.com/office/powerpoint/2010/main" val="329750507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p:cSld name="Topic Introductio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E7A23F66-1657-489E-8769-B7CCC9F020A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930176A1-BCF0-4712-97A6-6B495F55390B}" type="slidenum">
              <a:rPr lang="en-US" smtClean="0"/>
              <a:pPr/>
              <a:t>‹#›</a:t>
            </a:fld>
            <a:endParaRPr lang="en-US" dirty="0"/>
          </a:p>
        </p:txBody>
      </p:sp>
      <p:sp>
        <p:nvSpPr>
          <p:cNvPr id="4" name="Title">
            <a:extLst>
              <a:ext uri="{FF2B5EF4-FFF2-40B4-BE49-F238E27FC236}">
                <a16:creationId xmlns:a16="http://schemas.microsoft.com/office/drawing/2014/main" id="{F2D32D74-0FC6-414A-96C5-2549942CD64E}"/>
              </a:ext>
            </a:extLst>
          </p:cNvPr>
          <p:cNvSpPr>
            <a:spLocks noGrp="1"/>
          </p:cNvSpPr>
          <p:nvPr>
            <p:ph type="title" idx="1" hasCustomPrompt="1"/>
          </p:nvPr>
        </p:nvSpPr>
        <p:spPr>
          <a:xfrm>
            <a:off x="243242" y="292099"/>
            <a:ext cx="4062057" cy="1866901"/>
          </a:xfrm>
        </p:spPr>
        <p:txBody>
          <a:bodyPr anchor="t">
            <a:noAutofit/>
          </a:bodyPr>
          <a:lstStyle>
            <a:lvl1pPr algn="ctr">
              <a:defRPr sz="3600">
                <a:solidFill>
                  <a:srgbClr val="F1F3F3"/>
                </a:solidFill>
                <a:latin typeface="Amazon Ember Display Heavy"/>
              </a:defRPr>
            </a:lvl1pPr>
          </a:lstStyle>
          <a:p>
            <a:r>
              <a:rPr lang="en-US" dirty="0"/>
              <a:t>Type title here</a:t>
            </a:r>
          </a:p>
        </p:txBody>
      </p:sp>
      <p:sp>
        <p:nvSpPr>
          <p:cNvPr id="2" name="LeftPlaceholder">
            <a:extLst>
              <a:ext uri="{FF2B5EF4-FFF2-40B4-BE49-F238E27FC236}">
                <a16:creationId xmlns:a16="http://schemas.microsoft.com/office/drawing/2014/main" id="{84AC47C1-092B-4DE6-902E-A0B393854995}"/>
              </a:ext>
              <a:ext uri="{C183D7F6-B498-43B3-948B-1728B52AA6E4}">
                <adec:decorative xmlns:adec="http://schemas.microsoft.com/office/drawing/2017/decorative" val="1"/>
              </a:ext>
            </a:extLst>
          </p:cNvPr>
          <p:cNvSpPr>
            <a:spLocks noGrp="1"/>
          </p:cNvSpPr>
          <p:nvPr>
            <p:ph idx="2" hasCustomPrompt="1"/>
          </p:nvPr>
        </p:nvSpPr>
        <p:spPr>
          <a:xfrm>
            <a:off x="246888" y="2434960"/>
            <a:ext cx="4060392" cy="3657600"/>
          </a:xfrm>
        </p:spPr>
        <p:txBody>
          <a:bodyPr anchor="t">
            <a:noAutofit/>
          </a:bodyPr>
          <a:lstStyle>
            <a:lvl1pPr marL="0" indent="0" algn="ctr">
              <a:buNone/>
              <a:defRPr>
                <a:solidFill>
                  <a:srgbClr val="F1F3F3"/>
                </a:solidFill>
                <a:latin typeface="+mn-lt"/>
              </a:defRPr>
            </a:lvl1pPr>
          </a:lstStyle>
          <a:p>
            <a:r>
              <a:rPr lang="en-US" dirty="0"/>
              <a:t>Click to add content</a:t>
            </a:r>
          </a:p>
        </p:txBody>
      </p:sp>
      <p:sp>
        <p:nvSpPr>
          <p:cNvPr id="3" name="Content">
            <a:extLst>
              <a:ext uri="{FF2B5EF4-FFF2-40B4-BE49-F238E27FC236}">
                <a16:creationId xmlns:a16="http://schemas.microsoft.com/office/drawing/2014/main" id="{E88E0D0B-F719-4929-9A45-08A3503393CA}"/>
              </a:ext>
            </a:extLst>
          </p:cNvPr>
          <p:cNvSpPr>
            <a:spLocks noGrp="1"/>
          </p:cNvSpPr>
          <p:nvPr>
            <p:ph type="body" idx="3" hasCustomPrompt="1"/>
          </p:nvPr>
        </p:nvSpPr>
        <p:spPr>
          <a:xfrm>
            <a:off x="4592635" y="292099"/>
            <a:ext cx="7239701" cy="6142651"/>
          </a:xfrm>
        </p:spPr>
        <p:txBody>
          <a:bodyPr>
            <a:noAutofit/>
          </a:bodyPr>
          <a:lstStyle>
            <a:lvl1pPr>
              <a:lnSpc>
                <a:spcPct val="100000"/>
              </a:lnSpc>
              <a:spcAft>
                <a:spcPts val="1200"/>
              </a:spcAft>
              <a:defRPr sz="2800">
                <a:solidFill>
                  <a:srgbClr val="232F3E"/>
                </a:solidFill>
                <a:latin typeface="+mn-lt"/>
              </a:defRPr>
            </a:lvl1pPr>
            <a:lvl2pPr marL="457200" indent="-228600">
              <a:lnSpc>
                <a:spcPct val="100000"/>
              </a:lnSpc>
              <a:spcAft>
                <a:spcPts val="1200"/>
              </a:spcAft>
              <a:defRPr sz="2400">
                <a:solidFill>
                  <a:srgbClr val="232F3E"/>
                </a:solidFill>
                <a:latin typeface="+mn-lt"/>
              </a:defRPr>
            </a:lvl2pPr>
            <a:lvl3pPr marL="684213" indent="-228600">
              <a:lnSpc>
                <a:spcPct val="100000"/>
              </a:lnSpc>
              <a:spcAft>
                <a:spcPts val="1200"/>
              </a:spcAft>
              <a:defRPr sz="2000">
                <a:solidFill>
                  <a:srgbClr val="232F3E"/>
                </a:solidFill>
                <a:latin typeface="+mn-lt"/>
              </a:defRPr>
            </a:lvl3pPr>
            <a:lvl4pPr marL="914400" indent="-228600">
              <a:lnSpc>
                <a:spcPct val="100000"/>
              </a:lnSpc>
              <a:spcAft>
                <a:spcPts val="1200"/>
              </a:spcAft>
              <a:defRPr sz="1800">
                <a:solidFill>
                  <a:srgbClr val="232F3E"/>
                </a:solidFill>
                <a:latin typeface="+mn-lt"/>
              </a:defRPr>
            </a:lvl4pPr>
            <a:lvl5pPr marL="1144588" indent="-228600">
              <a:lnSpc>
                <a:spcPct val="100000"/>
              </a:lnSpc>
              <a:spcAft>
                <a:spcPts val="1200"/>
              </a:spcAft>
              <a:defRPr sz="1800">
                <a:solidFill>
                  <a:srgbClr val="232F3E"/>
                </a:solidFill>
                <a:latin typeface="+mn-lt"/>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pic>
        <p:nvPicPr>
          <p:cNvPr id="6" name="Copyright1">
            <a:extLst>
              <a:ext uri="{FF2B5EF4-FFF2-40B4-BE49-F238E27FC236}">
                <a16:creationId xmlns:a16="http://schemas.microsoft.com/office/drawing/2014/main" id="{0BBBF875-E0E3-4837-9CCC-88E0DAFE277C}"/>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6009640" y="6446520"/>
            <a:ext cx="4610100" cy="311150"/>
          </a:xfrm>
          <a:prstGeom prst="rect">
            <a:avLst/>
          </a:prstGeom>
        </p:spPr>
      </p:pic>
    </p:spTree>
    <p:custDataLst>
      <p:tags r:id="rId1"/>
    </p:custDataLst>
    <p:extLst>
      <p:ext uri="{BB962C8B-B14F-4D97-AF65-F5344CB8AC3E}">
        <p14:creationId xmlns:p14="http://schemas.microsoft.com/office/powerpoint/2010/main" val="399256974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Thank You">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E52B1449-9D22-45E9-8E29-DD9653749C2D}"/>
              </a:ext>
            </a:extLst>
          </p:cNvPr>
          <p:cNvSpPr>
            <a:spLocks noGrp="1"/>
          </p:cNvSpPr>
          <p:nvPr>
            <p:ph type="title" idx="1" hasCustomPrompt="1"/>
          </p:nvPr>
        </p:nvSpPr>
        <p:spPr>
          <a:xfrm>
            <a:off x="457200" y="1256247"/>
            <a:ext cx="7998031" cy="4049824"/>
          </a:xfrm>
        </p:spPr>
        <p:txBody>
          <a:bodyPr anchor="ctr">
            <a:noAutofit/>
          </a:bodyPr>
          <a:lstStyle>
            <a:lvl1pPr>
              <a:lnSpc>
                <a:spcPct val="100000"/>
              </a:lnSpc>
              <a:spcBef>
                <a:spcPts val="0"/>
              </a:spcBef>
              <a:defRPr sz="4400">
                <a:solidFill>
                  <a:schemeClr val="bg1"/>
                </a:solidFill>
                <a:latin typeface="Amazon Ember Display Heavy"/>
              </a:defRPr>
            </a:lvl1pPr>
          </a:lstStyle>
          <a:p>
            <a:r>
              <a:rPr lang="en-US" dirty="0"/>
              <a:t>Thank you text</a:t>
            </a:r>
          </a:p>
        </p:txBody>
      </p:sp>
      <p:sp>
        <p:nvSpPr>
          <p:cNvPr id="2" name="Corrections text">
            <a:extLst>
              <a:ext uri="{FF2B5EF4-FFF2-40B4-BE49-F238E27FC236}">
                <a16:creationId xmlns:a16="http://schemas.microsoft.com/office/drawing/2014/main" id="{6A373FD5-C6D5-4BB3-B1C2-AF88C1A95E05}"/>
              </a:ext>
            </a:extLst>
          </p:cNvPr>
          <p:cNvSpPr>
            <a:spLocks noGrp="1"/>
          </p:cNvSpPr>
          <p:nvPr>
            <p:ph type="body" idx="2" hasCustomPrompt="1"/>
          </p:nvPr>
        </p:nvSpPr>
        <p:spPr>
          <a:xfrm>
            <a:off x="457200" y="5305425"/>
            <a:ext cx="7997825" cy="1141413"/>
          </a:xfrm>
        </p:spPr>
        <p:txBody>
          <a:bodyPr>
            <a:noAutofit/>
          </a:bodyPr>
          <a:lstStyle>
            <a:lvl1pPr marL="0" indent="0">
              <a:lnSpc>
                <a:spcPct val="100000"/>
              </a:lnSpc>
              <a:spcBef>
                <a:spcPts val="0"/>
              </a:spcBef>
              <a:spcAft>
                <a:spcPts val="0"/>
              </a:spcAft>
              <a:buClrTx/>
              <a:buSzTx/>
              <a:buFontTx/>
              <a:buNone/>
              <a:tabLst/>
              <a:defRPr lang="en-US" b="0" cap="none" spc="0" baseline="0">
                <a:ln>
                  <a:noFill/>
                </a:ln>
                <a:solidFill>
                  <a:schemeClr val="bg1"/>
                </a:solidFill>
                <a:effectLst/>
              </a:defRPr>
            </a:lvl1pPr>
            <a:lvl2pPr marL="457200" indent="0">
              <a:buNone/>
              <a:defRPr sz="2000">
                <a:solidFill>
                  <a:schemeClr val="bg2"/>
                </a:solidFill>
              </a:defRPr>
            </a:lvl2pPr>
            <a:lvl3pPr marL="914400" indent="0">
              <a:buNone/>
              <a:defRPr sz="1800">
                <a:solidFill>
                  <a:schemeClr val="bg2"/>
                </a:solidFill>
              </a:defRPr>
            </a:lvl3pPr>
            <a:lvl4pPr marL="1371600" indent="0">
              <a:buNone/>
              <a:defRPr sz="1600">
                <a:solidFill>
                  <a:schemeClr val="bg2"/>
                </a:solidFill>
              </a:defRPr>
            </a:lvl4pPr>
            <a:lvl5pPr marL="1828800" indent="0">
              <a:buNone/>
              <a:defRPr sz="1600">
                <a:solidFill>
                  <a:schemeClr val="bg2"/>
                </a:solidFill>
              </a:defRPr>
            </a:lvl5pPr>
          </a:lstStyle>
          <a:p>
            <a:pPr marL="0" indent="0">
              <a:lnSpc>
                <a:spcPct val="100000"/>
              </a:lnSpc>
              <a:spcBef>
                <a:spcPts val="0"/>
              </a:spcBef>
              <a:spcAft>
                <a:spcPts val="0"/>
              </a:spcAft>
              <a:buClrTx/>
              <a:buSzTx/>
              <a:buFontTx/>
              <a:buNone/>
              <a:tabLst/>
              <a:defRPr/>
            </a:pPr>
            <a:r>
              <a:rPr lang="en-US" sz="1800" dirty="0">
                <a:solidFill>
                  <a:srgbClr val="F1F3F3"/>
                </a:solidFill>
              </a:rPr>
              <a:t>Type: Corrections, feedback, or other questions? </a:t>
            </a:r>
            <a:br>
              <a:rPr lang="en-US" sz="1800" dirty="0">
                <a:solidFill>
                  <a:srgbClr val="F1F3F3"/>
                </a:solidFill>
              </a:rPr>
            </a:br>
            <a:r>
              <a:rPr lang="en-US" sz="1800" dirty="0">
                <a:solidFill>
                  <a:srgbClr val="F1F3F3"/>
                </a:solidFill>
              </a:rPr>
              <a:t>Contact us at https://support.aws.amazon.com/#/contacts/aws-academy.</a:t>
            </a:r>
          </a:p>
        </p:txBody>
      </p:sp>
      <p:pic>
        <p:nvPicPr>
          <p:cNvPr id="6" name="Copyright1">
            <a:extLst>
              <a:ext uri="{FF2B5EF4-FFF2-40B4-BE49-F238E27FC236}">
                <a16:creationId xmlns:a16="http://schemas.microsoft.com/office/drawing/2014/main" id="{872813F7-982A-459F-982C-723833FAAEAB}"/>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custDataLst>
      <p:tags r:id="rId1"/>
    </p:custDataLst>
    <p:extLst>
      <p:ext uri="{BB962C8B-B14F-4D97-AF65-F5344CB8AC3E}">
        <p14:creationId xmlns:p14="http://schemas.microsoft.com/office/powerpoint/2010/main" val="157142529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itle and Content">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02D04820-1551-4DB8-9246-39CB8589969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lnSpc>
                <a:spcPct val="90000"/>
              </a:lnSpc>
              <a:spcAft>
                <a:spcPts val="0"/>
              </a:spcAft>
              <a:defRPr>
                <a:solidFill>
                  <a:srgbClr val="232F3E"/>
                </a:solidFill>
                <a:latin typeface="Amazon Ember Display Heavy"/>
              </a:defRPr>
            </a:lvl1pPr>
          </a:lstStyle>
          <a:p>
            <a:r>
              <a:rPr lang="en-US" dirty="0"/>
              <a:t>Title and text column</a:t>
            </a:r>
          </a:p>
        </p:txBody>
      </p:sp>
      <p:pic>
        <p:nvPicPr>
          <p:cNvPr id="99" name="Divider">
            <a:extLst>
              <a:ext uri="{FF2B5EF4-FFF2-40B4-BE49-F238E27FC236}">
                <a16:creationId xmlns:a16="http://schemas.microsoft.com/office/drawing/2014/main" id="{F3CAEA78-64D9-4CA8-84AB-317B5F555D3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a:extLst>
              <a:ext uri="{FF2B5EF4-FFF2-40B4-BE49-F238E27FC236}">
                <a16:creationId xmlns:a16="http://schemas.microsoft.com/office/drawing/2014/main" id="{C4E502B2-1435-4BCB-BD77-B9E6CB7B3BF5}"/>
              </a:ext>
            </a:extLst>
          </p:cNvPr>
          <p:cNvSpPr>
            <a:spLocks noGrp="1"/>
          </p:cNvSpPr>
          <p:nvPr>
            <p:ph idx="2" hasCustomPrompt="1"/>
          </p:nvPr>
        </p:nvSpPr>
        <p:spPr>
          <a:xfrm>
            <a:off x="365760" y="1097280"/>
            <a:ext cx="11466576" cy="5330952"/>
          </a:xfrm>
        </p:spPr>
        <p:txBody>
          <a:bodyPr>
            <a:normAutofit/>
          </a:bodyPr>
          <a:lstStyle>
            <a:lvl1pPr>
              <a:lnSpc>
                <a:spcPct val="100000"/>
              </a:lnSpc>
              <a:spcBef>
                <a:spcPts val="0"/>
              </a:spcBef>
              <a:spcAft>
                <a:spcPts val="1200"/>
              </a:spcAft>
              <a:defRPr>
                <a:solidFill>
                  <a:srgbClr val="232F3E"/>
                </a:solidFill>
              </a:defRPr>
            </a:lvl1pPr>
            <a:lvl2pPr marL="457200" indent="-228600">
              <a:lnSpc>
                <a:spcPct val="100000"/>
              </a:lnSpc>
              <a:spcBef>
                <a:spcPts val="0"/>
              </a:spcBef>
              <a:spcAft>
                <a:spcPts val="1200"/>
              </a:spcAft>
              <a:defRPr>
                <a:solidFill>
                  <a:srgbClr val="232F3E"/>
                </a:solidFill>
              </a:defRPr>
            </a:lvl2pPr>
            <a:lvl3pPr marL="682625" indent="-228600">
              <a:lnSpc>
                <a:spcPct val="100000"/>
              </a:lnSpc>
              <a:spcBef>
                <a:spcPts val="0"/>
              </a:spcBef>
              <a:spcAft>
                <a:spcPts val="1200"/>
              </a:spcAft>
              <a:defRPr>
                <a:solidFill>
                  <a:srgbClr val="232F3E"/>
                </a:solidFill>
              </a:defRPr>
            </a:lvl3pPr>
            <a:lvl4pPr marL="914400" indent="-228600">
              <a:lnSpc>
                <a:spcPct val="100000"/>
              </a:lnSpc>
              <a:spcBef>
                <a:spcPts val="0"/>
              </a:spcBef>
              <a:spcAft>
                <a:spcPts val="1200"/>
              </a:spcAft>
              <a:defRPr>
                <a:solidFill>
                  <a:srgbClr val="232F3E"/>
                </a:solidFill>
              </a:defRPr>
            </a:lvl4pPr>
            <a:lvl5pPr marL="1146175" indent="-228600">
              <a:lnSpc>
                <a:spcPct val="100000"/>
              </a:lnSpc>
              <a:spcBef>
                <a:spcPts val="0"/>
              </a:spcBef>
              <a:spcAft>
                <a:spcPts val="1200"/>
              </a:spcAft>
              <a:defRPr>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428639897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x" preserve="1">
  <p:cSld name="Title and Cod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Title and code</a:t>
            </a:r>
          </a:p>
        </p:txBody>
      </p:sp>
      <p:pic>
        <p:nvPicPr>
          <p:cNvPr id="99" name="Divider">
            <a:extLst>
              <a:ext uri="{FF2B5EF4-FFF2-40B4-BE49-F238E27FC236}">
                <a16:creationId xmlns:a16="http://schemas.microsoft.com/office/drawing/2014/main" id="{1AA7B286-8B48-4C92-B2A9-AADCF2EEA2A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de">
            <a:extLst>
              <a:ext uri="{FF2B5EF4-FFF2-40B4-BE49-F238E27FC236}">
                <a16:creationId xmlns:a16="http://schemas.microsoft.com/office/drawing/2014/main" id="{D77EFECE-400E-4BAA-A766-7DD8A1117BBC}"/>
              </a:ext>
            </a:extLst>
          </p:cNvPr>
          <p:cNvSpPr>
            <a:spLocks noGrp="1"/>
          </p:cNvSpPr>
          <p:nvPr>
            <p:ph type="body" idx="2" hasCustomPrompt="1"/>
          </p:nvPr>
        </p:nvSpPr>
        <p:spPr>
          <a:xfrm>
            <a:off x="365760" y="1097280"/>
            <a:ext cx="11466576" cy="5330952"/>
          </a:xfrm>
        </p:spPr>
        <p:txBody>
          <a:bodyPr>
            <a:noAutofit/>
          </a:bodyPr>
          <a:lstStyle>
            <a:lvl1pPr marL="0" indent="0" defTabSz="228600">
              <a:lnSpc>
                <a:spcPct val="100000"/>
              </a:lnSpc>
              <a:spcBef>
                <a:spcPts val="0"/>
              </a:spcBef>
              <a:spcAft>
                <a:spcPts val="0"/>
              </a:spcAft>
              <a:buNone/>
              <a:defRPr sz="1600">
                <a:solidFill>
                  <a:srgbClr val="232F3E"/>
                </a:solidFill>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Tree>
    <p:custDataLst>
      <p:tags r:id="rId1"/>
    </p:custDataLst>
    <p:extLst>
      <p:ext uri="{BB962C8B-B14F-4D97-AF65-F5344CB8AC3E}">
        <p14:creationId xmlns:p14="http://schemas.microsoft.com/office/powerpoint/2010/main" val="190162010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Text Column, and Small Pictur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2/3 Column, and picture</a:t>
            </a:r>
          </a:p>
        </p:txBody>
      </p:sp>
      <p:pic>
        <p:nvPicPr>
          <p:cNvPr id="99" name="Divider">
            <a:extLst>
              <a:ext uri="{FF2B5EF4-FFF2-40B4-BE49-F238E27FC236}">
                <a16:creationId xmlns:a16="http://schemas.microsoft.com/office/drawing/2014/main" id="{ECDF26F2-E972-40FE-806F-12B056EA9DC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097280"/>
            <a:ext cx="7644384" cy="5330952"/>
          </a:xfrm>
        </p:spPr>
        <p:txBody>
          <a:bodyPr>
            <a:noAutofit/>
          </a:bodyPr>
          <a:lstStyle>
            <a:lvl1pPr>
              <a:lnSpc>
                <a:spcPct val="100000"/>
              </a:lnSpc>
              <a:spcBef>
                <a:spcPts val="0"/>
              </a:spcBef>
              <a:spcAft>
                <a:spcPts val="1200"/>
              </a:spcAft>
              <a:defRPr>
                <a:solidFill>
                  <a:srgbClr val="232F3E"/>
                </a:solidFill>
              </a:defRPr>
            </a:lvl1pPr>
            <a:lvl2pPr marL="457200" indent="-228600">
              <a:lnSpc>
                <a:spcPct val="100000"/>
              </a:lnSpc>
              <a:spcBef>
                <a:spcPts val="0"/>
              </a:spcBef>
              <a:spcAft>
                <a:spcPts val="1200"/>
              </a:spcAft>
              <a:defRPr>
                <a:solidFill>
                  <a:srgbClr val="232F3E"/>
                </a:solidFill>
              </a:defRPr>
            </a:lvl2pPr>
            <a:lvl3pPr marL="682625" indent="-228600">
              <a:lnSpc>
                <a:spcPct val="100000"/>
              </a:lnSpc>
              <a:spcBef>
                <a:spcPts val="0"/>
              </a:spcBef>
              <a:spcAft>
                <a:spcPts val="1200"/>
              </a:spcAft>
              <a:defRPr>
                <a:solidFill>
                  <a:srgbClr val="232F3E"/>
                </a:solidFill>
              </a:defRPr>
            </a:lvl3pPr>
            <a:lvl4pPr marL="914400" indent="-228600">
              <a:lnSpc>
                <a:spcPct val="100000"/>
              </a:lnSpc>
              <a:spcBef>
                <a:spcPts val="0"/>
              </a:spcBef>
              <a:spcAft>
                <a:spcPts val="1200"/>
              </a:spcAft>
              <a:defRPr>
                <a:solidFill>
                  <a:srgbClr val="232F3E"/>
                </a:solidFill>
              </a:defRPr>
            </a:lvl4pPr>
            <a:lvl5pPr marL="1146175" indent="-228600">
              <a:lnSpc>
                <a:spcPct val="100000"/>
              </a:lnSpc>
              <a:spcBef>
                <a:spcPts val="0"/>
              </a:spcBef>
              <a:spcAft>
                <a:spcPts val="1200"/>
              </a:spcAft>
              <a:defRPr>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2"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8498586" y="2276856"/>
            <a:ext cx="2971800" cy="2971800"/>
          </a:xfrm>
        </p:spPr>
        <p:txBody>
          <a:bodyPr anchor="t">
            <a:noAutofit/>
          </a:bodyPr>
          <a:lstStyle>
            <a:lvl1pPr marL="0" indent="0" algn="ctr">
              <a:buNone/>
              <a:defRPr sz="20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241944412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Header, Text, and Small Pictur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D310634-6D6F-45BA-96BC-E6E4225BB2B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2712" y="301752"/>
            <a:ext cx="11466576" cy="731318"/>
          </a:xfrm>
        </p:spPr>
        <p:txBody>
          <a:bodyPr/>
          <a:lstStyle>
            <a:lvl1pPr>
              <a:defRPr>
                <a:solidFill>
                  <a:srgbClr val="232F3E"/>
                </a:solidFill>
                <a:latin typeface="Amazon Ember Display Heavy"/>
              </a:defRPr>
            </a:lvl1pPr>
          </a:lstStyle>
          <a:p>
            <a:r>
              <a:rPr lang="en-US" dirty="0"/>
              <a:t>Title, header, text, and picture</a:t>
            </a:r>
          </a:p>
        </p:txBody>
      </p:sp>
      <p:sp>
        <p:nvSpPr>
          <p:cNvPr id="12" name="Content Header">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3311"/>
            <a:ext cx="11460480" cy="440329"/>
          </a:xfrm>
          <a:solidFill>
            <a:schemeClr val="accent1"/>
          </a:solid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2" name="Conten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563624"/>
            <a:ext cx="7644384" cy="4873752"/>
          </a:xfrm>
        </p:spPr>
        <p:txBody>
          <a:bodyPr>
            <a:norm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2"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8498586" y="2276856"/>
            <a:ext cx="2971800" cy="2971800"/>
          </a:xfrm>
        </p:spPr>
        <p:txBody>
          <a:bodyPr anchor="t">
            <a:noAutofit/>
          </a:bodyPr>
          <a:lstStyle>
            <a:lvl1pPr marL="0" indent="0" algn="ctr">
              <a:buNone/>
              <a:defRPr sz="20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65511254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picTx" preserve="1">
  <p:cSld name="Service Introduction Option 1">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76567437-E18D-4274-8EB3-54B9DE902BBD}"/>
              </a:ext>
              <a:ext uri="{C183D7F6-B498-43B3-948B-1728B52AA6E4}">
                <adec:decorative xmlns:adec="http://schemas.microsoft.com/office/drawing/2017/decorative" val="1"/>
              </a:ext>
            </a:extLst>
          </p:cNvPr>
          <p:cNvGrpSpPr/>
          <p:nvPr/>
        </p:nvGrpSpPr>
        <p:grpSpPr>
          <a:xfrm>
            <a:off x="365759" y="1028377"/>
            <a:ext cx="11484864" cy="5509260"/>
            <a:chOff x="365759" y="1028377"/>
            <a:chExt cx="11484864" cy="5509260"/>
          </a:xfrm>
        </p:grpSpPr>
        <p:pic>
          <p:nvPicPr>
            <p:cNvPr id="9" name="Divider H">
              <a:extLst>
                <a:ext uri="{FF2B5EF4-FFF2-40B4-BE49-F238E27FC236}">
                  <a16:creationId xmlns:a16="http://schemas.microsoft.com/office/drawing/2014/main" id="{50B9701F-77A8-41C6-92EB-864571F194D7}"/>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pic>
          <p:nvPicPr>
            <p:cNvPr id="11" name="Divider V">
              <a:extLst>
                <a:ext uri="{FF2B5EF4-FFF2-40B4-BE49-F238E27FC236}">
                  <a16:creationId xmlns:a16="http://schemas.microsoft.com/office/drawing/2014/main" id="{39B7DF57-C231-4CAA-9959-A12A3D224023}"/>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rot="5400000">
              <a:off x="224043" y="3771577"/>
              <a:ext cx="5486400" cy="45720"/>
            </a:xfrm>
            <a:prstGeom prst="rect">
              <a:avLst/>
            </a:prstGeom>
          </p:spPr>
        </p:pic>
      </p:grpSp>
      <p:sp>
        <p:nvSpPr>
          <p:cNvPr id="97" name="Slide Number">
            <a:extLst>
              <a:ext uri="{FF2B5EF4-FFF2-40B4-BE49-F238E27FC236}">
                <a16:creationId xmlns:a16="http://schemas.microsoft.com/office/drawing/2014/main" id="{845B9C66-42EC-414D-A8B0-97B2C6F57217}"/>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Service introduction slide – Option 1</a:t>
            </a:r>
          </a:p>
        </p:txBody>
      </p:sp>
      <p:sp>
        <p:nvSpPr>
          <p:cNvPr id="3" name="Service Image">
            <a:extLst>
              <a:ext uri="{FF2B5EF4-FFF2-40B4-BE49-F238E27FC236}">
                <a16:creationId xmlns:a16="http://schemas.microsoft.com/office/drawing/2014/main" id="{E25EBCDC-6C07-4B35-82D5-0AC6628754E6}"/>
              </a:ext>
              <a:ext uri="{C183D7F6-B498-43B3-948B-1728B52AA6E4}">
                <adec:decorative xmlns:adec="http://schemas.microsoft.com/office/drawing/2017/decorative" val="1"/>
              </a:ext>
            </a:extLst>
          </p:cNvPr>
          <p:cNvSpPr>
            <a:spLocks noGrp="1"/>
          </p:cNvSpPr>
          <p:nvPr>
            <p:ph type="pic" idx="3" hasCustomPrompt="1"/>
          </p:nvPr>
        </p:nvSpPr>
        <p:spPr>
          <a:xfrm>
            <a:off x="531884" y="2182807"/>
            <a:ext cx="2286000" cy="2286000"/>
          </a:xfrm>
        </p:spPr>
        <p:txBody>
          <a:bodyPr anchor="t">
            <a:noAutofit/>
          </a:bodyPr>
          <a:lstStyle>
            <a:lvl1pPr marL="0" indent="0" algn="ctr">
              <a:buNone/>
              <a:defRPr sz="2000">
                <a:solidFill>
                  <a:srgbClr val="232F3E"/>
                </a:solidFill>
              </a:defRPr>
            </a:lvl1pPr>
          </a:lstStyle>
          <a:p>
            <a:r>
              <a:rPr lang="en-US" dirty="0"/>
              <a:t>Click the icon to add a service icon</a:t>
            </a:r>
          </a:p>
        </p:txBody>
      </p:sp>
      <p:sp>
        <p:nvSpPr>
          <p:cNvPr id="4" name="Service name">
            <a:extLst>
              <a:ext uri="{FF2B5EF4-FFF2-40B4-BE49-F238E27FC236}">
                <a16:creationId xmlns:a16="http://schemas.microsoft.com/office/drawing/2014/main" id="{5EE453FC-29B3-4823-BA8D-E5D7343F2858}"/>
              </a:ext>
            </a:extLst>
          </p:cNvPr>
          <p:cNvSpPr>
            <a:spLocks noGrp="1"/>
          </p:cNvSpPr>
          <p:nvPr>
            <p:ph type="body" idx="4" hasCustomPrompt="1"/>
          </p:nvPr>
        </p:nvSpPr>
        <p:spPr>
          <a:xfrm>
            <a:off x="531884" y="4508261"/>
            <a:ext cx="2286001" cy="914400"/>
          </a:xfrm>
        </p:spPr>
        <p:txBody>
          <a:bodyPr>
            <a:noAutofit/>
          </a:bodyPr>
          <a:lstStyle>
            <a:lvl1pPr marL="0" indent="0" algn="ctr">
              <a:spcAft>
                <a:spcPts val="0"/>
              </a:spcAft>
              <a:buNone/>
              <a:defRPr sz="2000">
                <a:solidFill>
                  <a:srgbClr val="232F3E"/>
                </a:solidFill>
                <a:latin typeface="Amazon Ember Display"/>
              </a:defRPr>
            </a:lvl1pPr>
          </a:lstStyle>
          <a:p>
            <a:pPr lvl="0"/>
            <a:r>
              <a:rPr lang="en-US" dirty="0"/>
              <a:t>Enter service name</a:t>
            </a:r>
          </a:p>
        </p:txBody>
      </p:sp>
      <p:sp>
        <p:nvSpPr>
          <p:cNvPr id="2" name="Content">
            <a:extLst>
              <a:ext uri="{FF2B5EF4-FFF2-40B4-BE49-F238E27FC236}">
                <a16:creationId xmlns:a16="http://schemas.microsoft.com/office/drawing/2014/main" id="{951E617C-D9F7-4098-883E-6A048DBCF862}"/>
              </a:ext>
            </a:extLst>
          </p:cNvPr>
          <p:cNvSpPr>
            <a:spLocks noGrp="1"/>
          </p:cNvSpPr>
          <p:nvPr>
            <p:ph idx="2" hasCustomPrompt="1"/>
          </p:nvPr>
        </p:nvSpPr>
        <p:spPr>
          <a:xfrm>
            <a:off x="3118104" y="1097280"/>
            <a:ext cx="8714232" cy="5330952"/>
          </a:xfrm>
        </p:spPr>
        <p:txBody>
          <a:bodyPr anchor="ctr">
            <a:normAutofit/>
          </a:bodyPr>
          <a:lstStyle>
            <a:lvl1pPr>
              <a:lnSpc>
                <a:spcPct val="100000"/>
              </a:lnSpc>
              <a:spcAft>
                <a:spcPts val="1200"/>
              </a:spcAft>
              <a:defRPr sz="3200">
                <a:solidFill>
                  <a:srgbClr val="232F3E"/>
                </a:solidFill>
              </a:defRPr>
            </a:lvl1pPr>
            <a:lvl2pPr marL="457200" indent="-228600">
              <a:lnSpc>
                <a:spcPct val="100000"/>
              </a:lnSpc>
              <a:spcAft>
                <a:spcPts val="1200"/>
              </a:spcAft>
              <a:defRPr sz="2800">
                <a:solidFill>
                  <a:srgbClr val="232F3E"/>
                </a:solidFill>
              </a:defRPr>
            </a:lvl2pPr>
            <a:lvl3pPr marL="684213" indent="-228600">
              <a:lnSpc>
                <a:spcPct val="100000"/>
              </a:lnSpc>
              <a:spcAft>
                <a:spcPts val="1200"/>
              </a:spcAft>
              <a:defRPr sz="2400">
                <a:solidFill>
                  <a:srgbClr val="232F3E"/>
                </a:solidFill>
              </a:defRPr>
            </a:lvl3pPr>
            <a:lvl4pPr marL="914400" indent="-228600">
              <a:lnSpc>
                <a:spcPct val="100000"/>
              </a:lnSpc>
              <a:spcAft>
                <a:spcPts val="1200"/>
              </a:spcAft>
              <a:defRPr sz="2000">
                <a:solidFill>
                  <a:srgbClr val="232F3E"/>
                </a:solidFill>
              </a:defRPr>
            </a:lvl4pPr>
            <a:lvl5pPr marL="1144588" indent="-228600">
              <a:lnSpc>
                <a:spcPct val="100000"/>
              </a:lnSpc>
              <a:spcAft>
                <a:spcPts val="1200"/>
              </a:spcAft>
              <a:defRPr sz="20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59267380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cSld name="Service Introduction Option 2">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47407828-5EAD-4B51-9E63-A3BCA2C02C10}"/>
              </a:ext>
              <a:ext uri="{C183D7F6-B498-43B3-948B-1728B52AA6E4}">
                <adec:decorative xmlns:adec="http://schemas.microsoft.com/office/drawing/2017/decorative" val="1"/>
              </a:ext>
            </a:extLst>
          </p:cNvPr>
          <p:cNvGrpSpPr/>
          <p:nvPr/>
        </p:nvGrpSpPr>
        <p:grpSpPr>
          <a:xfrm>
            <a:off x="365759" y="1028377"/>
            <a:ext cx="11484864" cy="5509260"/>
            <a:chOff x="365759" y="1028377"/>
            <a:chExt cx="11484864" cy="5509260"/>
          </a:xfrm>
        </p:grpSpPr>
        <p:pic>
          <p:nvPicPr>
            <p:cNvPr id="96" name="Divider H">
              <a:extLst>
                <a:ext uri="{FF2B5EF4-FFF2-40B4-BE49-F238E27FC236}">
                  <a16:creationId xmlns:a16="http://schemas.microsoft.com/office/drawing/2014/main" id="{86EB8EF7-E12A-4724-8CD0-BCD419CC1D72}"/>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pic>
          <p:nvPicPr>
            <p:cNvPr id="95" name="Divider V">
              <a:extLst>
                <a:ext uri="{FF2B5EF4-FFF2-40B4-BE49-F238E27FC236}">
                  <a16:creationId xmlns:a16="http://schemas.microsoft.com/office/drawing/2014/main" id="{A98871DD-BA51-4D2E-B73C-B53E0040D847}"/>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rot="5400000">
              <a:off x="224043" y="3771577"/>
              <a:ext cx="5486400" cy="45720"/>
            </a:xfrm>
            <a:prstGeom prst="rect">
              <a:avLst/>
            </a:prstGeom>
          </p:spPr>
        </p:pic>
      </p:grpSp>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930176A1-BCF0-4712-97A6-6B495F55390B}" type="slidenum">
              <a:rPr lang="en-US" smtClean="0"/>
              <a:pPr/>
              <a:t>‹#›</a:t>
            </a:fld>
            <a:endParaRPr lang="en-US" dirty="0"/>
          </a:p>
        </p:txBody>
      </p:sp>
      <p:sp>
        <p:nvSpPr>
          <p:cNvPr id="11"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latin typeface="Amazon Ember Display Heavy" panose="04020705040A02060702" pitchFamily="82" charset="0"/>
              </a:rPr>
              <a:t>Service introduction slide – Option 2</a:t>
            </a:r>
          </a:p>
        </p:txBody>
      </p:sp>
      <p:sp>
        <p:nvSpPr>
          <p:cNvPr id="3" name="Service image">
            <a:extLst>
              <a:ext uri="{FF2B5EF4-FFF2-40B4-BE49-F238E27FC236}">
                <a16:creationId xmlns:a16="http://schemas.microsoft.com/office/drawing/2014/main" id="{A8750EE2-55D6-4668-9C14-21FA8D6643EA}"/>
              </a:ext>
              <a:ext uri="{C183D7F6-B498-43B3-948B-1728B52AA6E4}">
                <adec:decorative xmlns:adec="http://schemas.microsoft.com/office/drawing/2017/decorative" val="1"/>
              </a:ext>
            </a:extLst>
          </p:cNvPr>
          <p:cNvSpPr>
            <a:spLocks noGrp="1"/>
          </p:cNvSpPr>
          <p:nvPr>
            <p:ph type="pic" idx="3" hasCustomPrompt="1"/>
          </p:nvPr>
        </p:nvSpPr>
        <p:spPr>
          <a:xfrm>
            <a:off x="531884" y="2182807"/>
            <a:ext cx="2286000" cy="2286000"/>
          </a:xfrm>
        </p:spPr>
        <p:txBody>
          <a:bodyPr anchor="t">
            <a:noAutofit/>
          </a:bodyPr>
          <a:lstStyle>
            <a:lvl1pPr marL="0" indent="0" algn="ctr">
              <a:buNone/>
              <a:defRPr sz="2000">
                <a:solidFill>
                  <a:srgbClr val="232F3E"/>
                </a:solidFill>
              </a:defRPr>
            </a:lvl1pPr>
          </a:lstStyle>
          <a:p>
            <a:r>
              <a:rPr lang="en-US" dirty="0"/>
              <a:t>Click the icon to add a service icon</a:t>
            </a:r>
          </a:p>
        </p:txBody>
      </p:sp>
      <p:sp>
        <p:nvSpPr>
          <p:cNvPr id="4" name="Service name">
            <a:extLst>
              <a:ext uri="{FF2B5EF4-FFF2-40B4-BE49-F238E27FC236}">
                <a16:creationId xmlns:a16="http://schemas.microsoft.com/office/drawing/2014/main" id="{ED5D782A-3E94-4C16-BD1E-13F939926C06}"/>
              </a:ext>
            </a:extLst>
          </p:cNvPr>
          <p:cNvSpPr>
            <a:spLocks noGrp="1"/>
          </p:cNvSpPr>
          <p:nvPr>
            <p:ph type="body" idx="4" hasCustomPrompt="1"/>
          </p:nvPr>
        </p:nvSpPr>
        <p:spPr>
          <a:xfrm>
            <a:off x="531884" y="4508261"/>
            <a:ext cx="2286001" cy="914400"/>
          </a:xfrm>
        </p:spPr>
        <p:txBody>
          <a:bodyPr>
            <a:noAutofit/>
          </a:bodyPr>
          <a:lstStyle>
            <a:lvl1pPr marL="0" indent="0" algn="ctr">
              <a:spcAft>
                <a:spcPts val="0"/>
              </a:spcAft>
              <a:buNone/>
              <a:defRPr sz="2000">
                <a:solidFill>
                  <a:srgbClr val="232F3E"/>
                </a:solidFill>
                <a:latin typeface="Amazon Ember Display"/>
              </a:defRPr>
            </a:lvl1pPr>
          </a:lstStyle>
          <a:p>
            <a:pPr lvl="0"/>
            <a:r>
              <a:rPr lang="en-US" dirty="0"/>
              <a:t>Enter service name</a:t>
            </a:r>
          </a:p>
        </p:txBody>
      </p:sp>
      <p:sp>
        <p:nvSpPr>
          <p:cNvPr id="2" name="Service description">
            <a:extLst>
              <a:ext uri="{FF2B5EF4-FFF2-40B4-BE49-F238E27FC236}">
                <a16:creationId xmlns:a16="http://schemas.microsoft.com/office/drawing/2014/main" id="{125C2183-0325-4A52-BF1F-38F8AAFA8B4A}"/>
              </a:ext>
            </a:extLst>
          </p:cNvPr>
          <p:cNvSpPr>
            <a:spLocks noGrp="1"/>
          </p:cNvSpPr>
          <p:nvPr>
            <p:ph type="body" idx="2" hasCustomPrompt="1"/>
          </p:nvPr>
        </p:nvSpPr>
        <p:spPr>
          <a:xfrm>
            <a:off x="3118104" y="1097280"/>
            <a:ext cx="8714232" cy="1655064"/>
          </a:xfrm>
        </p:spPr>
        <p:txBody>
          <a:bodyPr tIns="45720" bIns="45720">
            <a:normAutofit/>
          </a:bodyPr>
          <a:lstStyle>
            <a:lvl1pPr marL="0" indent="0">
              <a:lnSpc>
                <a:spcPct val="100000"/>
              </a:lnSpc>
              <a:spcBef>
                <a:spcPts val="0"/>
              </a:spcBef>
              <a:spcAft>
                <a:spcPts val="300"/>
              </a:spcAft>
              <a:buNone/>
              <a:defRPr sz="2400">
                <a:solidFill>
                  <a:srgbClr val="232F3E"/>
                </a:solidFill>
                <a:latin typeface="Amazon Ember Display"/>
              </a:defRPr>
            </a:lvl1pPr>
            <a:lvl2pPr marL="457200" indent="0">
              <a:buNone/>
              <a:defRPr/>
            </a:lvl2pPr>
          </a:lstStyle>
          <a:p>
            <a:pPr lvl="0"/>
            <a:r>
              <a:rPr lang="en-US" dirty="0"/>
              <a:t>Enter service description from our website.</a:t>
            </a:r>
          </a:p>
        </p:txBody>
      </p:sp>
      <p:sp>
        <p:nvSpPr>
          <p:cNvPr id="8" name="Service Benefit 1">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8" hasCustomPrompt="1"/>
          </p:nvPr>
        </p:nvSpPr>
        <p:spPr>
          <a:xfrm>
            <a:off x="3483864" y="2798064"/>
            <a:ext cx="2011680" cy="2011680"/>
          </a:xfrm>
        </p:spPr>
        <p:txBody>
          <a:bodyPr anchor="t">
            <a:noAutofit/>
          </a:bodyPr>
          <a:lstStyle>
            <a:lvl1pPr marL="0" indent="0" algn="ctr">
              <a:buNone/>
              <a:defRPr sz="1800">
                <a:solidFill>
                  <a:srgbClr val="232F3E"/>
                </a:solidFill>
              </a:defRPr>
            </a:lvl1pPr>
          </a:lstStyle>
          <a:p>
            <a:r>
              <a:rPr lang="en-US" dirty="0"/>
              <a:t>Click icon to add a service benefit image</a:t>
            </a:r>
          </a:p>
        </p:txBody>
      </p:sp>
      <p:sp>
        <p:nvSpPr>
          <p:cNvPr id="5" name="Benefit 1 Description">
            <a:extLst>
              <a:ext uri="{FF2B5EF4-FFF2-40B4-BE49-F238E27FC236}">
                <a16:creationId xmlns:a16="http://schemas.microsoft.com/office/drawing/2014/main" id="{CEBB69C5-28A4-4F99-A9FE-572F9D53CF4E}"/>
              </a:ext>
            </a:extLst>
          </p:cNvPr>
          <p:cNvSpPr>
            <a:spLocks noGrp="1"/>
          </p:cNvSpPr>
          <p:nvPr>
            <p:ph type="body" idx="5" hasCustomPrompt="1"/>
          </p:nvPr>
        </p:nvSpPr>
        <p:spPr>
          <a:xfrm>
            <a:off x="3118104" y="4846320"/>
            <a:ext cx="2743200" cy="1600200"/>
          </a:xfrm>
          <a:noFill/>
          <a:ln>
            <a:noFill/>
          </a:ln>
        </p:spPr>
        <p:txBody>
          <a:bodyPr lIns="91440" anchor="t">
            <a:noAutofit/>
          </a:bodyPr>
          <a:lstStyle>
            <a:lvl1pPr marL="60325" indent="0" algn="ctr">
              <a:spcBef>
                <a:spcPts val="0"/>
              </a:spcBef>
              <a:spcAft>
                <a:spcPts val="0"/>
              </a:spcAft>
              <a:buNone/>
              <a:defRPr sz="2000" b="0">
                <a:solidFill>
                  <a:srgbClr val="232F3E"/>
                </a:solidFill>
                <a:latin typeface="Amazon Ember Display"/>
              </a:defRPr>
            </a:lvl1pPr>
          </a:lstStyle>
          <a:p>
            <a:pPr lvl="0"/>
            <a:r>
              <a:rPr lang="en-US" dirty="0"/>
              <a:t>Enter benefit description</a:t>
            </a:r>
          </a:p>
        </p:txBody>
      </p:sp>
      <p:sp>
        <p:nvSpPr>
          <p:cNvPr id="9" name="Service Benefit 2">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9" hasCustomPrompt="1"/>
          </p:nvPr>
        </p:nvSpPr>
        <p:spPr>
          <a:xfrm>
            <a:off x="6473952" y="2798064"/>
            <a:ext cx="2011680" cy="2011680"/>
          </a:xfrm>
        </p:spPr>
        <p:txBody>
          <a:bodyPr anchor="t">
            <a:noAutofit/>
          </a:bodyPr>
          <a:lstStyle>
            <a:lvl1pPr marL="0" indent="0" algn="ctr">
              <a:buNone/>
              <a:defRPr sz="1800">
                <a:solidFill>
                  <a:srgbClr val="232F3E"/>
                </a:solidFill>
              </a:defRPr>
            </a:lvl1pPr>
          </a:lstStyle>
          <a:p>
            <a:r>
              <a:rPr lang="en-US" dirty="0"/>
              <a:t>Click icon to add a service benefit image</a:t>
            </a:r>
          </a:p>
        </p:txBody>
      </p:sp>
      <p:sp>
        <p:nvSpPr>
          <p:cNvPr id="6" name="Benefit 2 Description">
            <a:extLst>
              <a:ext uri="{FF2B5EF4-FFF2-40B4-BE49-F238E27FC236}">
                <a16:creationId xmlns:a16="http://schemas.microsoft.com/office/drawing/2014/main" id="{04C41CFA-9BF9-474A-89A9-E22790A538E2}"/>
              </a:ext>
            </a:extLst>
          </p:cNvPr>
          <p:cNvSpPr>
            <a:spLocks noGrp="1"/>
          </p:cNvSpPr>
          <p:nvPr>
            <p:ph type="body" idx="6" hasCustomPrompt="1"/>
          </p:nvPr>
        </p:nvSpPr>
        <p:spPr>
          <a:xfrm>
            <a:off x="6108192" y="4846320"/>
            <a:ext cx="2743200" cy="1600200"/>
          </a:xfrm>
          <a:noFill/>
          <a:ln>
            <a:noFill/>
          </a:ln>
        </p:spPr>
        <p:txBody>
          <a:bodyPr lIns="91440" anchor="t">
            <a:noAutofit/>
          </a:bodyPr>
          <a:lstStyle>
            <a:lvl1pPr marL="60325" indent="0" algn="ctr">
              <a:spcBef>
                <a:spcPts val="0"/>
              </a:spcBef>
              <a:spcAft>
                <a:spcPts val="0"/>
              </a:spcAft>
              <a:buNone/>
              <a:defRPr sz="2000" b="0">
                <a:solidFill>
                  <a:srgbClr val="232F3E"/>
                </a:solidFill>
                <a:latin typeface="Amazon Ember Display"/>
              </a:defRPr>
            </a:lvl1pPr>
          </a:lstStyle>
          <a:p>
            <a:pPr lvl="0"/>
            <a:r>
              <a:rPr lang="en-US" dirty="0"/>
              <a:t>Enter benefit description</a:t>
            </a:r>
          </a:p>
        </p:txBody>
      </p:sp>
      <p:sp>
        <p:nvSpPr>
          <p:cNvPr id="10" name="Service Benefit 3">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10" hasCustomPrompt="1"/>
          </p:nvPr>
        </p:nvSpPr>
        <p:spPr>
          <a:xfrm>
            <a:off x="9454896" y="2798064"/>
            <a:ext cx="2011680" cy="2011680"/>
          </a:xfrm>
        </p:spPr>
        <p:txBody>
          <a:bodyPr anchor="t">
            <a:noAutofit/>
          </a:bodyPr>
          <a:lstStyle>
            <a:lvl1pPr marL="0" indent="0" algn="ctr">
              <a:buNone/>
              <a:defRPr sz="1800">
                <a:solidFill>
                  <a:srgbClr val="232F3E"/>
                </a:solidFill>
              </a:defRPr>
            </a:lvl1pPr>
          </a:lstStyle>
          <a:p>
            <a:r>
              <a:rPr lang="en-US" dirty="0"/>
              <a:t>Click icon to add a service benefit image</a:t>
            </a:r>
          </a:p>
        </p:txBody>
      </p:sp>
      <p:sp>
        <p:nvSpPr>
          <p:cNvPr id="7" name="Benefit 3 Description">
            <a:extLst>
              <a:ext uri="{FF2B5EF4-FFF2-40B4-BE49-F238E27FC236}">
                <a16:creationId xmlns:a16="http://schemas.microsoft.com/office/drawing/2014/main" id="{CF01F87A-DBEF-4657-8500-6A751FF3BC24}"/>
              </a:ext>
            </a:extLst>
          </p:cNvPr>
          <p:cNvSpPr>
            <a:spLocks noGrp="1"/>
          </p:cNvSpPr>
          <p:nvPr>
            <p:ph type="body" idx="7" hasCustomPrompt="1"/>
          </p:nvPr>
        </p:nvSpPr>
        <p:spPr>
          <a:xfrm>
            <a:off x="9089136" y="4846320"/>
            <a:ext cx="2743200" cy="1600200"/>
          </a:xfrm>
          <a:noFill/>
          <a:ln>
            <a:noFill/>
          </a:ln>
        </p:spPr>
        <p:txBody>
          <a:bodyPr lIns="91440" anchor="t">
            <a:noAutofit/>
          </a:bodyPr>
          <a:lstStyle>
            <a:lvl1pPr marL="60325" indent="0" algn="ctr">
              <a:spcBef>
                <a:spcPts val="0"/>
              </a:spcBef>
              <a:spcAft>
                <a:spcPts val="0"/>
              </a:spcAft>
              <a:buNone/>
              <a:defRPr sz="2000" b="0">
                <a:solidFill>
                  <a:srgbClr val="232F3E"/>
                </a:solidFill>
                <a:latin typeface="Amazon Ember Display"/>
              </a:defRPr>
            </a:lvl1pPr>
          </a:lstStyle>
          <a:p>
            <a:pPr lvl="0"/>
            <a:r>
              <a:rPr lang="en-US" dirty="0"/>
              <a:t>Enter benefit description</a:t>
            </a:r>
          </a:p>
        </p:txBody>
      </p:sp>
    </p:spTree>
    <p:custDataLst>
      <p:tags r:id="rId1"/>
    </p:custDataLst>
    <p:extLst>
      <p:ext uri="{BB962C8B-B14F-4D97-AF65-F5344CB8AC3E}">
        <p14:creationId xmlns:p14="http://schemas.microsoft.com/office/powerpoint/2010/main" val="342662351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x" preserve="1">
  <p:cSld name="Title and 2 Conten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79271B92-68F7-439C-8199-7E16014A674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and 2 content columns</a:t>
            </a:r>
          </a:p>
        </p:txBody>
      </p:sp>
      <p:pic>
        <p:nvPicPr>
          <p:cNvPr id="99" name="Divider">
            <a:extLst>
              <a:ext uri="{FF2B5EF4-FFF2-40B4-BE49-F238E27FC236}">
                <a16:creationId xmlns:a16="http://schemas.microsoft.com/office/drawing/2014/main" id="{DDE84D45-638C-4BCD-B539-05F38F37CF3D}"/>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365760" y="1097280"/>
            <a:ext cx="5669280" cy="5330952"/>
          </a:xfrm>
        </p:spPr>
        <p:txBody>
          <a:bodyPr>
            <a:no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Right">
            <a:extLst>
              <a:ext uri="{FF2B5EF4-FFF2-40B4-BE49-F238E27FC236}">
                <a16:creationId xmlns:a16="http://schemas.microsoft.com/office/drawing/2014/main" id="{951E617C-D9F7-4098-883E-6A048DBCF862}"/>
              </a:ext>
            </a:extLst>
          </p:cNvPr>
          <p:cNvSpPr>
            <a:spLocks noGrp="1"/>
          </p:cNvSpPr>
          <p:nvPr>
            <p:ph idx="3" hasCustomPrompt="1"/>
          </p:nvPr>
        </p:nvSpPr>
        <p:spPr>
          <a:xfrm>
            <a:off x="6163056" y="1097280"/>
            <a:ext cx="5669280" cy="5330952"/>
          </a:xfrm>
        </p:spPr>
        <p:txBody>
          <a:bodyPr>
            <a:no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90388640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x" preserve="1">
  <p:cSld name="Title, Narrow, and Wide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79271B92-68F7-439C-8199-7E16014A674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narrow left, and wide right columns</a:t>
            </a:r>
          </a:p>
        </p:txBody>
      </p:sp>
      <p:pic>
        <p:nvPicPr>
          <p:cNvPr id="99" name="Divider">
            <a:extLst>
              <a:ext uri="{FF2B5EF4-FFF2-40B4-BE49-F238E27FC236}">
                <a16:creationId xmlns:a16="http://schemas.microsoft.com/office/drawing/2014/main" id="{436CF646-2D71-47F1-8550-51446EDEB819}"/>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365760" y="1097280"/>
            <a:ext cx="3657600" cy="5330952"/>
          </a:xfrm>
        </p:spPr>
        <p:txBody>
          <a:bodyPr>
            <a:noAutofit/>
          </a:bodyPr>
          <a:lstStyle>
            <a:lvl1pPr>
              <a:lnSpc>
                <a:spcPct val="100000"/>
              </a:lnSpc>
              <a:spcAft>
                <a:spcPts val="1200"/>
              </a:spcAft>
              <a:defRPr sz="2400">
                <a:solidFill>
                  <a:srgbClr val="232F3E"/>
                </a:solidFill>
              </a:defRPr>
            </a:lvl1pPr>
            <a:lvl2pPr marL="457200" indent="-228600">
              <a:lnSpc>
                <a:spcPct val="100000"/>
              </a:lnSpc>
              <a:spcAft>
                <a:spcPts val="1200"/>
              </a:spcAft>
              <a:defRPr sz="2000">
                <a:solidFill>
                  <a:srgbClr val="232F3E"/>
                </a:solidFill>
              </a:defRPr>
            </a:lvl2pPr>
            <a:lvl3pPr marL="684213" indent="-228600">
              <a:lnSpc>
                <a:spcPct val="100000"/>
              </a:lnSpc>
              <a:spcAft>
                <a:spcPts val="1200"/>
              </a:spcAft>
              <a:defRPr sz="1800">
                <a:solidFill>
                  <a:srgbClr val="232F3E"/>
                </a:solidFill>
              </a:defRPr>
            </a:lvl3pPr>
            <a:lvl4pPr marL="914400" indent="-228600">
              <a:lnSpc>
                <a:spcPct val="100000"/>
              </a:lnSpc>
              <a:spcAft>
                <a:spcPts val="1200"/>
              </a:spcAft>
              <a:defRPr sz="1600">
                <a:solidFill>
                  <a:srgbClr val="232F3E"/>
                </a:solidFill>
              </a:defRPr>
            </a:lvl4pPr>
            <a:lvl5pPr marL="1144588" indent="-228600">
              <a:lnSpc>
                <a:spcPct val="100000"/>
              </a:lnSpc>
              <a:spcAft>
                <a:spcPts val="12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Right">
            <a:extLst>
              <a:ext uri="{FF2B5EF4-FFF2-40B4-BE49-F238E27FC236}">
                <a16:creationId xmlns:a16="http://schemas.microsoft.com/office/drawing/2014/main" id="{951E617C-D9F7-4098-883E-6A048DBCF862}"/>
              </a:ext>
            </a:extLst>
          </p:cNvPr>
          <p:cNvSpPr>
            <a:spLocks noGrp="1"/>
          </p:cNvSpPr>
          <p:nvPr>
            <p:ph idx="3" hasCustomPrompt="1"/>
          </p:nvPr>
        </p:nvSpPr>
        <p:spPr>
          <a:xfrm>
            <a:off x="4187952" y="1097280"/>
            <a:ext cx="7644384" cy="5330952"/>
          </a:xfrm>
        </p:spPr>
        <p:txBody>
          <a:bodyPr>
            <a:noAutofit/>
          </a:bodyPr>
          <a:lstStyle>
            <a:lvl1pPr>
              <a:lnSpc>
                <a:spcPct val="100000"/>
              </a:lnSpc>
              <a:spcAft>
                <a:spcPts val="1200"/>
              </a:spcAft>
              <a:defRPr sz="2400">
                <a:solidFill>
                  <a:srgbClr val="232F3E"/>
                </a:solidFill>
              </a:defRPr>
            </a:lvl1pPr>
            <a:lvl2pPr marL="457200" indent="-228600">
              <a:lnSpc>
                <a:spcPct val="100000"/>
              </a:lnSpc>
              <a:spcAft>
                <a:spcPts val="1200"/>
              </a:spcAft>
              <a:defRPr sz="2000">
                <a:solidFill>
                  <a:srgbClr val="232F3E"/>
                </a:solidFill>
              </a:defRPr>
            </a:lvl2pPr>
            <a:lvl3pPr marL="684213" indent="-228600">
              <a:lnSpc>
                <a:spcPct val="100000"/>
              </a:lnSpc>
              <a:spcAft>
                <a:spcPts val="1200"/>
              </a:spcAft>
              <a:defRPr sz="1800">
                <a:solidFill>
                  <a:srgbClr val="232F3E"/>
                </a:solidFill>
              </a:defRPr>
            </a:lvl3pPr>
            <a:lvl4pPr marL="914400" indent="-228600">
              <a:lnSpc>
                <a:spcPct val="100000"/>
              </a:lnSpc>
              <a:spcAft>
                <a:spcPts val="1200"/>
              </a:spcAft>
              <a:defRPr sz="1600">
                <a:solidFill>
                  <a:srgbClr val="232F3E"/>
                </a:solidFill>
              </a:defRPr>
            </a:lvl4pPr>
            <a:lvl5pPr marL="1144588" indent="-228600">
              <a:lnSpc>
                <a:spcPct val="100000"/>
              </a:lnSpc>
              <a:spcAft>
                <a:spcPts val="1200"/>
              </a:spcAft>
              <a:defRPr sz="1600">
                <a:solidFill>
                  <a:srgbClr val="232F3E"/>
                </a:solidFill>
              </a:defRPr>
            </a:lvl5pPr>
          </a:lstStyle>
          <a:p>
            <a:pPr lvl="0"/>
            <a:r>
              <a:rPr lang="en-US" dirty="0"/>
              <a:t>Add content text or Click to add image</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0373693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x" preserve="1">
  <p:cSld name="Title and 2 Code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D1314593-B97F-4159-BF1C-7D08727B798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and 2 code columns</a:t>
            </a:r>
          </a:p>
        </p:txBody>
      </p:sp>
      <p:pic>
        <p:nvPicPr>
          <p:cNvPr id="99" name="Divider">
            <a:extLst>
              <a:ext uri="{FF2B5EF4-FFF2-40B4-BE49-F238E27FC236}">
                <a16:creationId xmlns:a16="http://schemas.microsoft.com/office/drawing/2014/main" id="{25E540B6-8F1E-4977-BD60-59FB7D23F464}"/>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de Left">
            <a:extLst>
              <a:ext uri="{FF2B5EF4-FFF2-40B4-BE49-F238E27FC236}">
                <a16:creationId xmlns:a16="http://schemas.microsoft.com/office/drawing/2014/main" id="{D77EFECE-400E-4BAA-A766-7DD8A1117BBC}"/>
              </a:ext>
            </a:extLst>
          </p:cNvPr>
          <p:cNvSpPr>
            <a:spLocks noGrp="1"/>
          </p:cNvSpPr>
          <p:nvPr>
            <p:ph type="body" idx="2" hasCustomPrompt="1"/>
          </p:nvPr>
        </p:nvSpPr>
        <p:spPr>
          <a:xfrm>
            <a:off x="365760" y="1097280"/>
            <a:ext cx="5669280" cy="5330952"/>
          </a:xfrm>
        </p:spPr>
        <p:txBody>
          <a:bodyPr>
            <a:noAutofit/>
          </a:bodyPr>
          <a:lstStyle>
            <a:lvl1pPr marL="0" indent="0">
              <a:spcBef>
                <a:spcPts val="0"/>
              </a:spcBef>
              <a:buNone/>
              <a:defRPr sz="1600">
                <a:solidFill>
                  <a:srgbClr val="232F3E"/>
                </a:solidFill>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
        <p:nvSpPr>
          <p:cNvPr id="3" name="Code Right">
            <a:extLst>
              <a:ext uri="{FF2B5EF4-FFF2-40B4-BE49-F238E27FC236}">
                <a16:creationId xmlns:a16="http://schemas.microsoft.com/office/drawing/2014/main" id="{E8572E41-DF36-40C1-9453-10D94D9775B7}"/>
              </a:ext>
            </a:extLst>
          </p:cNvPr>
          <p:cNvSpPr>
            <a:spLocks noGrp="1"/>
          </p:cNvSpPr>
          <p:nvPr>
            <p:ph type="body" idx="3" hasCustomPrompt="1"/>
          </p:nvPr>
        </p:nvSpPr>
        <p:spPr>
          <a:xfrm>
            <a:off x="6163056" y="1097280"/>
            <a:ext cx="5669280" cy="5330952"/>
          </a:xfrm>
        </p:spPr>
        <p:txBody>
          <a:bodyPr>
            <a:noAutofit/>
          </a:bodyPr>
          <a:lstStyle>
            <a:lvl1pPr marL="0" indent="0">
              <a:spcBef>
                <a:spcPts val="0"/>
              </a:spcBef>
              <a:buNone/>
              <a:defRPr sz="1600">
                <a:solidFill>
                  <a:srgbClr val="232F3E"/>
                </a:solidFill>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Tree>
    <p:custDataLst>
      <p:tags r:id="rId1"/>
    </p:custDataLst>
    <p:extLst>
      <p:ext uri="{BB962C8B-B14F-4D97-AF65-F5344CB8AC3E}">
        <p14:creationId xmlns:p14="http://schemas.microsoft.com/office/powerpoint/2010/main" val="319338825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x" preserve="1">
  <p:cSld name="Title, Header, and 2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BF7951DD-641A-4F55-851E-3A3DAE548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header, and 2 text columns</a:t>
            </a:r>
          </a:p>
        </p:txBody>
      </p:sp>
      <p:sp>
        <p:nvSpPr>
          <p:cNvPr id="12" name="Header">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3311"/>
            <a:ext cx="11460480" cy="440329"/>
          </a:xfrm>
          <a:solidFill>
            <a:schemeClr val="accent1"/>
          </a:solid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563624"/>
            <a:ext cx="5669280" cy="4873752"/>
          </a:xfrm>
        </p:spPr>
        <p:txBody>
          <a:bodyPr>
            <a:no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Right">
            <a:extLst>
              <a:ext uri="{FF2B5EF4-FFF2-40B4-BE49-F238E27FC236}">
                <a16:creationId xmlns:a16="http://schemas.microsoft.com/office/drawing/2014/main" id="{7F5B85B9-BABC-44F6-B2AE-99F02670D702}"/>
              </a:ext>
            </a:extLst>
          </p:cNvPr>
          <p:cNvSpPr>
            <a:spLocks noGrp="1"/>
          </p:cNvSpPr>
          <p:nvPr>
            <p:ph idx="3" hasCustomPrompt="1"/>
          </p:nvPr>
        </p:nvSpPr>
        <p:spPr>
          <a:xfrm>
            <a:off x="6163056" y="1563624"/>
            <a:ext cx="5669280" cy="4873752"/>
          </a:xfrm>
        </p:spPr>
        <p:txBody>
          <a:bodyPr>
            <a:no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62672870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cSld name="Title, 2 Headers, and 2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BF7951DD-641A-4F55-851E-3A3DAE548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2 headers, and 2 text columns</a:t>
            </a:r>
          </a:p>
        </p:txBody>
      </p:sp>
      <p:sp>
        <p:nvSpPr>
          <p:cNvPr id="12" name="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3311"/>
            <a:ext cx="5669280" cy="440329"/>
          </a:xfrm>
          <a:solidFill>
            <a:schemeClr val="accent1"/>
          </a:solid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2" name="Body1 Conten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563624"/>
            <a:ext cx="5669280" cy="4873752"/>
          </a:xfrm>
        </p:spPr>
        <p:txBody>
          <a:bodyPr>
            <a:noAutofit/>
          </a:bodyPr>
          <a:lstStyle>
            <a:lvl1pPr>
              <a:lnSpc>
                <a:spcPct val="100000"/>
              </a:lnSpc>
              <a:spcAft>
                <a:spcPts val="1200"/>
              </a:spcAft>
              <a:defRPr sz="2800">
                <a:solidFill>
                  <a:srgbClr val="232F3E"/>
                </a:solidFill>
                <a:latin typeface="Amazon Ember Display"/>
              </a:defRPr>
            </a:lvl1pPr>
            <a:lvl2pPr marL="457200" indent="-228600">
              <a:lnSpc>
                <a:spcPct val="100000"/>
              </a:lnSpc>
              <a:spcAft>
                <a:spcPts val="1200"/>
              </a:spcAft>
              <a:defRPr sz="2400">
                <a:solidFill>
                  <a:srgbClr val="232F3E"/>
                </a:solidFill>
                <a:latin typeface="Amazon Ember Display"/>
              </a:defRPr>
            </a:lvl2pPr>
            <a:lvl3pPr marL="684213" indent="-228600">
              <a:lnSpc>
                <a:spcPct val="100000"/>
              </a:lnSpc>
              <a:spcAft>
                <a:spcPts val="1200"/>
              </a:spcAft>
              <a:defRPr sz="2000">
                <a:solidFill>
                  <a:srgbClr val="232F3E"/>
                </a:solidFill>
                <a:latin typeface="Amazon Ember Display"/>
              </a:defRPr>
            </a:lvl3pPr>
            <a:lvl4pPr marL="914400" indent="-228600">
              <a:lnSpc>
                <a:spcPct val="100000"/>
              </a:lnSpc>
              <a:spcAft>
                <a:spcPts val="1200"/>
              </a:spcAft>
              <a:defRPr sz="1800">
                <a:solidFill>
                  <a:srgbClr val="232F3E"/>
                </a:solidFill>
                <a:latin typeface="Amazon Ember Display"/>
              </a:defRPr>
            </a:lvl4pPr>
            <a:lvl5pPr marL="1144588" indent="-228600">
              <a:lnSpc>
                <a:spcPct val="100000"/>
              </a:lnSpc>
              <a:spcAft>
                <a:spcPts val="1200"/>
              </a:spcAft>
              <a:defRPr sz="1800">
                <a:solidFill>
                  <a:srgbClr val="232F3E"/>
                </a:solidFill>
                <a:latin typeface="Amazon Ember Display"/>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3" name="Header Right">
            <a:extLst>
              <a:ext uri="{FF2B5EF4-FFF2-40B4-BE49-F238E27FC236}">
                <a16:creationId xmlns:a16="http://schemas.microsoft.com/office/drawing/2014/main" id="{08B6087B-5128-4D07-A02C-11A4D91176A4}"/>
              </a:ext>
            </a:extLst>
          </p:cNvPr>
          <p:cNvSpPr>
            <a:spLocks noGrp="1"/>
          </p:cNvSpPr>
          <p:nvPr>
            <p:ph type="body" idx="13" hasCustomPrompt="1"/>
          </p:nvPr>
        </p:nvSpPr>
        <p:spPr>
          <a:xfrm>
            <a:off x="6163056" y="1053311"/>
            <a:ext cx="5669280" cy="440329"/>
          </a:xfrm>
          <a:solidFill>
            <a:schemeClr val="accent1"/>
          </a:solidFill>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3" name="Content Right">
            <a:extLst>
              <a:ext uri="{FF2B5EF4-FFF2-40B4-BE49-F238E27FC236}">
                <a16:creationId xmlns:a16="http://schemas.microsoft.com/office/drawing/2014/main" id="{7F5B85B9-BABC-44F6-B2AE-99F02670D702}"/>
              </a:ext>
            </a:extLst>
          </p:cNvPr>
          <p:cNvSpPr>
            <a:spLocks noGrp="1"/>
          </p:cNvSpPr>
          <p:nvPr>
            <p:ph idx="3" hasCustomPrompt="1"/>
          </p:nvPr>
        </p:nvSpPr>
        <p:spPr>
          <a:xfrm>
            <a:off x="6163056" y="1563624"/>
            <a:ext cx="5669280" cy="4873752"/>
          </a:xfrm>
        </p:spPr>
        <p:txBody>
          <a:bodyPr>
            <a:noAutofit/>
          </a:bodyPr>
          <a:lstStyle>
            <a:lvl1pPr>
              <a:lnSpc>
                <a:spcPct val="100000"/>
              </a:lnSpc>
              <a:spcAft>
                <a:spcPts val="1200"/>
              </a:spcAft>
              <a:defRPr sz="2800">
                <a:solidFill>
                  <a:srgbClr val="232F3E"/>
                </a:solidFill>
                <a:latin typeface="Amazon Ember Display"/>
              </a:defRPr>
            </a:lvl1pPr>
            <a:lvl2pPr marL="457200" indent="-228600">
              <a:lnSpc>
                <a:spcPct val="100000"/>
              </a:lnSpc>
              <a:spcAft>
                <a:spcPts val="1200"/>
              </a:spcAft>
              <a:defRPr sz="2400">
                <a:solidFill>
                  <a:srgbClr val="232F3E"/>
                </a:solidFill>
                <a:latin typeface="Amazon Ember Display"/>
              </a:defRPr>
            </a:lvl2pPr>
            <a:lvl3pPr marL="684213" indent="-228600">
              <a:lnSpc>
                <a:spcPct val="100000"/>
              </a:lnSpc>
              <a:spcAft>
                <a:spcPts val="1200"/>
              </a:spcAft>
              <a:defRPr sz="2000">
                <a:solidFill>
                  <a:srgbClr val="232F3E"/>
                </a:solidFill>
                <a:latin typeface="Amazon Ember Display"/>
              </a:defRPr>
            </a:lvl3pPr>
            <a:lvl4pPr marL="914400" indent="-228600">
              <a:lnSpc>
                <a:spcPct val="100000"/>
              </a:lnSpc>
              <a:spcAft>
                <a:spcPts val="1200"/>
              </a:spcAft>
              <a:defRPr sz="1800">
                <a:solidFill>
                  <a:srgbClr val="232F3E"/>
                </a:solidFill>
                <a:latin typeface="Amazon Ember Display"/>
              </a:defRPr>
            </a:lvl4pPr>
            <a:lvl5pPr marL="1144588" indent="-228600">
              <a:lnSpc>
                <a:spcPct val="100000"/>
              </a:lnSpc>
              <a:spcAft>
                <a:spcPts val="1200"/>
              </a:spcAft>
              <a:defRPr sz="1800">
                <a:solidFill>
                  <a:srgbClr val="232F3E"/>
                </a:solidFill>
                <a:latin typeface="Amazon Ember Display"/>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381054820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Header, Content, Full Height Pictur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73F8E55C-0C56-481E-96C0-45506B8577FA}"/>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header, content, and full height picture</a:t>
            </a:r>
          </a:p>
        </p:txBody>
      </p:sp>
      <p:sp>
        <p:nvSpPr>
          <p:cNvPr id="12" name="Header">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1" y="1051560"/>
            <a:ext cx="5669279" cy="440329"/>
          </a:xfrm>
          <a:solidFill>
            <a:schemeClr val="accent1"/>
          </a:solid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2" name="Content">
            <a:extLst>
              <a:ext uri="{FF2B5EF4-FFF2-40B4-BE49-F238E27FC236}">
                <a16:creationId xmlns:a16="http://schemas.microsoft.com/office/drawing/2014/main" id="{EEA0232A-1E36-4B66-8855-7774205AD335}"/>
              </a:ext>
            </a:extLst>
          </p:cNvPr>
          <p:cNvSpPr>
            <a:spLocks noGrp="1"/>
          </p:cNvSpPr>
          <p:nvPr>
            <p:ph idx="2" hasCustomPrompt="1"/>
          </p:nvPr>
        </p:nvSpPr>
        <p:spPr>
          <a:xfrm>
            <a:off x="365760" y="1554480"/>
            <a:ext cx="5669280" cy="4881742"/>
          </a:xfrm>
        </p:spPr>
        <p:txBody>
          <a:bodyPr>
            <a:norm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2" name="Picture">
            <a:extLst>
              <a:ext uri="{FF2B5EF4-FFF2-40B4-BE49-F238E27FC236}">
                <a16:creationId xmlns:a16="http://schemas.microsoft.com/office/drawing/2014/main" id="{E9ECC349-DC9E-43B4-9780-22F11542C500}"/>
              </a:ext>
              <a:ext uri="{C183D7F6-B498-43B3-948B-1728B52AA6E4}">
                <adec:decorative xmlns:adec="http://schemas.microsoft.com/office/drawing/2017/decorative" val="1"/>
              </a:ext>
            </a:extLst>
          </p:cNvPr>
          <p:cNvSpPr>
            <a:spLocks noGrp="1"/>
          </p:cNvSpPr>
          <p:nvPr>
            <p:ph type="pic" idx="22" hasCustomPrompt="1"/>
          </p:nvPr>
        </p:nvSpPr>
        <p:spPr>
          <a:xfrm>
            <a:off x="6163056" y="1046819"/>
            <a:ext cx="5669280" cy="5398103"/>
          </a:xfrm>
        </p:spPr>
        <p:txBody>
          <a:bodyPr anchor="t">
            <a:noAutofit/>
          </a:bodyPr>
          <a:lstStyle>
            <a:lvl1pPr marL="0" indent="0" algn="ctr">
              <a:buNone/>
              <a:defRPr sz="28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143327848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Title, 2 Pictures, 2 Headers, and 2 Text Columns">
    <p:bg>
      <p:bgPr>
        <a:solidFill>
          <a:schemeClr val="bg1"/>
        </a:solidFill>
        <a:effectLst/>
      </p:bgPr>
    </p:bg>
    <p:spTree>
      <p:nvGrpSpPr>
        <p:cNvPr id="1" name=""/>
        <p:cNvGrpSpPr/>
        <p:nvPr/>
      </p:nvGrpSpPr>
      <p:grpSpPr>
        <a:xfrm>
          <a:off x="0" y="0"/>
          <a:ext cx="0" cy="0"/>
          <a:chOff x="0" y="0"/>
          <a:chExt cx="0" cy="0"/>
        </a:xfrm>
      </p:grpSpPr>
      <p:pic>
        <p:nvPicPr>
          <p:cNvPr id="95" name="Divider">
            <a:extLst>
              <a:ext uri="{FF2B5EF4-FFF2-40B4-BE49-F238E27FC236}">
                <a16:creationId xmlns:a16="http://schemas.microsoft.com/office/drawing/2014/main" id="{2BB9B5CB-6BB1-45BC-9AA7-38BB668B8A35}"/>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BF7951DD-641A-4F55-851E-3A3DAE548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2 pictures, 2 headers, and 2 text columns</a:t>
            </a:r>
          </a:p>
        </p:txBody>
      </p:sp>
      <p:sp>
        <p:nvSpPr>
          <p:cNvPr id="22" name="Picture Left">
            <a:extLst>
              <a:ext uri="{FF2B5EF4-FFF2-40B4-BE49-F238E27FC236}">
                <a16:creationId xmlns:a16="http://schemas.microsoft.com/office/drawing/2014/main" id="{D20A7D1A-2EBE-48DA-AE10-ADAE1FC9C413}"/>
              </a:ext>
              <a:ext uri="{C183D7F6-B498-43B3-948B-1728B52AA6E4}">
                <adec:decorative xmlns:adec="http://schemas.microsoft.com/office/drawing/2017/decorative" val="1"/>
              </a:ext>
            </a:extLst>
          </p:cNvPr>
          <p:cNvSpPr>
            <a:spLocks noGrp="1"/>
          </p:cNvSpPr>
          <p:nvPr>
            <p:ph type="pic" idx="22" hasCustomPrompt="1"/>
          </p:nvPr>
        </p:nvSpPr>
        <p:spPr>
          <a:xfrm>
            <a:off x="2057400"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2" name="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3438144"/>
            <a:ext cx="5669280" cy="440329"/>
          </a:xfrm>
          <a:solidFill>
            <a:schemeClr val="accent1"/>
          </a:solid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3" name="Content Left">
            <a:extLst>
              <a:ext uri="{FF2B5EF4-FFF2-40B4-BE49-F238E27FC236}">
                <a16:creationId xmlns:a16="http://schemas.microsoft.com/office/drawing/2014/main" id="{5ACBD598-6775-4223-B2AB-B169A112E3FF}"/>
              </a:ext>
            </a:extLst>
          </p:cNvPr>
          <p:cNvSpPr>
            <a:spLocks noGrp="1"/>
          </p:cNvSpPr>
          <p:nvPr>
            <p:ph idx="3" hasCustomPrompt="1"/>
          </p:nvPr>
        </p:nvSpPr>
        <p:spPr>
          <a:xfrm>
            <a:off x="365760" y="3895344"/>
            <a:ext cx="5669280" cy="2551176"/>
          </a:xfrm>
        </p:spPr>
        <p:txBody>
          <a:bodyPr>
            <a:noAutofit/>
          </a:bodyPr>
          <a:lstStyle>
            <a:lvl1pPr>
              <a:lnSpc>
                <a:spcPct val="100000"/>
              </a:lnSpc>
              <a:spcAft>
                <a:spcPts val="600"/>
              </a:spcAft>
              <a:defRPr sz="2800">
                <a:solidFill>
                  <a:srgbClr val="232F3E"/>
                </a:solidFill>
                <a:latin typeface="Amazon Ember Display"/>
              </a:defRPr>
            </a:lvl1pPr>
            <a:lvl2pPr marL="457200" indent="-228600">
              <a:lnSpc>
                <a:spcPct val="100000"/>
              </a:lnSpc>
              <a:spcAft>
                <a:spcPts val="600"/>
              </a:spcAft>
              <a:defRPr sz="2400">
                <a:solidFill>
                  <a:srgbClr val="232F3E"/>
                </a:solidFill>
                <a:latin typeface="Amazon Ember Display"/>
              </a:defRPr>
            </a:lvl2pPr>
            <a:lvl3pPr marL="684213" indent="-228600">
              <a:lnSpc>
                <a:spcPct val="100000"/>
              </a:lnSpc>
              <a:spcAft>
                <a:spcPts val="600"/>
              </a:spcAft>
              <a:defRPr sz="2000">
                <a:solidFill>
                  <a:srgbClr val="232F3E"/>
                </a:solidFill>
                <a:latin typeface="Amazon Ember Display"/>
              </a:defRPr>
            </a:lvl3pPr>
            <a:lvl4pPr marL="914400" indent="-228600">
              <a:lnSpc>
                <a:spcPct val="100000"/>
              </a:lnSpc>
              <a:spcAft>
                <a:spcPts val="600"/>
              </a:spcAft>
              <a:defRPr sz="1800">
                <a:solidFill>
                  <a:srgbClr val="232F3E"/>
                </a:solidFill>
                <a:latin typeface="Amazon Ember Display"/>
              </a:defRPr>
            </a:lvl4pPr>
            <a:lvl5pPr marL="1144588" indent="-228600">
              <a:lnSpc>
                <a:spcPct val="100000"/>
              </a:lnSpc>
              <a:spcAft>
                <a:spcPts val="600"/>
              </a:spcAft>
              <a:defRPr sz="1800">
                <a:solidFill>
                  <a:srgbClr val="232F3E"/>
                </a:solidFill>
                <a:latin typeface="Amazon Ember Display"/>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3" name="Picture Right">
            <a:extLst>
              <a:ext uri="{FF2B5EF4-FFF2-40B4-BE49-F238E27FC236}">
                <a16:creationId xmlns:a16="http://schemas.microsoft.com/office/drawing/2014/main" id="{0FC9A3C9-76CB-45ED-925D-DF04C6D528DC}"/>
              </a:ext>
              <a:ext uri="{C183D7F6-B498-43B3-948B-1728B52AA6E4}">
                <adec:decorative xmlns:adec="http://schemas.microsoft.com/office/drawing/2017/decorative" val="1"/>
              </a:ext>
            </a:extLst>
          </p:cNvPr>
          <p:cNvSpPr>
            <a:spLocks noGrp="1"/>
          </p:cNvSpPr>
          <p:nvPr>
            <p:ph type="pic" idx="23" hasCustomPrompt="1"/>
          </p:nvPr>
        </p:nvSpPr>
        <p:spPr>
          <a:xfrm>
            <a:off x="7891272"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3" name="Header Right">
            <a:extLst>
              <a:ext uri="{FF2B5EF4-FFF2-40B4-BE49-F238E27FC236}">
                <a16:creationId xmlns:a16="http://schemas.microsoft.com/office/drawing/2014/main" id="{08B6087B-5128-4D07-A02C-11A4D91176A4}"/>
              </a:ext>
            </a:extLst>
          </p:cNvPr>
          <p:cNvSpPr>
            <a:spLocks noGrp="1"/>
          </p:cNvSpPr>
          <p:nvPr>
            <p:ph type="body" idx="13" hasCustomPrompt="1"/>
          </p:nvPr>
        </p:nvSpPr>
        <p:spPr>
          <a:xfrm>
            <a:off x="6163056" y="3438144"/>
            <a:ext cx="5669280" cy="440329"/>
          </a:xfrm>
          <a:solidFill>
            <a:schemeClr val="accent1"/>
          </a:solidFill>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4" name="Content Right">
            <a:extLst>
              <a:ext uri="{FF2B5EF4-FFF2-40B4-BE49-F238E27FC236}">
                <a16:creationId xmlns:a16="http://schemas.microsoft.com/office/drawing/2014/main" id="{7F5B85B9-BABC-44F6-B2AE-99F02670D702}"/>
              </a:ext>
            </a:extLst>
          </p:cNvPr>
          <p:cNvSpPr>
            <a:spLocks noGrp="1"/>
          </p:cNvSpPr>
          <p:nvPr>
            <p:ph idx="4" hasCustomPrompt="1"/>
          </p:nvPr>
        </p:nvSpPr>
        <p:spPr>
          <a:xfrm>
            <a:off x="6163056" y="3895344"/>
            <a:ext cx="5669280" cy="2551176"/>
          </a:xfrm>
        </p:spPr>
        <p:txBody>
          <a:bodyPr>
            <a:noAutofit/>
          </a:bodyPr>
          <a:lstStyle>
            <a:lvl1pPr>
              <a:lnSpc>
                <a:spcPct val="100000"/>
              </a:lnSpc>
              <a:spcAft>
                <a:spcPts val="600"/>
              </a:spcAft>
              <a:defRPr sz="2800">
                <a:solidFill>
                  <a:srgbClr val="232F3E"/>
                </a:solidFill>
                <a:latin typeface="Amazon Ember Display"/>
              </a:defRPr>
            </a:lvl1pPr>
            <a:lvl2pPr marL="457200" indent="-228600">
              <a:lnSpc>
                <a:spcPct val="100000"/>
              </a:lnSpc>
              <a:spcAft>
                <a:spcPts val="600"/>
              </a:spcAft>
              <a:defRPr sz="2400">
                <a:solidFill>
                  <a:srgbClr val="232F3E"/>
                </a:solidFill>
                <a:latin typeface="Amazon Ember Display"/>
              </a:defRPr>
            </a:lvl2pPr>
            <a:lvl3pPr marL="684213" indent="-228600">
              <a:lnSpc>
                <a:spcPct val="100000"/>
              </a:lnSpc>
              <a:spcAft>
                <a:spcPts val="600"/>
              </a:spcAft>
              <a:defRPr sz="2000">
                <a:solidFill>
                  <a:srgbClr val="232F3E"/>
                </a:solidFill>
                <a:latin typeface="Amazon Ember Display"/>
              </a:defRPr>
            </a:lvl3pPr>
            <a:lvl4pPr marL="914400" indent="-228600">
              <a:lnSpc>
                <a:spcPct val="100000"/>
              </a:lnSpc>
              <a:spcAft>
                <a:spcPts val="600"/>
              </a:spcAft>
              <a:defRPr sz="1800">
                <a:solidFill>
                  <a:srgbClr val="232F3E"/>
                </a:solidFill>
                <a:latin typeface="Amazon Ember Display"/>
              </a:defRPr>
            </a:lvl4pPr>
            <a:lvl5pPr marL="1144588" indent="-228600">
              <a:lnSpc>
                <a:spcPct val="100000"/>
              </a:lnSpc>
              <a:spcAft>
                <a:spcPts val="600"/>
              </a:spcAft>
              <a:defRPr sz="1800">
                <a:solidFill>
                  <a:srgbClr val="232F3E"/>
                </a:solidFill>
                <a:latin typeface="Amazon Ember Display"/>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27987336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x" preserve="1">
  <p:cSld name="Title and 3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462D2B2A-D218-4356-AEF2-F7FF4059392D}"/>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and 3 text columns</a:t>
            </a:r>
          </a:p>
        </p:txBody>
      </p:sp>
      <p:pic>
        <p:nvPicPr>
          <p:cNvPr id="99" name="Divider">
            <a:extLst>
              <a:ext uri="{FF2B5EF4-FFF2-40B4-BE49-F238E27FC236}">
                <a16:creationId xmlns:a16="http://schemas.microsoft.com/office/drawing/2014/main" id="{7EE2A4FF-27FC-4124-82F8-941EBFCC0E4F}"/>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365760" y="1097280"/>
            <a:ext cx="3749040" cy="5330952"/>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Middle">
            <a:extLst>
              <a:ext uri="{FF2B5EF4-FFF2-40B4-BE49-F238E27FC236}">
                <a16:creationId xmlns:a16="http://schemas.microsoft.com/office/drawing/2014/main" id="{951E617C-D9F7-4098-883E-6A048DBCF862}"/>
              </a:ext>
            </a:extLst>
          </p:cNvPr>
          <p:cNvSpPr>
            <a:spLocks noGrp="1"/>
          </p:cNvSpPr>
          <p:nvPr>
            <p:ph idx="3" hasCustomPrompt="1"/>
          </p:nvPr>
        </p:nvSpPr>
        <p:spPr>
          <a:xfrm>
            <a:off x="4224528" y="1097280"/>
            <a:ext cx="3749040" cy="5330952"/>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4" name="Content Right">
            <a:extLst>
              <a:ext uri="{FF2B5EF4-FFF2-40B4-BE49-F238E27FC236}">
                <a16:creationId xmlns:a16="http://schemas.microsoft.com/office/drawing/2014/main" id="{A8A7CEA5-195D-4DB0-B5A3-06CEEA93C108}"/>
              </a:ext>
            </a:extLst>
          </p:cNvPr>
          <p:cNvSpPr>
            <a:spLocks noGrp="1"/>
          </p:cNvSpPr>
          <p:nvPr>
            <p:ph idx="4" hasCustomPrompt="1"/>
          </p:nvPr>
        </p:nvSpPr>
        <p:spPr>
          <a:xfrm>
            <a:off x="8083296" y="1097280"/>
            <a:ext cx="3749040" cy="5330952"/>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46903741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x" preserve="1">
  <p:cSld name="Title, 3 Headers, and 3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D472F160-9C3B-4BD6-99BB-267BDD7DD31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3 headers, and 3 text columns</a:t>
            </a:r>
          </a:p>
        </p:txBody>
      </p:sp>
      <p:sp>
        <p:nvSpPr>
          <p:cNvPr id="12" name="Content 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3311"/>
            <a:ext cx="3749040" cy="440329"/>
          </a:xfrm>
          <a:solidFill>
            <a:schemeClr val="accent1"/>
          </a:solid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1563624"/>
            <a:ext cx="3749040" cy="4873752"/>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3" name="Content Header Middle">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4224528" y="1053311"/>
            <a:ext cx="3749040" cy="440329"/>
          </a:xfrm>
          <a:solidFill>
            <a:schemeClr val="accent1"/>
          </a:solid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3" name="Content Middle">
            <a:extLst>
              <a:ext uri="{FF2B5EF4-FFF2-40B4-BE49-F238E27FC236}">
                <a16:creationId xmlns:a16="http://schemas.microsoft.com/office/drawing/2014/main" id="{7F5B85B9-BABC-44F6-B2AE-99F02670D702}"/>
              </a:ext>
            </a:extLst>
          </p:cNvPr>
          <p:cNvSpPr>
            <a:spLocks noGrp="1"/>
          </p:cNvSpPr>
          <p:nvPr>
            <p:ph type="body" idx="3" hasCustomPrompt="1"/>
          </p:nvPr>
        </p:nvSpPr>
        <p:spPr>
          <a:xfrm>
            <a:off x="4224528" y="1563624"/>
            <a:ext cx="3749040" cy="4873752"/>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4" name="Content Header Right">
            <a:extLst>
              <a:ext uri="{FF2B5EF4-FFF2-40B4-BE49-F238E27FC236}">
                <a16:creationId xmlns:a16="http://schemas.microsoft.com/office/drawing/2014/main" id="{B3EBECE3-35F9-4AF4-A8A7-FD546C7C32D6}"/>
              </a:ext>
            </a:extLst>
          </p:cNvPr>
          <p:cNvSpPr>
            <a:spLocks noGrp="1"/>
          </p:cNvSpPr>
          <p:nvPr>
            <p:ph type="body" idx="14" hasCustomPrompt="1"/>
          </p:nvPr>
        </p:nvSpPr>
        <p:spPr>
          <a:xfrm>
            <a:off x="8083296" y="1053311"/>
            <a:ext cx="3749040" cy="440329"/>
          </a:xfrm>
          <a:solidFill>
            <a:schemeClr val="accent1"/>
          </a:solid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4" name="Content Right">
            <a:extLst>
              <a:ext uri="{FF2B5EF4-FFF2-40B4-BE49-F238E27FC236}">
                <a16:creationId xmlns:a16="http://schemas.microsoft.com/office/drawing/2014/main" id="{92466994-EA21-45EA-9DC6-3C179254B3A8}"/>
              </a:ext>
            </a:extLst>
          </p:cNvPr>
          <p:cNvSpPr>
            <a:spLocks noGrp="1"/>
          </p:cNvSpPr>
          <p:nvPr>
            <p:ph type="body" idx="4" hasCustomPrompt="1"/>
          </p:nvPr>
        </p:nvSpPr>
        <p:spPr>
          <a:xfrm>
            <a:off x="8083296" y="1591056"/>
            <a:ext cx="3749040" cy="4843688"/>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92396593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cSld name="Title, 3 Lg Pics, and 3 Headers">
    <p:bg>
      <p:bgPr>
        <a:solidFill>
          <a:schemeClr val="bg1"/>
        </a:solidFill>
        <a:effectLst/>
      </p:bgPr>
    </p:bg>
    <p:spTree>
      <p:nvGrpSpPr>
        <p:cNvPr id="1" name=""/>
        <p:cNvGrpSpPr/>
        <p:nvPr/>
      </p:nvGrpSpPr>
      <p:grpSpPr>
        <a:xfrm>
          <a:off x="0" y="0"/>
          <a:ext cx="0" cy="0"/>
          <a:chOff x="0" y="0"/>
          <a:chExt cx="0" cy="0"/>
        </a:xfrm>
      </p:grpSpPr>
      <p:pic>
        <p:nvPicPr>
          <p:cNvPr id="96" name="Divider">
            <a:extLst>
              <a:ext uri="{FF2B5EF4-FFF2-40B4-BE49-F238E27FC236}">
                <a16:creationId xmlns:a16="http://schemas.microsoft.com/office/drawing/2014/main" id="{07A34186-F2DF-4A02-80D8-2DCF8944E228}"/>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4E12A119-63D8-4FB5-9AE0-FE08C858C57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3 large pictures, and 3 headers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idx="22" hasCustomPrompt="1"/>
          </p:nvPr>
        </p:nvSpPr>
        <p:spPr>
          <a:xfrm>
            <a:off x="1097280" y="2286000"/>
            <a:ext cx="2286000" cy="2286000"/>
          </a:xfrm>
        </p:spPr>
        <p:txBody>
          <a:bodyPr anchor="t">
            <a:noAutofit/>
          </a:bodyPr>
          <a:lstStyle>
            <a:lvl1pPr marL="0" indent="0" algn="ctr">
              <a:buNone/>
              <a:defRPr sz="2000">
                <a:solidFill>
                  <a:schemeClr val="tx2"/>
                </a:solidFill>
                <a:latin typeface="+mn-lt"/>
              </a:defRPr>
            </a:lvl1pPr>
          </a:lstStyle>
          <a:p>
            <a:r>
              <a:rPr lang="en-US" dirty="0"/>
              <a:t>Click icon to add image</a:t>
            </a:r>
          </a:p>
        </p:txBody>
      </p:sp>
      <p:sp>
        <p:nvSpPr>
          <p:cNvPr id="12" name="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4663440"/>
            <a:ext cx="3749040" cy="440329"/>
          </a:xfrm>
          <a:solidFill>
            <a:schemeClr val="accent1"/>
          </a:solid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Amazon Ember Display"/>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3"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idx="10" hasCustomPrompt="1"/>
          </p:nvPr>
        </p:nvSpPr>
        <p:spPr>
          <a:xfrm>
            <a:off x="4956048" y="2286000"/>
            <a:ext cx="2286000" cy="2286000"/>
          </a:xfrm>
        </p:spPr>
        <p:txBody>
          <a:bodyPr anchor="t">
            <a:noAutofit/>
          </a:bodyPr>
          <a:lstStyle>
            <a:lvl1pPr marL="0" indent="0" algn="ctr">
              <a:buNone/>
              <a:defRPr sz="2000">
                <a:solidFill>
                  <a:schemeClr val="tx2"/>
                </a:solidFill>
                <a:latin typeface="+mn-lt"/>
              </a:defRPr>
            </a:lvl1pPr>
          </a:lstStyle>
          <a:p>
            <a:r>
              <a:rPr lang="en-US"/>
              <a:t>Click icon to add image</a:t>
            </a:r>
          </a:p>
        </p:txBody>
      </p:sp>
      <p:sp>
        <p:nvSpPr>
          <p:cNvPr id="13" name="Header Center Left">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4224528" y="4663440"/>
            <a:ext cx="3749040" cy="440329"/>
          </a:xfrm>
          <a:solidFill>
            <a:schemeClr val="accent1"/>
          </a:solid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4"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idx="24" hasCustomPrompt="1"/>
          </p:nvPr>
        </p:nvSpPr>
        <p:spPr>
          <a:xfrm>
            <a:off x="8814816" y="2286000"/>
            <a:ext cx="2286000" cy="2286000"/>
          </a:xfrm>
        </p:spPr>
        <p:txBody>
          <a:bodyPr anchor="t">
            <a:noAutofit/>
          </a:bodyPr>
          <a:lstStyle>
            <a:lvl1pPr marL="0" indent="0" algn="ctr">
              <a:buNone/>
              <a:defRPr sz="2000">
                <a:solidFill>
                  <a:schemeClr val="tx2"/>
                </a:solidFill>
                <a:latin typeface="+mn-lt"/>
              </a:defRPr>
            </a:lvl1pPr>
          </a:lstStyle>
          <a:p>
            <a:r>
              <a:rPr lang="en-US" dirty="0"/>
              <a:t>Click icon to add image</a:t>
            </a:r>
          </a:p>
        </p:txBody>
      </p:sp>
      <p:sp>
        <p:nvSpPr>
          <p:cNvPr id="14" name="Header Center Right">
            <a:extLst>
              <a:ext uri="{FF2B5EF4-FFF2-40B4-BE49-F238E27FC236}">
                <a16:creationId xmlns:a16="http://schemas.microsoft.com/office/drawing/2014/main" id="{CF01F87A-DBEF-4657-8500-6A751FF3BC24}"/>
              </a:ext>
            </a:extLst>
          </p:cNvPr>
          <p:cNvSpPr>
            <a:spLocks noGrp="1"/>
          </p:cNvSpPr>
          <p:nvPr>
            <p:ph type="body" idx="14" hasCustomPrompt="1"/>
          </p:nvPr>
        </p:nvSpPr>
        <p:spPr>
          <a:xfrm>
            <a:off x="8083296" y="4663440"/>
            <a:ext cx="3749040" cy="440329"/>
          </a:xfrm>
          <a:solidFill>
            <a:schemeClr val="accent1"/>
          </a:solid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Tree>
    <p:custDataLst>
      <p:tags r:id="rId1"/>
    </p:custDataLst>
    <p:extLst>
      <p:ext uri="{BB962C8B-B14F-4D97-AF65-F5344CB8AC3E}">
        <p14:creationId xmlns:p14="http://schemas.microsoft.com/office/powerpoint/2010/main" val="89694644"/>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cSld name="Title, 3 Pictures, and 3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3 picture, and 3 text columns</a:t>
            </a:r>
          </a:p>
        </p:txBody>
      </p:sp>
      <p:pic>
        <p:nvPicPr>
          <p:cNvPr id="99" name="Divider">
            <a:extLst>
              <a:ext uri="{FF2B5EF4-FFF2-40B4-BE49-F238E27FC236}">
                <a16:creationId xmlns:a16="http://schemas.microsoft.com/office/drawing/2014/main" id="{6FD66F17-7724-455C-B925-81DD7A5F769A}"/>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1097280"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3" name="Content Left">
            <a:extLst>
              <a:ext uri="{FF2B5EF4-FFF2-40B4-BE49-F238E27FC236}">
                <a16:creationId xmlns:a16="http://schemas.microsoft.com/office/drawing/2014/main" id="{CEBB69C5-28A4-4F99-A9FE-572F9D53CF4E}"/>
              </a:ext>
            </a:extLst>
          </p:cNvPr>
          <p:cNvSpPr>
            <a:spLocks noGrp="1"/>
          </p:cNvSpPr>
          <p:nvPr>
            <p:ph type="body" idx="3" hasCustomPrompt="1"/>
          </p:nvPr>
        </p:nvSpPr>
        <p:spPr>
          <a:xfrm>
            <a:off x="365760"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
        <p:nvSpPr>
          <p:cNvPr id="23"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4956048"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4" name="Content Middle">
            <a:extLst>
              <a:ext uri="{FF2B5EF4-FFF2-40B4-BE49-F238E27FC236}">
                <a16:creationId xmlns:a16="http://schemas.microsoft.com/office/drawing/2014/main" id="{04C41CFA-9BF9-474A-89A9-E22790A538E2}"/>
              </a:ext>
            </a:extLst>
          </p:cNvPr>
          <p:cNvSpPr>
            <a:spLocks noGrp="1"/>
          </p:cNvSpPr>
          <p:nvPr>
            <p:ph type="body" idx="4" hasCustomPrompt="1"/>
          </p:nvPr>
        </p:nvSpPr>
        <p:spPr>
          <a:xfrm>
            <a:off x="4224528"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
        <p:nvSpPr>
          <p:cNvPr id="24"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8814816"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5" name="Content Right">
            <a:extLst>
              <a:ext uri="{FF2B5EF4-FFF2-40B4-BE49-F238E27FC236}">
                <a16:creationId xmlns:a16="http://schemas.microsoft.com/office/drawing/2014/main" id="{CF01F87A-DBEF-4657-8500-6A751FF3BC24}"/>
              </a:ext>
            </a:extLst>
          </p:cNvPr>
          <p:cNvSpPr>
            <a:spLocks noGrp="1"/>
          </p:cNvSpPr>
          <p:nvPr>
            <p:ph type="body" idx="5" hasCustomPrompt="1"/>
          </p:nvPr>
        </p:nvSpPr>
        <p:spPr>
          <a:xfrm>
            <a:off x="8083296"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Tree>
    <p:custDataLst>
      <p:tags r:id="rId1"/>
    </p:custDataLst>
    <p:extLst>
      <p:ext uri="{BB962C8B-B14F-4D97-AF65-F5344CB8AC3E}">
        <p14:creationId xmlns:p14="http://schemas.microsoft.com/office/powerpoint/2010/main" val="1632677948"/>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Title, Header, 3 Pictures, and 3 Text Label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6"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header, 3 picture, and 3 labels</a:t>
            </a:r>
          </a:p>
        </p:txBody>
      </p:sp>
      <p:pic>
        <p:nvPicPr>
          <p:cNvPr id="99" name="Divider">
            <a:extLst>
              <a:ext uri="{FF2B5EF4-FFF2-40B4-BE49-F238E27FC236}">
                <a16:creationId xmlns:a16="http://schemas.microsoft.com/office/drawing/2014/main" id="{ED3BCD03-2F61-469D-A4B4-1B61BB21D364}"/>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Description">
            <a:extLst>
              <a:ext uri="{FF2B5EF4-FFF2-40B4-BE49-F238E27FC236}">
                <a16:creationId xmlns:a16="http://schemas.microsoft.com/office/drawing/2014/main" id="{125C2183-0325-4A52-BF1F-38F8AAFA8B4A}"/>
              </a:ext>
            </a:extLst>
          </p:cNvPr>
          <p:cNvSpPr>
            <a:spLocks noGrp="1"/>
          </p:cNvSpPr>
          <p:nvPr>
            <p:ph type="body" idx="2"/>
          </p:nvPr>
        </p:nvSpPr>
        <p:spPr>
          <a:xfrm>
            <a:off x="365125" y="1084263"/>
            <a:ext cx="11466576" cy="1158011"/>
          </a:xfrm>
        </p:spPr>
        <p:txBody>
          <a:bodyPr/>
          <a:lstStyle>
            <a:lvl1pPr marL="0" indent="0">
              <a:spcAft>
                <a:spcPts val="0"/>
              </a:spcAft>
              <a:buNone/>
              <a:defRPr>
                <a:solidFill>
                  <a:srgbClr val="232F3E"/>
                </a:solidFill>
                <a:latin typeface="+mn-lt"/>
              </a:defRPr>
            </a:lvl1pPr>
            <a:lvl2pPr marL="457200" indent="0">
              <a:buNone/>
              <a:defRPr/>
            </a:lvl2pPr>
          </a:lstStyle>
          <a:p>
            <a:pPr lvl="0"/>
            <a:r>
              <a:rPr lang="en-US"/>
              <a:t>Edit Master text styles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1097280"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3" name="Content Left">
            <a:extLst>
              <a:ext uri="{FF2B5EF4-FFF2-40B4-BE49-F238E27FC236}">
                <a16:creationId xmlns:a16="http://schemas.microsoft.com/office/drawing/2014/main" id="{CEBB69C5-28A4-4F99-A9FE-572F9D53CF4E}"/>
              </a:ext>
            </a:extLst>
          </p:cNvPr>
          <p:cNvSpPr>
            <a:spLocks noGrp="1"/>
          </p:cNvSpPr>
          <p:nvPr>
            <p:ph type="body" idx="3" hasCustomPrompt="1"/>
          </p:nvPr>
        </p:nvSpPr>
        <p:spPr>
          <a:xfrm>
            <a:off x="365760"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
        <p:nvSpPr>
          <p:cNvPr id="23"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4956048"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4" name="Content Middle">
            <a:extLst>
              <a:ext uri="{FF2B5EF4-FFF2-40B4-BE49-F238E27FC236}">
                <a16:creationId xmlns:a16="http://schemas.microsoft.com/office/drawing/2014/main" id="{04C41CFA-9BF9-474A-89A9-E22790A538E2}"/>
              </a:ext>
            </a:extLst>
          </p:cNvPr>
          <p:cNvSpPr>
            <a:spLocks noGrp="1"/>
          </p:cNvSpPr>
          <p:nvPr>
            <p:ph type="body" idx="4" hasCustomPrompt="1"/>
          </p:nvPr>
        </p:nvSpPr>
        <p:spPr>
          <a:xfrm>
            <a:off x="4224528"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
        <p:nvSpPr>
          <p:cNvPr id="24"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8814816"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5" name="Content Right">
            <a:extLst>
              <a:ext uri="{FF2B5EF4-FFF2-40B4-BE49-F238E27FC236}">
                <a16:creationId xmlns:a16="http://schemas.microsoft.com/office/drawing/2014/main" id="{CF01F87A-DBEF-4657-8500-6A751FF3BC24}"/>
              </a:ext>
            </a:extLst>
          </p:cNvPr>
          <p:cNvSpPr>
            <a:spLocks noGrp="1"/>
          </p:cNvSpPr>
          <p:nvPr>
            <p:ph type="body" idx="5" hasCustomPrompt="1"/>
          </p:nvPr>
        </p:nvSpPr>
        <p:spPr>
          <a:xfrm>
            <a:off x="8083296"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Tree>
    <p:custDataLst>
      <p:tags r:id="rId1"/>
    </p:custDataLst>
    <p:extLst>
      <p:ext uri="{BB962C8B-B14F-4D97-AF65-F5344CB8AC3E}">
        <p14:creationId xmlns:p14="http://schemas.microsoft.com/office/powerpoint/2010/main" val="70493800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Title, 3 Pics, and 3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3 pictures, and 3 text columns</a:t>
            </a:r>
          </a:p>
        </p:txBody>
      </p:sp>
      <p:pic>
        <p:nvPicPr>
          <p:cNvPr id="99" name="Divider">
            <a:extLst>
              <a:ext uri="{FF2B5EF4-FFF2-40B4-BE49-F238E27FC236}">
                <a16:creationId xmlns:a16="http://schemas.microsoft.com/office/drawing/2014/main" id="{F8C81323-B9A7-416C-ADF9-5BE9CC234E8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1097280"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3429000"/>
            <a:ext cx="3749040" cy="299923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3" hasCustomPrompt="1"/>
          </p:nvPr>
        </p:nvSpPr>
        <p:spPr>
          <a:xfrm>
            <a:off x="4956048"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6" name="Content Middle">
            <a:extLst>
              <a:ext uri="{FF2B5EF4-FFF2-40B4-BE49-F238E27FC236}">
                <a16:creationId xmlns:a16="http://schemas.microsoft.com/office/drawing/2014/main" id="{7F5B85B9-BABC-44F6-B2AE-99F02670D702}"/>
              </a:ext>
            </a:extLst>
          </p:cNvPr>
          <p:cNvSpPr>
            <a:spLocks noGrp="1"/>
          </p:cNvSpPr>
          <p:nvPr>
            <p:ph type="body" idx="3" hasCustomPrompt="1"/>
          </p:nvPr>
        </p:nvSpPr>
        <p:spPr>
          <a:xfrm>
            <a:off x="4224528" y="3429000"/>
            <a:ext cx="3749040" cy="299923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4"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8814816"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4" name="Content Right">
            <a:extLst>
              <a:ext uri="{FF2B5EF4-FFF2-40B4-BE49-F238E27FC236}">
                <a16:creationId xmlns:a16="http://schemas.microsoft.com/office/drawing/2014/main" id="{FD28CF85-103D-4AC7-BF7A-D32715F9433A}"/>
              </a:ext>
            </a:extLst>
          </p:cNvPr>
          <p:cNvSpPr>
            <a:spLocks noGrp="1"/>
          </p:cNvSpPr>
          <p:nvPr>
            <p:ph type="body" idx="4" hasCustomPrompt="1"/>
          </p:nvPr>
        </p:nvSpPr>
        <p:spPr>
          <a:xfrm>
            <a:off x="8083296" y="3429000"/>
            <a:ext cx="3749040" cy="299923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580576698"/>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Title, 3 Pics, 3 Headers, and 3 Text Columns">
    <p:bg>
      <p:bgPr>
        <a:solidFill>
          <a:schemeClr val="bg1"/>
        </a:solidFill>
        <a:effectLst/>
      </p:bgPr>
    </p:bg>
    <p:spTree>
      <p:nvGrpSpPr>
        <p:cNvPr id="1" name=""/>
        <p:cNvGrpSpPr/>
        <p:nvPr/>
      </p:nvGrpSpPr>
      <p:grpSpPr>
        <a:xfrm>
          <a:off x="0" y="0"/>
          <a:ext cx="0" cy="0"/>
          <a:chOff x="0" y="0"/>
          <a:chExt cx="0" cy="0"/>
        </a:xfrm>
      </p:grpSpPr>
      <p:pic>
        <p:nvPicPr>
          <p:cNvPr id="95" name="Divider">
            <a:extLst>
              <a:ext uri="{FF2B5EF4-FFF2-40B4-BE49-F238E27FC236}">
                <a16:creationId xmlns:a16="http://schemas.microsoft.com/office/drawing/2014/main" id="{747EDC26-917A-4143-823B-A7407C3FC37D}"/>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1" y="301752"/>
            <a:ext cx="11466576" cy="731318"/>
          </a:xfrm>
        </p:spPr>
        <p:txBody>
          <a:bodyPr/>
          <a:lstStyle>
            <a:lvl1pPr>
              <a:defRPr>
                <a:solidFill>
                  <a:srgbClr val="232F3E"/>
                </a:solidFill>
                <a:latin typeface="Amazon Ember Display Heavy"/>
              </a:defRPr>
            </a:lvl1pPr>
          </a:lstStyle>
          <a:p>
            <a:r>
              <a:rPr lang="en-US" dirty="0"/>
              <a:t>Title, 3 pictures , 3 headers, and 3 text columns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1097280" y="1097280"/>
            <a:ext cx="2286000" cy="2286000"/>
          </a:xfrm>
        </p:spPr>
        <p:txBody>
          <a:bodyPr anchor="t">
            <a:noAutofit/>
          </a:bodyPr>
          <a:lstStyle>
            <a:lvl1pPr marL="0" indent="0" algn="ctr">
              <a:buNone/>
              <a:defRPr sz="2400">
                <a:solidFill>
                  <a:srgbClr val="232F3E"/>
                </a:solidFill>
              </a:defRPr>
            </a:lvl1pPr>
          </a:lstStyle>
          <a:p>
            <a:r>
              <a:rPr lang="en-US" dirty="0"/>
              <a:t>Click icon to add image</a:t>
            </a:r>
          </a:p>
        </p:txBody>
      </p:sp>
      <p:sp>
        <p:nvSpPr>
          <p:cNvPr id="12" name="Content 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3429000"/>
            <a:ext cx="3749040" cy="440329"/>
          </a:xfrm>
          <a:solidFill>
            <a:schemeClr val="accent1"/>
          </a:solid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3895344"/>
            <a:ext cx="3749040" cy="2539399"/>
          </a:xfrm>
        </p:spPr>
        <p:txBody>
          <a:bodyPr>
            <a:noAutofit/>
          </a:bodyPr>
          <a:lstStyle>
            <a:lvl1pPr>
              <a:lnSpc>
                <a:spcPct val="100000"/>
              </a:lnSpc>
              <a:spcBef>
                <a:spcPts val="0"/>
              </a:spcBef>
              <a:spcAft>
                <a:spcPts val="600"/>
              </a:spcAft>
              <a:defRPr sz="2400">
                <a:solidFill>
                  <a:srgbClr val="232F3E"/>
                </a:solidFill>
              </a:defRPr>
            </a:lvl1pPr>
            <a:lvl2pPr marL="457200" indent="-228600">
              <a:lnSpc>
                <a:spcPct val="100000"/>
              </a:lnSpc>
              <a:spcBef>
                <a:spcPts val="0"/>
              </a:spcBef>
              <a:spcAft>
                <a:spcPts val="600"/>
              </a:spcAft>
              <a:defRPr sz="2000">
                <a:solidFill>
                  <a:srgbClr val="232F3E"/>
                </a:solidFill>
              </a:defRPr>
            </a:lvl2pPr>
            <a:lvl3pPr marL="684213" indent="-228600">
              <a:lnSpc>
                <a:spcPct val="100000"/>
              </a:lnSpc>
              <a:spcBef>
                <a:spcPts val="0"/>
              </a:spcBef>
              <a:spcAft>
                <a:spcPts val="600"/>
              </a:spcAft>
              <a:defRPr sz="1800">
                <a:solidFill>
                  <a:srgbClr val="232F3E"/>
                </a:solidFill>
              </a:defRPr>
            </a:lvl3pPr>
            <a:lvl4pPr marL="914400" indent="-228600">
              <a:lnSpc>
                <a:spcPct val="100000"/>
              </a:lnSpc>
              <a:spcBef>
                <a:spcPts val="0"/>
              </a:spcBef>
              <a:spcAft>
                <a:spcPts val="600"/>
              </a:spcAft>
              <a:defRPr sz="1600">
                <a:solidFill>
                  <a:srgbClr val="232F3E"/>
                </a:solidFill>
              </a:defRPr>
            </a:lvl4pPr>
            <a:lvl5pPr marL="1144588" indent="-228600">
              <a:lnSpc>
                <a:spcPct val="100000"/>
              </a:lnSpc>
              <a:spcBef>
                <a:spcPts val="0"/>
              </a:spcBef>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3"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4956048" y="1097280"/>
            <a:ext cx="2286000" cy="2286000"/>
          </a:xfrm>
        </p:spPr>
        <p:txBody>
          <a:bodyPr anchor="t">
            <a:noAutofit/>
          </a:bodyPr>
          <a:lstStyle>
            <a:lvl1pPr marL="0" indent="0" algn="ctr">
              <a:buNone/>
              <a:defRPr sz="2400">
                <a:solidFill>
                  <a:srgbClr val="232F3E"/>
                </a:solidFill>
              </a:defRPr>
            </a:lvl1pPr>
          </a:lstStyle>
          <a:p>
            <a:r>
              <a:rPr lang="en-US" dirty="0"/>
              <a:t>Click icon to add image</a:t>
            </a:r>
          </a:p>
        </p:txBody>
      </p:sp>
      <p:sp>
        <p:nvSpPr>
          <p:cNvPr id="13" name="Content Header Middle">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4224528" y="3429000"/>
            <a:ext cx="3749040" cy="440329"/>
          </a:xfrm>
          <a:solidFill>
            <a:schemeClr val="accent1"/>
          </a:solid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3" name="Content Middle">
            <a:extLst>
              <a:ext uri="{FF2B5EF4-FFF2-40B4-BE49-F238E27FC236}">
                <a16:creationId xmlns:a16="http://schemas.microsoft.com/office/drawing/2014/main" id="{7F5B85B9-BABC-44F6-B2AE-99F02670D702}"/>
              </a:ext>
            </a:extLst>
          </p:cNvPr>
          <p:cNvSpPr>
            <a:spLocks noGrp="1"/>
          </p:cNvSpPr>
          <p:nvPr>
            <p:ph type="body" idx="3" hasCustomPrompt="1"/>
          </p:nvPr>
        </p:nvSpPr>
        <p:spPr>
          <a:xfrm>
            <a:off x="4224528" y="3895344"/>
            <a:ext cx="3749040" cy="2539399"/>
          </a:xfrm>
        </p:spPr>
        <p:txBody>
          <a:bodyPr>
            <a:noAutofit/>
          </a:bodyPr>
          <a:lstStyle>
            <a:lvl1pPr>
              <a:lnSpc>
                <a:spcPct val="100000"/>
              </a:lnSpc>
              <a:spcBef>
                <a:spcPts val="0"/>
              </a:spcBef>
              <a:spcAft>
                <a:spcPts val="600"/>
              </a:spcAft>
              <a:defRPr sz="2400">
                <a:solidFill>
                  <a:srgbClr val="232F3E"/>
                </a:solidFill>
              </a:defRPr>
            </a:lvl1pPr>
            <a:lvl2pPr marL="457200" indent="-228600">
              <a:lnSpc>
                <a:spcPct val="100000"/>
              </a:lnSpc>
              <a:spcBef>
                <a:spcPts val="0"/>
              </a:spcBef>
              <a:spcAft>
                <a:spcPts val="600"/>
              </a:spcAft>
              <a:defRPr sz="2000">
                <a:solidFill>
                  <a:srgbClr val="232F3E"/>
                </a:solidFill>
              </a:defRPr>
            </a:lvl2pPr>
            <a:lvl3pPr marL="684213" indent="-228600">
              <a:lnSpc>
                <a:spcPct val="100000"/>
              </a:lnSpc>
              <a:spcBef>
                <a:spcPts val="0"/>
              </a:spcBef>
              <a:spcAft>
                <a:spcPts val="600"/>
              </a:spcAft>
              <a:defRPr sz="1800">
                <a:solidFill>
                  <a:srgbClr val="232F3E"/>
                </a:solidFill>
              </a:defRPr>
            </a:lvl3pPr>
            <a:lvl4pPr marL="914400" indent="-228600">
              <a:lnSpc>
                <a:spcPct val="100000"/>
              </a:lnSpc>
              <a:spcBef>
                <a:spcPts val="0"/>
              </a:spcBef>
              <a:spcAft>
                <a:spcPts val="600"/>
              </a:spcAft>
              <a:defRPr sz="1600">
                <a:solidFill>
                  <a:srgbClr val="232F3E"/>
                </a:solidFill>
              </a:defRPr>
            </a:lvl4pPr>
            <a:lvl5pPr marL="1144588" indent="-228600">
              <a:lnSpc>
                <a:spcPct val="100000"/>
              </a:lnSpc>
              <a:spcBef>
                <a:spcPts val="0"/>
              </a:spcBef>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4"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8814816" y="1097280"/>
            <a:ext cx="2286000" cy="2286000"/>
          </a:xfrm>
        </p:spPr>
        <p:txBody>
          <a:bodyPr anchor="t">
            <a:noAutofit/>
          </a:bodyPr>
          <a:lstStyle>
            <a:lvl1pPr marL="0" indent="0" algn="ctr">
              <a:buNone/>
              <a:defRPr sz="2400">
                <a:solidFill>
                  <a:srgbClr val="232F3E"/>
                </a:solidFill>
              </a:defRPr>
            </a:lvl1pPr>
          </a:lstStyle>
          <a:p>
            <a:r>
              <a:rPr lang="en-US" dirty="0"/>
              <a:t>Click icon to add image</a:t>
            </a:r>
          </a:p>
        </p:txBody>
      </p:sp>
      <p:sp>
        <p:nvSpPr>
          <p:cNvPr id="14" name="Content Header Right">
            <a:extLst>
              <a:ext uri="{FF2B5EF4-FFF2-40B4-BE49-F238E27FC236}">
                <a16:creationId xmlns:a16="http://schemas.microsoft.com/office/drawing/2014/main" id="{CF01F87A-DBEF-4657-8500-6A751FF3BC24}"/>
              </a:ext>
            </a:extLst>
          </p:cNvPr>
          <p:cNvSpPr>
            <a:spLocks noGrp="1"/>
          </p:cNvSpPr>
          <p:nvPr>
            <p:ph type="body" idx="14" hasCustomPrompt="1"/>
          </p:nvPr>
        </p:nvSpPr>
        <p:spPr>
          <a:xfrm>
            <a:off x="8101583" y="3429000"/>
            <a:ext cx="3749040" cy="440329"/>
          </a:xfrm>
          <a:solidFill>
            <a:schemeClr val="accent1"/>
          </a:solid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4" name="Content Right">
            <a:extLst>
              <a:ext uri="{FF2B5EF4-FFF2-40B4-BE49-F238E27FC236}">
                <a16:creationId xmlns:a16="http://schemas.microsoft.com/office/drawing/2014/main" id="{FD28CF85-103D-4AC7-BF7A-D32715F9433A}"/>
              </a:ext>
            </a:extLst>
          </p:cNvPr>
          <p:cNvSpPr>
            <a:spLocks noGrp="1"/>
          </p:cNvSpPr>
          <p:nvPr>
            <p:ph type="body" idx="4" hasCustomPrompt="1"/>
          </p:nvPr>
        </p:nvSpPr>
        <p:spPr>
          <a:xfrm>
            <a:off x="8083296" y="3895344"/>
            <a:ext cx="3749040" cy="2539399"/>
          </a:xfrm>
        </p:spPr>
        <p:txBody>
          <a:bodyPr>
            <a:noAutofit/>
          </a:bodyPr>
          <a:lstStyle>
            <a:lvl1pPr>
              <a:lnSpc>
                <a:spcPct val="100000"/>
              </a:lnSpc>
              <a:spcBef>
                <a:spcPts val="0"/>
              </a:spcBef>
              <a:spcAft>
                <a:spcPts val="600"/>
              </a:spcAft>
              <a:defRPr sz="2400">
                <a:solidFill>
                  <a:srgbClr val="232F3E"/>
                </a:solidFill>
              </a:defRPr>
            </a:lvl1pPr>
            <a:lvl2pPr marL="457200" indent="-228600">
              <a:lnSpc>
                <a:spcPct val="100000"/>
              </a:lnSpc>
              <a:spcBef>
                <a:spcPts val="0"/>
              </a:spcBef>
              <a:spcAft>
                <a:spcPts val="600"/>
              </a:spcAft>
              <a:defRPr sz="2000">
                <a:solidFill>
                  <a:srgbClr val="232F3E"/>
                </a:solidFill>
              </a:defRPr>
            </a:lvl2pPr>
            <a:lvl3pPr marL="684213" indent="-228600">
              <a:lnSpc>
                <a:spcPct val="100000"/>
              </a:lnSpc>
              <a:spcBef>
                <a:spcPts val="0"/>
              </a:spcBef>
              <a:spcAft>
                <a:spcPts val="600"/>
              </a:spcAft>
              <a:defRPr sz="1800">
                <a:solidFill>
                  <a:srgbClr val="232F3E"/>
                </a:solidFill>
              </a:defRPr>
            </a:lvl3pPr>
            <a:lvl4pPr marL="914400" indent="-228600">
              <a:lnSpc>
                <a:spcPct val="100000"/>
              </a:lnSpc>
              <a:spcBef>
                <a:spcPts val="0"/>
              </a:spcBef>
              <a:spcAft>
                <a:spcPts val="600"/>
              </a:spcAft>
              <a:defRPr sz="1600">
                <a:solidFill>
                  <a:srgbClr val="232F3E"/>
                </a:solidFill>
              </a:defRPr>
            </a:lvl4pPr>
            <a:lvl5pPr marL="1144588" indent="-228600">
              <a:lnSpc>
                <a:spcPct val="100000"/>
              </a:lnSpc>
              <a:spcBef>
                <a:spcPts val="0"/>
              </a:spcBef>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325805966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picTx" preserve="1">
  <p:cSld name="Title, 3 images, and 3 text">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3 images, and 3 text</a:t>
            </a:r>
          </a:p>
        </p:txBody>
      </p:sp>
      <p:pic>
        <p:nvPicPr>
          <p:cNvPr id="99" name="Divider">
            <a:extLst>
              <a:ext uri="{FF2B5EF4-FFF2-40B4-BE49-F238E27FC236}">
                <a16:creationId xmlns:a16="http://schemas.microsoft.com/office/drawing/2014/main" id="{4A7FD274-6B14-4547-8F81-35EB1030AF5A}"/>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2" name="Picture Top">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365760" y="1238846"/>
            <a:ext cx="1554480" cy="1554480"/>
          </a:xfrm>
        </p:spPr>
        <p:txBody>
          <a:bodyPr anchor="t">
            <a:noAutofit/>
          </a:bodyPr>
          <a:lstStyle>
            <a:lvl1pPr marL="0" indent="0" algn="ctr">
              <a:buNone/>
              <a:defRPr sz="1800">
                <a:solidFill>
                  <a:srgbClr val="232F3E"/>
                </a:solidFill>
              </a:defRPr>
            </a:lvl1pPr>
          </a:lstStyle>
          <a:p>
            <a:r>
              <a:rPr lang="en-US" dirty="0"/>
              <a:t>Click icon to add image</a:t>
            </a:r>
          </a:p>
        </p:txBody>
      </p:sp>
      <p:sp>
        <p:nvSpPr>
          <p:cNvPr id="2" name="Content Top">
            <a:extLst>
              <a:ext uri="{FF2B5EF4-FFF2-40B4-BE49-F238E27FC236}">
                <a16:creationId xmlns:a16="http://schemas.microsoft.com/office/drawing/2014/main" id="{5ACBD598-6775-4223-B2AB-B169A112E3FF}"/>
              </a:ext>
            </a:extLst>
          </p:cNvPr>
          <p:cNvSpPr>
            <a:spLocks noGrp="1"/>
          </p:cNvSpPr>
          <p:nvPr>
            <p:ph type="body" idx="2" hasCustomPrompt="1"/>
          </p:nvPr>
        </p:nvSpPr>
        <p:spPr>
          <a:xfrm>
            <a:off x="2045043" y="1147406"/>
            <a:ext cx="9781197"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3" name="Picture Middle">
            <a:extLst>
              <a:ext uri="{FF2B5EF4-FFF2-40B4-BE49-F238E27FC236}">
                <a16:creationId xmlns:a16="http://schemas.microsoft.com/office/drawing/2014/main" id="{B777B55C-601A-4296-A013-0704520C9933}"/>
              </a:ext>
              <a:ext uri="{C183D7F6-B498-43B3-948B-1728B52AA6E4}">
                <adec:decorative xmlns:adec="http://schemas.microsoft.com/office/drawing/2017/decorative" val="1"/>
              </a:ext>
            </a:extLst>
          </p:cNvPr>
          <p:cNvSpPr>
            <a:spLocks noGrp="1"/>
          </p:cNvSpPr>
          <p:nvPr>
            <p:ph type="pic" idx="23" hasCustomPrompt="1"/>
          </p:nvPr>
        </p:nvSpPr>
        <p:spPr>
          <a:xfrm>
            <a:off x="365760" y="3008944"/>
            <a:ext cx="1554480" cy="1554480"/>
          </a:xfrm>
        </p:spPr>
        <p:txBody>
          <a:bodyPr anchor="t">
            <a:noAutofit/>
          </a:bodyPr>
          <a:lstStyle>
            <a:lvl1pPr marL="0" indent="0" algn="ctr">
              <a:buNone/>
              <a:defRPr sz="1800">
                <a:solidFill>
                  <a:srgbClr val="232F3E"/>
                </a:solidFill>
              </a:defRPr>
            </a:lvl1pPr>
          </a:lstStyle>
          <a:p>
            <a:r>
              <a:rPr lang="en-US" dirty="0"/>
              <a:t>Click icon to add image</a:t>
            </a:r>
          </a:p>
        </p:txBody>
      </p:sp>
      <p:sp>
        <p:nvSpPr>
          <p:cNvPr id="3" name="Content Middle">
            <a:extLst>
              <a:ext uri="{FF2B5EF4-FFF2-40B4-BE49-F238E27FC236}">
                <a16:creationId xmlns:a16="http://schemas.microsoft.com/office/drawing/2014/main" id="{80E603A3-BB5F-4E92-A77C-5055D8FB5D06}"/>
              </a:ext>
            </a:extLst>
          </p:cNvPr>
          <p:cNvSpPr>
            <a:spLocks noGrp="1"/>
          </p:cNvSpPr>
          <p:nvPr>
            <p:ph type="body" idx="3" hasCustomPrompt="1"/>
          </p:nvPr>
        </p:nvSpPr>
        <p:spPr>
          <a:xfrm>
            <a:off x="2045043" y="2917504"/>
            <a:ext cx="9781197"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4" name="Picture Bottom">
            <a:extLst>
              <a:ext uri="{FF2B5EF4-FFF2-40B4-BE49-F238E27FC236}">
                <a16:creationId xmlns:a16="http://schemas.microsoft.com/office/drawing/2014/main" id="{E03CC3B4-6BE1-41D3-B04E-E0C023B529E1}"/>
              </a:ext>
              <a:ext uri="{C183D7F6-B498-43B3-948B-1728B52AA6E4}">
                <adec:decorative xmlns:adec="http://schemas.microsoft.com/office/drawing/2017/decorative" val="1"/>
              </a:ext>
            </a:extLst>
          </p:cNvPr>
          <p:cNvSpPr>
            <a:spLocks noGrp="1"/>
          </p:cNvSpPr>
          <p:nvPr>
            <p:ph type="pic" idx="24" hasCustomPrompt="1"/>
          </p:nvPr>
        </p:nvSpPr>
        <p:spPr>
          <a:xfrm>
            <a:off x="365760" y="4776114"/>
            <a:ext cx="1554480" cy="1554480"/>
          </a:xfrm>
        </p:spPr>
        <p:txBody>
          <a:bodyPr anchor="t">
            <a:noAutofit/>
          </a:bodyPr>
          <a:lstStyle>
            <a:lvl1pPr marL="0" indent="0" algn="ctr">
              <a:buNone/>
              <a:defRPr sz="1800">
                <a:solidFill>
                  <a:srgbClr val="232F3E"/>
                </a:solidFill>
              </a:defRPr>
            </a:lvl1pPr>
          </a:lstStyle>
          <a:p>
            <a:r>
              <a:rPr lang="en-US" dirty="0"/>
              <a:t>Click icon to add image</a:t>
            </a:r>
          </a:p>
        </p:txBody>
      </p:sp>
      <p:sp>
        <p:nvSpPr>
          <p:cNvPr id="4" name="Content Bottom">
            <a:extLst>
              <a:ext uri="{FF2B5EF4-FFF2-40B4-BE49-F238E27FC236}">
                <a16:creationId xmlns:a16="http://schemas.microsoft.com/office/drawing/2014/main" id="{AD9F5B5C-5A2E-4FDE-BE90-933A1A3633E4}"/>
              </a:ext>
            </a:extLst>
          </p:cNvPr>
          <p:cNvSpPr>
            <a:spLocks noGrp="1"/>
          </p:cNvSpPr>
          <p:nvPr>
            <p:ph type="body" idx="4" hasCustomPrompt="1"/>
          </p:nvPr>
        </p:nvSpPr>
        <p:spPr>
          <a:xfrm>
            <a:off x="2045043" y="4684674"/>
            <a:ext cx="9781197"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Tree>
    <p:custDataLst>
      <p:tags r:id="rId1"/>
    </p:custDataLst>
    <p:extLst>
      <p:ext uri="{BB962C8B-B14F-4D97-AF65-F5344CB8AC3E}">
        <p14:creationId xmlns:p14="http://schemas.microsoft.com/office/powerpoint/2010/main" val="242206824"/>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cSld name="Acronym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2"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Acronym Slide</a:t>
            </a:r>
          </a:p>
        </p:txBody>
      </p:sp>
      <p:pic>
        <p:nvPicPr>
          <p:cNvPr id="99" name="Divider">
            <a:extLst>
              <a:ext uri="{FF2B5EF4-FFF2-40B4-BE49-F238E27FC236}">
                <a16:creationId xmlns:a16="http://schemas.microsoft.com/office/drawing/2014/main" id="{E75453ED-071C-4C2B-B7E5-A670D111A549}"/>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8" name="Acronym Left Top">
            <a:extLst>
              <a:ext uri="{FF2B5EF4-FFF2-40B4-BE49-F238E27FC236}">
                <a16:creationId xmlns:a16="http://schemas.microsoft.com/office/drawing/2014/main" id="{BFBAFEAE-54DC-4352-A240-FBA7A523B7F4}"/>
              </a:ext>
            </a:extLst>
          </p:cNvPr>
          <p:cNvSpPr>
            <a:spLocks noGrp="1"/>
          </p:cNvSpPr>
          <p:nvPr>
            <p:ph type="body" idx="8" hasCustomPrompt="1"/>
          </p:nvPr>
        </p:nvSpPr>
        <p:spPr>
          <a:xfrm>
            <a:off x="353060" y="1188403"/>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dirty="0"/>
              <a:t>ABR</a:t>
            </a:r>
          </a:p>
        </p:txBody>
      </p:sp>
      <p:sp>
        <p:nvSpPr>
          <p:cNvPr id="2" name="Content Left Top">
            <a:extLst>
              <a:ext uri="{FF2B5EF4-FFF2-40B4-BE49-F238E27FC236}">
                <a16:creationId xmlns:a16="http://schemas.microsoft.com/office/drawing/2014/main" id="{5ACBD598-6775-4223-B2AB-B169A112E3FF}"/>
              </a:ext>
            </a:extLst>
          </p:cNvPr>
          <p:cNvSpPr>
            <a:spLocks noGrp="1"/>
          </p:cNvSpPr>
          <p:nvPr>
            <p:ph type="body" idx="2" hasCustomPrompt="1"/>
          </p:nvPr>
        </p:nvSpPr>
        <p:spPr>
          <a:xfrm>
            <a:off x="2194163" y="1096963"/>
            <a:ext cx="3840480" cy="1737360"/>
          </a:xfrm>
        </p:spPr>
        <p:txBody>
          <a:bodyPr anchor="ctr">
            <a:noAutofit/>
          </a:bodyPr>
          <a:lstStyle>
            <a:lvl1pPr marL="0" indent="0">
              <a:lnSpc>
                <a:spcPct val="100000"/>
              </a:lnSpc>
              <a:spcBef>
                <a:spcPts val="0"/>
              </a:spcBef>
              <a:spcAft>
                <a:spcPts val="300"/>
              </a:spcAft>
              <a:buNone/>
              <a:defRPr sz="2000">
                <a:solidFill>
                  <a:srgbClr val="232F3E"/>
                </a:solidFill>
                <a:latin typeface="Amazon Ember Display"/>
              </a:defRPr>
            </a:lvl1pPr>
            <a:lvl2pPr marL="233363" indent="0">
              <a:lnSpc>
                <a:spcPct val="100000"/>
              </a:lnSpc>
              <a:spcBef>
                <a:spcPts val="300"/>
              </a:spcBef>
              <a:spcAft>
                <a:spcPts val="600"/>
              </a:spcAft>
              <a:buNone/>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
        <p:nvSpPr>
          <p:cNvPr id="9" name="Acronym Left Middle">
            <a:extLst>
              <a:ext uri="{FF2B5EF4-FFF2-40B4-BE49-F238E27FC236}">
                <a16:creationId xmlns:a16="http://schemas.microsoft.com/office/drawing/2014/main" id="{DF521447-4E72-4F87-B8F3-0A9998B3AC50}"/>
              </a:ext>
            </a:extLst>
          </p:cNvPr>
          <p:cNvSpPr>
            <a:spLocks noGrp="1"/>
          </p:cNvSpPr>
          <p:nvPr>
            <p:ph type="body" idx="9" hasCustomPrompt="1"/>
          </p:nvPr>
        </p:nvSpPr>
        <p:spPr>
          <a:xfrm>
            <a:off x="353060" y="2980786"/>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dirty="0"/>
              <a:t>ABR</a:t>
            </a:r>
          </a:p>
        </p:txBody>
      </p:sp>
      <p:sp>
        <p:nvSpPr>
          <p:cNvPr id="3" name="Content Left Middle">
            <a:extLst>
              <a:ext uri="{FF2B5EF4-FFF2-40B4-BE49-F238E27FC236}">
                <a16:creationId xmlns:a16="http://schemas.microsoft.com/office/drawing/2014/main" id="{80E603A3-BB5F-4E92-A77C-5055D8FB5D06}"/>
              </a:ext>
            </a:extLst>
          </p:cNvPr>
          <p:cNvSpPr>
            <a:spLocks noGrp="1"/>
          </p:cNvSpPr>
          <p:nvPr>
            <p:ph type="body" idx="3" hasCustomPrompt="1"/>
          </p:nvPr>
        </p:nvSpPr>
        <p:spPr>
          <a:xfrm>
            <a:off x="2194163" y="2889346"/>
            <a:ext cx="3840480" cy="1737360"/>
          </a:xfrm>
        </p:spPr>
        <p:txBody>
          <a:bodyPr anchor="ctr">
            <a:noAutofit/>
          </a:bodyPr>
          <a:lstStyle>
            <a:lvl1pPr marL="0" indent="0">
              <a:lnSpc>
                <a:spcPct val="100000"/>
              </a:lnSpc>
              <a:spcBef>
                <a:spcPts val="0"/>
              </a:spcBef>
              <a:spcAft>
                <a:spcPts val="300"/>
              </a:spcAft>
              <a:buNone/>
              <a:defRPr sz="2000">
                <a:solidFill>
                  <a:srgbClr val="232F3E"/>
                </a:solidFill>
                <a:latin typeface="Amazon Ember Display"/>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
        <p:nvSpPr>
          <p:cNvPr id="10" name="Acronym Left Bottom">
            <a:extLst>
              <a:ext uri="{FF2B5EF4-FFF2-40B4-BE49-F238E27FC236}">
                <a16:creationId xmlns:a16="http://schemas.microsoft.com/office/drawing/2014/main" id="{1A869D27-DAC1-4525-9F52-0E454C69A2CC}"/>
              </a:ext>
            </a:extLst>
          </p:cNvPr>
          <p:cNvSpPr>
            <a:spLocks noGrp="1"/>
          </p:cNvSpPr>
          <p:nvPr>
            <p:ph type="body" idx="10" hasCustomPrompt="1"/>
          </p:nvPr>
        </p:nvSpPr>
        <p:spPr>
          <a:xfrm>
            <a:off x="353060" y="4773168"/>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dirty="0"/>
              <a:t>ABR</a:t>
            </a:r>
          </a:p>
        </p:txBody>
      </p:sp>
      <p:sp>
        <p:nvSpPr>
          <p:cNvPr id="4" name="Content Left Bottom">
            <a:extLst>
              <a:ext uri="{FF2B5EF4-FFF2-40B4-BE49-F238E27FC236}">
                <a16:creationId xmlns:a16="http://schemas.microsoft.com/office/drawing/2014/main" id="{AD9F5B5C-5A2E-4FDE-BE90-933A1A3633E4}"/>
              </a:ext>
            </a:extLst>
          </p:cNvPr>
          <p:cNvSpPr>
            <a:spLocks noGrp="1"/>
          </p:cNvSpPr>
          <p:nvPr>
            <p:ph type="body" idx="4" hasCustomPrompt="1"/>
          </p:nvPr>
        </p:nvSpPr>
        <p:spPr>
          <a:xfrm>
            <a:off x="2194163" y="4681728"/>
            <a:ext cx="3840480" cy="1737360"/>
          </a:xfrm>
        </p:spPr>
        <p:txBody>
          <a:bodyPr anchor="ctr">
            <a:noAutofit/>
          </a:bodyPr>
          <a:lstStyle>
            <a:lvl1pPr marL="0" indent="0">
              <a:lnSpc>
                <a:spcPct val="100000"/>
              </a:lnSpc>
              <a:spcBef>
                <a:spcPts val="0"/>
              </a:spcBef>
              <a:spcAft>
                <a:spcPts val="300"/>
              </a:spcAft>
              <a:buNone/>
              <a:defRPr sz="2000">
                <a:solidFill>
                  <a:srgbClr val="232F3E"/>
                </a:solidFill>
                <a:latin typeface="Amazon Ember Display"/>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
        <p:nvSpPr>
          <p:cNvPr id="11" name="Acronym Right Top">
            <a:extLst>
              <a:ext uri="{FF2B5EF4-FFF2-40B4-BE49-F238E27FC236}">
                <a16:creationId xmlns:a16="http://schemas.microsoft.com/office/drawing/2014/main" id="{9837C0E6-DDD2-4E65-9314-88432234A7B2}"/>
              </a:ext>
            </a:extLst>
          </p:cNvPr>
          <p:cNvSpPr>
            <a:spLocks noGrp="1"/>
          </p:cNvSpPr>
          <p:nvPr>
            <p:ph type="body" idx="11" hasCustomPrompt="1"/>
          </p:nvPr>
        </p:nvSpPr>
        <p:spPr>
          <a:xfrm>
            <a:off x="6162412" y="1188403"/>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dirty="0"/>
              <a:t>ABR</a:t>
            </a:r>
          </a:p>
        </p:txBody>
      </p:sp>
      <p:sp>
        <p:nvSpPr>
          <p:cNvPr id="5" name="Content Right Top">
            <a:extLst>
              <a:ext uri="{FF2B5EF4-FFF2-40B4-BE49-F238E27FC236}">
                <a16:creationId xmlns:a16="http://schemas.microsoft.com/office/drawing/2014/main" id="{90BB8441-20A6-4797-B4CD-C5446F55BFC4}"/>
              </a:ext>
            </a:extLst>
          </p:cNvPr>
          <p:cNvSpPr>
            <a:spLocks noGrp="1"/>
          </p:cNvSpPr>
          <p:nvPr>
            <p:ph type="body" idx="5" hasCustomPrompt="1"/>
          </p:nvPr>
        </p:nvSpPr>
        <p:spPr>
          <a:xfrm>
            <a:off x="7991878" y="1096963"/>
            <a:ext cx="3840480" cy="1737360"/>
          </a:xfrm>
        </p:spPr>
        <p:txBody>
          <a:bodyPr anchor="ctr">
            <a:noAutofit/>
          </a:bodyPr>
          <a:lstStyle>
            <a:lvl1pPr marL="0" indent="0" algn="l" defTabSz="914400" rtl="0" eaLnBrk="1" latinLnBrk="0" hangingPunct="1">
              <a:lnSpc>
                <a:spcPct val="100000"/>
              </a:lnSpc>
              <a:spcBef>
                <a:spcPts val="0"/>
              </a:spcBef>
              <a:spcAft>
                <a:spcPts val="300"/>
              </a:spcAft>
              <a:buFont typeface="Amazon Ember Display"/>
              <a:buNone/>
              <a:defRPr lang="en-US" sz="2000" kern="1200" dirty="0">
                <a:solidFill>
                  <a:srgbClr val="232F3E"/>
                </a:solidFill>
                <a:latin typeface="Amazon Ember Display"/>
                <a:ea typeface="+mn-ea"/>
                <a:cs typeface="+mn-cs"/>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
        <p:nvSpPr>
          <p:cNvPr id="14" name="Acronym Right Middle">
            <a:extLst>
              <a:ext uri="{FF2B5EF4-FFF2-40B4-BE49-F238E27FC236}">
                <a16:creationId xmlns:a16="http://schemas.microsoft.com/office/drawing/2014/main" id="{92570328-F506-4FC2-AE2B-53186B9CA0BF}"/>
              </a:ext>
            </a:extLst>
          </p:cNvPr>
          <p:cNvSpPr>
            <a:spLocks noGrp="1"/>
          </p:cNvSpPr>
          <p:nvPr>
            <p:ph type="body" idx="12" hasCustomPrompt="1"/>
          </p:nvPr>
        </p:nvSpPr>
        <p:spPr>
          <a:xfrm>
            <a:off x="6162412" y="2980786"/>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dirty="0"/>
              <a:t>ABR</a:t>
            </a:r>
          </a:p>
        </p:txBody>
      </p:sp>
      <p:sp>
        <p:nvSpPr>
          <p:cNvPr id="6" name="Content Right Middle">
            <a:extLst>
              <a:ext uri="{FF2B5EF4-FFF2-40B4-BE49-F238E27FC236}">
                <a16:creationId xmlns:a16="http://schemas.microsoft.com/office/drawing/2014/main" id="{0FAE0B8A-BC98-4464-9C65-3A47B0A5EACB}"/>
              </a:ext>
            </a:extLst>
          </p:cNvPr>
          <p:cNvSpPr>
            <a:spLocks noGrp="1"/>
          </p:cNvSpPr>
          <p:nvPr>
            <p:ph type="body" idx="6" hasCustomPrompt="1"/>
          </p:nvPr>
        </p:nvSpPr>
        <p:spPr>
          <a:xfrm>
            <a:off x="7991878" y="2889346"/>
            <a:ext cx="3840480" cy="1737360"/>
          </a:xfrm>
        </p:spPr>
        <p:txBody>
          <a:bodyPr anchor="ctr">
            <a:noAutofit/>
          </a:bodyPr>
          <a:lstStyle>
            <a:lvl1pPr marL="0" indent="0">
              <a:lnSpc>
                <a:spcPct val="100000"/>
              </a:lnSpc>
              <a:spcBef>
                <a:spcPts val="0"/>
              </a:spcBef>
              <a:spcAft>
                <a:spcPts val="300"/>
              </a:spcAft>
              <a:buNone/>
              <a:defRPr sz="2000">
                <a:solidFill>
                  <a:srgbClr val="232F3E"/>
                </a:solidFill>
                <a:latin typeface="Amazon Ember Display"/>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
        <p:nvSpPr>
          <p:cNvPr id="13" name="Acronym Right Bottom">
            <a:extLst>
              <a:ext uri="{FF2B5EF4-FFF2-40B4-BE49-F238E27FC236}">
                <a16:creationId xmlns:a16="http://schemas.microsoft.com/office/drawing/2014/main" id="{724B4804-F3F3-4B62-A0EC-A77D95C244CD}"/>
              </a:ext>
            </a:extLst>
          </p:cNvPr>
          <p:cNvSpPr>
            <a:spLocks noGrp="1"/>
          </p:cNvSpPr>
          <p:nvPr>
            <p:ph type="body" idx="13" hasCustomPrompt="1"/>
          </p:nvPr>
        </p:nvSpPr>
        <p:spPr>
          <a:xfrm>
            <a:off x="6162412" y="4773168"/>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dirty="0"/>
              <a:t>ABR</a:t>
            </a:r>
          </a:p>
        </p:txBody>
      </p:sp>
      <p:sp>
        <p:nvSpPr>
          <p:cNvPr id="7" name="Content Right Bottom">
            <a:extLst>
              <a:ext uri="{FF2B5EF4-FFF2-40B4-BE49-F238E27FC236}">
                <a16:creationId xmlns:a16="http://schemas.microsoft.com/office/drawing/2014/main" id="{30387F87-E08F-4DED-BCEC-437402769732}"/>
              </a:ext>
            </a:extLst>
          </p:cNvPr>
          <p:cNvSpPr>
            <a:spLocks noGrp="1"/>
          </p:cNvSpPr>
          <p:nvPr>
            <p:ph type="body" idx="7" hasCustomPrompt="1"/>
          </p:nvPr>
        </p:nvSpPr>
        <p:spPr>
          <a:xfrm>
            <a:off x="7991878" y="4681728"/>
            <a:ext cx="3840480" cy="1737360"/>
          </a:xfrm>
        </p:spPr>
        <p:txBody>
          <a:bodyPr anchor="ctr">
            <a:noAutofit/>
          </a:bodyPr>
          <a:lstStyle>
            <a:lvl1pPr marL="0" indent="0">
              <a:lnSpc>
                <a:spcPct val="100000"/>
              </a:lnSpc>
              <a:spcBef>
                <a:spcPts val="0"/>
              </a:spcBef>
              <a:spcAft>
                <a:spcPts val="300"/>
              </a:spcAft>
              <a:buNone/>
              <a:defRPr sz="2000">
                <a:solidFill>
                  <a:srgbClr val="232F3E"/>
                </a:solidFill>
                <a:latin typeface="Amazon Ember Display"/>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Tree>
    <p:custDataLst>
      <p:tags r:id="rId1"/>
    </p:custDataLst>
    <p:extLst>
      <p:ext uri="{BB962C8B-B14F-4D97-AF65-F5344CB8AC3E}">
        <p14:creationId xmlns:p14="http://schemas.microsoft.com/office/powerpoint/2010/main" val="56511667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Title, 6 images, and 6 text">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8"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6 images, and 6 text boxes</a:t>
            </a:r>
          </a:p>
        </p:txBody>
      </p:sp>
      <p:pic>
        <p:nvPicPr>
          <p:cNvPr id="99" name="Divider">
            <a:extLst>
              <a:ext uri="{FF2B5EF4-FFF2-40B4-BE49-F238E27FC236}">
                <a16:creationId xmlns:a16="http://schemas.microsoft.com/office/drawing/2014/main" id="{D8CEDAC6-2953-4473-BCFC-2357BFF28452}"/>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2" name="Picture L Top">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365760" y="1238846"/>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2" name="Content L Top">
            <a:extLst>
              <a:ext uri="{FF2B5EF4-FFF2-40B4-BE49-F238E27FC236}">
                <a16:creationId xmlns:a16="http://schemas.microsoft.com/office/drawing/2014/main" id="{5ACBD598-6775-4223-B2AB-B169A112E3FF}"/>
              </a:ext>
            </a:extLst>
          </p:cNvPr>
          <p:cNvSpPr>
            <a:spLocks noGrp="1"/>
          </p:cNvSpPr>
          <p:nvPr>
            <p:ph type="body" idx="2" hasCustomPrompt="1"/>
          </p:nvPr>
        </p:nvSpPr>
        <p:spPr>
          <a:xfrm>
            <a:off x="2045044" y="1147406"/>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3" name="Picture L Middle">
            <a:extLst>
              <a:ext uri="{FF2B5EF4-FFF2-40B4-BE49-F238E27FC236}">
                <a16:creationId xmlns:a16="http://schemas.microsoft.com/office/drawing/2014/main" id="{B777B55C-601A-4296-A013-0704520C9933}"/>
              </a:ext>
              <a:ext uri="{C183D7F6-B498-43B3-948B-1728B52AA6E4}">
                <adec:decorative xmlns:adec="http://schemas.microsoft.com/office/drawing/2017/decorative" val="1"/>
              </a:ext>
            </a:extLst>
          </p:cNvPr>
          <p:cNvSpPr>
            <a:spLocks noGrp="1"/>
          </p:cNvSpPr>
          <p:nvPr>
            <p:ph type="pic" idx="23" hasCustomPrompt="1"/>
          </p:nvPr>
        </p:nvSpPr>
        <p:spPr>
          <a:xfrm>
            <a:off x="365760" y="3008944"/>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3" name="Content L Middle">
            <a:extLst>
              <a:ext uri="{FF2B5EF4-FFF2-40B4-BE49-F238E27FC236}">
                <a16:creationId xmlns:a16="http://schemas.microsoft.com/office/drawing/2014/main" id="{80E603A3-BB5F-4E92-A77C-5055D8FB5D06}"/>
              </a:ext>
            </a:extLst>
          </p:cNvPr>
          <p:cNvSpPr>
            <a:spLocks noGrp="1"/>
          </p:cNvSpPr>
          <p:nvPr>
            <p:ph type="body" idx="3" hasCustomPrompt="1"/>
          </p:nvPr>
        </p:nvSpPr>
        <p:spPr>
          <a:xfrm>
            <a:off x="2045044" y="2917504"/>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4" name="Picture L Bottom">
            <a:extLst>
              <a:ext uri="{FF2B5EF4-FFF2-40B4-BE49-F238E27FC236}">
                <a16:creationId xmlns:a16="http://schemas.microsoft.com/office/drawing/2014/main" id="{E03CC3B4-6BE1-41D3-B04E-E0C023B529E1}"/>
              </a:ext>
              <a:ext uri="{C183D7F6-B498-43B3-948B-1728B52AA6E4}">
                <adec:decorative xmlns:adec="http://schemas.microsoft.com/office/drawing/2017/decorative" val="1"/>
              </a:ext>
            </a:extLst>
          </p:cNvPr>
          <p:cNvSpPr>
            <a:spLocks noGrp="1"/>
          </p:cNvSpPr>
          <p:nvPr>
            <p:ph type="pic" idx="24" hasCustomPrompt="1"/>
          </p:nvPr>
        </p:nvSpPr>
        <p:spPr>
          <a:xfrm>
            <a:off x="365760" y="4776114"/>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4" name="Content L Bottom">
            <a:extLst>
              <a:ext uri="{FF2B5EF4-FFF2-40B4-BE49-F238E27FC236}">
                <a16:creationId xmlns:a16="http://schemas.microsoft.com/office/drawing/2014/main" id="{AD9F5B5C-5A2E-4FDE-BE90-933A1A3633E4}"/>
              </a:ext>
            </a:extLst>
          </p:cNvPr>
          <p:cNvSpPr>
            <a:spLocks noGrp="1"/>
          </p:cNvSpPr>
          <p:nvPr>
            <p:ph type="body" idx="4" hasCustomPrompt="1"/>
          </p:nvPr>
        </p:nvSpPr>
        <p:spPr>
          <a:xfrm>
            <a:off x="2045044" y="4684674"/>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5" name="Picture R Top">
            <a:extLst>
              <a:ext uri="{FF2B5EF4-FFF2-40B4-BE49-F238E27FC236}">
                <a16:creationId xmlns:a16="http://schemas.microsoft.com/office/drawing/2014/main" id="{2537EBA4-2DD0-426E-A66E-7F0CC3C9A863}"/>
              </a:ext>
              <a:ext uri="{C183D7F6-B498-43B3-948B-1728B52AA6E4}">
                <adec:decorative xmlns:adec="http://schemas.microsoft.com/office/drawing/2017/decorative" val="1"/>
              </a:ext>
            </a:extLst>
          </p:cNvPr>
          <p:cNvSpPr>
            <a:spLocks noGrp="1"/>
          </p:cNvSpPr>
          <p:nvPr>
            <p:ph type="pic" idx="25" hasCustomPrompt="1"/>
          </p:nvPr>
        </p:nvSpPr>
        <p:spPr>
          <a:xfrm>
            <a:off x="6205152" y="1238846"/>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5" name="Content R Top">
            <a:extLst>
              <a:ext uri="{FF2B5EF4-FFF2-40B4-BE49-F238E27FC236}">
                <a16:creationId xmlns:a16="http://schemas.microsoft.com/office/drawing/2014/main" id="{3124324C-4E3B-473E-85DD-0988B7B4CD52}"/>
              </a:ext>
            </a:extLst>
          </p:cNvPr>
          <p:cNvSpPr>
            <a:spLocks noGrp="1"/>
          </p:cNvSpPr>
          <p:nvPr>
            <p:ph type="body" idx="5" hasCustomPrompt="1"/>
          </p:nvPr>
        </p:nvSpPr>
        <p:spPr>
          <a:xfrm>
            <a:off x="7884436" y="1147406"/>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6" name="Picture R Middle">
            <a:extLst>
              <a:ext uri="{FF2B5EF4-FFF2-40B4-BE49-F238E27FC236}">
                <a16:creationId xmlns:a16="http://schemas.microsoft.com/office/drawing/2014/main" id="{C2DF48EF-CB9B-4DEC-A978-BD4C5E8A371A}"/>
              </a:ext>
              <a:ext uri="{C183D7F6-B498-43B3-948B-1728B52AA6E4}">
                <adec:decorative xmlns:adec="http://schemas.microsoft.com/office/drawing/2017/decorative" val="1"/>
              </a:ext>
            </a:extLst>
          </p:cNvPr>
          <p:cNvSpPr>
            <a:spLocks noGrp="1"/>
          </p:cNvSpPr>
          <p:nvPr>
            <p:ph type="pic" idx="26" hasCustomPrompt="1"/>
          </p:nvPr>
        </p:nvSpPr>
        <p:spPr>
          <a:xfrm>
            <a:off x="6205152" y="3008944"/>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6" name="Content R Middle">
            <a:extLst>
              <a:ext uri="{FF2B5EF4-FFF2-40B4-BE49-F238E27FC236}">
                <a16:creationId xmlns:a16="http://schemas.microsoft.com/office/drawing/2014/main" id="{823555B5-F2D8-4708-8578-06784CA9E686}"/>
              </a:ext>
            </a:extLst>
          </p:cNvPr>
          <p:cNvSpPr>
            <a:spLocks noGrp="1"/>
          </p:cNvSpPr>
          <p:nvPr>
            <p:ph type="body" idx="6" hasCustomPrompt="1"/>
          </p:nvPr>
        </p:nvSpPr>
        <p:spPr>
          <a:xfrm>
            <a:off x="7884436" y="2917504"/>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7" name="Picture R Bottom">
            <a:extLst>
              <a:ext uri="{FF2B5EF4-FFF2-40B4-BE49-F238E27FC236}">
                <a16:creationId xmlns:a16="http://schemas.microsoft.com/office/drawing/2014/main" id="{F1E0B4C9-22CB-4378-B9DD-C97CC3CC37D3}"/>
              </a:ext>
              <a:ext uri="{C183D7F6-B498-43B3-948B-1728B52AA6E4}">
                <adec:decorative xmlns:adec="http://schemas.microsoft.com/office/drawing/2017/decorative" val="1"/>
              </a:ext>
            </a:extLst>
          </p:cNvPr>
          <p:cNvSpPr>
            <a:spLocks noGrp="1"/>
          </p:cNvSpPr>
          <p:nvPr>
            <p:ph type="pic" idx="27" hasCustomPrompt="1"/>
          </p:nvPr>
        </p:nvSpPr>
        <p:spPr>
          <a:xfrm>
            <a:off x="6205152" y="4776114"/>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7" name="Content R Bottom">
            <a:extLst>
              <a:ext uri="{FF2B5EF4-FFF2-40B4-BE49-F238E27FC236}">
                <a16:creationId xmlns:a16="http://schemas.microsoft.com/office/drawing/2014/main" id="{B8A01145-54CF-4ED7-86C7-2C5968A8E4E9}"/>
              </a:ext>
            </a:extLst>
          </p:cNvPr>
          <p:cNvSpPr>
            <a:spLocks noGrp="1"/>
          </p:cNvSpPr>
          <p:nvPr>
            <p:ph type="body" idx="7" hasCustomPrompt="1"/>
          </p:nvPr>
        </p:nvSpPr>
        <p:spPr>
          <a:xfrm>
            <a:off x="7884436" y="4684674"/>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Tree>
    <p:custDataLst>
      <p:tags r:id="rId1"/>
    </p:custDataLst>
    <p:extLst>
      <p:ext uri="{BB962C8B-B14F-4D97-AF65-F5344CB8AC3E}">
        <p14:creationId xmlns:p14="http://schemas.microsoft.com/office/powerpoint/2010/main" val="3142184848"/>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x" preserve="1">
  <p:cSld name="Title and 4 Conten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5FE023F-03C4-484F-A300-E408B4FEB8ED}"/>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6"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and 4 content columns</a:t>
            </a:r>
          </a:p>
        </p:txBody>
      </p:sp>
      <p:pic>
        <p:nvPicPr>
          <p:cNvPr id="99" name="Divider">
            <a:extLst>
              <a:ext uri="{FF2B5EF4-FFF2-40B4-BE49-F238E27FC236}">
                <a16:creationId xmlns:a16="http://schemas.microsoft.com/office/drawing/2014/main" id="{DA5B3212-A91F-4308-A973-316F80A6A0B3}"/>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Left">
            <a:extLst>
              <a:ext uri="{FF2B5EF4-FFF2-40B4-BE49-F238E27FC236}">
                <a16:creationId xmlns:a16="http://schemas.microsoft.com/office/drawing/2014/main" id="{8A73B5A2-5001-4FA4-B113-0F6124F1F6A0}"/>
              </a:ext>
            </a:extLst>
          </p:cNvPr>
          <p:cNvSpPr>
            <a:spLocks noGrp="1"/>
          </p:cNvSpPr>
          <p:nvPr>
            <p:ph type="body" idx="2" hasCustomPrompt="1"/>
          </p:nvPr>
        </p:nvSpPr>
        <p:spPr>
          <a:xfrm>
            <a:off x="365760" y="1097280"/>
            <a:ext cx="2788920" cy="533095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Center Left">
            <a:extLst>
              <a:ext uri="{FF2B5EF4-FFF2-40B4-BE49-F238E27FC236}">
                <a16:creationId xmlns:a16="http://schemas.microsoft.com/office/drawing/2014/main" id="{951E617C-D9F7-4098-883E-6A048DBCF862}"/>
              </a:ext>
            </a:extLst>
          </p:cNvPr>
          <p:cNvSpPr>
            <a:spLocks noGrp="1"/>
          </p:cNvSpPr>
          <p:nvPr>
            <p:ph type="body" idx="3" hasCustomPrompt="1"/>
          </p:nvPr>
        </p:nvSpPr>
        <p:spPr>
          <a:xfrm>
            <a:off x="3258312" y="1097280"/>
            <a:ext cx="2788920" cy="533095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4" name="Content Center Right">
            <a:extLst>
              <a:ext uri="{FF2B5EF4-FFF2-40B4-BE49-F238E27FC236}">
                <a16:creationId xmlns:a16="http://schemas.microsoft.com/office/drawing/2014/main" id="{A8A7CEA5-195D-4DB0-B5A3-06CEEA93C108}"/>
              </a:ext>
            </a:extLst>
          </p:cNvPr>
          <p:cNvSpPr>
            <a:spLocks noGrp="1"/>
          </p:cNvSpPr>
          <p:nvPr>
            <p:ph type="body" idx="4" hasCustomPrompt="1"/>
          </p:nvPr>
        </p:nvSpPr>
        <p:spPr>
          <a:xfrm>
            <a:off x="6150864" y="1097280"/>
            <a:ext cx="2788920" cy="533095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5" name="Content Right">
            <a:extLst>
              <a:ext uri="{FF2B5EF4-FFF2-40B4-BE49-F238E27FC236}">
                <a16:creationId xmlns:a16="http://schemas.microsoft.com/office/drawing/2014/main" id="{BC11431A-8924-465C-98E0-6E4655C69AA7}"/>
              </a:ext>
            </a:extLst>
          </p:cNvPr>
          <p:cNvSpPr>
            <a:spLocks noGrp="1"/>
          </p:cNvSpPr>
          <p:nvPr>
            <p:ph type="body" idx="5" hasCustomPrompt="1"/>
          </p:nvPr>
        </p:nvSpPr>
        <p:spPr>
          <a:xfrm>
            <a:off x="9043416" y="1097280"/>
            <a:ext cx="2788920" cy="533095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839853407"/>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x" preserve="1">
  <p:cSld name="Title, 4 Headers, and 4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801112C1-CB8D-4535-B2A1-5048E573106F}"/>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6"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4 headers, and 4 text columns</a:t>
            </a:r>
          </a:p>
        </p:txBody>
      </p:sp>
      <p:sp>
        <p:nvSpPr>
          <p:cNvPr id="12" name="Content 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1560"/>
            <a:ext cx="2788920" cy="440329"/>
          </a:xfrm>
          <a:solidFill>
            <a:schemeClr val="accent1"/>
          </a:solid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1563624"/>
            <a:ext cx="2788920" cy="4882896"/>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3" name="Content Header Center Left">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3264408" y="1051560"/>
            <a:ext cx="2788920" cy="440329"/>
          </a:xfrm>
          <a:solidFill>
            <a:schemeClr val="accent1"/>
          </a:solid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3" name="Content Center Left">
            <a:extLst>
              <a:ext uri="{FF2B5EF4-FFF2-40B4-BE49-F238E27FC236}">
                <a16:creationId xmlns:a16="http://schemas.microsoft.com/office/drawing/2014/main" id="{7F5B85B9-BABC-44F6-B2AE-99F02670D702}"/>
              </a:ext>
            </a:extLst>
          </p:cNvPr>
          <p:cNvSpPr>
            <a:spLocks noGrp="1"/>
          </p:cNvSpPr>
          <p:nvPr>
            <p:ph type="body" idx="3" hasCustomPrompt="1"/>
          </p:nvPr>
        </p:nvSpPr>
        <p:spPr>
          <a:xfrm>
            <a:off x="3264408" y="1563624"/>
            <a:ext cx="2788920" cy="4882896"/>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4" name="Content Header Center Right">
            <a:extLst>
              <a:ext uri="{FF2B5EF4-FFF2-40B4-BE49-F238E27FC236}">
                <a16:creationId xmlns:a16="http://schemas.microsoft.com/office/drawing/2014/main" id="{B3EBECE3-35F9-4AF4-A8A7-FD546C7C32D6}"/>
              </a:ext>
            </a:extLst>
          </p:cNvPr>
          <p:cNvSpPr>
            <a:spLocks noGrp="1"/>
          </p:cNvSpPr>
          <p:nvPr>
            <p:ph type="body" idx="14" hasCustomPrompt="1"/>
          </p:nvPr>
        </p:nvSpPr>
        <p:spPr>
          <a:xfrm>
            <a:off x="6163056" y="1051560"/>
            <a:ext cx="2788920" cy="440329"/>
          </a:xfrm>
          <a:solidFill>
            <a:schemeClr val="accent1"/>
          </a:solid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4" name="Content Center Right">
            <a:extLst>
              <a:ext uri="{FF2B5EF4-FFF2-40B4-BE49-F238E27FC236}">
                <a16:creationId xmlns:a16="http://schemas.microsoft.com/office/drawing/2014/main" id="{92466994-EA21-45EA-9DC6-3C179254B3A8}"/>
              </a:ext>
            </a:extLst>
          </p:cNvPr>
          <p:cNvSpPr>
            <a:spLocks noGrp="1"/>
          </p:cNvSpPr>
          <p:nvPr>
            <p:ph type="body" idx="4" hasCustomPrompt="1"/>
          </p:nvPr>
        </p:nvSpPr>
        <p:spPr>
          <a:xfrm>
            <a:off x="6163056" y="1563624"/>
            <a:ext cx="2788920" cy="4882896"/>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5" name="Content Header Right">
            <a:extLst>
              <a:ext uri="{FF2B5EF4-FFF2-40B4-BE49-F238E27FC236}">
                <a16:creationId xmlns:a16="http://schemas.microsoft.com/office/drawing/2014/main" id="{ED932AC6-C3A8-487A-A17E-48D0C368204C}"/>
              </a:ext>
            </a:extLst>
          </p:cNvPr>
          <p:cNvSpPr>
            <a:spLocks noGrp="1"/>
          </p:cNvSpPr>
          <p:nvPr>
            <p:ph type="body" idx="15" hasCustomPrompt="1"/>
          </p:nvPr>
        </p:nvSpPr>
        <p:spPr>
          <a:xfrm>
            <a:off x="9061704" y="1051560"/>
            <a:ext cx="2788920" cy="440329"/>
          </a:xfrm>
          <a:solidFill>
            <a:schemeClr val="accent1"/>
          </a:solid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5" name="Content Right">
            <a:extLst>
              <a:ext uri="{FF2B5EF4-FFF2-40B4-BE49-F238E27FC236}">
                <a16:creationId xmlns:a16="http://schemas.microsoft.com/office/drawing/2014/main" id="{7CF59EA0-9039-4A19-8197-DA073A0DB52B}"/>
              </a:ext>
            </a:extLst>
          </p:cNvPr>
          <p:cNvSpPr>
            <a:spLocks noGrp="1"/>
          </p:cNvSpPr>
          <p:nvPr>
            <p:ph type="body" idx="5" hasCustomPrompt="1"/>
          </p:nvPr>
        </p:nvSpPr>
        <p:spPr>
          <a:xfrm>
            <a:off x="9061704" y="1563624"/>
            <a:ext cx="2788920" cy="4882896"/>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59434152"/>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cSld name="Title, Header, 4 Lg Pics, and 4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5C95989-61CE-4D1A-B9CC-1BD6446598E4}"/>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7"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header, 4 large pictures, and 4 labels</a:t>
            </a:r>
          </a:p>
        </p:txBody>
      </p:sp>
      <p:pic>
        <p:nvPicPr>
          <p:cNvPr id="99" name="Divider">
            <a:extLst>
              <a:ext uri="{FF2B5EF4-FFF2-40B4-BE49-F238E27FC236}">
                <a16:creationId xmlns:a16="http://schemas.microsoft.com/office/drawing/2014/main" id="{59FB098F-E843-4BDC-8C23-7C327B2DE964}"/>
              </a:ext>
              <a:ext uri="{C183D7F6-B498-43B3-948B-1728B52AA6E4}">
                <adec:decorative xmlns:adec="http://schemas.microsoft.com/office/drawing/2017/decorative" val="1"/>
              </a:ext>
            </a:extLst>
          </p:cNvPr>
          <p:cNvPicPr preferRelativeResize="0">
            <a:picLocks/>
          </p:cNvPicPr>
          <p:nvPr/>
        </p:nvPicPr>
        <p:blipFill rotWithShape="1">
          <a:blip r:embed="rId3">
            <a:extLst>
              <a:ext uri="{28A0092B-C50C-407E-A947-70E740481C1C}">
                <a14:useLocalDpi xmlns:a14="http://schemas.microsoft.com/office/drawing/2010/main" val="0"/>
              </a:ext>
            </a:extLst>
          </a:blip>
          <a:srcRect/>
          <a:stretch/>
        </p:blipFill>
        <p:spPr>
          <a:xfrm>
            <a:off x="365760" y="1037751"/>
            <a:ext cx="11466576" cy="45719"/>
          </a:xfrm>
          <a:prstGeom prst="rect">
            <a:avLst/>
          </a:prstGeom>
        </p:spPr>
      </p:pic>
      <p:sp>
        <p:nvSpPr>
          <p:cNvPr id="2" name="Content Top">
            <a:extLst>
              <a:ext uri="{FF2B5EF4-FFF2-40B4-BE49-F238E27FC236}">
                <a16:creationId xmlns:a16="http://schemas.microsoft.com/office/drawing/2014/main" id="{CEBB69C5-28A4-4F99-A9FE-572F9D53CF4E}"/>
              </a:ext>
            </a:extLst>
          </p:cNvPr>
          <p:cNvSpPr>
            <a:spLocks noGrp="1"/>
          </p:cNvSpPr>
          <p:nvPr>
            <p:ph type="body" idx="2" hasCustomPrompt="1"/>
          </p:nvPr>
        </p:nvSpPr>
        <p:spPr>
          <a:xfrm>
            <a:off x="365760" y="1046879"/>
            <a:ext cx="11466576" cy="1099688"/>
          </a:xfrm>
          <a:noFill/>
          <a:ln>
            <a:noFill/>
          </a:ln>
        </p:spPr>
        <p:txBody>
          <a:bodyPr lIns="91440" anchor="ctr">
            <a:normAutofit/>
          </a:bodyPr>
          <a:lstStyle>
            <a:lvl1pPr marL="0" indent="0">
              <a:lnSpc>
                <a:spcPct val="100000"/>
              </a:lnSpc>
              <a:spcBef>
                <a:spcPts val="0"/>
              </a:spcBef>
              <a:spcAft>
                <a:spcPts val="0"/>
              </a:spcAft>
              <a:buNone/>
              <a:defRPr sz="28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638603" y="2269331"/>
            <a:ext cx="2286000" cy="2286000"/>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3" name="Content Left">
            <a:extLst>
              <a:ext uri="{FF2B5EF4-FFF2-40B4-BE49-F238E27FC236}">
                <a16:creationId xmlns:a16="http://schemas.microsoft.com/office/drawing/2014/main" id="{5ACBD598-6775-4223-B2AB-B169A112E3FF}"/>
              </a:ext>
            </a:extLst>
          </p:cNvPr>
          <p:cNvSpPr>
            <a:spLocks noGrp="1"/>
          </p:cNvSpPr>
          <p:nvPr>
            <p:ph type="body" idx="3" hasCustomPrompt="1"/>
          </p:nvPr>
        </p:nvSpPr>
        <p:spPr>
          <a:xfrm>
            <a:off x="365760" y="4638120"/>
            <a:ext cx="2788920" cy="1808400"/>
          </a:xfrm>
        </p:spPr>
        <p:txBody>
          <a:bodyPr lIns="91440">
            <a:noAutofit/>
          </a:bodyPr>
          <a:lstStyle>
            <a:lvl1pPr marL="0" indent="0" algn="ctr">
              <a:lnSpc>
                <a:spcPct val="100000"/>
              </a:lnSpc>
              <a:spcAft>
                <a:spcPts val="0"/>
              </a:spcAft>
              <a:buNone/>
              <a:defRPr sz="2000">
                <a:solidFill>
                  <a:srgbClr val="232F3E"/>
                </a:solidFill>
                <a:latin typeface="+mn-lt"/>
              </a:defRPr>
            </a:lvl1pPr>
          </a:lstStyle>
          <a:p>
            <a:pPr lvl="0"/>
            <a:r>
              <a:rPr lang="en-US" dirty="0"/>
              <a:t>Enter text</a:t>
            </a:r>
          </a:p>
        </p:txBody>
      </p:sp>
      <p:sp>
        <p:nvSpPr>
          <p:cNvPr id="23"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3537251" y="2269331"/>
            <a:ext cx="2286000" cy="2286000"/>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4" name="Content Center Left">
            <a:extLst>
              <a:ext uri="{FF2B5EF4-FFF2-40B4-BE49-F238E27FC236}">
                <a16:creationId xmlns:a16="http://schemas.microsoft.com/office/drawing/2014/main" id="{7F5B85B9-BABC-44F6-B2AE-99F02670D702}"/>
              </a:ext>
            </a:extLst>
          </p:cNvPr>
          <p:cNvSpPr>
            <a:spLocks noGrp="1"/>
          </p:cNvSpPr>
          <p:nvPr>
            <p:ph type="body" idx="4" hasCustomPrompt="1"/>
          </p:nvPr>
        </p:nvSpPr>
        <p:spPr>
          <a:xfrm>
            <a:off x="3264408" y="4638120"/>
            <a:ext cx="2788920" cy="1808400"/>
          </a:xfrm>
        </p:spPr>
        <p:txBody>
          <a:bodyPr lIns="91440">
            <a:noAutofit/>
          </a:bodyPr>
          <a:lstStyle>
            <a:lvl1pPr marL="0" indent="0" algn="ctr">
              <a:lnSpc>
                <a:spcPct val="100000"/>
              </a:lnSpc>
              <a:spcAft>
                <a:spcPts val="0"/>
              </a:spcAft>
              <a:buNone/>
              <a:defRPr sz="2000">
                <a:solidFill>
                  <a:srgbClr val="232F3E"/>
                </a:solidFill>
                <a:latin typeface="+mn-lt"/>
              </a:defRPr>
            </a:lvl1pPr>
          </a:lstStyle>
          <a:p>
            <a:pPr lvl="0"/>
            <a:r>
              <a:rPr lang="en-US" dirty="0"/>
              <a:t>Enter text</a:t>
            </a:r>
          </a:p>
        </p:txBody>
      </p:sp>
      <p:sp>
        <p:nvSpPr>
          <p:cNvPr id="24"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6435899" y="2269331"/>
            <a:ext cx="2286000" cy="2286000"/>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5" name="Content Center Right">
            <a:extLst>
              <a:ext uri="{FF2B5EF4-FFF2-40B4-BE49-F238E27FC236}">
                <a16:creationId xmlns:a16="http://schemas.microsoft.com/office/drawing/2014/main" id="{FD28CF85-103D-4AC7-BF7A-D32715F9433A}"/>
              </a:ext>
            </a:extLst>
          </p:cNvPr>
          <p:cNvSpPr>
            <a:spLocks noGrp="1"/>
          </p:cNvSpPr>
          <p:nvPr>
            <p:ph type="body" idx="5" hasCustomPrompt="1"/>
          </p:nvPr>
        </p:nvSpPr>
        <p:spPr>
          <a:xfrm>
            <a:off x="6163056" y="4638120"/>
            <a:ext cx="2788920" cy="1808400"/>
          </a:xfrm>
        </p:spPr>
        <p:txBody>
          <a:bodyPr lIns="91440">
            <a:noAutofit/>
          </a:bodyPr>
          <a:lstStyle>
            <a:lvl1pPr marL="0" indent="0" algn="ctr">
              <a:lnSpc>
                <a:spcPct val="100000"/>
              </a:lnSpc>
              <a:spcAft>
                <a:spcPts val="0"/>
              </a:spcAft>
              <a:buNone/>
              <a:defRPr sz="2000">
                <a:solidFill>
                  <a:srgbClr val="232F3E"/>
                </a:solidFill>
                <a:latin typeface="+mn-lt"/>
              </a:defRPr>
            </a:lvl1pPr>
          </a:lstStyle>
          <a:p>
            <a:pPr lvl="0"/>
            <a:r>
              <a:rPr lang="en-US" dirty="0"/>
              <a:t>Enter text</a:t>
            </a:r>
          </a:p>
        </p:txBody>
      </p:sp>
      <p:sp>
        <p:nvSpPr>
          <p:cNvPr id="25" name="Picture Right">
            <a:extLst>
              <a:ext uri="{FF2B5EF4-FFF2-40B4-BE49-F238E27FC236}">
                <a16:creationId xmlns:a16="http://schemas.microsoft.com/office/drawing/2014/main" id="{3225055C-7E4D-4C57-84DA-4F32CFEE666E}"/>
              </a:ext>
              <a:ext uri="{C183D7F6-B498-43B3-948B-1728B52AA6E4}">
                <adec:decorative xmlns:adec="http://schemas.microsoft.com/office/drawing/2017/decorative" val="1"/>
              </a:ext>
            </a:extLst>
          </p:cNvPr>
          <p:cNvSpPr>
            <a:spLocks noGrp="1"/>
          </p:cNvSpPr>
          <p:nvPr>
            <p:ph type="pic" idx="25" hasCustomPrompt="1"/>
          </p:nvPr>
        </p:nvSpPr>
        <p:spPr>
          <a:xfrm>
            <a:off x="9334547" y="2269331"/>
            <a:ext cx="2286000" cy="2286000"/>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6" name="Content Right">
            <a:extLst>
              <a:ext uri="{FF2B5EF4-FFF2-40B4-BE49-F238E27FC236}">
                <a16:creationId xmlns:a16="http://schemas.microsoft.com/office/drawing/2014/main" id="{528A167E-DBEB-4BD8-B32A-B1DBF78AA248}"/>
              </a:ext>
            </a:extLst>
          </p:cNvPr>
          <p:cNvSpPr>
            <a:spLocks noGrp="1"/>
          </p:cNvSpPr>
          <p:nvPr>
            <p:ph type="body" idx="6" hasCustomPrompt="1"/>
          </p:nvPr>
        </p:nvSpPr>
        <p:spPr>
          <a:xfrm>
            <a:off x="9043416" y="4638120"/>
            <a:ext cx="2788920" cy="1808400"/>
          </a:xfrm>
        </p:spPr>
        <p:txBody>
          <a:bodyPr lIns="91440">
            <a:noAutofit/>
          </a:bodyPr>
          <a:lstStyle>
            <a:lvl1pPr marL="0" indent="0" algn="ctr">
              <a:lnSpc>
                <a:spcPct val="100000"/>
              </a:lnSpc>
              <a:spcAft>
                <a:spcPts val="0"/>
              </a:spcAft>
              <a:buNone/>
              <a:defRPr sz="2000">
                <a:solidFill>
                  <a:srgbClr val="232F3E"/>
                </a:solidFill>
                <a:latin typeface="+mn-lt"/>
              </a:defRPr>
            </a:lvl1pPr>
          </a:lstStyle>
          <a:p>
            <a:pPr lvl="0"/>
            <a:r>
              <a:rPr lang="en-US" dirty="0"/>
              <a:t>Enter text</a:t>
            </a:r>
          </a:p>
        </p:txBody>
      </p:sp>
    </p:spTree>
    <p:custDataLst>
      <p:tags r:id="rId1"/>
    </p:custDataLst>
    <p:extLst>
      <p:ext uri="{BB962C8B-B14F-4D97-AF65-F5344CB8AC3E}">
        <p14:creationId xmlns:p14="http://schemas.microsoft.com/office/powerpoint/2010/main" val="3366978544"/>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Title, 4 Lg Pics, 4 Headers, and 4 Text Columns">
    <p:bg>
      <p:bgPr>
        <a:solidFill>
          <a:schemeClr val="bg1"/>
        </a:solidFill>
        <a:effectLst/>
      </p:bgPr>
    </p:bg>
    <p:spTree>
      <p:nvGrpSpPr>
        <p:cNvPr id="1" name=""/>
        <p:cNvGrpSpPr/>
        <p:nvPr/>
      </p:nvGrpSpPr>
      <p:grpSpPr>
        <a:xfrm>
          <a:off x="0" y="0"/>
          <a:ext cx="0" cy="0"/>
          <a:chOff x="0" y="0"/>
          <a:chExt cx="0" cy="0"/>
        </a:xfrm>
      </p:grpSpPr>
      <p:pic>
        <p:nvPicPr>
          <p:cNvPr id="95" name="Divider">
            <a:extLst>
              <a:ext uri="{FF2B5EF4-FFF2-40B4-BE49-F238E27FC236}">
                <a16:creationId xmlns:a16="http://schemas.microsoft.com/office/drawing/2014/main" id="{B4D28540-5567-49EC-BB23-4B27A199DFB1}"/>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15C95989-61CE-4D1A-B9CC-1BD6446598E4}"/>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6"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4 pictures, 4 headers, and 4 text columns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617220"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2" name="Content 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3465576"/>
            <a:ext cx="2788920" cy="440329"/>
          </a:xfrm>
          <a:solidFill>
            <a:schemeClr val="accent1"/>
          </a:solidFill>
          <a:ln>
            <a:noFill/>
          </a:ln>
        </p:spPr>
        <p:txBody>
          <a:bodyPr lIns="91440" anchor="ctr">
            <a:noAutofit/>
          </a:bodyPr>
          <a:lstStyle>
            <a:lvl1pPr marL="0"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3915505"/>
            <a:ext cx="2788920" cy="2519238"/>
          </a:xfrm>
        </p:spPr>
        <p:txBody>
          <a:bodyPr lIns="91440">
            <a:noAutofit/>
          </a:bodyPr>
          <a:lstStyle>
            <a:lvl1pPr marL="182880" indent="-182880">
              <a:lnSpc>
                <a:spcPct val="100000"/>
              </a:lnSpc>
              <a:spcAft>
                <a:spcPts val="600"/>
              </a:spcAft>
              <a:buFont typeface="Arial" panose="020B0604020202020204" pitchFamily="34" charset="0"/>
              <a:buChar char="•"/>
              <a:defRPr sz="2000">
                <a:solidFill>
                  <a:srgbClr val="232F3E"/>
                </a:solidFill>
              </a:defRPr>
            </a:lvl1pPr>
            <a:lvl2pPr marL="365760" indent="-182880">
              <a:lnSpc>
                <a:spcPct val="100000"/>
              </a:lnSpc>
              <a:spcAft>
                <a:spcPts val="600"/>
              </a:spcAft>
              <a:defRPr sz="1800">
                <a:solidFill>
                  <a:srgbClr val="232F3E"/>
                </a:solidFill>
              </a:defRPr>
            </a:lvl2pPr>
            <a:lvl3pPr marL="548640" indent="-182880">
              <a:lnSpc>
                <a:spcPct val="100000"/>
              </a:lnSpc>
              <a:spcAft>
                <a:spcPts val="600"/>
              </a:spcAft>
              <a:defRPr sz="1600">
                <a:solidFill>
                  <a:srgbClr val="232F3E"/>
                </a:solidFill>
              </a:defRPr>
            </a:lvl3pPr>
            <a:lvl4pPr>
              <a:defRPr/>
            </a:lvl4pPr>
            <a:lvl5pPr>
              <a:defRPr/>
            </a:lvl5pPr>
          </a:lstStyle>
          <a:p>
            <a:pPr lvl="0"/>
            <a:r>
              <a:rPr lang="en-US" dirty="0"/>
              <a:t>Add content text</a:t>
            </a:r>
          </a:p>
          <a:p>
            <a:pPr lvl="1"/>
            <a:r>
              <a:rPr lang="en-US" dirty="0"/>
              <a:t>Second level</a:t>
            </a:r>
          </a:p>
          <a:p>
            <a:pPr lvl="2"/>
            <a:r>
              <a:rPr lang="en-US" dirty="0"/>
              <a:t>Third level</a:t>
            </a:r>
          </a:p>
        </p:txBody>
      </p:sp>
      <p:sp>
        <p:nvSpPr>
          <p:cNvPr id="23"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3512820"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3" name="Content Header Center Left">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3261360" y="3465576"/>
            <a:ext cx="2788920" cy="440329"/>
          </a:xfrm>
          <a:solidFill>
            <a:schemeClr val="accent1"/>
          </a:solidFill>
          <a:ln>
            <a:noFill/>
          </a:ln>
        </p:spPr>
        <p:txBody>
          <a:bodyPr lIns="91440" anchor="ctr">
            <a:noAutofit/>
          </a:bodyPr>
          <a:lstStyle>
            <a:lvl1pPr marL="0"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3" name="Content Left Center">
            <a:extLst>
              <a:ext uri="{FF2B5EF4-FFF2-40B4-BE49-F238E27FC236}">
                <a16:creationId xmlns:a16="http://schemas.microsoft.com/office/drawing/2014/main" id="{8F2CF915-F007-4E72-A31F-37CC3AA65001}"/>
              </a:ext>
            </a:extLst>
          </p:cNvPr>
          <p:cNvSpPr>
            <a:spLocks noGrp="1"/>
          </p:cNvSpPr>
          <p:nvPr>
            <p:ph type="body" idx="3" hasCustomPrompt="1"/>
          </p:nvPr>
        </p:nvSpPr>
        <p:spPr>
          <a:xfrm>
            <a:off x="3261360" y="3915505"/>
            <a:ext cx="2788920" cy="2519238"/>
          </a:xfrm>
        </p:spPr>
        <p:txBody>
          <a:bodyPr lIns="91440">
            <a:noAutofit/>
          </a:bodyPr>
          <a:lstStyle>
            <a:lvl1pPr marL="182880" indent="-182880">
              <a:lnSpc>
                <a:spcPct val="100000"/>
              </a:lnSpc>
              <a:spcAft>
                <a:spcPts val="600"/>
              </a:spcAft>
              <a:buFont typeface="Arial" panose="020B0604020202020204" pitchFamily="34" charset="0"/>
              <a:buChar char="•"/>
              <a:defRPr sz="2000">
                <a:solidFill>
                  <a:srgbClr val="232F3E"/>
                </a:solidFill>
              </a:defRPr>
            </a:lvl1pPr>
            <a:lvl2pPr marL="365760" indent="-182880">
              <a:lnSpc>
                <a:spcPct val="100000"/>
              </a:lnSpc>
              <a:spcAft>
                <a:spcPts val="600"/>
              </a:spcAft>
              <a:defRPr sz="1800">
                <a:solidFill>
                  <a:srgbClr val="232F3E"/>
                </a:solidFill>
              </a:defRPr>
            </a:lvl2pPr>
            <a:lvl3pPr marL="548640" indent="-182880">
              <a:lnSpc>
                <a:spcPct val="100000"/>
              </a:lnSpc>
              <a:spcAft>
                <a:spcPts val="600"/>
              </a:spcAft>
              <a:defRPr sz="1600">
                <a:solidFill>
                  <a:srgbClr val="232F3E"/>
                </a:solidFill>
              </a:defRPr>
            </a:lvl3pPr>
            <a:lvl4pPr>
              <a:defRPr/>
            </a:lvl4pPr>
            <a:lvl5pPr>
              <a:defRPr/>
            </a:lvl5pPr>
          </a:lstStyle>
          <a:p>
            <a:pPr lvl="0"/>
            <a:r>
              <a:rPr lang="en-US" dirty="0"/>
              <a:t>Add content text</a:t>
            </a:r>
          </a:p>
          <a:p>
            <a:pPr lvl="1"/>
            <a:r>
              <a:rPr lang="en-US" dirty="0"/>
              <a:t>Second level</a:t>
            </a:r>
          </a:p>
          <a:p>
            <a:pPr lvl="2"/>
            <a:r>
              <a:rPr lang="en-US" dirty="0"/>
              <a:t>Third level</a:t>
            </a:r>
          </a:p>
        </p:txBody>
      </p:sp>
      <p:sp>
        <p:nvSpPr>
          <p:cNvPr id="24"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6414516"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4" name="Content Header Center Right">
            <a:extLst>
              <a:ext uri="{FF2B5EF4-FFF2-40B4-BE49-F238E27FC236}">
                <a16:creationId xmlns:a16="http://schemas.microsoft.com/office/drawing/2014/main" id="{CF01F87A-DBEF-4657-8500-6A751FF3BC24}"/>
              </a:ext>
            </a:extLst>
          </p:cNvPr>
          <p:cNvSpPr>
            <a:spLocks noGrp="1"/>
          </p:cNvSpPr>
          <p:nvPr>
            <p:ph type="body" idx="14" hasCustomPrompt="1"/>
          </p:nvPr>
        </p:nvSpPr>
        <p:spPr>
          <a:xfrm>
            <a:off x="6163057" y="3465576"/>
            <a:ext cx="2788920" cy="440329"/>
          </a:xfrm>
          <a:solidFill>
            <a:schemeClr val="accent1"/>
          </a:solidFill>
          <a:ln>
            <a:noFill/>
          </a:ln>
        </p:spPr>
        <p:txBody>
          <a:bodyPr lIns="91440" anchor="ctr">
            <a:noAutofit/>
          </a:bodyPr>
          <a:lstStyle>
            <a:lvl1pPr marL="0"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4" name="Content Center Right">
            <a:extLst>
              <a:ext uri="{FF2B5EF4-FFF2-40B4-BE49-F238E27FC236}">
                <a16:creationId xmlns:a16="http://schemas.microsoft.com/office/drawing/2014/main" id="{6C78D37F-DE17-4FBA-A995-39FC21020DD5}"/>
              </a:ext>
            </a:extLst>
          </p:cNvPr>
          <p:cNvSpPr>
            <a:spLocks noGrp="1"/>
          </p:cNvSpPr>
          <p:nvPr>
            <p:ph type="body" idx="4" hasCustomPrompt="1"/>
          </p:nvPr>
        </p:nvSpPr>
        <p:spPr>
          <a:xfrm>
            <a:off x="6163057" y="3915505"/>
            <a:ext cx="2788920" cy="2519238"/>
          </a:xfrm>
        </p:spPr>
        <p:txBody>
          <a:bodyPr lIns="91440">
            <a:noAutofit/>
          </a:bodyPr>
          <a:lstStyle>
            <a:lvl1pPr marL="182880" indent="-182880">
              <a:lnSpc>
                <a:spcPct val="100000"/>
              </a:lnSpc>
              <a:spcAft>
                <a:spcPts val="600"/>
              </a:spcAft>
              <a:buFont typeface="Arial" panose="020B0604020202020204" pitchFamily="34" charset="0"/>
              <a:buChar char="•"/>
              <a:defRPr sz="2000">
                <a:solidFill>
                  <a:srgbClr val="232F3E"/>
                </a:solidFill>
              </a:defRPr>
            </a:lvl1pPr>
            <a:lvl2pPr marL="365760" indent="-182880">
              <a:lnSpc>
                <a:spcPct val="100000"/>
              </a:lnSpc>
              <a:spcAft>
                <a:spcPts val="600"/>
              </a:spcAft>
              <a:defRPr sz="1800">
                <a:solidFill>
                  <a:srgbClr val="232F3E"/>
                </a:solidFill>
              </a:defRPr>
            </a:lvl2pPr>
            <a:lvl3pPr marL="548640" indent="-182880">
              <a:lnSpc>
                <a:spcPct val="100000"/>
              </a:lnSpc>
              <a:spcAft>
                <a:spcPts val="600"/>
              </a:spcAft>
              <a:defRPr sz="1600">
                <a:solidFill>
                  <a:srgbClr val="232F3E"/>
                </a:solidFill>
              </a:defRPr>
            </a:lvl3pPr>
            <a:lvl4pPr>
              <a:defRPr/>
            </a:lvl4pPr>
            <a:lvl5pPr>
              <a:defRPr/>
            </a:lvl5pPr>
          </a:lstStyle>
          <a:p>
            <a:pPr lvl="0"/>
            <a:r>
              <a:rPr lang="en-US" dirty="0"/>
              <a:t>Add content text</a:t>
            </a:r>
          </a:p>
          <a:p>
            <a:pPr lvl="1"/>
            <a:r>
              <a:rPr lang="en-US" dirty="0"/>
              <a:t>Second level</a:t>
            </a:r>
          </a:p>
          <a:p>
            <a:pPr lvl="2"/>
            <a:r>
              <a:rPr lang="en-US" dirty="0"/>
              <a:t>Third level</a:t>
            </a:r>
          </a:p>
        </p:txBody>
      </p:sp>
      <p:sp>
        <p:nvSpPr>
          <p:cNvPr id="25" name="Picture Right">
            <a:extLst>
              <a:ext uri="{FF2B5EF4-FFF2-40B4-BE49-F238E27FC236}">
                <a16:creationId xmlns:a16="http://schemas.microsoft.com/office/drawing/2014/main" id="{3225055C-7E4D-4C57-84DA-4F32CFEE666E}"/>
              </a:ext>
              <a:ext uri="{C183D7F6-B498-43B3-948B-1728B52AA6E4}">
                <adec:decorative xmlns:adec="http://schemas.microsoft.com/office/drawing/2017/decorative" val="1"/>
              </a:ext>
            </a:extLst>
          </p:cNvPr>
          <p:cNvSpPr>
            <a:spLocks noGrp="1"/>
          </p:cNvSpPr>
          <p:nvPr>
            <p:ph type="pic" idx="25" hasCustomPrompt="1"/>
          </p:nvPr>
        </p:nvSpPr>
        <p:spPr>
          <a:xfrm>
            <a:off x="9294876"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5" name="Content Header Right">
            <a:extLst>
              <a:ext uri="{FF2B5EF4-FFF2-40B4-BE49-F238E27FC236}">
                <a16:creationId xmlns:a16="http://schemas.microsoft.com/office/drawing/2014/main" id="{B17A76EF-1D7E-4BB9-BAFA-8EAA0807E356}"/>
              </a:ext>
            </a:extLst>
          </p:cNvPr>
          <p:cNvSpPr>
            <a:spLocks noGrp="1"/>
          </p:cNvSpPr>
          <p:nvPr>
            <p:ph type="subTitle" idx="15" hasCustomPrompt="1"/>
          </p:nvPr>
        </p:nvSpPr>
        <p:spPr>
          <a:xfrm>
            <a:off x="9043416" y="3465576"/>
            <a:ext cx="2788920" cy="440329"/>
          </a:xfrm>
          <a:solidFill>
            <a:schemeClr val="accent1"/>
          </a:solidFill>
          <a:ln>
            <a:noFill/>
          </a:ln>
        </p:spPr>
        <p:txBody>
          <a:bodyPr lIns="91440" anchor="ctr">
            <a:noAutofit/>
          </a:bodyPr>
          <a:lstStyle>
            <a:lvl1pPr marL="0"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5" name="Content Right">
            <a:extLst>
              <a:ext uri="{FF2B5EF4-FFF2-40B4-BE49-F238E27FC236}">
                <a16:creationId xmlns:a16="http://schemas.microsoft.com/office/drawing/2014/main" id="{27E7417F-ED15-4B52-BEED-6B9D37EE656E}"/>
              </a:ext>
            </a:extLst>
          </p:cNvPr>
          <p:cNvSpPr>
            <a:spLocks noGrp="1"/>
          </p:cNvSpPr>
          <p:nvPr>
            <p:ph type="body" idx="5" hasCustomPrompt="1"/>
          </p:nvPr>
        </p:nvSpPr>
        <p:spPr>
          <a:xfrm>
            <a:off x="9043416" y="3915505"/>
            <a:ext cx="2788920" cy="2519238"/>
          </a:xfrm>
        </p:spPr>
        <p:txBody>
          <a:bodyPr lIns="91440">
            <a:noAutofit/>
          </a:bodyPr>
          <a:lstStyle>
            <a:lvl1pPr marL="182880" indent="-182880">
              <a:lnSpc>
                <a:spcPct val="100000"/>
              </a:lnSpc>
              <a:spcAft>
                <a:spcPts val="600"/>
              </a:spcAft>
              <a:buFont typeface="Arial" panose="020B0604020202020204" pitchFamily="34" charset="0"/>
              <a:buChar char="•"/>
              <a:defRPr sz="2000">
                <a:solidFill>
                  <a:srgbClr val="232F3E"/>
                </a:solidFill>
              </a:defRPr>
            </a:lvl1pPr>
            <a:lvl2pPr marL="365760" indent="-182880">
              <a:lnSpc>
                <a:spcPct val="100000"/>
              </a:lnSpc>
              <a:spcAft>
                <a:spcPts val="600"/>
              </a:spcAft>
              <a:defRPr sz="1800">
                <a:solidFill>
                  <a:srgbClr val="232F3E"/>
                </a:solidFill>
              </a:defRPr>
            </a:lvl2pPr>
            <a:lvl3pPr marL="548640" indent="-182880">
              <a:lnSpc>
                <a:spcPct val="100000"/>
              </a:lnSpc>
              <a:spcAft>
                <a:spcPts val="600"/>
              </a:spcAft>
              <a:defRPr sz="1600">
                <a:solidFill>
                  <a:srgbClr val="232F3E"/>
                </a:solidFill>
              </a:defRPr>
            </a:lvl3pPr>
            <a:lvl4pPr>
              <a:defRPr/>
            </a:lvl4pPr>
            <a:lvl5pPr>
              <a:defRPr/>
            </a:lvl5pPr>
          </a:lstStyle>
          <a:p>
            <a:pPr lvl="0"/>
            <a:r>
              <a:rPr lang="en-US" dirty="0"/>
              <a:t>Add content text</a:t>
            </a:r>
          </a:p>
          <a:p>
            <a:pPr lvl="1"/>
            <a:r>
              <a:rPr lang="en-US" dirty="0"/>
              <a:t>Second level</a:t>
            </a:r>
          </a:p>
          <a:p>
            <a:pPr lvl="2"/>
            <a:r>
              <a:rPr lang="en-US" dirty="0"/>
              <a:t>Third level</a:t>
            </a:r>
          </a:p>
        </p:txBody>
      </p:sp>
    </p:spTree>
    <p:custDataLst>
      <p:tags r:id="rId1"/>
    </p:custDataLst>
    <p:extLst>
      <p:ext uri="{BB962C8B-B14F-4D97-AF65-F5344CB8AC3E}">
        <p14:creationId xmlns:p14="http://schemas.microsoft.com/office/powerpoint/2010/main" val="3475311322"/>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picTx" preserve="1">
  <p:cSld name="Title, 4 Sm Pics, 4 Headers, and 4 Text Columns">
    <p:bg>
      <p:bgPr>
        <a:solidFill>
          <a:schemeClr val="bg1"/>
        </a:solidFill>
        <a:effectLst/>
      </p:bgPr>
    </p:bg>
    <p:spTree>
      <p:nvGrpSpPr>
        <p:cNvPr id="1" name=""/>
        <p:cNvGrpSpPr/>
        <p:nvPr/>
      </p:nvGrpSpPr>
      <p:grpSpPr>
        <a:xfrm>
          <a:off x="0" y="0"/>
          <a:ext cx="0" cy="0"/>
          <a:chOff x="0" y="0"/>
          <a:chExt cx="0" cy="0"/>
        </a:xfrm>
      </p:grpSpPr>
      <p:pic>
        <p:nvPicPr>
          <p:cNvPr id="95" name="Divider">
            <a:extLst>
              <a:ext uri="{FF2B5EF4-FFF2-40B4-BE49-F238E27FC236}">
                <a16:creationId xmlns:a16="http://schemas.microsoft.com/office/drawing/2014/main" id="{B776EBEE-87DA-49C8-A876-AA9E9DCA162E}"/>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61D9C16A-E9FD-4A2D-A4D2-A79A6CA8EB58}"/>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6" name="Title">
            <a:extLst>
              <a:ext uri="{FF2B5EF4-FFF2-40B4-BE49-F238E27FC236}">
                <a16:creationId xmlns:a16="http://schemas.microsoft.com/office/drawing/2014/main" id="{55E25BD5-0A7A-4C0F-8C7B-5FB1E17082BE}"/>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Title, 4 small pictures, 4 headers, and 4 text fields</a:t>
            </a:r>
          </a:p>
        </p:txBody>
      </p:sp>
      <p:sp>
        <p:nvSpPr>
          <p:cNvPr id="22" name="Picture left">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type="pic" idx="22" hasCustomPrompt="1"/>
          </p:nvPr>
        </p:nvSpPr>
        <p:spPr>
          <a:xfrm>
            <a:off x="845820" y="1051560"/>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2" name="Content Header left">
            <a:extLst>
              <a:ext uri="{FF2B5EF4-FFF2-40B4-BE49-F238E27FC236}">
                <a16:creationId xmlns:a16="http://schemas.microsoft.com/office/drawing/2014/main" id="{573CFC72-9096-4F5D-9BDB-96DE57732BB8}"/>
              </a:ext>
            </a:extLst>
          </p:cNvPr>
          <p:cNvSpPr>
            <a:spLocks noGrp="1"/>
          </p:cNvSpPr>
          <p:nvPr>
            <p:ph type="body" idx="12" hasCustomPrompt="1"/>
          </p:nvPr>
        </p:nvSpPr>
        <p:spPr>
          <a:xfrm>
            <a:off x="365760" y="2926080"/>
            <a:ext cx="2788920" cy="450294"/>
          </a:xfrm>
          <a:solidFill>
            <a:schemeClr val="accent1"/>
          </a:solidFill>
          <a:ln>
            <a:noFill/>
          </a:ln>
        </p:spPr>
        <p:txBody>
          <a:bodyPr vert="horz" lIns="91440" tIns="45720" rIns="91440" bIns="45720" rtlCol="0" anchor="ctr">
            <a:noAutofit/>
          </a:bodyPr>
          <a:lstStyle>
            <a:lvl1pPr marL="0" indent="0">
              <a:lnSpc>
                <a:spcPct val="100000"/>
              </a:lnSpc>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 name="Content left">
            <a:extLst>
              <a:ext uri="{FF2B5EF4-FFF2-40B4-BE49-F238E27FC236}">
                <a16:creationId xmlns:a16="http://schemas.microsoft.com/office/drawing/2014/main" id="{1EE45CD9-67F8-4A52-86F7-18140657CB4D}"/>
              </a:ext>
            </a:extLst>
          </p:cNvPr>
          <p:cNvSpPr>
            <a:spLocks noGrp="1"/>
          </p:cNvSpPr>
          <p:nvPr>
            <p:ph type="body" idx="2" hasCustomPrompt="1"/>
          </p:nvPr>
        </p:nvSpPr>
        <p:spPr>
          <a:xfrm>
            <a:off x="365760" y="3429000"/>
            <a:ext cx="2788920" cy="3005742"/>
          </a:xfrm>
        </p:spPr>
        <p:txBody>
          <a:bodyPr lIns="91440">
            <a:noAutofit/>
          </a:bodyPr>
          <a:lstStyle>
            <a:lvl1pPr marL="0" indent="0">
              <a:lnSpc>
                <a:spcPct val="100000"/>
              </a:lnSpc>
              <a:spcAft>
                <a:spcPts val="600"/>
              </a:spcAft>
              <a:buNone/>
              <a:defRPr sz="2000">
                <a:solidFill>
                  <a:srgbClr val="232F3E"/>
                </a:solidFill>
              </a:defRPr>
            </a:lvl1pPr>
          </a:lstStyle>
          <a:p>
            <a:pPr lvl="0"/>
            <a:r>
              <a:rPr lang="en-US" dirty="0"/>
              <a:t>Enter text</a:t>
            </a:r>
          </a:p>
        </p:txBody>
      </p:sp>
      <p:sp>
        <p:nvSpPr>
          <p:cNvPr id="23" name="Picture left center">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type="pic" idx="23" hasCustomPrompt="1"/>
          </p:nvPr>
        </p:nvSpPr>
        <p:spPr>
          <a:xfrm>
            <a:off x="3738372" y="1051560"/>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3" name="Content Header left center">
            <a:extLst>
              <a:ext uri="{FF2B5EF4-FFF2-40B4-BE49-F238E27FC236}">
                <a16:creationId xmlns:a16="http://schemas.microsoft.com/office/drawing/2014/main" id="{3777F387-CD61-4FDE-AE0D-E17DE70D3B19}"/>
              </a:ext>
            </a:extLst>
          </p:cNvPr>
          <p:cNvSpPr>
            <a:spLocks noGrp="1"/>
          </p:cNvSpPr>
          <p:nvPr>
            <p:ph type="body" idx="13" hasCustomPrompt="1"/>
          </p:nvPr>
        </p:nvSpPr>
        <p:spPr>
          <a:xfrm>
            <a:off x="3258312" y="2926080"/>
            <a:ext cx="2788920" cy="450294"/>
          </a:xfrm>
          <a:solidFill>
            <a:schemeClr val="accent1"/>
          </a:solidFill>
          <a:ln>
            <a:noFill/>
          </a:ln>
        </p:spPr>
        <p:txBody>
          <a:bodyPr vert="horz" lIns="91440" tIns="45720" rIns="91440" bIns="45720" rtlCol="0" anchor="ctr">
            <a:noAutofit/>
          </a:bodyPr>
          <a:lstStyle>
            <a:lvl1pPr marL="0" indent="0">
              <a:lnSpc>
                <a:spcPct val="100000"/>
              </a:lnSpc>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3" name="Content left center">
            <a:extLst>
              <a:ext uri="{FF2B5EF4-FFF2-40B4-BE49-F238E27FC236}">
                <a16:creationId xmlns:a16="http://schemas.microsoft.com/office/drawing/2014/main" id="{CD517463-352F-4D83-A9E1-0F789F96266D}"/>
              </a:ext>
            </a:extLst>
          </p:cNvPr>
          <p:cNvSpPr>
            <a:spLocks noGrp="1"/>
          </p:cNvSpPr>
          <p:nvPr>
            <p:ph type="body" idx="3" hasCustomPrompt="1"/>
          </p:nvPr>
        </p:nvSpPr>
        <p:spPr>
          <a:xfrm>
            <a:off x="3258312" y="3429000"/>
            <a:ext cx="2788920" cy="3005742"/>
          </a:xfrm>
        </p:spPr>
        <p:txBody>
          <a:bodyPr lIns="91440">
            <a:noAutofit/>
          </a:bodyPr>
          <a:lstStyle>
            <a:lvl1pPr marL="0" indent="0">
              <a:lnSpc>
                <a:spcPct val="100000"/>
              </a:lnSpc>
              <a:spcAft>
                <a:spcPts val="600"/>
              </a:spcAft>
              <a:buNone/>
              <a:defRPr sz="2000">
                <a:solidFill>
                  <a:srgbClr val="232F3E"/>
                </a:solidFill>
              </a:defRPr>
            </a:lvl1pPr>
          </a:lstStyle>
          <a:p>
            <a:pPr lvl="0"/>
            <a:r>
              <a:rPr lang="en-US" dirty="0"/>
              <a:t>Enter text</a:t>
            </a:r>
          </a:p>
        </p:txBody>
      </p:sp>
      <p:sp>
        <p:nvSpPr>
          <p:cNvPr id="24" name="Picture center right">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type="pic" idx="24" hasCustomPrompt="1"/>
          </p:nvPr>
        </p:nvSpPr>
        <p:spPr>
          <a:xfrm>
            <a:off x="6630924" y="1051560"/>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4" name="Content Header center right">
            <a:extLst>
              <a:ext uri="{FF2B5EF4-FFF2-40B4-BE49-F238E27FC236}">
                <a16:creationId xmlns:a16="http://schemas.microsoft.com/office/drawing/2014/main" id="{CF3CD244-8B44-44A6-A623-84365E91EAE7}"/>
              </a:ext>
            </a:extLst>
          </p:cNvPr>
          <p:cNvSpPr>
            <a:spLocks noGrp="1"/>
          </p:cNvSpPr>
          <p:nvPr>
            <p:ph type="body" idx="14" hasCustomPrompt="1"/>
          </p:nvPr>
        </p:nvSpPr>
        <p:spPr>
          <a:xfrm>
            <a:off x="6150864" y="2926080"/>
            <a:ext cx="2788920" cy="450294"/>
          </a:xfrm>
          <a:solidFill>
            <a:schemeClr val="accent1"/>
          </a:solidFill>
          <a:ln>
            <a:noFill/>
          </a:ln>
        </p:spPr>
        <p:txBody>
          <a:bodyPr vert="horz" lIns="91440" tIns="45720" rIns="91440" bIns="45720" rtlCol="0" anchor="ctr">
            <a:noAutofit/>
          </a:bodyPr>
          <a:lstStyle>
            <a:lvl1pPr marL="0" indent="0">
              <a:lnSpc>
                <a:spcPct val="100000"/>
              </a:lnSpc>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4" name="Content center right">
            <a:extLst>
              <a:ext uri="{FF2B5EF4-FFF2-40B4-BE49-F238E27FC236}">
                <a16:creationId xmlns:a16="http://schemas.microsoft.com/office/drawing/2014/main" id="{CB7E0003-F180-4528-9992-B9342F92AF42}"/>
              </a:ext>
            </a:extLst>
          </p:cNvPr>
          <p:cNvSpPr>
            <a:spLocks noGrp="1"/>
          </p:cNvSpPr>
          <p:nvPr>
            <p:ph type="body" idx="4" hasCustomPrompt="1"/>
          </p:nvPr>
        </p:nvSpPr>
        <p:spPr>
          <a:xfrm>
            <a:off x="6150864" y="3429000"/>
            <a:ext cx="2788920" cy="3005742"/>
          </a:xfrm>
        </p:spPr>
        <p:txBody>
          <a:bodyPr lIns="91440">
            <a:noAutofit/>
          </a:bodyPr>
          <a:lstStyle>
            <a:lvl1pPr marL="0" indent="0">
              <a:lnSpc>
                <a:spcPct val="100000"/>
              </a:lnSpc>
              <a:spcAft>
                <a:spcPts val="600"/>
              </a:spcAft>
              <a:buNone/>
              <a:defRPr sz="2000">
                <a:solidFill>
                  <a:srgbClr val="232F3E"/>
                </a:solidFill>
              </a:defRPr>
            </a:lvl1pPr>
          </a:lstStyle>
          <a:p>
            <a:pPr lvl="0"/>
            <a:r>
              <a:rPr lang="en-US" dirty="0"/>
              <a:t>Enter text</a:t>
            </a:r>
          </a:p>
        </p:txBody>
      </p:sp>
      <p:sp>
        <p:nvSpPr>
          <p:cNvPr id="25" name="Picture right">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type="pic" idx="25" hasCustomPrompt="1"/>
          </p:nvPr>
        </p:nvSpPr>
        <p:spPr>
          <a:xfrm>
            <a:off x="9523476" y="1051560"/>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5" name="Content Header right">
            <a:extLst>
              <a:ext uri="{FF2B5EF4-FFF2-40B4-BE49-F238E27FC236}">
                <a16:creationId xmlns:a16="http://schemas.microsoft.com/office/drawing/2014/main" id="{08FBD2BF-3C8E-4153-80EE-99905AF06DB0}"/>
              </a:ext>
            </a:extLst>
          </p:cNvPr>
          <p:cNvSpPr>
            <a:spLocks noGrp="1"/>
          </p:cNvSpPr>
          <p:nvPr>
            <p:ph type="body" idx="15" hasCustomPrompt="1"/>
          </p:nvPr>
        </p:nvSpPr>
        <p:spPr>
          <a:xfrm>
            <a:off x="9043416" y="2926080"/>
            <a:ext cx="2788920" cy="450294"/>
          </a:xfrm>
          <a:solidFill>
            <a:schemeClr val="accent1"/>
          </a:solidFill>
          <a:ln>
            <a:noFill/>
          </a:ln>
        </p:spPr>
        <p:txBody>
          <a:bodyPr vert="horz" lIns="91440" tIns="45720" rIns="91440" bIns="45720" rtlCol="0" anchor="ctr">
            <a:noAutofit/>
          </a:bodyPr>
          <a:lstStyle>
            <a:lvl1pPr marL="0" indent="0">
              <a:lnSpc>
                <a:spcPct val="100000"/>
              </a:lnSpc>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5" name="Content right">
            <a:extLst>
              <a:ext uri="{FF2B5EF4-FFF2-40B4-BE49-F238E27FC236}">
                <a16:creationId xmlns:a16="http://schemas.microsoft.com/office/drawing/2014/main" id="{9F6FFAA7-B9C7-461E-8BB9-81670232C41F}"/>
              </a:ext>
            </a:extLst>
          </p:cNvPr>
          <p:cNvSpPr>
            <a:spLocks noGrp="1"/>
          </p:cNvSpPr>
          <p:nvPr>
            <p:ph type="body" idx="5" hasCustomPrompt="1"/>
          </p:nvPr>
        </p:nvSpPr>
        <p:spPr>
          <a:xfrm>
            <a:off x="9043416" y="3429000"/>
            <a:ext cx="2788920" cy="3005742"/>
          </a:xfrm>
        </p:spPr>
        <p:txBody>
          <a:bodyPr lIns="91440">
            <a:noAutofit/>
          </a:bodyPr>
          <a:lstStyle>
            <a:lvl1pPr marL="0" indent="0">
              <a:lnSpc>
                <a:spcPct val="100000"/>
              </a:lnSpc>
              <a:spcAft>
                <a:spcPts val="600"/>
              </a:spcAft>
              <a:buNone/>
              <a:defRPr sz="2000">
                <a:solidFill>
                  <a:srgbClr val="232F3E"/>
                </a:solidFill>
              </a:defRPr>
            </a:lvl1pPr>
          </a:lstStyle>
          <a:p>
            <a:pPr lvl="0"/>
            <a:r>
              <a:rPr lang="en-US" dirty="0"/>
              <a:t>Enter text</a:t>
            </a:r>
          </a:p>
        </p:txBody>
      </p:sp>
    </p:spTree>
    <p:custDataLst>
      <p:tags r:id="rId1"/>
    </p:custDataLst>
    <p:extLst>
      <p:ext uri="{BB962C8B-B14F-4D97-AF65-F5344CB8AC3E}">
        <p14:creationId xmlns:p14="http://schemas.microsoft.com/office/powerpoint/2010/main" val="2306083573"/>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Title, 4 Lg Pics,and 4 Headers">
    <p:bg>
      <p:bgPr>
        <a:solidFill>
          <a:schemeClr val="bg1"/>
        </a:solidFill>
        <a:effectLst/>
      </p:bgPr>
    </p:bg>
    <p:spTree>
      <p:nvGrpSpPr>
        <p:cNvPr id="1" name=""/>
        <p:cNvGrpSpPr/>
        <p:nvPr/>
      </p:nvGrpSpPr>
      <p:grpSpPr>
        <a:xfrm>
          <a:off x="0" y="0"/>
          <a:ext cx="0" cy="0"/>
          <a:chOff x="0" y="0"/>
          <a:chExt cx="0" cy="0"/>
        </a:xfrm>
      </p:grpSpPr>
      <p:pic>
        <p:nvPicPr>
          <p:cNvPr id="96" name="Divider">
            <a:extLst>
              <a:ext uri="{FF2B5EF4-FFF2-40B4-BE49-F238E27FC236}">
                <a16:creationId xmlns:a16="http://schemas.microsoft.com/office/drawing/2014/main" id="{F6D00736-4E44-4617-83F3-B5A93F28ED82}"/>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4E12A119-63D8-4FB5-9AE0-FE08C858C57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4 large pictures, and 4 headers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365760" y="1835333"/>
            <a:ext cx="2788920" cy="283464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2" name="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4764024"/>
            <a:ext cx="2788920" cy="438171"/>
          </a:xfrm>
          <a:solidFill>
            <a:schemeClr val="accent1"/>
          </a:solid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3"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3258312" y="1835333"/>
            <a:ext cx="2788920" cy="283464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3" name="Header Center Left">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3258312" y="4764024"/>
            <a:ext cx="2788920" cy="438171"/>
          </a:xfrm>
          <a:solidFill>
            <a:schemeClr val="accent1"/>
          </a:solid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4"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6150864" y="1835333"/>
            <a:ext cx="2788920" cy="283464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4" name="Header Center Right">
            <a:extLst>
              <a:ext uri="{FF2B5EF4-FFF2-40B4-BE49-F238E27FC236}">
                <a16:creationId xmlns:a16="http://schemas.microsoft.com/office/drawing/2014/main" id="{CF01F87A-DBEF-4657-8500-6A751FF3BC24}"/>
              </a:ext>
            </a:extLst>
          </p:cNvPr>
          <p:cNvSpPr>
            <a:spLocks noGrp="1"/>
          </p:cNvSpPr>
          <p:nvPr>
            <p:ph type="body" idx="14" hasCustomPrompt="1"/>
          </p:nvPr>
        </p:nvSpPr>
        <p:spPr>
          <a:xfrm>
            <a:off x="6150864" y="4764024"/>
            <a:ext cx="2788920" cy="438171"/>
          </a:xfrm>
          <a:solidFill>
            <a:schemeClr val="accent1"/>
          </a:solid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5" name="Picture Right">
            <a:extLst>
              <a:ext uri="{FF2B5EF4-FFF2-40B4-BE49-F238E27FC236}">
                <a16:creationId xmlns:a16="http://schemas.microsoft.com/office/drawing/2014/main" id="{3225055C-7E4D-4C57-84DA-4F32CFEE666E}"/>
              </a:ext>
              <a:ext uri="{C183D7F6-B498-43B3-948B-1728B52AA6E4}">
                <adec:decorative xmlns:adec="http://schemas.microsoft.com/office/drawing/2017/decorative" val="1"/>
              </a:ext>
            </a:extLst>
          </p:cNvPr>
          <p:cNvSpPr>
            <a:spLocks noGrp="1"/>
          </p:cNvSpPr>
          <p:nvPr>
            <p:ph type="pic" idx="25" hasCustomPrompt="1"/>
          </p:nvPr>
        </p:nvSpPr>
        <p:spPr>
          <a:xfrm>
            <a:off x="9043416" y="1835333"/>
            <a:ext cx="2788920" cy="283464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5" name="Header Right">
            <a:extLst>
              <a:ext uri="{FF2B5EF4-FFF2-40B4-BE49-F238E27FC236}">
                <a16:creationId xmlns:a16="http://schemas.microsoft.com/office/drawing/2014/main" id="{B17A76EF-1D7E-4BB9-BAFA-8EAA0807E356}"/>
              </a:ext>
            </a:extLst>
          </p:cNvPr>
          <p:cNvSpPr>
            <a:spLocks noGrp="1"/>
          </p:cNvSpPr>
          <p:nvPr>
            <p:ph type="body" idx="15" hasCustomPrompt="1"/>
          </p:nvPr>
        </p:nvSpPr>
        <p:spPr>
          <a:xfrm>
            <a:off x="9043416" y="4764024"/>
            <a:ext cx="2788920" cy="438171"/>
          </a:xfrm>
          <a:solidFill>
            <a:schemeClr val="accent1"/>
          </a:solid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Tree>
    <p:custDataLst>
      <p:tags r:id="rId1"/>
    </p:custDataLst>
    <p:extLst>
      <p:ext uri="{BB962C8B-B14F-4D97-AF65-F5344CB8AC3E}">
        <p14:creationId xmlns:p14="http://schemas.microsoft.com/office/powerpoint/2010/main" val="1263723984"/>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picTx" preserve="1">
  <p:cSld name="Title, 6 Pics, and 6 Text Boxe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E5E62986-2CB5-4C74-BFA0-36B722DD633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36A79036-863F-433F-8D16-845BBBCE412D}"/>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8" name="Title">
            <a:extLst>
              <a:ext uri="{FF2B5EF4-FFF2-40B4-BE49-F238E27FC236}">
                <a16:creationId xmlns:a16="http://schemas.microsoft.com/office/drawing/2014/main" id="{55E25BD5-0A7A-4C0F-8C7B-5FB1E17082BE}"/>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1 text box, 6 Images, and 6 text boxes</a:t>
            </a:r>
          </a:p>
        </p:txBody>
      </p:sp>
      <p:sp>
        <p:nvSpPr>
          <p:cNvPr id="22" name="Picture Top Left">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type="pic" idx="22" hasCustomPrompt="1"/>
          </p:nvPr>
        </p:nvSpPr>
        <p:spPr>
          <a:xfrm>
            <a:off x="1516380" y="1211176"/>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 name="Content Top Left">
            <a:extLst>
              <a:ext uri="{FF2B5EF4-FFF2-40B4-BE49-F238E27FC236}">
                <a16:creationId xmlns:a16="http://schemas.microsoft.com/office/drawing/2014/main" id="{1EE45CD9-67F8-4A52-86F7-18140657CB4D}"/>
              </a:ext>
            </a:extLst>
          </p:cNvPr>
          <p:cNvSpPr>
            <a:spLocks noGrp="1"/>
          </p:cNvSpPr>
          <p:nvPr>
            <p:ph type="body" idx="2" hasCustomPrompt="1"/>
          </p:nvPr>
        </p:nvSpPr>
        <p:spPr>
          <a:xfrm>
            <a:off x="830580" y="3056649"/>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dirty="0"/>
              <a:t>Enter text</a:t>
            </a:r>
          </a:p>
        </p:txBody>
      </p:sp>
      <p:sp>
        <p:nvSpPr>
          <p:cNvPr id="23" name="Picture Top Center">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type="pic" idx="23" hasCustomPrompt="1"/>
          </p:nvPr>
        </p:nvSpPr>
        <p:spPr>
          <a:xfrm>
            <a:off x="5181600" y="1211176"/>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3" name="Content Top Center">
            <a:extLst>
              <a:ext uri="{FF2B5EF4-FFF2-40B4-BE49-F238E27FC236}">
                <a16:creationId xmlns:a16="http://schemas.microsoft.com/office/drawing/2014/main" id="{CD517463-352F-4D83-A9E1-0F789F96266D}"/>
              </a:ext>
            </a:extLst>
          </p:cNvPr>
          <p:cNvSpPr>
            <a:spLocks noGrp="1"/>
          </p:cNvSpPr>
          <p:nvPr>
            <p:ph type="body" idx="3" hasCustomPrompt="1"/>
          </p:nvPr>
        </p:nvSpPr>
        <p:spPr>
          <a:xfrm>
            <a:off x="4495800" y="3056649"/>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dirty="0"/>
              <a:t>Enter text</a:t>
            </a:r>
          </a:p>
        </p:txBody>
      </p:sp>
      <p:sp>
        <p:nvSpPr>
          <p:cNvPr id="24" name="Picture Top Right">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type="pic" idx="24" hasCustomPrompt="1"/>
          </p:nvPr>
        </p:nvSpPr>
        <p:spPr>
          <a:xfrm>
            <a:off x="8852916" y="1211176"/>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4" name="Content Top Right">
            <a:extLst>
              <a:ext uri="{FF2B5EF4-FFF2-40B4-BE49-F238E27FC236}">
                <a16:creationId xmlns:a16="http://schemas.microsoft.com/office/drawing/2014/main" id="{CB7E0003-F180-4528-9992-B9342F92AF42}"/>
              </a:ext>
            </a:extLst>
          </p:cNvPr>
          <p:cNvSpPr>
            <a:spLocks noGrp="1"/>
          </p:cNvSpPr>
          <p:nvPr>
            <p:ph type="body" idx="4" hasCustomPrompt="1"/>
          </p:nvPr>
        </p:nvSpPr>
        <p:spPr>
          <a:xfrm>
            <a:off x="8167116" y="3056649"/>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dirty="0"/>
              <a:t>Enter text</a:t>
            </a:r>
          </a:p>
        </p:txBody>
      </p:sp>
      <p:sp>
        <p:nvSpPr>
          <p:cNvPr id="25" name="Picture Bottom Left">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type="pic" idx="25" hasCustomPrompt="1"/>
          </p:nvPr>
        </p:nvSpPr>
        <p:spPr>
          <a:xfrm>
            <a:off x="1516380" y="3866132"/>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5" name="Content Bottom Left">
            <a:extLst>
              <a:ext uri="{FF2B5EF4-FFF2-40B4-BE49-F238E27FC236}">
                <a16:creationId xmlns:a16="http://schemas.microsoft.com/office/drawing/2014/main" id="{9F6FFAA7-B9C7-461E-8BB9-81670232C41F}"/>
              </a:ext>
            </a:extLst>
          </p:cNvPr>
          <p:cNvSpPr>
            <a:spLocks noGrp="1"/>
          </p:cNvSpPr>
          <p:nvPr>
            <p:ph type="body" idx="5" hasCustomPrompt="1"/>
          </p:nvPr>
        </p:nvSpPr>
        <p:spPr>
          <a:xfrm>
            <a:off x="830580" y="5704771"/>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dirty="0"/>
              <a:t>Enter text</a:t>
            </a:r>
          </a:p>
        </p:txBody>
      </p:sp>
      <p:sp>
        <p:nvSpPr>
          <p:cNvPr id="26" name="Picture Bottom Center">
            <a:extLst>
              <a:ext uri="{FF2B5EF4-FFF2-40B4-BE49-F238E27FC236}">
                <a16:creationId xmlns:a16="http://schemas.microsoft.com/office/drawing/2014/main" id="{6A136B8D-0BEF-4C03-8B3C-BF95C65548B3}"/>
              </a:ext>
              <a:ext uri="{C183D7F6-B498-43B3-948B-1728B52AA6E4}">
                <adec:decorative xmlns:adec="http://schemas.microsoft.com/office/drawing/2017/decorative" val="1"/>
              </a:ext>
            </a:extLst>
          </p:cNvPr>
          <p:cNvSpPr>
            <a:spLocks noGrp="1"/>
          </p:cNvSpPr>
          <p:nvPr>
            <p:ph type="pic" idx="26" hasCustomPrompt="1"/>
          </p:nvPr>
        </p:nvSpPr>
        <p:spPr>
          <a:xfrm>
            <a:off x="5181600" y="3866132"/>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6" name="Content Bottom Center">
            <a:extLst>
              <a:ext uri="{FF2B5EF4-FFF2-40B4-BE49-F238E27FC236}">
                <a16:creationId xmlns:a16="http://schemas.microsoft.com/office/drawing/2014/main" id="{4D93D3AB-1EE8-404D-9F8C-ED6967836914}"/>
              </a:ext>
            </a:extLst>
          </p:cNvPr>
          <p:cNvSpPr>
            <a:spLocks noGrp="1"/>
          </p:cNvSpPr>
          <p:nvPr>
            <p:ph type="body" idx="6" hasCustomPrompt="1"/>
          </p:nvPr>
        </p:nvSpPr>
        <p:spPr>
          <a:xfrm>
            <a:off x="4495800" y="5704771"/>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dirty="0"/>
              <a:t>Enter text</a:t>
            </a:r>
          </a:p>
        </p:txBody>
      </p:sp>
      <p:sp>
        <p:nvSpPr>
          <p:cNvPr id="27" name="Picture Bottom Right">
            <a:extLst>
              <a:ext uri="{FF2B5EF4-FFF2-40B4-BE49-F238E27FC236}">
                <a16:creationId xmlns:a16="http://schemas.microsoft.com/office/drawing/2014/main" id="{AF549A83-F8CE-463B-9ED5-5A303AC8AC23}"/>
              </a:ext>
              <a:ext uri="{C183D7F6-B498-43B3-948B-1728B52AA6E4}">
                <adec:decorative xmlns:adec="http://schemas.microsoft.com/office/drawing/2017/decorative" val="1"/>
              </a:ext>
            </a:extLst>
          </p:cNvPr>
          <p:cNvSpPr>
            <a:spLocks noGrp="1"/>
          </p:cNvSpPr>
          <p:nvPr>
            <p:ph type="pic" idx="27" hasCustomPrompt="1"/>
          </p:nvPr>
        </p:nvSpPr>
        <p:spPr>
          <a:xfrm>
            <a:off x="8852916" y="3866132"/>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7" name="Content Bottom Right">
            <a:extLst>
              <a:ext uri="{FF2B5EF4-FFF2-40B4-BE49-F238E27FC236}">
                <a16:creationId xmlns:a16="http://schemas.microsoft.com/office/drawing/2014/main" id="{E00DC7A1-D213-4110-B8F7-671693ED3BA2}"/>
              </a:ext>
            </a:extLst>
          </p:cNvPr>
          <p:cNvSpPr>
            <a:spLocks noGrp="1"/>
          </p:cNvSpPr>
          <p:nvPr>
            <p:ph type="body" idx="7" hasCustomPrompt="1"/>
          </p:nvPr>
        </p:nvSpPr>
        <p:spPr>
          <a:xfrm>
            <a:off x="8167116" y="5704771"/>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dirty="0"/>
              <a:t>Enter text</a:t>
            </a:r>
          </a:p>
        </p:txBody>
      </p:sp>
    </p:spTree>
    <p:custDataLst>
      <p:tags r:id="rId1"/>
    </p:custDataLst>
    <p:extLst>
      <p:ext uri="{BB962C8B-B14F-4D97-AF65-F5344CB8AC3E}">
        <p14:creationId xmlns:p14="http://schemas.microsoft.com/office/powerpoint/2010/main" val="1507932668"/>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type="picTx" preserve="1">
  <p:cSld name="Title and 8 picture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E6549563-E04B-4657-8321-4C6934FCD322}"/>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BE705BC3-4D3C-4BF3-801C-BFF823D8CAA1}"/>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and 8 pictures</a:t>
            </a:r>
          </a:p>
        </p:txBody>
      </p:sp>
      <p:sp>
        <p:nvSpPr>
          <p:cNvPr id="22" name="Picture 1">
            <a:extLst>
              <a:ext uri="{FF2B5EF4-FFF2-40B4-BE49-F238E27FC236}">
                <a16:creationId xmlns:a16="http://schemas.microsoft.com/office/drawing/2014/main" id="{01E0569B-0304-4CF2-95FE-74EEAC9AEC38}"/>
              </a:ext>
              <a:ext uri="{C183D7F6-B498-43B3-948B-1728B52AA6E4}">
                <adec:decorative xmlns:adec="http://schemas.microsoft.com/office/drawing/2017/decorative" val="1"/>
              </a:ext>
            </a:extLst>
          </p:cNvPr>
          <p:cNvSpPr>
            <a:spLocks noGrp="1"/>
          </p:cNvSpPr>
          <p:nvPr>
            <p:ph type="pic" idx="22" hasCustomPrompt="1"/>
          </p:nvPr>
        </p:nvSpPr>
        <p:spPr>
          <a:xfrm>
            <a:off x="640080" y="1162264"/>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3" name="Picture 2">
            <a:extLst>
              <a:ext uri="{FF2B5EF4-FFF2-40B4-BE49-F238E27FC236}">
                <a16:creationId xmlns:a16="http://schemas.microsoft.com/office/drawing/2014/main" id="{4E39BCC2-7E6B-49A6-88A7-4389D0876599}"/>
              </a:ext>
              <a:ext uri="{C183D7F6-B498-43B3-948B-1728B52AA6E4}">
                <adec:decorative xmlns:adec="http://schemas.microsoft.com/office/drawing/2017/decorative" val="1"/>
              </a:ext>
            </a:extLst>
          </p:cNvPr>
          <p:cNvSpPr>
            <a:spLocks noGrp="1"/>
          </p:cNvSpPr>
          <p:nvPr>
            <p:ph type="pic" idx="23" hasCustomPrompt="1"/>
          </p:nvPr>
        </p:nvSpPr>
        <p:spPr>
          <a:xfrm>
            <a:off x="3517392" y="1162264"/>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4" name="Picture 3">
            <a:extLst>
              <a:ext uri="{FF2B5EF4-FFF2-40B4-BE49-F238E27FC236}">
                <a16:creationId xmlns:a16="http://schemas.microsoft.com/office/drawing/2014/main" id="{292A7B23-5883-4A03-AA9E-D7887267A0B5}"/>
              </a:ext>
              <a:ext uri="{C183D7F6-B498-43B3-948B-1728B52AA6E4}">
                <adec:decorative xmlns:adec="http://schemas.microsoft.com/office/drawing/2017/decorative" val="1"/>
              </a:ext>
            </a:extLst>
          </p:cNvPr>
          <p:cNvSpPr>
            <a:spLocks noGrp="1"/>
          </p:cNvSpPr>
          <p:nvPr>
            <p:ph type="pic" idx="24" hasCustomPrompt="1"/>
          </p:nvPr>
        </p:nvSpPr>
        <p:spPr>
          <a:xfrm>
            <a:off x="6394704" y="1162264"/>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5" name="Picture 4">
            <a:extLst>
              <a:ext uri="{FF2B5EF4-FFF2-40B4-BE49-F238E27FC236}">
                <a16:creationId xmlns:a16="http://schemas.microsoft.com/office/drawing/2014/main" id="{871FBC72-3D16-49CE-BD02-AD416196D37A}"/>
              </a:ext>
              <a:ext uri="{C183D7F6-B498-43B3-948B-1728B52AA6E4}">
                <adec:decorative xmlns:adec="http://schemas.microsoft.com/office/drawing/2017/decorative" val="1"/>
              </a:ext>
            </a:extLst>
          </p:cNvPr>
          <p:cNvSpPr>
            <a:spLocks noGrp="1"/>
          </p:cNvSpPr>
          <p:nvPr>
            <p:ph type="pic" idx="25" hasCustomPrompt="1"/>
          </p:nvPr>
        </p:nvSpPr>
        <p:spPr>
          <a:xfrm>
            <a:off x="9272016" y="1162264"/>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6" name="Picture 5">
            <a:extLst>
              <a:ext uri="{FF2B5EF4-FFF2-40B4-BE49-F238E27FC236}">
                <a16:creationId xmlns:a16="http://schemas.microsoft.com/office/drawing/2014/main" id="{CCC335E7-FA18-44DB-ACBC-F2DABE9FB384}"/>
              </a:ext>
              <a:ext uri="{C183D7F6-B498-43B3-948B-1728B52AA6E4}">
                <adec:decorative xmlns:adec="http://schemas.microsoft.com/office/drawing/2017/decorative" val="1"/>
              </a:ext>
            </a:extLst>
          </p:cNvPr>
          <p:cNvSpPr>
            <a:spLocks noGrp="1"/>
          </p:cNvSpPr>
          <p:nvPr>
            <p:ph type="pic" idx="26" hasCustomPrompt="1"/>
          </p:nvPr>
        </p:nvSpPr>
        <p:spPr>
          <a:xfrm>
            <a:off x="640080" y="3873273"/>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7" name="Picture 6">
            <a:extLst>
              <a:ext uri="{FF2B5EF4-FFF2-40B4-BE49-F238E27FC236}">
                <a16:creationId xmlns:a16="http://schemas.microsoft.com/office/drawing/2014/main" id="{BB740650-61A2-4FDC-8700-54D96F01FF5A}"/>
              </a:ext>
              <a:ext uri="{C183D7F6-B498-43B3-948B-1728B52AA6E4}">
                <adec:decorative xmlns:adec="http://schemas.microsoft.com/office/drawing/2017/decorative" val="1"/>
              </a:ext>
            </a:extLst>
          </p:cNvPr>
          <p:cNvSpPr>
            <a:spLocks noGrp="1"/>
          </p:cNvSpPr>
          <p:nvPr>
            <p:ph type="pic" idx="27" hasCustomPrompt="1"/>
          </p:nvPr>
        </p:nvSpPr>
        <p:spPr>
          <a:xfrm>
            <a:off x="3517392" y="3873273"/>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8" name="Picture 7">
            <a:extLst>
              <a:ext uri="{FF2B5EF4-FFF2-40B4-BE49-F238E27FC236}">
                <a16:creationId xmlns:a16="http://schemas.microsoft.com/office/drawing/2014/main" id="{CA951A10-B648-4F4E-87FD-97FD8FEB4106}"/>
              </a:ext>
              <a:ext uri="{C183D7F6-B498-43B3-948B-1728B52AA6E4}">
                <adec:decorative xmlns:adec="http://schemas.microsoft.com/office/drawing/2017/decorative" val="1"/>
              </a:ext>
            </a:extLst>
          </p:cNvPr>
          <p:cNvSpPr>
            <a:spLocks noGrp="1"/>
          </p:cNvSpPr>
          <p:nvPr>
            <p:ph type="pic" idx="28" hasCustomPrompt="1"/>
          </p:nvPr>
        </p:nvSpPr>
        <p:spPr>
          <a:xfrm>
            <a:off x="6394704" y="3873273"/>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9" name="Picture 8">
            <a:extLst>
              <a:ext uri="{FF2B5EF4-FFF2-40B4-BE49-F238E27FC236}">
                <a16:creationId xmlns:a16="http://schemas.microsoft.com/office/drawing/2014/main" id="{1F4C4007-9EA0-4D1F-938D-A38B105119E9}"/>
              </a:ext>
              <a:ext uri="{C183D7F6-B498-43B3-948B-1728B52AA6E4}">
                <adec:decorative xmlns:adec="http://schemas.microsoft.com/office/drawing/2017/decorative" val="1"/>
              </a:ext>
            </a:extLst>
          </p:cNvPr>
          <p:cNvSpPr>
            <a:spLocks noGrp="1"/>
          </p:cNvSpPr>
          <p:nvPr>
            <p:ph type="pic" idx="29" hasCustomPrompt="1"/>
          </p:nvPr>
        </p:nvSpPr>
        <p:spPr>
          <a:xfrm>
            <a:off x="9272016" y="3873273"/>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3205978787"/>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cSld name="Title, 8 Sm Pics, and 8 Text Column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1D6BA6E7-5899-45FE-A720-127BD53EEDD5}"/>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43729ECE-1B47-40DF-A603-0B72A4802FB4}"/>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55E25BD5-0A7A-4C0F-8C7B-5FB1E17082BE}"/>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Title, 8 pictures, and 8 labels</a:t>
            </a:r>
          </a:p>
        </p:txBody>
      </p:sp>
      <p:sp>
        <p:nvSpPr>
          <p:cNvPr id="22" name="Picture Top Left">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type="pic" idx="22" hasCustomPrompt="1"/>
          </p:nvPr>
        </p:nvSpPr>
        <p:spPr>
          <a:xfrm>
            <a:off x="960120" y="1272940"/>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2" name="Header Top Left">
            <a:extLst>
              <a:ext uri="{FF2B5EF4-FFF2-40B4-BE49-F238E27FC236}">
                <a16:creationId xmlns:a16="http://schemas.microsoft.com/office/drawing/2014/main" id="{573CFC72-9096-4F5D-9BDB-96DE57732BB8}"/>
              </a:ext>
            </a:extLst>
          </p:cNvPr>
          <p:cNvSpPr>
            <a:spLocks noGrp="1"/>
          </p:cNvSpPr>
          <p:nvPr>
            <p:ph type="body" idx="12" hasCustomPrompt="1"/>
          </p:nvPr>
        </p:nvSpPr>
        <p:spPr>
          <a:xfrm>
            <a:off x="388620" y="2976540"/>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3" name="Picture Top Left Center">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type="pic" idx="23" hasCustomPrompt="1"/>
          </p:nvPr>
        </p:nvSpPr>
        <p:spPr>
          <a:xfrm>
            <a:off x="3837432" y="1272940"/>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3" name="Header Top Left Center">
            <a:extLst>
              <a:ext uri="{FF2B5EF4-FFF2-40B4-BE49-F238E27FC236}">
                <a16:creationId xmlns:a16="http://schemas.microsoft.com/office/drawing/2014/main" id="{3777F387-CD61-4FDE-AE0D-E17DE70D3B19}"/>
              </a:ext>
            </a:extLst>
          </p:cNvPr>
          <p:cNvSpPr>
            <a:spLocks noGrp="1"/>
          </p:cNvSpPr>
          <p:nvPr>
            <p:ph type="body" idx="13" hasCustomPrompt="1"/>
          </p:nvPr>
        </p:nvSpPr>
        <p:spPr>
          <a:xfrm>
            <a:off x="3265932" y="2976540"/>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4" name="Picture Top Center Right">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type="pic" idx="24" hasCustomPrompt="1"/>
          </p:nvPr>
        </p:nvSpPr>
        <p:spPr>
          <a:xfrm>
            <a:off x="6714744" y="1272940"/>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4" name="Header Top Center Right">
            <a:extLst>
              <a:ext uri="{FF2B5EF4-FFF2-40B4-BE49-F238E27FC236}">
                <a16:creationId xmlns:a16="http://schemas.microsoft.com/office/drawing/2014/main" id="{CF3CD244-8B44-44A6-A623-84365E91EAE7}"/>
              </a:ext>
            </a:extLst>
          </p:cNvPr>
          <p:cNvSpPr>
            <a:spLocks noGrp="1"/>
          </p:cNvSpPr>
          <p:nvPr>
            <p:ph type="body" idx="14" hasCustomPrompt="1"/>
          </p:nvPr>
        </p:nvSpPr>
        <p:spPr>
          <a:xfrm>
            <a:off x="6143244" y="2976540"/>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5" name="Picture Top Right">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type="pic" idx="25" hasCustomPrompt="1"/>
          </p:nvPr>
        </p:nvSpPr>
        <p:spPr>
          <a:xfrm>
            <a:off x="9592056" y="1272940"/>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5" name="Header Top Right">
            <a:extLst>
              <a:ext uri="{FF2B5EF4-FFF2-40B4-BE49-F238E27FC236}">
                <a16:creationId xmlns:a16="http://schemas.microsoft.com/office/drawing/2014/main" id="{08FBD2BF-3C8E-4153-80EE-99905AF06DB0}"/>
              </a:ext>
            </a:extLst>
          </p:cNvPr>
          <p:cNvSpPr>
            <a:spLocks noGrp="1"/>
          </p:cNvSpPr>
          <p:nvPr>
            <p:ph type="body" idx="15" hasCustomPrompt="1"/>
          </p:nvPr>
        </p:nvSpPr>
        <p:spPr>
          <a:xfrm>
            <a:off x="9020556" y="2976540"/>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6" name="Picture Bottom Left">
            <a:extLst>
              <a:ext uri="{FF2B5EF4-FFF2-40B4-BE49-F238E27FC236}">
                <a16:creationId xmlns:a16="http://schemas.microsoft.com/office/drawing/2014/main" id="{6A136B8D-0BEF-4C03-8B3C-BF95C65548B3}"/>
              </a:ext>
              <a:ext uri="{C183D7F6-B498-43B3-948B-1728B52AA6E4}">
                <adec:decorative xmlns:adec="http://schemas.microsoft.com/office/drawing/2017/decorative" val="1"/>
              </a:ext>
            </a:extLst>
          </p:cNvPr>
          <p:cNvSpPr>
            <a:spLocks noGrp="1"/>
          </p:cNvSpPr>
          <p:nvPr>
            <p:ph type="pic" idx="26" hasCustomPrompt="1"/>
          </p:nvPr>
        </p:nvSpPr>
        <p:spPr>
          <a:xfrm>
            <a:off x="960120" y="3814574"/>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6" name="Header Bottom Left">
            <a:extLst>
              <a:ext uri="{FF2B5EF4-FFF2-40B4-BE49-F238E27FC236}">
                <a16:creationId xmlns:a16="http://schemas.microsoft.com/office/drawing/2014/main" id="{E8024806-5459-4580-AA84-DFE98F18A5A3}"/>
              </a:ext>
            </a:extLst>
          </p:cNvPr>
          <p:cNvSpPr>
            <a:spLocks noGrp="1"/>
          </p:cNvSpPr>
          <p:nvPr>
            <p:ph type="body" idx="16" hasCustomPrompt="1"/>
          </p:nvPr>
        </p:nvSpPr>
        <p:spPr>
          <a:xfrm>
            <a:off x="388620" y="5518174"/>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7" name="Picture Bottom Left Center">
            <a:extLst>
              <a:ext uri="{FF2B5EF4-FFF2-40B4-BE49-F238E27FC236}">
                <a16:creationId xmlns:a16="http://schemas.microsoft.com/office/drawing/2014/main" id="{AF549A83-F8CE-463B-9ED5-5A303AC8AC23}"/>
              </a:ext>
              <a:ext uri="{C183D7F6-B498-43B3-948B-1728B52AA6E4}">
                <adec:decorative xmlns:adec="http://schemas.microsoft.com/office/drawing/2017/decorative" val="1"/>
              </a:ext>
            </a:extLst>
          </p:cNvPr>
          <p:cNvSpPr>
            <a:spLocks noGrp="1"/>
          </p:cNvSpPr>
          <p:nvPr>
            <p:ph type="pic" idx="27" hasCustomPrompt="1"/>
          </p:nvPr>
        </p:nvSpPr>
        <p:spPr>
          <a:xfrm>
            <a:off x="3837432" y="3814574"/>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7" name="Header Bottom Left Center">
            <a:extLst>
              <a:ext uri="{FF2B5EF4-FFF2-40B4-BE49-F238E27FC236}">
                <a16:creationId xmlns:a16="http://schemas.microsoft.com/office/drawing/2014/main" id="{484800A7-DA7A-48C2-BD82-C01F6FD9DB3E}"/>
              </a:ext>
            </a:extLst>
          </p:cNvPr>
          <p:cNvSpPr>
            <a:spLocks noGrp="1"/>
          </p:cNvSpPr>
          <p:nvPr>
            <p:ph type="body" idx="17" hasCustomPrompt="1"/>
          </p:nvPr>
        </p:nvSpPr>
        <p:spPr>
          <a:xfrm>
            <a:off x="3265932" y="5518174"/>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8" name="Picture Bottom Center Right">
            <a:extLst>
              <a:ext uri="{FF2B5EF4-FFF2-40B4-BE49-F238E27FC236}">
                <a16:creationId xmlns:a16="http://schemas.microsoft.com/office/drawing/2014/main" id="{0FD6813E-DBAA-47AF-94A9-F300864878FA}"/>
              </a:ext>
              <a:ext uri="{C183D7F6-B498-43B3-948B-1728B52AA6E4}">
                <adec:decorative xmlns:adec="http://schemas.microsoft.com/office/drawing/2017/decorative" val="1"/>
              </a:ext>
            </a:extLst>
          </p:cNvPr>
          <p:cNvSpPr>
            <a:spLocks noGrp="1"/>
          </p:cNvSpPr>
          <p:nvPr>
            <p:ph type="pic" idx="28" hasCustomPrompt="1"/>
          </p:nvPr>
        </p:nvSpPr>
        <p:spPr>
          <a:xfrm>
            <a:off x="6714744" y="3814574"/>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8" name="Header Bottom Center Right">
            <a:extLst>
              <a:ext uri="{FF2B5EF4-FFF2-40B4-BE49-F238E27FC236}">
                <a16:creationId xmlns:a16="http://schemas.microsoft.com/office/drawing/2014/main" id="{706046A5-A656-4648-BD39-64FA5E94B613}"/>
              </a:ext>
            </a:extLst>
          </p:cNvPr>
          <p:cNvSpPr>
            <a:spLocks noGrp="1"/>
          </p:cNvSpPr>
          <p:nvPr>
            <p:ph type="body" idx="18" hasCustomPrompt="1"/>
          </p:nvPr>
        </p:nvSpPr>
        <p:spPr>
          <a:xfrm>
            <a:off x="6143244" y="5518174"/>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9" name="Picture Bottom Right">
            <a:extLst>
              <a:ext uri="{FF2B5EF4-FFF2-40B4-BE49-F238E27FC236}">
                <a16:creationId xmlns:a16="http://schemas.microsoft.com/office/drawing/2014/main" id="{9A78C933-BE2D-4980-BE96-E14880669883}"/>
              </a:ext>
              <a:ext uri="{C183D7F6-B498-43B3-948B-1728B52AA6E4}">
                <adec:decorative xmlns:adec="http://schemas.microsoft.com/office/drawing/2017/decorative" val="1"/>
              </a:ext>
            </a:extLst>
          </p:cNvPr>
          <p:cNvSpPr>
            <a:spLocks noGrp="1"/>
          </p:cNvSpPr>
          <p:nvPr>
            <p:ph type="pic" idx="29" hasCustomPrompt="1"/>
          </p:nvPr>
        </p:nvSpPr>
        <p:spPr>
          <a:xfrm>
            <a:off x="9592056" y="3814574"/>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9" name="Header Bottom Right">
            <a:extLst>
              <a:ext uri="{FF2B5EF4-FFF2-40B4-BE49-F238E27FC236}">
                <a16:creationId xmlns:a16="http://schemas.microsoft.com/office/drawing/2014/main" id="{DE6244C7-6311-4CE0-AB72-2F6B429380EE}"/>
              </a:ext>
            </a:extLst>
          </p:cNvPr>
          <p:cNvSpPr>
            <a:spLocks noGrp="1"/>
          </p:cNvSpPr>
          <p:nvPr>
            <p:ph type="body" idx="19" hasCustomPrompt="1"/>
          </p:nvPr>
        </p:nvSpPr>
        <p:spPr>
          <a:xfrm>
            <a:off x="9020556" y="5518174"/>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Tree>
    <p:custDataLst>
      <p:tags r:id="rId1"/>
    </p:custDataLst>
    <p:extLst>
      <p:ext uri="{BB962C8B-B14F-4D97-AF65-F5344CB8AC3E}">
        <p14:creationId xmlns:p14="http://schemas.microsoft.com/office/powerpoint/2010/main" val="363360319"/>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type="picTx" preserve="1">
  <p:cSld name="Title, 8 Sm Pics, 8 Headers, and 8 Text Columns">
    <p:bg>
      <p:bgPr>
        <a:solidFill>
          <a:schemeClr val="bg1"/>
        </a:solidFill>
        <a:effectLst/>
      </p:bgPr>
    </p:bg>
    <p:spTree>
      <p:nvGrpSpPr>
        <p:cNvPr id="1" name=""/>
        <p:cNvGrpSpPr/>
        <p:nvPr/>
      </p:nvGrpSpPr>
      <p:grpSpPr>
        <a:xfrm>
          <a:off x="0" y="0"/>
          <a:ext cx="0" cy="0"/>
          <a:chOff x="0" y="0"/>
          <a:chExt cx="0" cy="0"/>
        </a:xfrm>
      </p:grpSpPr>
      <p:pic>
        <p:nvPicPr>
          <p:cNvPr id="94" name="Divider">
            <a:extLst>
              <a:ext uri="{FF2B5EF4-FFF2-40B4-BE49-F238E27FC236}">
                <a16:creationId xmlns:a16="http://schemas.microsoft.com/office/drawing/2014/main" id="{987C7E22-9002-48C2-9498-CFDECD00E891}"/>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43729ECE-1B47-40DF-A603-0B72A4802FB4}"/>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0" name="Title">
            <a:extLst>
              <a:ext uri="{FF2B5EF4-FFF2-40B4-BE49-F238E27FC236}">
                <a16:creationId xmlns:a16="http://schemas.microsoft.com/office/drawing/2014/main" id="{55E25BD5-0A7A-4C0F-8C7B-5FB1E17082BE}"/>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Title, 8 pictures, 8 headers, and 8 labels</a:t>
            </a:r>
          </a:p>
        </p:txBody>
      </p:sp>
      <p:sp>
        <p:nvSpPr>
          <p:cNvPr id="22" name="Picture Top Left">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type="pic" idx="22" hasCustomPrompt="1"/>
          </p:nvPr>
        </p:nvSpPr>
        <p:spPr>
          <a:xfrm>
            <a:off x="960120" y="1112520"/>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2" name="Header Top Left">
            <a:extLst>
              <a:ext uri="{FF2B5EF4-FFF2-40B4-BE49-F238E27FC236}">
                <a16:creationId xmlns:a16="http://schemas.microsoft.com/office/drawing/2014/main" id="{573CFC72-9096-4F5D-9BDB-96DE57732BB8}"/>
              </a:ext>
            </a:extLst>
          </p:cNvPr>
          <p:cNvSpPr>
            <a:spLocks noGrp="1"/>
          </p:cNvSpPr>
          <p:nvPr>
            <p:ph type="body" idx="12" hasCustomPrompt="1"/>
          </p:nvPr>
        </p:nvSpPr>
        <p:spPr>
          <a:xfrm>
            <a:off x="388620" y="2816120"/>
            <a:ext cx="2788920" cy="301752"/>
          </a:xfrm>
          <a:solidFill>
            <a:schemeClr val="accent1"/>
          </a:solid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 name="Content Top Left">
            <a:extLst>
              <a:ext uri="{FF2B5EF4-FFF2-40B4-BE49-F238E27FC236}">
                <a16:creationId xmlns:a16="http://schemas.microsoft.com/office/drawing/2014/main" id="{1EE45CD9-67F8-4A52-86F7-18140657CB4D}"/>
              </a:ext>
            </a:extLst>
          </p:cNvPr>
          <p:cNvSpPr>
            <a:spLocks noGrp="1"/>
          </p:cNvSpPr>
          <p:nvPr>
            <p:ph type="body" idx="2" hasCustomPrompt="1"/>
          </p:nvPr>
        </p:nvSpPr>
        <p:spPr>
          <a:xfrm>
            <a:off x="388620" y="3181880"/>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23" name="Picture Top Left Center">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type="pic" idx="23" hasCustomPrompt="1"/>
          </p:nvPr>
        </p:nvSpPr>
        <p:spPr>
          <a:xfrm>
            <a:off x="3837432" y="1112520"/>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3" name="Header Top Left Center">
            <a:extLst>
              <a:ext uri="{FF2B5EF4-FFF2-40B4-BE49-F238E27FC236}">
                <a16:creationId xmlns:a16="http://schemas.microsoft.com/office/drawing/2014/main" id="{3777F387-CD61-4FDE-AE0D-E17DE70D3B19}"/>
              </a:ext>
            </a:extLst>
          </p:cNvPr>
          <p:cNvSpPr>
            <a:spLocks noGrp="1"/>
          </p:cNvSpPr>
          <p:nvPr>
            <p:ph type="body" idx="13" hasCustomPrompt="1"/>
          </p:nvPr>
        </p:nvSpPr>
        <p:spPr>
          <a:xfrm>
            <a:off x="3265932" y="2816120"/>
            <a:ext cx="2788920" cy="301752"/>
          </a:xfrm>
          <a:solidFill>
            <a:schemeClr val="accent1"/>
          </a:solid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3" name="Content Top Left Center">
            <a:extLst>
              <a:ext uri="{FF2B5EF4-FFF2-40B4-BE49-F238E27FC236}">
                <a16:creationId xmlns:a16="http://schemas.microsoft.com/office/drawing/2014/main" id="{CD517463-352F-4D83-A9E1-0F789F96266D}"/>
              </a:ext>
            </a:extLst>
          </p:cNvPr>
          <p:cNvSpPr>
            <a:spLocks noGrp="1"/>
          </p:cNvSpPr>
          <p:nvPr>
            <p:ph type="body" idx="3" hasCustomPrompt="1"/>
          </p:nvPr>
        </p:nvSpPr>
        <p:spPr>
          <a:xfrm>
            <a:off x="3265932" y="3181880"/>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24" name="Picture Top Center Right">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type="pic" idx="24" hasCustomPrompt="1"/>
          </p:nvPr>
        </p:nvSpPr>
        <p:spPr>
          <a:xfrm>
            <a:off x="6714744" y="1112520"/>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4" name="Header Top Center Right">
            <a:extLst>
              <a:ext uri="{FF2B5EF4-FFF2-40B4-BE49-F238E27FC236}">
                <a16:creationId xmlns:a16="http://schemas.microsoft.com/office/drawing/2014/main" id="{CF3CD244-8B44-44A6-A623-84365E91EAE7}"/>
              </a:ext>
            </a:extLst>
          </p:cNvPr>
          <p:cNvSpPr>
            <a:spLocks noGrp="1"/>
          </p:cNvSpPr>
          <p:nvPr>
            <p:ph type="body" idx="14" hasCustomPrompt="1"/>
          </p:nvPr>
        </p:nvSpPr>
        <p:spPr>
          <a:xfrm>
            <a:off x="6143244" y="2816120"/>
            <a:ext cx="2788920" cy="301752"/>
          </a:xfrm>
          <a:solidFill>
            <a:schemeClr val="accent1"/>
          </a:solid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4" name="Content Top Center Right">
            <a:extLst>
              <a:ext uri="{FF2B5EF4-FFF2-40B4-BE49-F238E27FC236}">
                <a16:creationId xmlns:a16="http://schemas.microsoft.com/office/drawing/2014/main" id="{CB7E0003-F180-4528-9992-B9342F92AF42}"/>
              </a:ext>
            </a:extLst>
          </p:cNvPr>
          <p:cNvSpPr>
            <a:spLocks noGrp="1"/>
          </p:cNvSpPr>
          <p:nvPr>
            <p:ph type="body" idx="4" hasCustomPrompt="1"/>
          </p:nvPr>
        </p:nvSpPr>
        <p:spPr>
          <a:xfrm>
            <a:off x="6143244" y="3181880"/>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25" name="Picture Top Right">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type="pic" idx="25" hasCustomPrompt="1"/>
          </p:nvPr>
        </p:nvSpPr>
        <p:spPr>
          <a:xfrm>
            <a:off x="9592056" y="1112520"/>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5" name="Header Top Right">
            <a:extLst>
              <a:ext uri="{FF2B5EF4-FFF2-40B4-BE49-F238E27FC236}">
                <a16:creationId xmlns:a16="http://schemas.microsoft.com/office/drawing/2014/main" id="{08FBD2BF-3C8E-4153-80EE-99905AF06DB0}"/>
              </a:ext>
            </a:extLst>
          </p:cNvPr>
          <p:cNvSpPr>
            <a:spLocks noGrp="1"/>
          </p:cNvSpPr>
          <p:nvPr>
            <p:ph type="body" idx="15" hasCustomPrompt="1"/>
          </p:nvPr>
        </p:nvSpPr>
        <p:spPr>
          <a:xfrm>
            <a:off x="9020556" y="2816120"/>
            <a:ext cx="2788920" cy="301752"/>
          </a:xfrm>
          <a:solidFill>
            <a:schemeClr val="accent1"/>
          </a:solid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5" name="Content Top Right">
            <a:extLst>
              <a:ext uri="{FF2B5EF4-FFF2-40B4-BE49-F238E27FC236}">
                <a16:creationId xmlns:a16="http://schemas.microsoft.com/office/drawing/2014/main" id="{9F6FFAA7-B9C7-461E-8BB9-81670232C41F}"/>
              </a:ext>
            </a:extLst>
          </p:cNvPr>
          <p:cNvSpPr>
            <a:spLocks noGrp="1"/>
          </p:cNvSpPr>
          <p:nvPr>
            <p:ph type="body" idx="5" hasCustomPrompt="1"/>
          </p:nvPr>
        </p:nvSpPr>
        <p:spPr>
          <a:xfrm>
            <a:off x="9020556" y="3181880"/>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26" name="Picture Bottom Left">
            <a:extLst>
              <a:ext uri="{FF2B5EF4-FFF2-40B4-BE49-F238E27FC236}">
                <a16:creationId xmlns:a16="http://schemas.microsoft.com/office/drawing/2014/main" id="{6A136B8D-0BEF-4C03-8B3C-BF95C65548B3}"/>
              </a:ext>
              <a:ext uri="{C183D7F6-B498-43B3-948B-1728B52AA6E4}">
                <adec:decorative xmlns:adec="http://schemas.microsoft.com/office/drawing/2017/decorative" val="1"/>
              </a:ext>
            </a:extLst>
          </p:cNvPr>
          <p:cNvSpPr>
            <a:spLocks noGrp="1"/>
          </p:cNvSpPr>
          <p:nvPr>
            <p:ph type="pic" idx="26" hasCustomPrompt="1"/>
          </p:nvPr>
        </p:nvSpPr>
        <p:spPr>
          <a:xfrm>
            <a:off x="960120" y="3814574"/>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6" name="Header Bottom Left">
            <a:extLst>
              <a:ext uri="{FF2B5EF4-FFF2-40B4-BE49-F238E27FC236}">
                <a16:creationId xmlns:a16="http://schemas.microsoft.com/office/drawing/2014/main" id="{E8024806-5459-4580-AA84-DFE98F18A5A3}"/>
              </a:ext>
              <a:ext uri="{C183D7F6-B498-43B3-948B-1728B52AA6E4}">
                <adec:decorative xmlns:adec="http://schemas.microsoft.com/office/drawing/2017/decorative" val="0"/>
              </a:ext>
            </a:extLst>
          </p:cNvPr>
          <p:cNvSpPr>
            <a:spLocks noGrp="1"/>
          </p:cNvSpPr>
          <p:nvPr>
            <p:ph type="body" idx="16" hasCustomPrompt="1"/>
          </p:nvPr>
        </p:nvSpPr>
        <p:spPr>
          <a:xfrm>
            <a:off x="388620" y="5518174"/>
            <a:ext cx="2788920" cy="301752"/>
          </a:xfrm>
          <a:solidFill>
            <a:schemeClr val="accent1"/>
          </a:solid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6" name="Content Bottom Left">
            <a:extLst>
              <a:ext uri="{FF2B5EF4-FFF2-40B4-BE49-F238E27FC236}">
                <a16:creationId xmlns:a16="http://schemas.microsoft.com/office/drawing/2014/main" id="{4D93D3AB-1EE8-404D-9F8C-ED6967836914}"/>
              </a:ext>
            </a:extLst>
          </p:cNvPr>
          <p:cNvSpPr>
            <a:spLocks noGrp="1"/>
          </p:cNvSpPr>
          <p:nvPr>
            <p:ph type="body" idx="6" hasCustomPrompt="1"/>
          </p:nvPr>
        </p:nvSpPr>
        <p:spPr>
          <a:xfrm>
            <a:off x="388620" y="5864908"/>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27" name="Picture Bottom Left Center">
            <a:extLst>
              <a:ext uri="{FF2B5EF4-FFF2-40B4-BE49-F238E27FC236}">
                <a16:creationId xmlns:a16="http://schemas.microsoft.com/office/drawing/2014/main" id="{AF549A83-F8CE-463B-9ED5-5A303AC8AC23}"/>
              </a:ext>
              <a:ext uri="{C183D7F6-B498-43B3-948B-1728B52AA6E4}">
                <adec:decorative xmlns:adec="http://schemas.microsoft.com/office/drawing/2017/decorative" val="1"/>
              </a:ext>
            </a:extLst>
          </p:cNvPr>
          <p:cNvSpPr>
            <a:spLocks noGrp="1"/>
          </p:cNvSpPr>
          <p:nvPr>
            <p:ph type="pic" idx="27" hasCustomPrompt="1"/>
          </p:nvPr>
        </p:nvSpPr>
        <p:spPr>
          <a:xfrm>
            <a:off x="3837432" y="3814574"/>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7" name="Header Bottom Left Center">
            <a:extLst>
              <a:ext uri="{FF2B5EF4-FFF2-40B4-BE49-F238E27FC236}">
                <a16:creationId xmlns:a16="http://schemas.microsoft.com/office/drawing/2014/main" id="{484800A7-DA7A-48C2-BD82-C01F6FD9DB3E}"/>
              </a:ext>
            </a:extLst>
          </p:cNvPr>
          <p:cNvSpPr>
            <a:spLocks noGrp="1"/>
          </p:cNvSpPr>
          <p:nvPr>
            <p:ph type="body" idx="17" hasCustomPrompt="1"/>
          </p:nvPr>
        </p:nvSpPr>
        <p:spPr>
          <a:xfrm>
            <a:off x="3265932" y="5518174"/>
            <a:ext cx="2788920" cy="301752"/>
          </a:xfrm>
          <a:solidFill>
            <a:schemeClr val="accent1"/>
          </a:solid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7" name="Content Bottom Left Center">
            <a:extLst>
              <a:ext uri="{FF2B5EF4-FFF2-40B4-BE49-F238E27FC236}">
                <a16:creationId xmlns:a16="http://schemas.microsoft.com/office/drawing/2014/main" id="{E00DC7A1-D213-4110-B8F7-671693ED3BA2}"/>
              </a:ext>
            </a:extLst>
          </p:cNvPr>
          <p:cNvSpPr>
            <a:spLocks noGrp="1"/>
          </p:cNvSpPr>
          <p:nvPr>
            <p:ph type="body" idx="7" hasCustomPrompt="1"/>
          </p:nvPr>
        </p:nvSpPr>
        <p:spPr>
          <a:xfrm>
            <a:off x="3265932" y="5864908"/>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28" name="Picture Bottom Center Right">
            <a:extLst>
              <a:ext uri="{FF2B5EF4-FFF2-40B4-BE49-F238E27FC236}">
                <a16:creationId xmlns:a16="http://schemas.microsoft.com/office/drawing/2014/main" id="{0FD6813E-DBAA-47AF-94A9-F300864878FA}"/>
              </a:ext>
              <a:ext uri="{C183D7F6-B498-43B3-948B-1728B52AA6E4}">
                <adec:decorative xmlns:adec="http://schemas.microsoft.com/office/drawing/2017/decorative" val="1"/>
              </a:ext>
            </a:extLst>
          </p:cNvPr>
          <p:cNvSpPr>
            <a:spLocks noGrp="1"/>
          </p:cNvSpPr>
          <p:nvPr>
            <p:ph type="pic" idx="28" hasCustomPrompt="1"/>
          </p:nvPr>
        </p:nvSpPr>
        <p:spPr>
          <a:xfrm>
            <a:off x="6714744" y="3814574"/>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8" name="Header Bottom Center Right">
            <a:extLst>
              <a:ext uri="{FF2B5EF4-FFF2-40B4-BE49-F238E27FC236}">
                <a16:creationId xmlns:a16="http://schemas.microsoft.com/office/drawing/2014/main" id="{706046A5-A656-4648-BD39-64FA5E94B613}"/>
              </a:ext>
            </a:extLst>
          </p:cNvPr>
          <p:cNvSpPr>
            <a:spLocks noGrp="1"/>
          </p:cNvSpPr>
          <p:nvPr>
            <p:ph type="body" idx="18" hasCustomPrompt="1"/>
          </p:nvPr>
        </p:nvSpPr>
        <p:spPr>
          <a:xfrm>
            <a:off x="6143244" y="5518174"/>
            <a:ext cx="2788920" cy="301752"/>
          </a:xfrm>
          <a:solidFill>
            <a:schemeClr val="accent1"/>
          </a:solid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8" name="Content Bottom Center Right">
            <a:extLst>
              <a:ext uri="{FF2B5EF4-FFF2-40B4-BE49-F238E27FC236}">
                <a16:creationId xmlns:a16="http://schemas.microsoft.com/office/drawing/2014/main" id="{9B368858-C97D-421E-8EFA-7300741447EE}"/>
              </a:ext>
            </a:extLst>
          </p:cNvPr>
          <p:cNvSpPr>
            <a:spLocks noGrp="1"/>
          </p:cNvSpPr>
          <p:nvPr>
            <p:ph type="body" idx="8" hasCustomPrompt="1"/>
          </p:nvPr>
        </p:nvSpPr>
        <p:spPr>
          <a:xfrm>
            <a:off x="6143244" y="5864908"/>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9" name="Picture Bottom Right">
            <a:extLst>
              <a:ext uri="{FF2B5EF4-FFF2-40B4-BE49-F238E27FC236}">
                <a16:creationId xmlns:a16="http://schemas.microsoft.com/office/drawing/2014/main" id="{9A78C933-BE2D-4980-BE96-E14880669883}"/>
              </a:ext>
              <a:ext uri="{C183D7F6-B498-43B3-948B-1728B52AA6E4}">
                <adec:decorative xmlns:adec="http://schemas.microsoft.com/office/drawing/2017/decorative" val="1"/>
              </a:ext>
            </a:extLst>
          </p:cNvPr>
          <p:cNvSpPr>
            <a:spLocks noGrp="1"/>
          </p:cNvSpPr>
          <p:nvPr>
            <p:ph type="pic" idx="9" hasCustomPrompt="1"/>
          </p:nvPr>
        </p:nvSpPr>
        <p:spPr>
          <a:xfrm>
            <a:off x="9592056" y="3814574"/>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9" name="Header Bottom Right">
            <a:extLst>
              <a:ext uri="{FF2B5EF4-FFF2-40B4-BE49-F238E27FC236}">
                <a16:creationId xmlns:a16="http://schemas.microsoft.com/office/drawing/2014/main" id="{DE6244C7-6311-4CE0-AB72-2F6B429380EE}"/>
              </a:ext>
            </a:extLst>
          </p:cNvPr>
          <p:cNvSpPr>
            <a:spLocks noGrp="1"/>
          </p:cNvSpPr>
          <p:nvPr>
            <p:ph type="body" idx="19" hasCustomPrompt="1"/>
          </p:nvPr>
        </p:nvSpPr>
        <p:spPr>
          <a:xfrm>
            <a:off x="9020556" y="5518174"/>
            <a:ext cx="2788920" cy="301752"/>
          </a:xfrm>
          <a:solidFill>
            <a:schemeClr val="accent1"/>
          </a:solid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11" name="Content Bottom Right">
            <a:extLst>
              <a:ext uri="{FF2B5EF4-FFF2-40B4-BE49-F238E27FC236}">
                <a16:creationId xmlns:a16="http://schemas.microsoft.com/office/drawing/2014/main" id="{FD06B556-F6DC-4CCE-8B02-F0089954096F}"/>
              </a:ext>
            </a:extLst>
          </p:cNvPr>
          <p:cNvSpPr>
            <a:spLocks noGrp="1"/>
          </p:cNvSpPr>
          <p:nvPr>
            <p:ph type="body" idx="9" hasCustomPrompt="1"/>
          </p:nvPr>
        </p:nvSpPr>
        <p:spPr>
          <a:xfrm>
            <a:off x="9020556" y="5864908"/>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Tree>
    <p:custDataLst>
      <p:tags r:id="rId1"/>
    </p:custDataLst>
    <p:extLst>
      <p:ext uri="{BB962C8B-B14F-4D97-AF65-F5344CB8AC3E}">
        <p14:creationId xmlns:p14="http://schemas.microsoft.com/office/powerpoint/2010/main" val="1281013650"/>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type="tx" preserve="1">
  <p:cSld name="Title Only">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86698E16-E131-4493-9302-E0BED45D763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pic>
        <p:nvPicPr>
          <p:cNvPr id="99" name="Divider">
            <a:extLst>
              <a:ext uri="{FF2B5EF4-FFF2-40B4-BE49-F238E27FC236}">
                <a16:creationId xmlns:a16="http://schemas.microsoft.com/office/drawing/2014/main" id="{D43F84C4-7A63-4092-877E-74B82484132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Title only layout</a:t>
            </a:r>
          </a:p>
        </p:txBody>
      </p:sp>
    </p:spTree>
    <p:custDataLst>
      <p:tags r:id="rId1"/>
    </p:custDataLst>
    <p:extLst>
      <p:ext uri="{BB962C8B-B14F-4D97-AF65-F5344CB8AC3E}">
        <p14:creationId xmlns:p14="http://schemas.microsoft.com/office/powerpoint/2010/main" val="647745074"/>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x" preserve="1">
  <p:cSld name="Title Only Blank">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A05A6DC6-12AE-4044-A010-638B96074F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Title only blank layout</a:t>
            </a:r>
          </a:p>
        </p:txBody>
      </p:sp>
    </p:spTree>
    <p:custDataLst>
      <p:tags r:id="rId1"/>
    </p:custDataLst>
    <p:extLst>
      <p:ext uri="{BB962C8B-B14F-4D97-AF65-F5344CB8AC3E}">
        <p14:creationId xmlns:p14="http://schemas.microsoft.com/office/powerpoint/2010/main" val="1324870634"/>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x" preserve="1">
  <p:cSld name="Small Title and Architectur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26FB18C2-E834-48CB-9414-9609DFCFF50D}"/>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pic>
        <p:nvPicPr>
          <p:cNvPr id="99" name="Divider">
            <a:extLst>
              <a:ext uri="{FF2B5EF4-FFF2-40B4-BE49-F238E27FC236}">
                <a16:creationId xmlns:a16="http://schemas.microsoft.com/office/drawing/2014/main" id="{5D396EB3-B009-41EC-883D-783B45B40002}"/>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578317"/>
            <a:ext cx="11484864" cy="45720"/>
          </a:xfrm>
          <a:prstGeom prst="rect">
            <a:avLst/>
          </a:prstGeom>
        </p:spPr>
      </p:pic>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365760" y="299526"/>
            <a:ext cx="11466576" cy="289591"/>
          </a:xfrm>
        </p:spPr>
        <p:txBody>
          <a:bodyPr>
            <a:noAutofit/>
          </a:bodyPr>
          <a:lstStyle>
            <a:lvl1pPr>
              <a:defRPr sz="1600">
                <a:solidFill>
                  <a:srgbClr val="232F3E"/>
                </a:solidFill>
                <a:latin typeface="Amazon Ember Display Heavy"/>
              </a:defRPr>
            </a:lvl1pPr>
          </a:lstStyle>
          <a:p>
            <a:r>
              <a:rPr lang="en-US" dirty="0"/>
              <a:t>Architecture layout</a:t>
            </a:r>
          </a:p>
        </p:txBody>
      </p:sp>
    </p:spTree>
    <p:custDataLst>
      <p:tags r:id="rId1"/>
    </p:custDataLst>
    <p:extLst>
      <p:ext uri="{BB962C8B-B14F-4D97-AF65-F5344CB8AC3E}">
        <p14:creationId xmlns:p14="http://schemas.microsoft.com/office/powerpoint/2010/main" val="3341942339"/>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picTx" preserve="1">
  <p:cSld name="Title and Full Bleed Imag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A4932735-622B-4285-A776-740EAD7E4221}"/>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0" y="154244"/>
            <a:ext cx="12192000" cy="289591"/>
          </a:xfrm>
        </p:spPr>
        <p:txBody>
          <a:bodyPr>
            <a:normAutofit/>
          </a:bodyPr>
          <a:lstStyle>
            <a:lvl1pPr marL="228600">
              <a:defRPr sz="1600">
                <a:solidFill>
                  <a:srgbClr val="232F3E"/>
                </a:solidFill>
                <a:latin typeface="Amazon Ember Display Heavy"/>
              </a:defRPr>
            </a:lvl1pPr>
          </a:lstStyle>
          <a:p>
            <a:r>
              <a:rPr lang="en-US" dirty="0"/>
              <a:t>Full Image layout</a:t>
            </a:r>
          </a:p>
        </p:txBody>
      </p:sp>
      <p:sp>
        <p:nvSpPr>
          <p:cNvPr id="22" name="Picture">
            <a:extLst>
              <a:ext uri="{FF2B5EF4-FFF2-40B4-BE49-F238E27FC236}">
                <a16:creationId xmlns:a16="http://schemas.microsoft.com/office/drawing/2014/main" id="{3725AF1B-6140-4505-81CD-922F8227415C}"/>
              </a:ext>
              <a:ext uri="{C183D7F6-B498-43B3-948B-1728B52AA6E4}">
                <adec:decorative xmlns:adec="http://schemas.microsoft.com/office/drawing/2017/decorative" val="1"/>
              </a:ext>
            </a:extLst>
          </p:cNvPr>
          <p:cNvSpPr>
            <a:spLocks noGrp="1"/>
          </p:cNvSpPr>
          <p:nvPr>
            <p:ph type="pic" idx="22" hasCustomPrompt="1"/>
          </p:nvPr>
        </p:nvSpPr>
        <p:spPr>
          <a:xfrm>
            <a:off x="0" y="444499"/>
            <a:ext cx="12192000" cy="5979265"/>
          </a:xfrm>
        </p:spPr>
        <p:txBody>
          <a:bodyPr anchor="ctr">
            <a:noAutofit/>
          </a:bodyPr>
          <a:lstStyle>
            <a:lvl1pPr marL="0" indent="0" algn="ctr">
              <a:buNone/>
              <a:defRPr sz="36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986640253"/>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p:cSld name="KC-Vertical-Questio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7"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365760" y="299526"/>
            <a:ext cx="11466576" cy="731318"/>
          </a:xfrm>
        </p:spPr>
        <p:txBody>
          <a:bodyPr/>
          <a:lstStyle>
            <a:lvl1pPr>
              <a:defRPr>
                <a:solidFill>
                  <a:schemeClr val="bg1"/>
                </a:solidFill>
                <a:latin typeface="Amazon Ember Display Heavy"/>
              </a:defRPr>
            </a:lvl1pPr>
          </a:lstStyle>
          <a:p>
            <a:r>
              <a:rPr lang="en-US" dirty="0"/>
              <a:t>Question and Responses</a:t>
            </a:r>
          </a:p>
        </p:txBody>
      </p:sp>
      <p:sp>
        <p:nvSpPr>
          <p:cNvPr id="2" name="Question">
            <a:extLst>
              <a:ext uri="{FF2B5EF4-FFF2-40B4-BE49-F238E27FC236}">
                <a16:creationId xmlns:a16="http://schemas.microsoft.com/office/drawing/2014/main" id="{44F57E91-15F3-4802-8B9A-31B722148228}"/>
              </a:ext>
            </a:extLst>
          </p:cNvPr>
          <p:cNvSpPr>
            <a:spLocks noGrp="1"/>
          </p:cNvSpPr>
          <p:nvPr>
            <p:ph type="body" idx="2" hasCustomPrompt="1"/>
          </p:nvPr>
        </p:nvSpPr>
        <p:spPr>
          <a:xfrm>
            <a:off x="365760" y="1039813"/>
            <a:ext cx="4162425" cy="5407025"/>
          </a:xfrm>
          <a:noFill/>
        </p:spPr>
        <p:txBody>
          <a:bodyPr>
            <a:normAutofit/>
          </a:bodyPr>
          <a:lstStyle>
            <a:lvl1pPr marL="0" marR="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sz="24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t>
            </a:r>
            <a:br>
              <a:rPr lang="en-US" dirty="0"/>
            </a:br>
            <a:r>
              <a:rPr lang="en-US" dirty="0"/>
              <a:t>4 responses can only have 1 correct response</a:t>
            </a:r>
            <a:br>
              <a:rPr lang="en-US" dirty="0"/>
            </a:br>
            <a:r>
              <a:rPr lang="en-US" dirty="0"/>
              <a:t>5 responses must have 2 correct responses</a:t>
            </a:r>
            <a:br>
              <a:rPr lang="en-US" dirty="0"/>
            </a:br>
            <a:r>
              <a:rPr lang="en-US" dirty="0"/>
              <a:t>6 responses must have 3 correct responses.</a:t>
            </a:r>
          </a:p>
        </p:txBody>
      </p:sp>
      <p:sp>
        <p:nvSpPr>
          <p:cNvPr id="11" name="Choice Header">
            <a:extLst>
              <a:ext uri="{FF2B5EF4-FFF2-40B4-BE49-F238E27FC236}">
                <a16:creationId xmlns:a16="http://schemas.microsoft.com/office/drawing/2014/main" id="{94A86AAC-E12E-4379-82C3-110918D47BB2}"/>
              </a:ext>
            </a:extLst>
          </p:cNvPr>
          <p:cNvSpPr>
            <a:spLocks noGrp="1"/>
          </p:cNvSpPr>
          <p:nvPr>
            <p:ph type="body" idx="11" hasCustomPrompt="1"/>
          </p:nvPr>
        </p:nvSpPr>
        <p:spPr>
          <a:xfrm>
            <a:off x="4519613" y="1033463"/>
            <a:ext cx="925512" cy="322262"/>
          </a:xfrm>
          <a:noFill/>
          <a:ln>
            <a:noFill/>
          </a:ln>
        </p:spPr>
        <p:txBody>
          <a:bodyPr lIns="0" rIns="0">
            <a:noAutofit/>
          </a:bodyPr>
          <a:lstStyle>
            <a:lvl1pPr marL="0" indent="0" algn="ctr">
              <a:lnSpc>
                <a:spcPct val="100000"/>
              </a:lnSpc>
              <a:spcAft>
                <a:spcPts val="0"/>
              </a:spcAft>
              <a:buNone/>
              <a:defRPr sz="1800" b="1">
                <a:solidFill>
                  <a:schemeClr val="bg1"/>
                </a:solidFill>
                <a:latin typeface="+mn-lt"/>
              </a:defRPr>
            </a:lvl1pPr>
          </a:lstStyle>
          <a:p>
            <a:pPr lvl="0"/>
            <a:r>
              <a:rPr lang="en-US" dirty="0"/>
              <a:t>Type: Choice</a:t>
            </a:r>
          </a:p>
        </p:txBody>
      </p:sp>
      <p:sp>
        <p:nvSpPr>
          <p:cNvPr id="12" name="Response Header">
            <a:extLst>
              <a:ext uri="{FF2B5EF4-FFF2-40B4-BE49-F238E27FC236}">
                <a16:creationId xmlns:a16="http://schemas.microsoft.com/office/drawing/2014/main" id="{49A546CD-B784-4C60-8DF1-04299A8BD8DC}"/>
              </a:ext>
            </a:extLst>
          </p:cNvPr>
          <p:cNvSpPr>
            <a:spLocks noGrp="1"/>
          </p:cNvSpPr>
          <p:nvPr>
            <p:ph type="body" idx="12" hasCustomPrompt="1"/>
          </p:nvPr>
        </p:nvSpPr>
        <p:spPr>
          <a:xfrm>
            <a:off x="5445125" y="1039813"/>
            <a:ext cx="3005138" cy="315912"/>
          </a:xfrm>
          <a:noFill/>
          <a:ln>
            <a:noFill/>
          </a:ln>
        </p:spPr>
        <p:txBody>
          <a:bodyPr lIns="91440" rIns="0">
            <a:noAutofit/>
          </a:bodyPr>
          <a:lstStyle>
            <a:lvl1pPr marL="0" indent="0" algn="l">
              <a:lnSpc>
                <a:spcPct val="100000"/>
              </a:lnSpc>
              <a:spcAft>
                <a:spcPts val="0"/>
              </a:spcAft>
              <a:buNone/>
              <a:defRPr sz="1800" b="1">
                <a:solidFill>
                  <a:schemeClr val="bg1"/>
                </a:solidFill>
                <a:latin typeface="+mn-lt"/>
              </a:defRPr>
            </a:lvl1pPr>
          </a:lstStyle>
          <a:p>
            <a:pPr lvl="0"/>
            <a:r>
              <a:rPr lang="en-US" dirty="0"/>
              <a:t>Type: Response</a:t>
            </a:r>
          </a:p>
        </p:txBody>
      </p:sp>
      <p:sp>
        <p:nvSpPr>
          <p:cNvPr id="3" name="First Resp #">
            <a:extLst>
              <a:ext uri="{FF2B5EF4-FFF2-40B4-BE49-F238E27FC236}">
                <a16:creationId xmlns:a16="http://schemas.microsoft.com/office/drawing/2014/main" id="{DF65B8F8-C411-4217-9956-036774AA94F8}"/>
              </a:ext>
            </a:extLst>
          </p:cNvPr>
          <p:cNvSpPr>
            <a:spLocks noGrp="1"/>
          </p:cNvSpPr>
          <p:nvPr>
            <p:ph type="body" idx="3" hasCustomPrompt="1"/>
          </p:nvPr>
        </p:nvSpPr>
        <p:spPr>
          <a:xfrm>
            <a:off x="4530343" y="1344168"/>
            <a:ext cx="914781"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4" name="First Resp Text">
            <a:extLst>
              <a:ext uri="{FF2B5EF4-FFF2-40B4-BE49-F238E27FC236}">
                <a16:creationId xmlns:a16="http://schemas.microsoft.com/office/drawing/2014/main" id="{FFCADE15-0CD9-4F7B-9FFC-6A2C71B4D226}"/>
              </a:ext>
            </a:extLst>
          </p:cNvPr>
          <p:cNvSpPr>
            <a:spLocks noGrp="1"/>
          </p:cNvSpPr>
          <p:nvPr>
            <p:ph type="body" idx="4" hasCustomPrompt="1"/>
          </p:nvPr>
        </p:nvSpPr>
        <p:spPr>
          <a:xfrm>
            <a:off x="5431536" y="1344168"/>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5" name="Second Resp #">
            <a:extLst>
              <a:ext uri="{FF2B5EF4-FFF2-40B4-BE49-F238E27FC236}">
                <a16:creationId xmlns:a16="http://schemas.microsoft.com/office/drawing/2014/main" id="{B27347F1-D178-4BA7-947D-9C3316CA7F55}"/>
              </a:ext>
            </a:extLst>
          </p:cNvPr>
          <p:cNvSpPr>
            <a:spLocks noGrp="1"/>
          </p:cNvSpPr>
          <p:nvPr>
            <p:ph type="body" idx="5" hasCustomPrompt="1"/>
          </p:nvPr>
        </p:nvSpPr>
        <p:spPr>
          <a:xfrm>
            <a:off x="4526280" y="2194560"/>
            <a:ext cx="914400"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6" name="Second Resp Text">
            <a:extLst>
              <a:ext uri="{FF2B5EF4-FFF2-40B4-BE49-F238E27FC236}">
                <a16:creationId xmlns:a16="http://schemas.microsoft.com/office/drawing/2014/main" id="{9762E385-4F68-4D4A-BE57-EDA108A285B5}"/>
              </a:ext>
            </a:extLst>
          </p:cNvPr>
          <p:cNvSpPr>
            <a:spLocks noGrp="1"/>
          </p:cNvSpPr>
          <p:nvPr>
            <p:ph type="body" idx="6" hasCustomPrompt="1"/>
          </p:nvPr>
        </p:nvSpPr>
        <p:spPr>
          <a:xfrm>
            <a:off x="5431536" y="2194560"/>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7" name="Third Resp #">
            <a:extLst>
              <a:ext uri="{FF2B5EF4-FFF2-40B4-BE49-F238E27FC236}">
                <a16:creationId xmlns:a16="http://schemas.microsoft.com/office/drawing/2014/main" id="{2ACAFB9D-8E9C-4408-85E1-A3501374C2E9}"/>
              </a:ext>
            </a:extLst>
          </p:cNvPr>
          <p:cNvSpPr>
            <a:spLocks noGrp="1"/>
          </p:cNvSpPr>
          <p:nvPr>
            <p:ph type="body" idx="7" hasCustomPrompt="1"/>
          </p:nvPr>
        </p:nvSpPr>
        <p:spPr>
          <a:xfrm>
            <a:off x="4526280" y="3035808"/>
            <a:ext cx="914400"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8" name="Third Resp Text">
            <a:extLst>
              <a:ext uri="{FF2B5EF4-FFF2-40B4-BE49-F238E27FC236}">
                <a16:creationId xmlns:a16="http://schemas.microsoft.com/office/drawing/2014/main" id="{22884D39-7004-49D5-8E88-C45BE1C9BFCB}"/>
              </a:ext>
            </a:extLst>
          </p:cNvPr>
          <p:cNvSpPr>
            <a:spLocks noGrp="1"/>
          </p:cNvSpPr>
          <p:nvPr>
            <p:ph type="body" idx="8" hasCustomPrompt="1"/>
          </p:nvPr>
        </p:nvSpPr>
        <p:spPr>
          <a:xfrm>
            <a:off x="5431536" y="3035808"/>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9" name="Fourth Resp #">
            <a:extLst>
              <a:ext uri="{FF2B5EF4-FFF2-40B4-BE49-F238E27FC236}">
                <a16:creationId xmlns:a16="http://schemas.microsoft.com/office/drawing/2014/main" id="{310C83DA-41AE-4CBA-AA96-EB5CB2226FCF}"/>
              </a:ext>
            </a:extLst>
          </p:cNvPr>
          <p:cNvSpPr>
            <a:spLocks noGrp="1"/>
          </p:cNvSpPr>
          <p:nvPr>
            <p:ph type="body" idx="9" hasCustomPrompt="1"/>
          </p:nvPr>
        </p:nvSpPr>
        <p:spPr>
          <a:xfrm>
            <a:off x="4526280" y="3877056"/>
            <a:ext cx="914400"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10" name="Fourth Resp Text">
            <a:extLst>
              <a:ext uri="{FF2B5EF4-FFF2-40B4-BE49-F238E27FC236}">
                <a16:creationId xmlns:a16="http://schemas.microsoft.com/office/drawing/2014/main" id="{AEE05FA0-DD58-4D0B-A7E0-EAC7B789E7A7}"/>
              </a:ext>
            </a:extLst>
          </p:cNvPr>
          <p:cNvSpPr>
            <a:spLocks noGrp="1"/>
          </p:cNvSpPr>
          <p:nvPr>
            <p:ph type="body" idx="10" hasCustomPrompt="1"/>
          </p:nvPr>
        </p:nvSpPr>
        <p:spPr>
          <a:xfrm>
            <a:off x="5431536" y="3877056"/>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3" name="Fifth Resp #">
            <a:extLst>
              <a:ext uri="{FF2B5EF4-FFF2-40B4-BE49-F238E27FC236}">
                <a16:creationId xmlns:a16="http://schemas.microsoft.com/office/drawing/2014/main" id="{B6D2D170-961D-4140-B087-C6CFDF7BBD75}"/>
              </a:ext>
            </a:extLst>
          </p:cNvPr>
          <p:cNvSpPr>
            <a:spLocks noGrp="1"/>
          </p:cNvSpPr>
          <p:nvPr>
            <p:ph type="body" idx="13" hasCustomPrompt="1"/>
          </p:nvPr>
        </p:nvSpPr>
        <p:spPr>
          <a:xfrm>
            <a:off x="4526280" y="4727448"/>
            <a:ext cx="914400"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14" name="Fifth Resp Text">
            <a:extLst>
              <a:ext uri="{FF2B5EF4-FFF2-40B4-BE49-F238E27FC236}">
                <a16:creationId xmlns:a16="http://schemas.microsoft.com/office/drawing/2014/main" id="{B428E384-92E9-495A-9CAE-E33E3164F939}"/>
              </a:ext>
            </a:extLst>
          </p:cNvPr>
          <p:cNvSpPr>
            <a:spLocks noGrp="1"/>
          </p:cNvSpPr>
          <p:nvPr>
            <p:ph type="body" idx="14" hasCustomPrompt="1"/>
          </p:nvPr>
        </p:nvSpPr>
        <p:spPr>
          <a:xfrm>
            <a:off x="5431536" y="4727448"/>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5" name="Sixth Resp #">
            <a:extLst>
              <a:ext uri="{FF2B5EF4-FFF2-40B4-BE49-F238E27FC236}">
                <a16:creationId xmlns:a16="http://schemas.microsoft.com/office/drawing/2014/main" id="{DC41B7B5-B438-4885-90AE-758ABF2CA9F9}"/>
              </a:ext>
            </a:extLst>
          </p:cNvPr>
          <p:cNvSpPr>
            <a:spLocks noGrp="1"/>
          </p:cNvSpPr>
          <p:nvPr>
            <p:ph type="body" idx="15" hasCustomPrompt="1"/>
          </p:nvPr>
        </p:nvSpPr>
        <p:spPr>
          <a:xfrm>
            <a:off x="4526280" y="5568696"/>
            <a:ext cx="914400"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16" name="Sixth Resp Text">
            <a:extLst>
              <a:ext uri="{FF2B5EF4-FFF2-40B4-BE49-F238E27FC236}">
                <a16:creationId xmlns:a16="http://schemas.microsoft.com/office/drawing/2014/main" id="{09F72B28-4CF6-4FD1-BA4A-5A98215324E2}"/>
              </a:ext>
            </a:extLst>
          </p:cNvPr>
          <p:cNvSpPr>
            <a:spLocks noGrp="1"/>
          </p:cNvSpPr>
          <p:nvPr>
            <p:ph type="body" idx="16" hasCustomPrompt="1"/>
          </p:nvPr>
        </p:nvSpPr>
        <p:spPr>
          <a:xfrm>
            <a:off x="5431536" y="5568696"/>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pic>
        <p:nvPicPr>
          <p:cNvPr id="20" name="Copyright1">
            <a:extLst>
              <a:ext uri="{FF2B5EF4-FFF2-40B4-BE49-F238E27FC236}">
                <a16:creationId xmlns:a16="http://schemas.microsoft.com/office/drawing/2014/main" id="{49A00690-0DF5-4330-B89B-2C9BBCBD2182}"/>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custDataLst>
      <p:tags r:id="rId1"/>
    </p:custDataLst>
    <p:extLst>
      <p:ext uri="{BB962C8B-B14F-4D97-AF65-F5344CB8AC3E}">
        <p14:creationId xmlns:p14="http://schemas.microsoft.com/office/powerpoint/2010/main" val="765263910"/>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KC-Vert-Option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9DC1246-3E71-42C8-88C8-CEB64C15A2A3}"/>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6"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365760" y="299526"/>
            <a:ext cx="11466576" cy="731318"/>
          </a:xfrm>
        </p:spPr>
        <p:txBody>
          <a:bodyPr/>
          <a:lstStyle>
            <a:lvl1pPr>
              <a:defRPr>
                <a:solidFill>
                  <a:srgbClr val="232F3E"/>
                </a:solidFill>
                <a:latin typeface="Amazon Ember Display Heavy"/>
              </a:defRPr>
            </a:lvl1pPr>
          </a:lstStyle>
          <a:p>
            <a:r>
              <a:rPr lang="en-US" dirty="0"/>
              <a:t>Question and Responses – Option 2</a:t>
            </a:r>
          </a:p>
        </p:txBody>
      </p:sp>
      <p:sp>
        <p:nvSpPr>
          <p:cNvPr id="2" name="Question">
            <a:extLst>
              <a:ext uri="{FF2B5EF4-FFF2-40B4-BE49-F238E27FC236}">
                <a16:creationId xmlns:a16="http://schemas.microsoft.com/office/drawing/2014/main" id="{93617314-864D-45CC-8F94-CE423E6637F9}"/>
              </a:ext>
            </a:extLst>
          </p:cNvPr>
          <p:cNvSpPr>
            <a:spLocks noGrp="1"/>
          </p:cNvSpPr>
          <p:nvPr>
            <p:ph type="body" idx="2" hasCustomPrompt="1"/>
          </p:nvPr>
        </p:nvSpPr>
        <p:spPr>
          <a:xfrm>
            <a:off x="365760" y="1039813"/>
            <a:ext cx="4162425" cy="5407025"/>
          </a:xfrm>
        </p:spPr>
        <p:txBody>
          <a:bodyPr>
            <a:normAutofit/>
          </a:bodyPr>
          <a:lstStyle>
            <a:lvl1pPr marL="0" indent="0" algn="l">
              <a:lnSpc>
                <a:spcPct val="100000"/>
              </a:lnSpc>
              <a:buNone/>
              <a:defRPr sz="2400">
                <a:solidFill>
                  <a:srgbClr val="232F3E"/>
                </a:solidFill>
              </a:defRPr>
            </a:lvl1pPr>
            <a:lvl2pPr algn="l">
              <a:defRPr sz="2000"/>
            </a:lvl2pPr>
            <a:lvl3pPr algn="l">
              <a:defRPr sz="1800"/>
            </a:lvl3pPr>
            <a:lvl4pPr algn="l">
              <a:defRPr sz="1600"/>
            </a:lvl4pPr>
            <a:lvl5pPr algn="l">
              <a:defRPr sz="1600"/>
            </a:lvl5pPr>
          </a:lstStyle>
          <a:p>
            <a:pPr lvl="0"/>
            <a:r>
              <a:rPr lang="en-US" dirty="0"/>
              <a:t>Enter question –</a:t>
            </a:r>
            <a:br>
              <a:rPr lang="en-US" dirty="0"/>
            </a:br>
            <a:r>
              <a:rPr lang="en-US" dirty="0"/>
              <a:t>4 responses can only have 1 correct response</a:t>
            </a:r>
            <a:br>
              <a:rPr lang="en-US" dirty="0"/>
            </a:br>
            <a:r>
              <a:rPr lang="en-US" dirty="0"/>
              <a:t>5 responses must have 2 correct responses</a:t>
            </a:r>
            <a:br>
              <a:rPr lang="en-US" dirty="0"/>
            </a:br>
            <a:r>
              <a:rPr lang="en-US" dirty="0"/>
              <a:t>6 responses must have 3 correct responses.</a:t>
            </a:r>
          </a:p>
        </p:txBody>
      </p:sp>
      <p:sp>
        <p:nvSpPr>
          <p:cNvPr id="11" name="Choice Header">
            <a:extLst>
              <a:ext uri="{FF2B5EF4-FFF2-40B4-BE49-F238E27FC236}">
                <a16:creationId xmlns:a16="http://schemas.microsoft.com/office/drawing/2014/main" id="{94A86AAC-E12E-4379-82C3-110918D47BB2}"/>
              </a:ext>
            </a:extLst>
          </p:cNvPr>
          <p:cNvSpPr>
            <a:spLocks noGrp="1"/>
          </p:cNvSpPr>
          <p:nvPr>
            <p:ph type="body" idx="11" hasCustomPrompt="1"/>
          </p:nvPr>
        </p:nvSpPr>
        <p:spPr>
          <a:xfrm>
            <a:off x="4519613" y="1033463"/>
            <a:ext cx="925512" cy="322262"/>
          </a:xfrm>
          <a:noFill/>
          <a:ln>
            <a:noFill/>
          </a:ln>
        </p:spPr>
        <p:txBody>
          <a:bodyPr lIns="0" rIns="0">
            <a:noAutofit/>
          </a:bodyPr>
          <a:lstStyle>
            <a:lvl1pPr marL="0" indent="0" algn="ctr">
              <a:lnSpc>
                <a:spcPct val="100000"/>
              </a:lnSpc>
              <a:spcAft>
                <a:spcPts val="0"/>
              </a:spcAft>
              <a:buNone/>
              <a:defRPr sz="1800" b="1">
                <a:solidFill>
                  <a:schemeClr val="bg1"/>
                </a:solidFill>
                <a:latin typeface="+mn-lt"/>
              </a:defRPr>
            </a:lvl1pPr>
          </a:lstStyle>
          <a:p>
            <a:pPr lvl="0"/>
            <a:r>
              <a:rPr lang="en-US" dirty="0"/>
              <a:t>Type: Choice</a:t>
            </a:r>
          </a:p>
        </p:txBody>
      </p:sp>
      <p:sp>
        <p:nvSpPr>
          <p:cNvPr id="12" name="Response Header">
            <a:extLst>
              <a:ext uri="{FF2B5EF4-FFF2-40B4-BE49-F238E27FC236}">
                <a16:creationId xmlns:a16="http://schemas.microsoft.com/office/drawing/2014/main" id="{49A546CD-B784-4C60-8DF1-04299A8BD8DC}"/>
              </a:ext>
            </a:extLst>
          </p:cNvPr>
          <p:cNvSpPr>
            <a:spLocks noGrp="1"/>
          </p:cNvSpPr>
          <p:nvPr>
            <p:ph type="body" idx="12" hasCustomPrompt="1"/>
          </p:nvPr>
        </p:nvSpPr>
        <p:spPr>
          <a:xfrm>
            <a:off x="5445125" y="1039813"/>
            <a:ext cx="3005138" cy="315912"/>
          </a:xfrm>
          <a:noFill/>
          <a:ln>
            <a:noFill/>
          </a:ln>
        </p:spPr>
        <p:txBody>
          <a:bodyPr lIns="91440" rIns="0">
            <a:noAutofit/>
          </a:bodyPr>
          <a:lstStyle>
            <a:lvl1pPr marL="0" indent="0" algn="l">
              <a:lnSpc>
                <a:spcPct val="100000"/>
              </a:lnSpc>
              <a:spcAft>
                <a:spcPts val="0"/>
              </a:spcAft>
              <a:buNone/>
              <a:defRPr sz="1800" b="1">
                <a:solidFill>
                  <a:schemeClr val="bg1"/>
                </a:solidFill>
                <a:latin typeface="+mn-lt"/>
              </a:defRPr>
            </a:lvl1pPr>
          </a:lstStyle>
          <a:p>
            <a:pPr lvl="0"/>
            <a:r>
              <a:rPr lang="en-US" dirty="0"/>
              <a:t>Type: Response</a:t>
            </a:r>
          </a:p>
        </p:txBody>
      </p:sp>
      <p:sp>
        <p:nvSpPr>
          <p:cNvPr id="3" name="First Resp #">
            <a:extLst>
              <a:ext uri="{FF2B5EF4-FFF2-40B4-BE49-F238E27FC236}">
                <a16:creationId xmlns:a16="http://schemas.microsoft.com/office/drawing/2014/main" id="{DF65B8F8-C411-4217-9956-036774AA94F8}"/>
              </a:ext>
            </a:extLst>
          </p:cNvPr>
          <p:cNvSpPr>
            <a:spLocks noGrp="1"/>
          </p:cNvSpPr>
          <p:nvPr>
            <p:ph type="body" idx="3" hasCustomPrompt="1"/>
          </p:nvPr>
        </p:nvSpPr>
        <p:spPr>
          <a:xfrm>
            <a:off x="4530343" y="1344168"/>
            <a:ext cx="914781"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4" name="First Resp Text">
            <a:extLst>
              <a:ext uri="{FF2B5EF4-FFF2-40B4-BE49-F238E27FC236}">
                <a16:creationId xmlns:a16="http://schemas.microsoft.com/office/drawing/2014/main" id="{FFCADE15-0CD9-4F7B-9FFC-6A2C71B4D226}"/>
              </a:ext>
            </a:extLst>
          </p:cNvPr>
          <p:cNvSpPr>
            <a:spLocks noGrp="1"/>
          </p:cNvSpPr>
          <p:nvPr>
            <p:ph type="body" idx="4" hasCustomPrompt="1"/>
          </p:nvPr>
        </p:nvSpPr>
        <p:spPr>
          <a:xfrm>
            <a:off x="5431536" y="1344168"/>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5" name="Second Resp #">
            <a:extLst>
              <a:ext uri="{FF2B5EF4-FFF2-40B4-BE49-F238E27FC236}">
                <a16:creationId xmlns:a16="http://schemas.microsoft.com/office/drawing/2014/main" id="{B27347F1-D178-4BA7-947D-9C3316CA7F55}"/>
              </a:ext>
            </a:extLst>
          </p:cNvPr>
          <p:cNvSpPr>
            <a:spLocks noGrp="1"/>
          </p:cNvSpPr>
          <p:nvPr>
            <p:ph type="body" idx="5" hasCustomPrompt="1"/>
          </p:nvPr>
        </p:nvSpPr>
        <p:spPr>
          <a:xfrm>
            <a:off x="4526280" y="2194560"/>
            <a:ext cx="914400"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6" name="Second Resp Text">
            <a:extLst>
              <a:ext uri="{FF2B5EF4-FFF2-40B4-BE49-F238E27FC236}">
                <a16:creationId xmlns:a16="http://schemas.microsoft.com/office/drawing/2014/main" id="{9762E385-4F68-4D4A-BE57-EDA108A285B5}"/>
              </a:ext>
            </a:extLst>
          </p:cNvPr>
          <p:cNvSpPr>
            <a:spLocks noGrp="1"/>
          </p:cNvSpPr>
          <p:nvPr>
            <p:ph type="body" idx="6" hasCustomPrompt="1"/>
          </p:nvPr>
        </p:nvSpPr>
        <p:spPr>
          <a:xfrm>
            <a:off x="5431536" y="2194560"/>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7" name="Third Resp #">
            <a:extLst>
              <a:ext uri="{FF2B5EF4-FFF2-40B4-BE49-F238E27FC236}">
                <a16:creationId xmlns:a16="http://schemas.microsoft.com/office/drawing/2014/main" id="{2ACAFB9D-8E9C-4408-85E1-A3501374C2E9}"/>
              </a:ext>
            </a:extLst>
          </p:cNvPr>
          <p:cNvSpPr>
            <a:spLocks noGrp="1"/>
          </p:cNvSpPr>
          <p:nvPr>
            <p:ph type="body" idx="7" hasCustomPrompt="1"/>
          </p:nvPr>
        </p:nvSpPr>
        <p:spPr>
          <a:xfrm>
            <a:off x="4526280" y="3035808"/>
            <a:ext cx="914400"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8" name="Third Resp Text">
            <a:extLst>
              <a:ext uri="{FF2B5EF4-FFF2-40B4-BE49-F238E27FC236}">
                <a16:creationId xmlns:a16="http://schemas.microsoft.com/office/drawing/2014/main" id="{22884D39-7004-49D5-8E88-C45BE1C9BFCB}"/>
              </a:ext>
            </a:extLst>
          </p:cNvPr>
          <p:cNvSpPr>
            <a:spLocks noGrp="1"/>
          </p:cNvSpPr>
          <p:nvPr>
            <p:ph type="body" idx="8" hasCustomPrompt="1"/>
          </p:nvPr>
        </p:nvSpPr>
        <p:spPr>
          <a:xfrm>
            <a:off x="5431536" y="3035808"/>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9" name="Fourth Resp #">
            <a:extLst>
              <a:ext uri="{FF2B5EF4-FFF2-40B4-BE49-F238E27FC236}">
                <a16:creationId xmlns:a16="http://schemas.microsoft.com/office/drawing/2014/main" id="{310C83DA-41AE-4CBA-AA96-EB5CB2226FCF}"/>
              </a:ext>
            </a:extLst>
          </p:cNvPr>
          <p:cNvSpPr>
            <a:spLocks noGrp="1"/>
          </p:cNvSpPr>
          <p:nvPr>
            <p:ph type="body" idx="9" hasCustomPrompt="1"/>
          </p:nvPr>
        </p:nvSpPr>
        <p:spPr>
          <a:xfrm>
            <a:off x="4526280" y="3877056"/>
            <a:ext cx="914400"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0" name="Fourth Resp Text">
            <a:extLst>
              <a:ext uri="{FF2B5EF4-FFF2-40B4-BE49-F238E27FC236}">
                <a16:creationId xmlns:a16="http://schemas.microsoft.com/office/drawing/2014/main" id="{AEE05FA0-DD58-4D0B-A7E0-EAC7B789E7A7}"/>
              </a:ext>
            </a:extLst>
          </p:cNvPr>
          <p:cNvSpPr>
            <a:spLocks noGrp="1"/>
          </p:cNvSpPr>
          <p:nvPr>
            <p:ph type="body" idx="10" hasCustomPrompt="1"/>
          </p:nvPr>
        </p:nvSpPr>
        <p:spPr>
          <a:xfrm>
            <a:off x="5431536" y="3877056"/>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7" name="Fifth Resp #">
            <a:extLst>
              <a:ext uri="{FF2B5EF4-FFF2-40B4-BE49-F238E27FC236}">
                <a16:creationId xmlns:a16="http://schemas.microsoft.com/office/drawing/2014/main" id="{B6D2D170-961D-4140-B087-C6CFDF7BBD75}"/>
              </a:ext>
            </a:extLst>
          </p:cNvPr>
          <p:cNvSpPr>
            <a:spLocks noGrp="1"/>
          </p:cNvSpPr>
          <p:nvPr>
            <p:ph type="body" idx="12" hasCustomPrompt="1"/>
          </p:nvPr>
        </p:nvSpPr>
        <p:spPr>
          <a:xfrm>
            <a:off x="4526280" y="4727448"/>
            <a:ext cx="914400"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3" name="Fifth Resp Text">
            <a:extLst>
              <a:ext uri="{FF2B5EF4-FFF2-40B4-BE49-F238E27FC236}">
                <a16:creationId xmlns:a16="http://schemas.microsoft.com/office/drawing/2014/main" id="{B428E384-92E9-495A-9CAE-E33E3164F939}"/>
              </a:ext>
            </a:extLst>
          </p:cNvPr>
          <p:cNvSpPr>
            <a:spLocks noGrp="1"/>
          </p:cNvSpPr>
          <p:nvPr>
            <p:ph type="body" idx="13" hasCustomPrompt="1"/>
          </p:nvPr>
        </p:nvSpPr>
        <p:spPr>
          <a:xfrm>
            <a:off x="5431536" y="4727448"/>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4" name="Sixth Resp #">
            <a:extLst>
              <a:ext uri="{FF2B5EF4-FFF2-40B4-BE49-F238E27FC236}">
                <a16:creationId xmlns:a16="http://schemas.microsoft.com/office/drawing/2014/main" id="{DC41B7B5-B438-4885-90AE-758ABF2CA9F9}"/>
              </a:ext>
            </a:extLst>
          </p:cNvPr>
          <p:cNvSpPr>
            <a:spLocks noGrp="1"/>
          </p:cNvSpPr>
          <p:nvPr>
            <p:ph type="body" idx="14" hasCustomPrompt="1"/>
          </p:nvPr>
        </p:nvSpPr>
        <p:spPr>
          <a:xfrm>
            <a:off x="4526280" y="5568696"/>
            <a:ext cx="914400"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5" name="Sixth Resp Text">
            <a:extLst>
              <a:ext uri="{FF2B5EF4-FFF2-40B4-BE49-F238E27FC236}">
                <a16:creationId xmlns:a16="http://schemas.microsoft.com/office/drawing/2014/main" id="{09F72B28-4CF6-4FD1-BA4A-5A98215324E2}"/>
              </a:ext>
            </a:extLst>
          </p:cNvPr>
          <p:cNvSpPr>
            <a:spLocks noGrp="1"/>
          </p:cNvSpPr>
          <p:nvPr>
            <p:ph type="body" idx="15" hasCustomPrompt="1"/>
          </p:nvPr>
        </p:nvSpPr>
        <p:spPr>
          <a:xfrm>
            <a:off x="5431536" y="5568696"/>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Tree>
    <p:custDataLst>
      <p:tags r:id="rId1"/>
    </p:custDataLst>
    <p:extLst>
      <p:ext uri="{BB962C8B-B14F-4D97-AF65-F5344CB8AC3E}">
        <p14:creationId xmlns:p14="http://schemas.microsoft.com/office/powerpoint/2010/main" val="2263451928"/>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type="tx" preserve="1">
  <p:cSld name="KC-Vertical-Answer">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365760" y="301752"/>
            <a:ext cx="11466576" cy="731520"/>
          </a:xfrm>
        </p:spPr>
        <p:txBody>
          <a:bodyPr/>
          <a:lstStyle>
            <a:lvl1pPr>
              <a:defRPr>
                <a:solidFill>
                  <a:schemeClr val="bg1"/>
                </a:solidFill>
                <a:latin typeface="Amazon Ember Display Heavy"/>
              </a:defRPr>
            </a:lvl1pPr>
          </a:lstStyle>
          <a:p>
            <a:r>
              <a:rPr lang="en-US" dirty="0"/>
              <a:t>Answer and explanation</a:t>
            </a:r>
          </a:p>
        </p:txBody>
      </p:sp>
      <p:sp>
        <p:nvSpPr>
          <p:cNvPr id="2" name="Question">
            <a:extLst>
              <a:ext uri="{FF2B5EF4-FFF2-40B4-BE49-F238E27FC236}">
                <a16:creationId xmlns:a16="http://schemas.microsoft.com/office/drawing/2014/main" id="{44F57E91-15F3-4802-8B9A-31B722148228}"/>
              </a:ext>
            </a:extLst>
          </p:cNvPr>
          <p:cNvSpPr>
            <a:spLocks noGrp="1"/>
          </p:cNvSpPr>
          <p:nvPr>
            <p:ph type="body" idx="2" hasCustomPrompt="1"/>
          </p:nvPr>
        </p:nvSpPr>
        <p:spPr>
          <a:xfrm>
            <a:off x="365760" y="1042416"/>
            <a:ext cx="4160520" cy="5404104"/>
          </a:xfrm>
        </p:spPr>
        <p:txBody>
          <a:bodyPr>
            <a:normAutofit/>
          </a:bodyPr>
          <a:lstStyle>
            <a:lvl1pPr marL="0" marR="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sz="24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again –</a:t>
            </a:r>
            <a:br>
              <a:rPr lang="en-US" dirty="0"/>
            </a:br>
            <a:r>
              <a:rPr lang="en-US" dirty="0"/>
              <a:t>Here you can explain why the responses are correct or incorrect.</a:t>
            </a:r>
          </a:p>
        </p:txBody>
      </p:sp>
      <p:sp>
        <p:nvSpPr>
          <p:cNvPr id="12" name="AnswerHeader">
            <a:extLst>
              <a:ext uri="{FF2B5EF4-FFF2-40B4-BE49-F238E27FC236}">
                <a16:creationId xmlns:a16="http://schemas.microsoft.com/office/drawing/2014/main" id="{7C8472BF-3681-4E98-B87B-5FA7A5C19359}"/>
              </a:ext>
            </a:extLst>
          </p:cNvPr>
          <p:cNvSpPr>
            <a:spLocks noGrp="1"/>
          </p:cNvSpPr>
          <p:nvPr>
            <p:ph type="body" idx="12" hasCustomPrompt="1"/>
          </p:nvPr>
        </p:nvSpPr>
        <p:spPr>
          <a:xfrm>
            <a:off x="4517136" y="1033272"/>
            <a:ext cx="7611111" cy="400050"/>
          </a:xfrm>
          <a:noFill/>
        </p:spPr>
        <p:txBody>
          <a:bodyPr lIns="91440">
            <a:noAutofit/>
          </a:bodyPr>
          <a:lstStyle>
            <a:lvl1pPr marL="0" indent="0">
              <a:lnSpc>
                <a:spcPct val="100000"/>
              </a:lnSpc>
              <a:spcAft>
                <a:spcPts val="0"/>
              </a:spcAft>
              <a:buNone/>
              <a:defRPr sz="2000" b="1">
                <a:solidFill>
                  <a:schemeClr val="bg1"/>
                </a:solidFill>
              </a:defRPr>
            </a:lvl1pPr>
          </a:lstStyle>
          <a:p>
            <a:pPr lvl="0"/>
            <a:r>
              <a:rPr lang="en-US" dirty="0"/>
              <a:t>Type: The correct response is</a:t>
            </a:r>
          </a:p>
        </p:txBody>
      </p:sp>
      <p:sp>
        <p:nvSpPr>
          <p:cNvPr id="3" name="Answer Text">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430794" y="1420597"/>
            <a:ext cx="6723145" cy="4955378"/>
          </a:xfrm>
          <a:noFill/>
        </p:spPr>
        <p:txBody>
          <a:bodyPr lIns="91440" tIns="91440" rIns="182880" bIns="0" anchor="t"/>
          <a:lstStyle>
            <a:lvl1pPr marL="0" indent="0" algn="l">
              <a:lnSpc>
                <a:spcPct val="9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pic>
        <p:nvPicPr>
          <p:cNvPr id="7" name="Copyright1">
            <a:extLst>
              <a:ext uri="{FF2B5EF4-FFF2-40B4-BE49-F238E27FC236}">
                <a16:creationId xmlns:a16="http://schemas.microsoft.com/office/drawing/2014/main" id="{005D2766-8051-4525-B84F-5BD0A1EA30C0}"/>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custDataLst>
      <p:tags r:id="rId1"/>
    </p:custDataLst>
    <p:extLst>
      <p:ext uri="{BB962C8B-B14F-4D97-AF65-F5344CB8AC3E}">
        <p14:creationId xmlns:p14="http://schemas.microsoft.com/office/powerpoint/2010/main" val="2919601875"/>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tx" preserve="1">
  <p:cSld name="KC-Vert-Ans-Option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7919E744-E8A9-4BBA-9A46-E3C8187BE86A}"/>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Answer and explanation – Option 2</a:t>
            </a:r>
          </a:p>
        </p:txBody>
      </p:sp>
      <p:sp>
        <p:nvSpPr>
          <p:cNvPr id="2" name="Question">
            <a:extLst>
              <a:ext uri="{FF2B5EF4-FFF2-40B4-BE49-F238E27FC236}">
                <a16:creationId xmlns:a16="http://schemas.microsoft.com/office/drawing/2014/main" id="{44F57E91-15F3-4802-8B9A-31B722148228}"/>
              </a:ext>
            </a:extLst>
          </p:cNvPr>
          <p:cNvSpPr>
            <a:spLocks noGrp="1"/>
          </p:cNvSpPr>
          <p:nvPr>
            <p:ph type="body" idx="2" hasCustomPrompt="1"/>
          </p:nvPr>
        </p:nvSpPr>
        <p:spPr>
          <a:xfrm>
            <a:off x="365760" y="1042416"/>
            <a:ext cx="4160520" cy="5404104"/>
          </a:xfrm>
        </p:spPr>
        <p:txBody>
          <a:bodyPr>
            <a:normAutofit/>
          </a:bodyPr>
          <a:lstStyle>
            <a:lvl1pPr marL="0" marR="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sz="24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again –</a:t>
            </a:r>
            <a:br>
              <a:rPr lang="en-US" dirty="0"/>
            </a:br>
            <a:r>
              <a:rPr lang="en-US" dirty="0"/>
              <a:t>Here you can explain why the responses are correct or incorrect.</a:t>
            </a:r>
          </a:p>
        </p:txBody>
      </p:sp>
      <p:sp>
        <p:nvSpPr>
          <p:cNvPr id="12" name="AnswerHeader">
            <a:extLst>
              <a:ext uri="{FF2B5EF4-FFF2-40B4-BE49-F238E27FC236}">
                <a16:creationId xmlns:a16="http://schemas.microsoft.com/office/drawing/2014/main" id="{7C8472BF-3681-4E98-B87B-5FA7A5C19359}"/>
              </a:ext>
            </a:extLst>
          </p:cNvPr>
          <p:cNvSpPr>
            <a:spLocks noGrp="1"/>
          </p:cNvSpPr>
          <p:nvPr>
            <p:ph type="body" idx="12" hasCustomPrompt="1"/>
          </p:nvPr>
        </p:nvSpPr>
        <p:spPr>
          <a:xfrm>
            <a:off x="4517136" y="1033272"/>
            <a:ext cx="7607808" cy="400050"/>
          </a:xfrm>
          <a:noFill/>
        </p:spPr>
        <p:txBody>
          <a:bodyPr lIns="91440">
            <a:noAutofit/>
          </a:bodyPr>
          <a:lstStyle>
            <a:lvl1pPr marL="0" indent="0">
              <a:lnSpc>
                <a:spcPct val="100000"/>
              </a:lnSpc>
              <a:spcAft>
                <a:spcPts val="0"/>
              </a:spcAft>
              <a:buNone/>
              <a:defRPr sz="2000" b="1">
                <a:solidFill>
                  <a:schemeClr val="bg1"/>
                </a:solidFill>
              </a:defRPr>
            </a:lvl1pPr>
          </a:lstStyle>
          <a:p>
            <a:pPr lvl="0"/>
            <a:r>
              <a:rPr lang="en-US" dirty="0"/>
              <a:t>Type: The correct response is</a:t>
            </a:r>
          </a:p>
        </p:txBody>
      </p:sp>
      <p:sp>
        <p:nvSpPr>
          <p:cNvPr id="3" name="Answer Text">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431536" y="1417320"/>
            <a:ext cx="6720840" cy="4955378"/>
          </a:xfrm>
          <a:noFill/>
        </p:spPr>
        <p:txBody>
          <a:bodyPr lIns="91440" tIns="91440" rIns="182880" bIns="0" anchor="t"/>
          <a:lstStyle>
            <a:lvl1pPr marL="0" indent="0" algn="l">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spTree>
    <p:custDataLst>
      <p:tags r:id="rId1"/>
    </p:custDataLst>
    <p:extLst>
      <p:ext uri="{BB962C8B-B14F-4D97-AF65-F5344CB8AC3E}">
        <p14:creationId xmlns:p14="http://schemas.microsoft.com/office/powerpoint/2010/main" val="414815056"/>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p:cSld name="QA-Horizontal">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0"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182880" y="301752"/>
            <a:ext cx="11466576" cy="731520"/>
          </a:xfrm>
        </p:spPr>
        <p:txBody>
          <a:bodyPr/>
          <a:lstStyle>
            <a:lvl1pPr>
              <a:defRPr>
                <a:solidFill>
                  <a:schemeClr val="bg1"/>
                </a:solidFill>
                <a:latin typeface="Amazon Ember Display Heavy"/>
              </a:defRPr>
            </a:lvl1pPr>
          </a:lstStyle>
          <a:p>
            <a:r>
              <a:rPr lang="en-US" dirty="0"/>
              <a:t>Knowledge check</a:t>
            </a:r>
          </a:p>
        </p:txBody>
      </p:sp>
      <p:sp>
        <p:nvSpPr>
          <p:cNvPr id="2" name="Question 1">
            <a:extLst>
              <a:ext uri="{FF2B5EF4-FFF2-40B4-BE49-F238E27FC236}">
                <a16:creationId xmlns:a16="http://schemas.microsoft.com/office/drawing/2014/main" id="{44F57E91-15F3-4802-8B9A-31B722148228}"/>
              </a:ext>
            </a:extLst>
          </p:cNvPr>
          <p:cNvSpPr>
            <a:spLocks noGrp="1"/>
          </p:cNvSpPr>
          <p:nvPr>
            <p:ph type="body" idx="2" hasCustomPrompt="1"/>
          </p:nvPr>
        </p:nvSpPr>
        <p:spPr>
          <a:xfrm>
            <a:off x="179238" y="1185497"/>
            <a:ext cx="5472261" cy="1164004"/>
          </a:xfrm>
        </p:spPr>
        <p:txBody>
          <a:bodyPr>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3" name="Answer Text 1">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651500" y="1185497"/>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4" name="Question 2">
            <a:extLst>
              <a:ext uri="{FF2B5EF4-FFF2-40B4-BE49-F238E27FC236}">
                <a16:creationId xmlns:a16="http://schemas.microsoft.com/office/drawing/2014/main" id="{2733FE88-66AC-4110-B77F-059B3D638C2E}"/>
              </a:ext>
            </a:extLst>
          </p:cNvPr>
          <p:cNvSpPr>
            <a:spLocks noGrp="1"/>
          </p:cNvSpPr>
          <p:nvPr>
            <p:ph type="body" idx="4" hasCustomPrompt="1"/>
          </p:nvPr>
        </p:nvSpPr>
        <p:spPr>
          <a:xfrm>
            <a:off x="179237" y="2526456"/>
            <a:ext cx="5472261" cy="1164004"/>
          </a:xfrm>
        </p:spPr>
        <p:txBody>
          <a:bodyPr>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5" name="Answer Text 2">
            <a:extLst>
              <a:ext uri="{FF2B5EF4-FFF2-40B4-BE49-F238E27FC236}">
                <a16:creationId xmlns:a16="http://schemas.microsoft.com/office/drawing/2014/main" id="{E33DAA71-DCA3-491A-8A97-143BF1813197}"/>
              </a:ext>
            </a:extLst>
          </p:cNvPr>
          <p:cNvSpPr>
            <a:spLocks noGrp="1"/>
          </p:cNvSpPr>
          <p:nvPr>
            <p:ph type="body" idx="5" hasCustomPrompt="1"/>
          </p:nvPr>
        </p:nvSpPr>
        <p:spPr>
          <a:xfrm>
            <a:off x="5651499" y="2526456"/>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6" name="Question 3">
            <a:extLst>
              <a:ext uri="{FF2B5EF4-FFF2-40B4-BE49-F238E27FC236}">
                <a16:creationId xmlns:a16="http://schemas.microsoft.com/office/drawing/2014/main" id="{85011FB9-28FB-42F5-8639-AFB8DE09EDB0}"/>
              </a:ext>
            </a:extLst>
          </p:cNvPr>
          <p:cNvSpPr>
            <a:spLocks noGrp="1"/>
          </p:cNvSpPr>
          <p:nvPr>
            <p:ph type="body" idx="6" hasCustomPrompt="1"/>
          </p:nvPr>
        </p:nvSpPr>
        <p:spPr>
          <a:xfrm>
            <a:off x="179237" y="3883100"/>
            <a:ext cx="5472261" cy="1164004"/>
          </a:xfrm>
        </p:spPr>
        <p:txBody>
          <a:bodyPr>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7" name="Answer Text 3">
            <a:extLst>
              <a:ext uri="{FF2B5EF4-FFF2-40B4-BE49-F238E27FC236}">
                <a16:creationId xmlns:a16="http://schemas.microsoft.com/office/drawing/2014/main" id="{BBA625A9-591B-4F80-B2C0-C8B9B7ED58AF}"/>
              </a:ext>
            </a:extLst>
          </p:cNvPr>
          <p:cNvSpPr>
            <a:spLocks noGrp="1"/>
          </p:cNvSpPr>
          <p:nvPr>
            <p:ph type="body" idx="7" hasCustomPrompt="1"/>
          </p:nvPr>
        </p:nvSpPr>
        <p:spPr>
          <a:xfrm>
            <a:off x="5651499" y="3883100"/>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8" name="Question 4">
            <a:extLst>
              <a:ext uri="{FF2B5EF4-FFF2-40B4-BE49-F238E27FC236}">
                <a16:creationId xmlns:a16="http://schemas.microsoft.com/office/drawing/2014/main" id="{94FE6022-0B4D-44CE-B9CB-F3EF8689FC0E}"/>
              </a:ext>
            </a:extLst>
          </p:cNvPr>
          <p:cNvSpPr>
            <a:spLocks noGrp="1"/>
          </p:cNvSpPr>
          <p:nvPr>
            <p:ph type="body" idx="8" hasCustomPrompt="1"/>
          </p:nvPr>
        </p:nvSpPr>
        <p:spPr>
          <a:xfrm>
            <a:off x="179236" y="5239557"/>
            <a:ext cx="5472261" cy="1164004"/>
          </a:xfrm>
        </p:spPr>
        <p:txBody>
          <a:bodyPr>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9" name="Answer Text 4">
            <a:extLst>
              <a:ext uri="{FF2B5EF4-FFF2-40B4-BE49-F238E27FC236}">
                <a16:creationId xmlns:a16="http://schemas.microsoft.com/office/drawing/2014/main" id="{A6B202E1-04E5-4362-96B3-ED5EF312171C}"/>
              </a:ext>
            </a:extLst>
          </p:cNvPr>
          <p:cNvSpPr>
            <a:spLocks noGrp="1"/>
          </p:cNvSpPr>
          <p:nvPr>
            <p:ph type="body" idx="9" hasCustomPrompt="1"/>
          </p:nvPr>
        </p:nvSpPr>
        <p:spPr>
          <a:xfrm>
            <a:off x="5651498" y="5239557"/>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pic>
        <p:nvPicPr>
          <p:cNvPr id="13" name="Copyright1">
            <a:extLst>
              <a:ext uri="{FF2B5EF4-FFF2-40B4-BE49-F238E27FC236}">
                <a16:creationId xmlns:a16="http://schemas.microsoft.com/office/drawing/2014/main" id="{D612BC5C-D183-4F43-9348-CEF078622BC7}"/>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custDataLst>
      <p:tags r:id="rId1"/>
    </p:custDataLst>
    <p:extLst>
      <p:ext uri="{BB962C8B-B14F-4D97-AF65-F5344CB8AC3E}">
        <p14:creationId xmlns:p14="http://schemas.microsoft.com/office/powerpoint/2010/main" val="4183993067"/>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QA-Horz-Option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3A540A4D-7B1F-4055-BDC7-7451D12F0E31}"/>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0"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182880" y="301752"/>
            <a:ext cx="11466576" cy="731520"/>
          </a:xfrm>
        </p:spPr>
        <p:txBody>
          <a:bodyPr/>
          <a:lstStyle>
            <a:lvl1pPr>
              <a:defRPr>
                <a:solidFill>
                  <a:srgbClr val="232F3E"/>
                </a:solidFill>
                <a:latin typeface="Amazon Ember Display Heavy"/>
              </a:defRPr>
            </a:lvl1pPr>
          </a:lstStyle>
          <a:p>
            <a:r>
              <a:rPr lang="en-US" dirty="0"/>
              <a:t>Knowledge check – Option 2</a:t>
            </a:r>
          </a:p>
        </p:txBody>
      </p:sp>
      <p:sp>
        <p:nvSpPr>
          <p:cNvPr id="2" name="Question 1">
            <a:extLst>
              <a:ext uri="{FF2B5EF4-FFF2-40B4-BE49-F238E27FC236}">
                <a16:creationId xmlns:a16="http://schemas.microsoft.com/office/drawing/2014/main" id="{44F57E91-15F3-4802-8B9A-31B722148228}"/>
              </a:ext>
            </a:extLst>
          </p:cNvPr>
          <p:cNvSpPr>
            <a:spLocks noGrp="1"/>
          </p:cNvSpPr>
          <p:nvPr>
            <p:ph type="body" idx="2" hasCustomPrompt="1"/>
          </p:nvPr>
        </p:nvSpPr>
        <p:spPr>
          <a:xfrm>
            <a:off x="179238" y="1185497"/>
            <a:ext cx="5472261" cy="1164004"/>
          </a:xfrm>
        </p:spPr>
        <p:txBody>
          <a:bodyPr tIns="45720" rIns="91440" bIns="45720">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3" name="Answer Text 1">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651500" y="1185497"/>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4" name="Question 2">
            <a:extLst>
              <a:ext uri="{FF2B5EF4-FFF2-40B4-BE49-F238E27FC236}">
                <a16:creationId xmlns:a16="http://schemas.microsoft.com/office/drawing/2014/main" id="{2733FE88-66AC-4110-B77F-059B3D638C2E}"/>
              </a:ext>
            </a:extLst>
          </p:cNvPr>
          <p:cNvSpPr>
            <a:spLocks noGrp="1"/>
          </p:cNvSpPr>
          <p:nvPr>
            <p:ph type="body" idx="4" hasCustomPrompt="1"/>
          </p:nvPr>
        </p:nvSpPr>
        <p:spPr>
          <a:xfrm>
            <a:off x="179237" y="2526456"/>
            <a:ext cx="5472261" cy="1164004"/>
          </a:xfrm>
        </p:spPr>
        <p:txBody>
          <a:bodyPr tIns="45720" rIns="91440" bIns="45720">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5" name="Answer Text 2">
            <a:extLst>
              <a:ext uri="{FF2B5EF4-FFF2-40B4-BE49-F238E27FC236}">
                <a16:creationId xmlns:a16="http://schemas.microsoft.com/office/drawing/2014/main" id="{E33DAA71-DCA3-491A-8A97-143BF1813197}"/>
              </a:ext>
            </a:extLst>
          </p:cNvPr>
          <p:cNvSpPr>
            <a:spLocks noGrp="1"/>
          </p:cNvSpPr>
          <p:nvPr>
            <p:ph type="body" idx="5" hasCustomPrompt="1"/>
          </p:nvPr>
        </p:nvSpPr>
        <p:spPr>
          <a:xfrm>
            <a:off x="5651499" y="2526456"/>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6" name="Question 3">
            <a:extLst>
              <a:ext uri="{FF2B5EF4-FFF2-40B4-BE49-F238E27FC236}">
                <a16:creationId xmlns:a16="http://schemas.microsoft.com/office/drawing/2014/main" id="{85011FB9-28FB-42F5-8639-AFB8DE09EDB0}"/>
              </a:ext>
            </a:extLst>
          </p:cNvPr>
          <p:cNvSpPr>
            <a:spLocks noGrp="1"/>
          </p:cNvSpPr>
          <p:nvPr>
            <p:ph type="body" idx="6" hasCustomPrompt="1"/>
          </p:nvPr>
        </p:nvSpPr>
        <p:spPr>
          <a:xfrm>
            <a:off x="179237" y="3883100"/>
            <a:ext cx="5472261" cy="1164004"/>
          </a:xfrm>
        </p:spPr>
        <p:txBody>
          <a:bodyPr tIns="45720" rIns="91440" bIns="45720">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7" name="Answer Text 3">
            <a:extLst>
              <a:ext uri="{FF2B5EF4-FFF2-40B4-BE49-F238E27FC236}">
                <a16:creationId xmlns:a16="http://schemas.microsoft.com/office/drawing/2014/main" id="{BBA625A9-591B-4F80-B2C0-C8B9B7ED58AF}"/>
              </a:ext>
            </a:extLst>
          </p:cNvPr>
          <p:cNvSpPr>
            <a:spLocks noGrp="1"/>
          </p:cNvSpPr>
          <p:nvPr>
            <p:ph type="body" idx="7" hasCustomPrompt="1"/>
          </p:nvPr>
        </p:nvSpPr>
        <p:spPr>
          <a:xfrm>
            <a:off x="5651499" y="3883100"/>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8" name="Question 4">
            <a:extLst>
              <a:ext uri="{FF2B5EF4-FFF2-40B4-BE49-F238E27FC236}">
                <a16:creationId xmlns:a16="http://schemas.microsoft.com/office/drawing/2014/main" id="{94FE6022-0B4D-44CE-B9CB-F3EF8689FC0E}"/>
              </a:ext>
            </a:extLst>
          </p:cNvPr>
          <p:cNvSpPr>
            <a:spLocks noGrp="1"/>
          </p:cNvSpPr>
          <p:nvPr>
            <p:ph type="body" idx="8" hasCustomPrompt="1"/>
          </p:nvPr>
        </p:nvSpPr>
        <p:spPr>
          <a:xfrm>
            <a:off x="179236" y="5239557"/>
            <a:ext cx="5472261" cy="1164004"/>
          </a:xfrm>
        </p:spPr>
        <p:txBody>
          <a:bodyPr tIns="45720" rIns="91440" bIns="45720">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9" name="Answer Text 4">
            <a:extLst>
              <a:ext uri="{FF2B5EF4-FFF2-40B4-BE49-F238E27FC236}">
                <a16:creationId xmlns:a16="http://schemas.microsoft.com/office/drawing/2014/main" id="{A6B202E1-04E5-4362-96B3-ED5EF312171C}"/>
              </a:ext>
            </a:extLst>
          </p:cNvPr>
          <p:cNvSpPr>
            <a:spLocks noGrp="1"/>
          </p:cNvSpPr>
          <p:nvPr>
            <p:ph type="body" idx="9" hasCustomPrompt="1"/>
          </p:nvPr>
        </p:nvSpPr>
        <p:spPr>
          <a:xfrm>
            <a:off x="5651498" y="5239557"/>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Tree>
    <p:custDataLst>
      <p:tags r:id="rId1"/>
    </p:custDataLst>
    <p:extLst>
      <p:ext uri="{BB962C8B-B14F-4D97-AF65-F5344CB8AC3E}">
        <p14:creationId xmlns:p14="http://schemas.microsoft.com/office/powerpoint/2010/main" val="746022884"/>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p:cSld name="KC-Horizontal-Questio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7" name="Title">
            <a:extLst>
              <a:ext uri="{FF2B5EF4-FFF2-40B4-BE49-F238E27FC236}">
                <a16:creationId xmlns:a16="http://schemas.microsoft.com/office/drawing/2014/main" id="{1A8961C4-E232-4CFC-9419-572E417488B7}"/>
              </a:ext>
            </a:extLst>
          </p:cNvPr>
          <p:cNvSpPr>
            <a:spLocks noGrp="1"/>
          </p:cNvSpPr>
          <p:nvPr>
            <p:ph type="title" idx="1" hasCustomPrompt="1"/>
          </p:nvPr>
        </p:nvSpPr>
        <p:spPr>
          <a:xfrm>
            <a:off x="179238" y="179881"/>
            <a:ext cx="11855445" cy="498849"/>
          </a:xfrm>
        </p:spPr>
        <p:txBody>
          <a:bodyPr/>
          <a:lstStyle>
            <a:lvl1pPr>
              <a:defRPr>
                <a:solidFill>
                  <a:schemeClr val="bg1"/>
                </a:solidFill>
                <a:latin typeface="Amazon Ember Display Heavy"/>
              </a:defRPr>
            </a:lvl1pPr>
          </a:lstStyle>
          <a:p>
            <a:r>
              <a:rPr lang="en-US" dirty="0"/>
              <a:t>Question and Responses</a:t>
            </a:r>
          </a:p>
        </p:txBody>
      </p:sp>
      <p:sp>
        <p:nvSpPr>
          <p:cNvPr id="2" name="Question">
            <a:extLst>
              <a:ext uri="{FF2B5EF4-FFF2-40B4-BE49-F238E27FC236}">
                <a16:creationId xmlns:a16="http://schemas.microsoft.com/office/drawing/2014/main" id="{B4965E6E-0F4A-477A-B4B0-DF739088DCEC}"/>
              </a:ext>
            </a:extLst>
          </p:cNvPr>
          <p:cNvSpPr>
            <a:spLocks noGrp="1"/>
          </p:cNvSpPr>
          <p:nvPr>
            <p:ph type="body" idx="2" hasCustomPrompt="1"/>
          </p:nvPr>
        </p:nvSpPr>
        <p:spPr>
          <a:xfrm>
            <a:off x="179237" y="697780"/>
            <a:ext cx="11855445" cy="1328883"/>
          </a:xfrm>
          <a:noFill/>
        </p:spPr>
        <p:txBody>
          <a:bodyPr lIns="91440" tIns="0" rIns="91440" bIns="0">
            <a:normAutofit/>
          </a:bodyPr>
          <a:lstStyle>
            <a:lvl1pPr marL="0" marR="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 4 responses can only have 1 correct response; 5 responses must have 2 correct responses; 6 responses must have 3 correct responses.</a:t>
            </a:r>
          </a:p>
        </p:txBody>
      </p:sp>
      <p:sp>
        <p:nvSpPr>
          <p:cNvPr id="11" name="Choice Header">
            <a:extLst>
              <a:ext uri="{FF2B5EF4-FFF2-40B4-BE49-F238E27FC236}">
                <a16:creationId xmlns:a16="http://schemas.microsoft.com/office/drawing/2014/main" id="{819C768D-12EC-41EC-9F85-ED13A7CA6D52}"/>
              </a:ext>
            </a:extLst>
          </p:cNvPr>
          <p:cNvSpPr>
            <a:spLocks noGrp="1"/>
          </p:cNvSpPr>
          <p:nvPr>
            <p:ph type="body" idx="11" hasCustomPrompt="1"/>
          </p:nvPr>
        </p:nvSpPr>
        <p:spPr>
          <a:xfrm>
            <a:off x="0" y="2026663"/>
            <a:ext cx="887413" cy="317500"/>
          </a:xfrm>
          <a:noFill/>
          <a:ln>
            <a:noFill/>
          </a:ln>
        </p:spPr>
        <p:txBody>
          <a:bodyPr lIns="0" rIns="0">
            <a:noAutofit/>
          </a:bodyPr>
          <a:lstStyle>
            <a:lvl1pPr marL="0" indent="0" algn="ctr">
              <a:lnSpc>
                <a:spcPct val="100000"/>
              </a:lnSpc>
              <a:spcAft>
                <a:spcPts val="0"/>
              </a:spcAft>
              <a:buNone/>
              <a:defRPr sz="1800">
                <a:solidFill>
                  <a:schemeClr val="bg1"/>
                </a:solidFill>
              </a:defRPr>
            </a:lvl1pPr>
          </a:lstStyle>
          <a:p>
            <a:pPr lvl="0"/>
            <a:r>
              <a:rPr lang="en-US" dirty="0"/>
              <a:t>Type: Choice</a:t>
            </a:r>
          </a:p>
        </p:txBody>
      </p:sp>
      <p:sp>
        <p:nvSpPr>
          <p:cNvPr id="12" name="Response Header">
            <a:extLst>
              <a:ext uri="{FF2B5EF4-FFF2-40B4-BE49-F238E27FC236}">
                <a16:creationId xmlns:a16="http://schemas.microsoft.com/office/drawing/2014/main" id="{AFAAB670-BBCA-4429-9F6C-C9ABD61E6B0C}"/>
              </a:ext>
            </a:extLst>
          </p:cNvPr>
          <p:cNvSpPr>
            <a:spLocks noGrp="1"/>
          </p:cNvSpPr>
          <p:nvPr>
            <p:ph type="body" idx="12" hasCustomPrompt="1"/>
          </p:nvPr>
        </p:nvSpPr>
        <p:spPr>
          <a:xfrm>
            <a:off x="907950" y="2026663"/>
            <a:ext cx="10737865" cy="317500"/>
          </a:xfrm>
          <a:noFill/>
          <a:ln>
            <a:noFill/>
          </a:ln>
        </p:spPr>
        <p:txBody>
          <a:bodyPr lIns="91440" rIns="91440">
            <a:noAutofit/>
          </a:bodyPr>
          <a:lstStyle>
            <a:lvl1pPr marL="0" indent="0" algn="l">
              <a:lnSpc>
                <a:spcPct val="100000"/>
              </a:lnSpc>
              <a:spcAft>
                <a:spcPts val="0"/>
              </a:spcAft>
              <a:buNone/>
              <a:defRPr sz="1800">
                <a:solidFill>
                  <a:schemeClr val="bg1"/>
                </a:solidFill>
              </a:defRPr>
            </a:lvl1pPr>
          </a:lstStyle>
          <a:p>
            <a:pPr lvl="0"/>
            <a:r>
              <a:rPr lang="en-US" dirty="0"/>
              <a:t>Type: Response</a:t>
            </a:r>
          </a:p>
        </p:txBody>
      </p:sp>
      <p:sp>
        <p:nvSpPr>
          <p:cNvPr id="3" name="First Resp #">
            <a:extLst>
              <a:ext uri="{FF2B5EF4-FFF2-40B4-BE49-F238E27FC236}">
                <a16:creationId xmlns:a16="http://schemas.microsoft.com/office/drawing/2014/main" id="{B4EC449C-918E-4AF9-9E90-0E8D47CF3DD9}"/>
              </a:ext>
            </a:extLst>
          </p:cNvPr>
          <p:cNvSpPr>
            <a:spLocks noGrp="1"/>
          </p:cNvSpPr>
          <p:nvPr>
            <p:ph type="body" idx="3" hasCustomPrompt="1"/>
          </p:nvPr>
        </p:nvSpPr>
        <p:spPr>
          <a:xfrm>
            <a:off x="1" y="2344127"/>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4" name="First Resp Text">
            <a:extLst>
              <a:ext uri="{FF2B5EF4-FFF2-40B4-BE49-F238E27FC236}">
                <a16:creationId xmlns:a16="http://schemas.microsoft.com/office/drawing/2014/main" id="{35CD1FAE-5D7E-4F04-B017-89D4732E2444}"/>
              </a:ext>
            </a:extLst>
          </p:cNvPr>
          <p:cNvSpPr>
            <a:spLocks noGrp="1"/>
          </p:cNvSpPr>
          <p:nvPr>
            <p:ph type="body" idx="4" hasCustomPrompt="1"/>
          </p:nvPr>
        </p:nvSpPr>
        <p:spPr>
          <a:xfrm>
            <a:off x="907950" y="2344127"/>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5" name="Second Resp #">
            <a:extLst>
              <a:ext uri="{FF2B5EF4-FFF2-40B4-BE49-F238E27FC236}">
                <a16:creationId xmlns:a16="http://schemas.microsoft.com/office/drawing/2014/main" id="{05FFB414-A546-4A6C-B7E8-B6D9C7AC88C9}"/>
              </a:ext>
            </a:extLst>
          </p:cNvPr>
          <p:cNvSpPr>
            <a:spLocks noGrp="1"/>
          </p:cNvSpPr>
          <p:nvPr>
            <p:ph type="body" idx="5" hasCustomPrompt="1"/>
          </p:nvPr>
        </p:nvSpPr>
        <p:spPr>
          <a:xfrm>
            <a:off x="1" y="3017609"/>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6" name="Second Resp Text">
            <a:extLst>
              <a:ext uri="{FF2B5EF4-FFF2-40B4-BE49-F238E27FC236}">
                <a16:creationId xmlns:a16="http://schemas.microsoft.com/office/drawing/2014/main" id="{840EA72F-053D-43C4-A0AA-4F71D345F1E1}"/>
              </a:ext>
            </a:extLst>
          </p:cNvPr>
          <p:cNvSpPr>
            <a:spLocks noGrp="1"/>
          </p:cNvSpPr>
          <p:nvPr>
            <p:ph type="body" idx="6" hasCustomPrompt="1"/>
          </p:nvPr>
        </p:nvSpPr>
        <p:spPr>
          <a:xfrm>
            <a:off x="907950" y="3017609"/>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7" name="Third Resp #">
            <a:extLst>
              <a:ext uri="{FF2B5EF4-FFF2-40B4-BE49-F238E27FC236}">
                <a16:creationId xmlns:a16="http://schemas.microsoft.com/office/drawing/2014/main" id="{F00955FE-A162-474C-BFF8-0AB0FBF10130}"/>
              </a:ext>
            </a:extLst>
          </p:cNvPr>
          <p:cNvSpPr>
            <a:spLocks noGrp="1"/>
          </p:cNvSpPr>
          <p:nvPr>
            <p:ph type="body" idx="7" hasCustomPrompt="1"/>
          </p:nvPr>
        </p:nvSpPr>
        <p:spPr>
          <a:xfrm>
            <a:off x="1" y="3691091"/>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8" name="Third Resp Text">
            <a:extLst>
              <a:ext uri="{FF2B5EF4-FFF2-40B4-BE49-F238E27FC236}">
                <a16:creationId xmlns:a16="http://schemas.microsoft.com/office/drawing/2014/main" id="{55974934-D7D0-4C4C-B76C-558C1028590E}"/>
              </a:ext>
            </a:extLst>
          </p:cNvPr>
          <p:cNvSpPr>
            <a:spLocks noGrp="1"/>
          </p:cNvSpPr>
          <p:nvPr>
            <p:ph type="body" idx="8" hasCustomPrompt="1"/>
          </p:nvPr>
        </p:nvSpPr>
        <p:spPr>
          <a:xfrm>
            <a:off x="907950" y="3691091"/>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9" name="Fourth Resp #">
            <a:extLst>
              <a:ext uri="{FF2B5EF4-FFF2-40B4-BE49-F238E27FC236}">
                <a16:creationId xmlns:a16="http://schemas.microsoft.com/office/drawing/2014/main" id="{9A682F4A-836A-42BD-B18F-482CDD9FE392}"/>
              </a:ext>
            </a:extLst>
          </p:cNvPr>
          <p:cNvSpPr>
            <a:spLocks noGrp="1"/>
          </p:cNvSpPr>
          <p:nvPr>
            <p:ph type="body" idx="9" hasCustomPrompt="1"/>
          </p:nvPr>
        </p:nvSpPr>
        <p:spPr>
          <a:xfrm>
            <a:off x="1" y="4364573"/>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10" name="Fourth Resp Text">
            <a:extLst>
              <a:ext uri="{FF2B5EF4-FFF2-40B4-BE49-F238E27FC236}">
                <a16:creationId xmlns:a16="http://schemas.microsoft.com/office/drawing/2014/main" id="{2A075B8F-DFA0-46B1-A70C-B12937892D4B}"/>
              </a:ext>
            </a:extLst>
          </p:cNvPr>
          <p:cNvSpPr>
            <a:spLocks noGrp="1"/>
          </p:cNvSpPr>
          <p:nvPr>
            <p:ph type="body" idx="10" hasCustomPrompt="1"/>
          </p:nvPr>
        </p:nvSpPr>
        <p:spPr>
          <a:xfrm>
            <a:off x="907950" y="4364573"/>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3" name="Fifth Resp #">
            <a:extLst>
              <a:ext uri="{FF2B5EF4-FFF2-40B4-BE49-F238E27FC236}">
                <a16:creationId xmlns:a16="http://schemas.microsoft.com/office/drawing/2014/main" id="{B3A4AC8A-DBAB-477E-8F79-6EFB6340CE48}"/>
              </a:ext>
            </a:extLst>
          </p:cNvPr>
          <p:cNvSpPr>
            <a:spLocks noGrp="1"/>
          </p:cNvSpPr>
          <p:nvPr>
            <p:ph type="body" idx="13" hasCustomPrompt="1"/>
          </p:nvPr>
        </p:nvSpPr>
        <p:spPr>
          <a:xfrm>
            <a:off x="1" y="5038055"/>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14" name="Fifth Resp Text">
            <a:extLst>
              <a:ext uri="{FF2B5EF4-FFF2-40B4-BE49-F238E27FC236}">
                <a16:creationId xmlns:a16="http://schemas.microsoft.com/office/drawing/2014/main" id="{0B4A450D-E822-44AA-8298-11D531D74483}"/>
              </a:ext>
            </a:extLst>
          </p:cNvPr>
          <p:cNvSpPr>
            <a:spLocks noGrp="1"/>
          </p:cNvSpPr>
          <p:nvPr>
            <p:ph type="body" idx="14" hasCustomPrompt="1"/>
          </p:nvPr>
        </p:nvSpPr>
        <p:spPr>
          <a:xfrm>
            <a:off x="907950" y="5038055"/>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5" name="Sixth Resp #">
            <a:extLst>
              <a:ext uri="{FF2B5EF4-FFF2-40B4-BE49-F238E27FC236}">
                <a16:creationId xmlns:a16="http://schemas.microsoft.com/office/drawing/2014/main" id="{4075988B-8657-4CA4-A4CB-EAEA7B298681}"/>
              </a:ext>
            </a:extLst>
          </p:cNvPr>
          <p:cNvSpPr>
            <a:spLocks noGrp="1"/>
          </p:cNvSpPr>
          <p:nvPr>
            <p:ph type="body" idx="15" hasCustomPrompt="1"/>
          </p:nvPr>
        </p:nvSpPr>
        <p:spPr>
          <a:xfrm>
            <a:off x="1" y="5711539"/>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16" name="Sixth Resp Text">
            <a:extLst>
              <a:ext uri="{FF2B5EF4-FFF2-40B4-BE49-F238E27FC236}">
                <a16:creationId xmlns:a16="http://schemas.microsoft.com/office/drawing/2014/main" id="{327445DD-9D42-491C-969B-C7919BE2E3F0}"/>
              </a:ext>
            </a:extLst>
          </p:cNvPr>
          <p:cNvSpPr>
            <a:spLocks noGrp="1"/>
          </p:cNvSpPr>
          <p:nvPr>
            <p:ph type="body" idx="16" hasCustomPrompt="1"/>
          </p:nvPr>
        </p:nvSpPr>
        <p:spPr>
          <a:xfrm>
            <a:off x="907950" y="5711539"/>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pic>
        <p:nvPicPr>
          <p:cNvPr id="20" name="Copyright1">
            <a:extLst>
              <a:ext uri="{FF2B5EF4-FFF2-40B4-BE49-F238E27FC236}">
                <a16:creationId xmlns:a16="http://schemas.microsoft.com/office/drawing/2014/main" id="{2B452CCE-D69C-498E-9B48-C533DB88BC99}"/>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custDataLst>
      <p:tags r:id="rId1"/>
    </p:custDataLst>
    <p:extLst>
      <p:ext uri="{BB962C8B-B14F-4D97-AF65-F5344CB8AC3E}">
        <p14:creationId xmlns:p14="http://schemas.microsoft.com/office/powerpoint/2010/main" val="3878055281"/>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KC-Horz-Option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4CAF8C10-F4D8-45A7-8490-441C53244D17}"/>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7" name="Title">
            <a:extLst>
              <a:ext uri="{FF2B5EF4-FFF2-40B4-BE49-F238E27FC236}">
                <a16:creationId xmlns:a16="http://schemas.microsoft.com/office/drawing/2014/main" id="{1A8961C4-E232-4CFC-9419-572E417488B7}"/>
              </a:ext>
            </a:extLst>
          </p:cNvPr>
          <p:cNvSpPr>
            <a:spLocks noGrp="1"/>
          </p:cNvSpPr>
          <p:nvPr>
            <p:ph type="title" idx="1" hasCustomPrompt="1"/>
          </p:nvPr>
        </p:nvSpPr>
        <p:spPr>
          <a:xfrm>
            <a:off x="179238" y="179881"/>
            <a:ext cx="11825947" cy="498849"/>
          </a:xfrm>
        </p:spPr>
        <p:txBody>
          <a:bodyPr/>
          <a:lstStyle>
            <a:lvl1pPr>
              <a:defRPr>
                <a:solidFill>
                  <a:srgbClr val="232F3E"/>
                </a:solidFill>
                <a:latin typeface="Amazon Ember Display Heavy"/>
              </a:defRPr>
            </a:lvl1pPr>
          </a:lstStyle>
          <a:p>
            <a:r>
              <a:rPr lang="en-US" dirty="0"/>
              <a:t>Question and Responses – Option 2</a:t>
            </a:r>
          </a:p>
        </p:txBody>
      </p:sp>
      <p:sp>
        <p:nvSpPr>
          <p:cNvPr id="2" name="Question">
            <a:extLst>
              <a:ext uri="{FF2B5EF4-FFF2-40B4-BE49-F238E27FC236}">
                <a16:creationId xmlns:a16="http://schemas.microsoft.com/office/drawing/2014/main" id="{B4965E6E-0F4A-477A-B4B0-DF739088DCEC}"/>
              </a:ext>
            </a:extLst>
          </p:cNvPr>
          <p:cNvSpPr>
            <a:spLocks noGrp="1"/>
          </p:cNvSpPr>
          <p:nvPr>
            <p:ph type="body" idx="2" hasCustomPrompt="1"/>
          </p:nvPr>
        </p:nvSpPr>
        <p:spPr>
          <a:xfrm>
            <a:off x="179239" y="697780"/>
            <a:ext cx="11825948" cy="1328883"/>
          </a:xfrm>
          <a:noFill/>
        </p:spPr>
        <p:txBody>
          <a:bodyPr lIns="91440" tIns="0" rIns="91440" bIns="0">
            <a:norm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 4 responses can only have 1 correct response; 5 responses must have 2 correct responses; 6 responses must have 3 correct responses.</a:t>
            </a:r>
          </a:p>
        </p:txBody>
      </p:sp>
      <p:sp>
        <p:nvSpPr>
          <p:cNvPr id="11" name="Choice Header">
            <a:extLst>
              <a:ext uri="{FF2B5EF4-FFF2-40B4-BE49-F238E27FC236}">
                <a16:creationId xmlns:a16="http://schemas.microsoft.com/office/drawing/2014/main" id="{819C768D-12EC-41EC-9F85-ED13A7CA6D52}"/>
              </a:ext>
            </a:extLst>
          </p:cNvPr>
          <p:cNvSpPr>
            <a:spLocks noGrp="1"/>
          </p:cNvSpPr>
          <p:nvPr>
            <p:ph type="body" idx="11" hasCustomPrompt="1"/>
          </p:nvPr>
        </p:nvSpPr>
        <p:spPr>
          <a:xfrm>
            <a:off x="0" y="2026663"/>
            <a:ext cx="887413" cy="317500"/>
          </a:xfrm>
          <a:noFill/>
          <a:ln>
            <a:noFill/>
          </a:ln>
        </p:spPr>
        <p:txBody>
          <a:bodyPr lIns="0" rIns="0">
            <a:noAutofit/>
          </a:bodyPr>
          <a:lstStyle>
            <a:lvl1pPr marL="0" indent="0" algn="ctr">
              <a:lnSpc>
                <a:spcPct val="100000"/>
              </a:lnSpc>
              <a:spcAft>
                <a:spcPts val="0"/>
              </a:spcAft>
              <a:buNone/>
              <a:defRPr sz="1800">
                <a:solidFill>
                  <a:schemeClr val="bg1"/>
                </a:solidFill>
              </a:defRPr>
            </a:lvl1pPr>
          </a:lstStyle>
          <a:p>
            <a:pPr lvl="0"/>
            <a:r>
              <a:rPr lang="en-US" dirty="0"/>
              <a:t>Type: Choice</a:t>
            </a:r>
          </a:p>
        </p:txBody>
      </p:sp>
      <p:sp>
        <p:nvSpPr>
          <p:cNvPr id="12" name="Response Header">
            <a:extLst>
              <a:ext uri="{FF2B5EF4-FFF2-40B4-BE49-F238E27FC236}">
                <a16:creationId xmlns:a16="http://schemas.microsoft.com/office/drawing/2014/main" id="{AFAAB670-BBCA-4429-9F6C-C9ABD61E6B0C}"/>
              </a:ext>
            </a:extLst>
          </p:cNvPr>
          <p:cNvSpPr>
            <a:spLocks noGrp="1"/>
          </p:cNvSpPr>
          <p:nvPr>
            <p:ph type="body" idx="12" hasCustomPrompt="1"/>
          </p:nvPr>
        </p:nvSpPr>
        <p:spPr>
          <a:xfrm>
            <a:off x="907950" y="2026663"/>
            <a:ext cx="10757678" cy="317500"/>
          </a:xfrm>
          <a:noFill/>
          <a:ln>
            <a:noFill/>
          </a:ln>
        </p:spPr>
        <p:txBody>
          <a:bodyPr lIns="91440" rIns="0">
            <a:noAutofit/>
          </a:bodyPr>
          <a:lstStyle>
            <a:lvl1pPr marL="0" indent="0" algn="l">
              <a:lnSpc>
                <a:spcPct val="100000"/>
              </a:lnSpc>
              <a:spcAft>
                <a:spcPts val="0"/>
              </a:spcAft>
              <a:buNone/>
              <a:defRPr sz="1800">
                <a:solidFill>
                  <a:schemeClr val="bg1"/>
                </a:solidFill>
              </a:defRPr>
            </a:lvl1pPr>
          </a:lstStyle>
          <a:p>
            <a:pPr lvl="0"/>
            <a:r>
              <a:rPr lang="en-US" dirty="0"/>
              <a:t>Type: Response</a:t>
            </a:r>
          </a:p>
        </p:txBody>
      </p:sp>
      <p:sp>
        <p:nvSpPr>
          <p:cNvPr id="3" name="First Resp #">
            <a:extLst>
              <a:ext uri="{FF2B5EF4-FFF2-40B4-BE49-F238E27FC236}">
                <a16:creationId xmlns:a16="http://schemas.microsoft.com/office/drawing/2014/main" id="{B4EC449C-918E-4AF9-9E90-0E8D47CF3DD9}"/>
              </a:ext>
            </a:extLst>
          </p:cNvPr>
          <p:cNvSpPr>
            <a:spLocks noGrp="1"/>
          </p:cNvSpPr>
          <p:nvPr>
            <p:ph type="body" idx="3" hasCustomPrompt="1"/>
          </p:nvPr>
        </p:nvSpPr>
        <p:spPr>
          <a:xfrm>
            <a:off x="1" y="2344127"/>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4" name="First Resp Text">
            <a:extLst>
              <a:ext uri="{FF2B5EF4-FFF2-40B4-BE49-F238E27FC236}">
                <a16:creationId xmlns:a16="http://schemas.microsoft.com/office/drawing/2014/main" id="{35CD1FAE-5D7E-4F04-B017-89D4732E2444}"/>
              </a:ext>
            </a:extLst>
          </p:cNvPr>
          <p:cNvSpPr>
            <a:spLocks noGrp="1"/>
          </p:cNvSpPr>
          <p:nvPr>
            <p:ph type="body" idx="4" hasCustomPrompt="1"/>
          </p:nvPr>
        </p:nvSpPr>
        <p:spPr>
          <a:xfrm>
            <a:off x="907950" y="2344127"/>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5" name="Second Resp #">
            <a:extLst>
              <a:ext uri="{FF2B5EF4-FFF2-40B4-BE49-F238E27FC236}">
                <a16:creationId xmlns:a16="http://schemas.microsoft.com/office/drawing/2014/main" id="{05FFB414-A546-4A6C-B7E8-B6D9C7AC88C9}"/>
              </a:ext>
            </a:extLst>
          </p:cNvPr>
          <p:cNvSpPr>
            <a:spLocks noGrp="1"/>
          </p:cNvSpPr>
          <p:nvPr>
            <p:ph type="body" idx="5" hasCustomPrompt="1"/>
          </p:nvPr>
        </p:nvSpPr>
        <p:spPr>
          <a:xfrm>
            <a:off x="1" y="3017609"/>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6" name="Second Resp Text">
            <a:extLst>
              <a:ext uri="{FF2B5EF4-FFF2-40B4-BE49-F238E27FC236}">
                <a16:creationId xmlns:a16="http://schemas.microsoft.com/office/drawing/2014/main" id="{840EA72F-053D-43C4-A0AA-4F71D345F1E1}"/>
              </a:ext>
            </a:extLst>
          </p:cNvPr>
          <p:cNvSpPr>
            <a:spLocks noGrp="1"/>
          </p:cNvSpPr>
          <p:nvPr>
            <p:ph type="body" idx="6" hasCustomPrompt="1"/>
          </p:nvPr>
        </p:nvSpPr>
        <p:spPr>
          <a:xfrm>
            <a:off x="907950" y="3017609"/>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7" name="Third Resp #">
            <a:extLst>
              <a:ext uri="{FF2B5EF4-FFF2-40B4-BE49-F238E27FC236}">
                <a16:creationId xmlns:a16="http://schemas.microsoft.com/office/drawing/2014/main" id="{F00955FE-A162-474C-BFF8-0AB0FBF10130}"/>
              </a:ext>
            </a:extLst>
          </p:cNvPr>
          <p:cNvSpPr>
            <a:spLocks noGrp="1"/>
          </p:cNvSpPr>
          <p:nvPr>
            <p:ph type="body" idx="7" hasCustomPrompt="1"/>
          </p:nvPr>
        </p:nvSpPr>
        <p:spPr>
          <a:xfrm>
            <a:off x="1" y="3691091"/>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8" name="Third Resp Text">
            <a:extLst>
              <a:ext uri="{FF2B5EF4-FFF2-40B4-BE49-F238E27FC236}">
                <a16:creationId xmlns:a16="http://schemas.microsoft.com/office/drawing/2014/main" id="{55974934-D7D0-4C4C-B76C-558C1028590E}"/>
              </a:ext>
            </a:extLst>
          </p:cNvPr>
          <p:cNvSpPr>
            <a:spLocks noGrp="1"/>
          </p:cNvSpPr>
          <p:nvPr>
            <p:ph type="body" idx="8" hasCustomPrompt="1"/>
          </p:nvPr>
        </p:nvSpPr>
        <p:spPr>
          <a:xfrm>
            <a:off x="907950" y="3691091"/>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9" name="Fourth Resp #">
            <a:extLst>
              <a:ext uri="{FF2B5EF4-FFF2-40B4-BE49-F238E27FC236}">
                <a16:creationId xmlns:a16="http://schemas.microsoft.com/office/drawing/2014/main" id="{9A682F4A-836A-42BD-B18F-482CDD9FE392}"/>
              </a:ext>
            </a:extLst>
          </p:cNvPr>
          <p:cNvSpPr>
            <a:spLocks noGrp="1"/>
          </p:cNvSpPr>
          <p:nvPr>
            <p:ph type="body" idx="9" hasCustomPrompt="1"/>
          </p:nvPr>
        </p:nvSpPr>
        <p:spPr>
          <a:xfrm>
            <a:off x="1" y="4364573"/>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0" name="Fourth Resp Text">
            <a:extLst>
              <a:ext uri="{FF2B5EF4-FFF2-40B4-BE49-F238E27FC236}">
                <a16:creationId xmlns:a16="http://schemas.microsoft.com/office/drawing/2014/main" id="{2A075B8F-DFA0-46B1-A70C-B12937892D4B}"/>
              </a:ext>
            </a:extLst>
          </p:cNvPr>
          <p:cNvSpPr>
            <a:spLocks noGrp="1"/>
          </p:cNvSpPr>
          <p:nvPr>
            <p:ph type="body" idx="10" hasCustomPrompt="1"/>
          </p:nvPr>
        </p:nvSpPr>
        <p:spPr>
          <a:xfrm>
            <a:off x="907950" y="4364573"/>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3" name="Fifth Resp #">
            <a:extLst>
              <a:ext uri="{FF2B5EF4-FFF2-40B4-BE49-F238E27FC236}">
                <a16:creationId xmlns:a16="http://schemas.microsoft.com/office/drawing/2014/main" id="{B3A4AC8A-DBAB-477E-8F79-6EFB6340CE48}"/>
              </a:ext>
            </a:extLst>
          </p:cNvPr>
          <p:cNvSpPr>
            <a:spLocks noGrp="1"/>
          </p:cNvSpPr>
          <p:nvPr>
            <p:ph type="body" idx="13" hasCustomPrompt="1"/>
          </p:nvPr>
        </p:nvSpPr>
        <p:spPr>
          <a:xfrm>
            <a:off x="1" y="5038055"/>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4" name="Fifth Resp Text">
            <a:extLst>
              <a:ext uri="{FF2B5EF4-FFF2-40B4-BE49-F238E27FC236}">
                <a16:creationId xmlns:a16="http://schemas.microsoft.com/office/drawing/2014/main" id="{0B4A450D-E822-44AA-8298-11D531D74483}"/>
              </a:ext>
            </a:extLst>
          </p:cNvPr>
          <p:cNvSpPr>
            <a:spLocks noGrp="1"/>
          </p:cNvSpPr>
          <p:nvPr>
            <p:ph type="body" idx="14" hasCustomPrompt="1"/>
          </p:nvPr>
        </p:nvSpPr>
        <p:spPr>
          <a:xfrm>
            <a:off x="907950" y="5038055"/>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5" name="Sixth Resp #">
            <a:extLst>
              <a:ext uri="{FF2B5EF4-FFF2-40B4-BE49-F238E27FC236}">
                <a16:creationId xmlns:a16="http://schemas.microsoft.com/office/drawing/2014/main" id="{4075988B-8657-4CA4-A4CB-EAEA7B298681}"/>
              </a:ext>
            </a:extLst>
          </p:cNvPr>
          <p:cNvSpPr>
            <a:spLocks noGrp="1"/>
          </p:cNvSpPr>
          <p:nvPr>
            <p:ph type="body" idx="15" hasCustomPrompt="1"/>
          </p:nvPr>
        </p:nvSpPr>
        <p:spPr>
          <a:xfrm>
            <a:off x="1" y="5711539"/>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6" name="Sixth Resp Text">
            <a:extLst>
              <a:ext uri="{FF2B5EF4-FFF2-40B4-BE49-F238E27FC236}">
                <a16:creationId xmlns:a16="http://schemas.microsoft.com/office/drawing/2014/main" id="{327445DD-9D42-491C-969B-C7919BE2E3F0}"/>
              </a:ext>
            </a:extLst>
          </p:cNvPr>
          <p:cNvSpPr>
            <a:spLocks noGrp="1"/>
          </p:cNvSpPr>
          <p:nvPr>
            <p:ph type="body" idx="16" hasCustomPrompt="1"/>
          </p:nvPr>
        </p:nvSpPr>
        <p:spPr>
          <a:xfrm>
            <a:off x="907950" y="5711539"/>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Tree>
    <p:custDataLst>
      <p:tags r:id="rId1"/>
    </p:custDataLst>
    <p:extLst>
      <p:ext uri="{BB962C8B-B14F-4D97-AF65-F5344CB8AC3E}">
        <p14:creationId xmlns:p14="http://schemas.microsoft.com/office/powerpoint/2010/main" val="238437330"/>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type="tx" preserve="1">
  <p:cSld name="KC-Horizontal-Answer">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1A8961C4-E232-4CFC-9419-572E417488B7}"/>
              </a:ext>
            </a:extLst>
          </p:cNvPr>
          <p:cNvSpPr>
            <a:spLocks noGrp="1"/>
          </p:cNvSpPr>
          <p:nvPr>
            <p:ph type="title" idx="1" hasCustomPrompt="1"/>
          </p:nvPr>
        </p:nvSpPr>
        <p:spPr>
          <a:xfrm>
            <a:off x="179239" y="179881"/>
            <a:ext cx="11771597" cy="498849"/>
          </a:xfrm>
        </p:spPr>
        <p:txBody>
          <a:bodyPr/>
          <a:lstStyle>
            <a:lvl1pPr>
              <a:defRPr>
                <a:solidFill>
                  <a:schemeClr val="bg1"/>
                </a:solidFill>
                <a:latin typeface="Amazon Ember Display Heavy"/>
              </a:defRPr>
            </a:lvl1pPr>
          </a:lstStyle>
          <a:p>
            <a:r>
              <a:rPr lang="en-US" dirty="0"/>
              <a:t>Answer and explanation</a:t>
            </a:r>
          </a:p>
        </p:txBody>
      </p:sp>
      <p:sp>
        <p:nvSpPr>
          <p:cNvPr id="2" name="Question">
            <a:extLst>
              <a:ext uri="{FF2B5EF4-FFF2-40B4-BE49-F238E27FC236}">
                <a16:creationId xmlns:a16="http://schemas.microsoft.com/office/drawing/2014/main" id="{B4965E6E-0F4A-477A-B4B0-DF739088DCEC}"/>
              </a:ext>
            </a:extLst>
          </p:cNvPr>
          <p:cNvSpPr>
            <a:spLocks noGrp="1"/>
          </p:cNvSpPr>
          <p:nvPr>
            <p:ph type="body" idx="2" hasCustomPrompt="1"/>
          </p:nvPr>
        </p:nvSpPr>
        <p:spPr>
          <a:xfrm>
            <a:off x="179239" y="697780"/>
            <a:ext cx="11771597" cy="1405081"/>
          </a:xfrm>
          <a:noFill/>
        </p:spPr>
        <p:txBody>
          <a:bodyPr lIns="91440" tIns="0" rIns="91440" bIns="0">
            <a:norm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 4 responses can only have 1 correct response; 5 responses must have 2 correct responses; 6 responses must have 3 correct responses.</a:t>
            </a:r>
          </a:p>
        </p:txBody>
      </p:sp>
      <p:sp>
        <p:nvSpPr>
          <p:cNvPr id="12" name="Answer Header">
            <a:extLst>
              <a:ext uri="{FF2B5EF4-FFF2-40B4-BE49-F238E27FC236}">
                <a16:creationId xmlns:a16="http://schemas.microsoft.com/office/drawing/2014/main" id="{4CF18732-63A0-43A6-B5E9-C4F74190ED76}"/>
              </a:ext>
            </a:extLst>
          </p:cNvPr>
          <p:cNvSpPr>
            <a:spLocks noGrp="1"/>
          </p:cNvSpPr>
          <p:nvPr>
            <p:ph type="body" idx="12" hasCustomPrompt="1"/>
          </p:nvPr>
        </p:nvSpPr>
        <p:spPr>
          <a:xfrm>
            <a:off x="0" y="2043300"/>
            <a:ext cx="12192000" cy="312702"/>
          </a:xfrm>
          <a:noFill/>
          <a:ln>
            <a:noFill/>
          </a:ln>
        </p:spPr>
        <p:txBody>
          <a:bodyPr lIns="91440">
            <a:noAutofit/>
          </a:bodyPr>
          <a:lstStyle>
            <a:lvl1pPr marL="0" indent="0">
              <a:lnSpc>
                <a:spcPct val="100000"/>
              </a:lnSpc>
              <a:spcAft>
                <a:spcPts val="0"/>
              </a:spcAft>
              <a:buNone/>
              <a:defRPr sz="2000">
                <a:solidFill>
                  <a:schemeClr val="bg1"/>
                </a:solidFill>
              </a:defRPr>
            </a:lvl1pPr>
          </a:lstStyle>
          <a:p>
            <a:pPr lvl="0"/>
            <a:r>
              <a:rPr lang="en-US" dirty="0"/>
              <a:t>Type: The correct response is</a:t>
            </a:r>
          </a:p>
        </p:txBody>
      </p:sp>
      <p:sp>
        <p:nvSpPr>
          <p:cNvPr id="3" name="Answer Text">
            <a:extLst>
              <a:ext uri="{FF2B5EF4-FFF2-40B4-BE49-F238E27FC236}">
                <a16:creationId xmlns:a16="http://schemas.microsoft.com/office/drawing/2014/main" id="{35CD1FAE-5D7E-4F04-B017-89D4732E2444}"/>
              </a:ext>
            </a:extLst>
          </p:cNvPr>
          <p:cNvSpPr>
            <a:spLocks noGrp="1"/>
          </p:cNvSpPr>
          <p:nvPr>
            <p:ph type="body" idx="3" hasCustomPrompt="1"/>
          </p:nvPr>
        </p:nvSpPr>
        <p:spPr>
          <a:xfrm>
            <a:off x="907950" y="2356002"/>
            <a:ext cx="11245989" cy="4007816"/>
          </a:xfrm>
          <a:noFill/>
          <a:ln>
            <a:noFill/>
          </a:ln>
        </p:spPr>
        <p:txBody>
          <a:bodyPr lIns="91440" tIns="91440" rIns="182880" bIns="0" anchor="t"/>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pic>
        <p:nvPicPr>
          <p:cNvPr id="7" name="Copyright1">
            <a:extLst>
              <a:ext uri="{FF2B5EF4-FFF2-40B4-BE49-F238E27FC236}">
                <a16:creationId xmlns:a16="http://schemas.microsoft.com/office/drawing/2014/main" id="{2E0A46E6-23DB-43F3-BD7E-C4579838F24C}"/>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custDataLst>
      <p:tags r:id="rId1"/>
    </p:custDataLst>
    <p:extLst>
      <p:ext uri="{BB962C8B-B14F-4D97-AF65-F5344CB8AC3E}">
        <p14:creationId xmlns:p14="http://schemas.microsoft.com/office/powerpoint/2010/main" val="2613508043"/>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x" preserve="1">
  <p:cSld name="KC-Horz-Ans-Option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ED596AB2-A27E-4CAB-B6E0-353909D02FB1}"/>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1A8961C4-E232-4CFC-9419-572E417488B7}"/>
              </a:ext>
            </a:extLst>
          </p:cNvPr>
          <p:cNvSpPr>
            <a:spLocks noGrp="1"/>
          </p:cNvSpPr>
          <p:nvPr>
            <p:ph type="title" idx="1" hasCustomPrompt="1"/>
          </p:nvPr>
        </p:nvSpPr>
        <p:spPr>
          <a:xfrm>
            <a:off x="179239" y="179881"/>
            <a:ext cx="11771597" cy="498849"/>
          </a:xfrm>
        </p:spPr>
        <p:txBody>
          <a:bodyPr/>
          <a:lstStyle>
            <a:lvl1pPr>
              <a:defRPr>
                <a:solidFill>
                  <a:srgbClr val="232F3E"/>
                </a:solidFill>
                <a:latin typeface="Amazon Ember Display Heavy"/>
              </a:defRPr>
            </a:lvl1pPr>
          </a:lstStyle>
          <a:p>
            <a:r>
              <a:rPr lang="en-US" dirty="0"/>
              <a:t>Answer and explanation – Option 1 </a:t>
            </a:r>
          </a:p>
        </p:txBody>
      </p:sp>
      <p:sp>
        <p:nvSpPr>
          <p:cNvPr id="2" name="Question">
            <a:extLst>
              <a:ext uri="{FF2B5EF4-FFF2-40B4-BE49-F238E27FC236}">
                <a16:creationId xmlns:a16="http://schemas.microsoft.com/office/drawing/2014/main" id="{B4965E6E-0F4A-477A-B4B0-DF739088DCEC}"/>
              </a:ext>
            </a:extLst>
          </p:cNvPr>
          <p:cNvSpPr>
            <a:spLocks noGrp="1"/>
          </p:cNvSpPr>
          <p:nvPr>
            <p:ph type="body" idx="2" hasCustomPrompt="1"/>
          </p:nvPr>
        </p:nvSpPr>
        <p:spPr>
          <a:xfrm>
            <a:off x="179239" y="697781"/>
            <a:ext cx="11771597" cy="1345520"/>
          </a:xfrm>
          <a:noFill/>
        </p:spPr>
        <p:txBody>
          <a:bodyPr lIns="91440" tIns="0" rIns="91440" bIns="0">
            <a:norm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again – 4 responses can only have 1 correct response; 5 responses must have 2 correct responses; 6 responses must have 3 correct responses.</a:t>
            </a:r>
          </a:p>
        </p:txBody>
      </p:sp>
      <p:sp>
        <p:nvSpPr>
          <p:cNvPr id="12" name="Answer Header">
            <a:extLst>
              <a:ext uri="{FF2B5EF4-FFF2-40B4-BE49-F238E27FC236}">
                <a16:creationId xmlns:a16="http://schemas.microsoft.com/office/drawing/2014/main" id="{4CF18732-63A0-43A6-B5E9-C4F74190ED76}"/>
              </a:ext>
            </a:extLst>
          </p:cNvPr>
          <p:cNvSpPr>
            <a:spLocks noGrp="1"/>
          </p:cNvSpPr>
          <p:nvPr>
            <p:ph type="body" idx="12" hasCustomPrompt="1"/>
          </p:nvPr>
        </p:nvSpPr>
        <p:spPr>
          <a:xfrm>
            <a:off x="0" y="2043300"/>
            <a:ext cx="12192000" cy="312702"/>
          </a:xfrm>
          <a:noFill/>
          <a:ln>
            <a:noFill/>
          </a:ln>
        </p:spPr>
        <p:txBody>
          <a:bodyPr lIns="91440">
            <a:noAutofit/>
          </a:bodyPr>
          <a:lstStyle>
            <a:lvl1pPr marL="0" indent="0">
              <a:lnSpc>
                <a:spcPct val="100000"/>
              </a:lnSpc>
              <a:spcAft>
                <a:spcPts val="0"/>
              </a:spcAft>
              <a:buNone/>
              <a:defRPr sz="2000">
                <a:solidFill>
                  <a:schemeClr val="bg1"/>
                </a:solidFill>
              </a:defRPr>
            </a:lvl1pPr>
          </a:lstStyle>
          <a:p>
            <a:pPr lvl="0"/>
            <a:r>
              <a:rPr lang="en-US" dirty="0"/>
              <a:t>Type: The correct response is</a:t>
            </a:r>
          </a:p>
        </p:txBody>
      </p:sp>
      <p:sp>
        <p:nvSpPr>
          <p:cNvPr id="3" name="Answer Text">
            <a:extLst>
              <a:ext uri="{FF2B5EF4-FFF2-40B4-BE49-F238E27FC236}">
                <a16:creationId xmlns:a16="http://schemas.microsoft.com/office/drawing/2014/main" id="{35CD1FAE-5D7E-4F04-B017-89D4732E2444}"/>
              </a:ext>
            </a:extLst>
          </p:cNvPr>
          <p:cNvSpPr>
            <a:spLocks noGrp="1"/>
          </p:cNvSpPr>
          <p:nvPr>
            <p:ph type="body" idx="3" hasCustomPrompt="1"/>
          </p:nvPr>
        </p:nvSpPr>
        <p:spPr>
          <a:xfrm>
            <a:off x="907950" y="2356002"/>
            <a:ext cx="11245989" cy="4007816"/>
          </a:xfrm>
          <a:noFill/>
          <a:ln>
            <a:noFill/>
          </a:ln>
        </p:spPr>
        <p:txBody>
          <a:bodyPr lIns="91440" tIns="91440" rIns="182880" bIns="0" anchor="t"/>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spTree>
    <p:custDataLst>
      <p:tags r:id="rId1"/>
    </p:custDataLst>
    <p:extLst>
      <p:ext uri="{BB962C8B-B14F-4D97-AF65-F5344CB8AC3E}">
        <p14:creationId xmlns:p14="http://schemas.microsoft.com/office/powerpoint/2010/main" val="2776479661"/>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x" preserve="1">
  <p:cSld name="Title and Vertical Text">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7DCF8F5D-C71E-4E90-8FF1-79EC1779773B}"/>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and vertical text layout (international) </a:t>
            </a:r>
          </a:p>
        </p:txBody>
      </p:sp>
      <p:pic>
        <p:nvPicPr>
          <p:cNvPr id="99" name="Divider">
            <a:extLst>
              <a:ext uri="{FF2B5EF4-FFF2-40B4-BE49-F238E27FC236}">
                <a16:creationId xmlns:a16="http://schemas.microsoft.com/office/drawing/2014/main" id="{4367E5F6-DCA7-4FF7-A05C-EEBE6326C728}"/>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a:extLst>
              <a:ext uri="{FF2B5EF4-FFF2-40B4-BE49-F238E27FC236}">
                <a16:creationId xmlns:a16="http://schemas.microsoft.com/office/drawing/2014/main" id="{E03519C3-01DC-4A54-BFE9-0527DA2D5160}"/>
              </a:ext>
            </a:extLst>
          </p:cNvPr>
          <p:cNvSpPr>
            <a:spLocks noGrp="1"/>
          </p:cNvSpPr>
          <p:nvPr>
            <p:ph type="body" orient="vert" idx="2" hasCustomPrompt="1"/>
          </p:nvPr>
        </p:nvSpPr>
        <p:spPr>
          <a:xfrm>
            <a:off x="365760" y="1033070"/>
            <a:ext cx="11466576" cy="5389244"/>
          </a:xfrm>
        </p:spPr>
        <p:txBody>
          <a:bodyPr vert="eaVert">
            <a:noAutofit/>
          </a:bodyPr>
          <a:lstStyle>
            <a:lvl1pPr>
              <a:lnSpc>
                <a:spcPct val="100000"/>
              </a:lnSpc>
              <a:spcAft>
                <a:spcPts val="0"/>
              </a:spcAft>
              <a:defRPr sz="2400">
                <a:solidFill>
                  <a:srgbClr val="232F3E"/>
                </a:solidFill>
              </a:defRPr>
            </a:lvl1pPr>
            <a:lvl2pPr marL="457200" indent="-228600">
              <a:lnSpc>
                <a:spcPct val="100000"/>
              </a:lnSpc>
              <a:spcAft>
                <a:spcPts val="0"/>
              </a:spcAft>
              <a:defRPr sz="2000">
                <a:solidFill>
                  <a:srgbClr val="232F3E"/>
                </a:solidFill>
              </a:defRPr>
            </a:lvl2pPr>
            <a:lvl3pPr marL="684213" indent="-228600">
              <a:lnSpc>
                <a:spcPct val="100000"/>
              </a:lnSpc>
              <a:spcAft>
                <a:spcPts val="0"/>
              </a:spcAft>
              <a:defRPr sz="1800">
                <a:solidFill>
                  <a:srgbClr val="232F3E"/>
                </a:solidFill>
              </a:defRPr>
            </a:lvl3pPr>
            <a:lvl4pPr marL="914400" indent="-228600">
              <a:lnSpc>
                <a:spcPct val="100000"/>
              </a:lnSpc>
              <a:spcAft>
                <a:spcPts val="0"/>
              </a:spcAft>
              <a:defRPr sz="1600">
                <a:solidFill>
                  <a:srgbClr val="232F3E"/>
                </a:solidFill>
              </a:defRPr>
            </a:lvl4pPr>
            <a:lvl5pPr marL="1144588" indent="-228600">
              <a:lnSpc>
                <a:spcPct val="100000"/>
              </a:lnSpc>
              <a:spcAft>
                <a:spcPts val="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680538197"/>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tx" preserve="1">
  <p:cSld name="Vertical Title and Content">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62931EA5-40B0-4775-AC8C-735FB207C77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1FDB7DAC-24E1-411C-8D5F-3A7FDF188C1D}"/>
              </a:ext>
            </a:extLst>
          </p:cNvPr>
          <p:cNvSpPr>
            <a:spLocks noGrp="1"/>
          </p:cNvSpPr>
          <p:nvPr>
            <p:ph type="title" idx="1" hasCustomPrompt="1"/>
          </p:nvPr>
        </p:nvSpPr>
        <p:spPr>
          <a:xfrm rot="5400000">
            <a:off x="8202716" y="2805126"/>
            <a:ext cx="6127095" cy="1132145"/>
          </a:xfrm>
        </p:spPr>
        <p:txBody>
          <a:bodyPr/>
          <a:lstStyle>
            <a:lvl1pPr marL="0" marR="0" indent="0" algn="l" defTabSz="914400" rtl="0" eaLnBrk="1" fontAlgn="auto" latinLnBrk="0" hangingPunct="1">
              <a:spcBef>
                <a:spcPct val="0"/>
              </a:spcBef>
              <a:spcAft>
                <a:spcPts val="0"/>
              </a:spcAft>
              <a:buClrTx/>
              <a:buSzTx/>
              <a:buFontTx/>
              <a:buNone/>
              <a:tabLst/>
              <a:defRPr>
                <a:solidFill>
                  <a:srgbClr val="232F3E"/>
                </a:solidFill>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dirty="0"/>
              <a:t>Vertical title and text layout (international) </a:t>
            </a:r>
          </a:p>
        </p:txBody>
      </p:sp>
      <p:pic>
        <p:nvPicPr>
          <p:cNvPr id="99" name="Divider">
            <a:extLst>
              <a:ext uri="{FF2B5EF4-FFF2-40B4-BE49-F238E27FC236}">
                <a16:creationId xmlns:a16="http://schemas.microsoft.com/office/drawing/2014/main" id="{DA666032-E924-4402-8485-DDD5D20112FD}"/>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rot="5400000">
            <a:off x="7636951" y="3348031"/>
            <a:ext cx="6126480" cy="45720"/>
          </a:xfrm>
          <a:prstGeom prst="rect">
            <a:avLst/>
          </a:prstGeom>
        </p:spPr>
      </p:pic>
      <p:sp>
        <p:nvSpPr>
          <p:cNvPr id="2" name="Content">
            <a:extLst>
              <a:ext uri="{FF2B5EF4-FFF2-40B4-BE49-F238E27FC236}">
                <a16:creationId xmlns:a16="http://schemas.microsoft.com/office/drawing/2014/main" id="{E03519C3-01DC-4A54-BFE9-0527DA2D5160}"/>
              </a:ext>
            </a:extLst>
          </p:cNvPr>
          <p:cNvSpPr>
            <a:spLocks noGrp="1"/>
          </p:cNvSpPr>
          <p:nvPr>
            <p:ph type="body" orient="vert" idx="2" hasCustomPrompt="1"/>
          </p:nvPr>
        </p:nvSpPr>
        <p:spPr>
          <a:xfrm>
            <a:off x="365760" y="307649"/>
            <a:ext cx="10298328" cy="6127095"/>
          </a:xfrm>
        </p:spPr>
        <p:txBody>
          <a:bodyPr vert="eaVert">
            <a:noAutofit/>
          </a:bodyPr>
          <a:lstStyle>
            <a:lvl1pPr>
              <a:lnSpc>
                <a:spcPct val="100000"/>
              </a:lnSpc>
              <a:spcAft>
                <a:spcPts val="0"/>
              </a:spcAft>
              <a:defRPr sz="2400">
                <a:solidFill>
                  <a:srgbClr val="232F3E"/>
                </a:solidFill>
              </a:defRPr>
            </a:lvl1pPr>
            <a:lvl2pPr marL="457200" indent="-228600">
              <a:lnSpc>
                <a:spcPct val="100000"/>
              </a:lnSpc>
              <a:spcAft>
                <a:spcPts val="0"/>
              </a:spcAft>
              <a:defRPr sz="2000">
                <a:solidFill>
                  <a:srgbClr val="232F3E"/>
                </a:solidFill>
              </a:defRPr>
            </a:lvl2pPr>
            <a:lvl3pPr marL="684213" indent="-228600">
              <a:lnSpc>
                <a:spcPct val="100000"/>
              </a:lnSpc>
              <a:spcAft>
                <a:spcPts val="0"/>
              </a:spcAft>
              <a:defRPr sz="1800">
                <a:solidFill>
                  <a:srgbClr val="232F3E"/>
                </a:solidFill>
              </a:defRPr>
            </a:lvl3pPr>
            <a:lvl4pPr marL="914400" indent="-228600">
              <a:lnSpc>
                <a:spcPct val="100000"/>
              </a:lnSpc>
              <a:spcAft>
                <a:spcPts val="0"/>
              </a:spcAft>
              <a:defRPr sz="1600">
                <a:solidFill>
                  <a:srgbClr val="232F3E"/>
                </a:solidFill>
              </a:defRPr>
            </a:lvl4pPr>
            <a:lvl5pPr marL="1144588" indent="-228600">
              <a:lnSpc>
                <a:spcPct val="100000"/>
              </a:lnSpc>
              <a:spcAft>
                <a:spcPts val="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3826943338"/>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Custom Layout">
    <p:bg>
      <p:bgPr>
        <a:solidFill>
          <a:srgbClr val="330066"/>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4AA8AAC-8C22-4F3B-BDB0-E5CB0C9C0F7E}"/>
              </a:ext>
            </a:extLst>
          </p:cNvPr>
          <p:cNvSpPr txBox="1"/>
          <p:nvPr userDrawn="1"/>
        </p:nvSpPr>
        <p:spPr>
          <a:xfrm>
            <a:off x="495300" y="1074510"/>
            <a:ext cx="11201400" cy="4708981"/>
          </a:xfrm>
          <a:prstGeom prst="rect">
            <a:avLst/>
          </a:prstGeom>
          <a:noFill/>
        </p:spPr>
        <p:txBody>
          <a:bodyPr wrap="square" rtlCol="0">
            <a:spAutoFit/>
          </a:bodyPr>
          <a:lstStyle/>
          <a:p>
            <a:r>
              <a:rPr lang="en-US" sz="6000" b="1" dirty="0">
                <a:solidFill>
                  <a:schemeClr val="bg1"/>
                </a:solidFill>
              </a:rPr>
              <a:t>Don’t use this layout</a:t>
            </a:r>
          </a:p>
          <a:p>
            <a:endParaRPr lang="en-US" sz="6000" dirty="0">
              <a:solidFill>
                <a:schemeClr val="bg1"/>
              </a:solidFill>
            </a:endParaRPr>
          </a:p>
          <a:p>
            <a:r>
              <a:rPr lang="en-US" sz="6000" dirty="0">
                <a:solidFill>
                  <a:schemeClr val="bg1"/>
                </a:solidFill>
              </a:rPr>
              <a:t>Layouts that appear after this one in the slide master are specific to Academy.</a:t>
            </a:r>
          </a:p>
        </p:txBody>
      </p:sp>
    </p:spTree>
    <p:extLst>
      <p:ext uri="{BB962C8B-B14F-4D97-AF65-F5344CB8AC3E}">
        <p14:creationId xmlns:p14="http://schemas.microsoft.com/office/powerpoint/2010/main" val="2342102901"/>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userDrawn="1">
  <p:cSld name="Topic Introduction Variant">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E7A23F66-1657-489E-8769-B7CCC9F020A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930176A1-BCF0-4712-97A6-6B495F55390B}" type="slidenum">
              <a:rPr lang="en-US" smtClean="0"/>
              <a:pPr/>
              <a:t>‹#›</a:t>
            </a:fld>
            <a:endParaRPr lang="en-US" dirty="0"/>
          </a:p>
        </p:txBody>
      </p:sp>
      <p:sp>
        <p:nvSpPr>
          <p:cNvPr id="4" name="Title">
            <a:extLst>
              <a:ext uri="{FF2B5EF4-FFF2-40B4-BE49-F238E27FC236}">
                <a16:creationId xmlns:a16="http://schemas.microsoft.com/office/drawing/2014/main" id="{F2D32D74-0FC6-414A-96C5-2549942CD64E}"/>
              </a:ext>
            </a:extLst>
          </p:cNvPr>
          <p:cNvSpPr>
            <a:spLocks noGrp="1"/>
          </p:cNvSpPr>
          <p:nvPr>
            <p:ph type="title" idx="1" hasCustomPrompt="1"/>
          </p:nvPr>
        </p:nvSpPr>
        <p:spPr>
          <a:xfrm>
            <a:off x="243242" y="292099"/>
            <a:ext cx="4062057" cy="1866901"/>
          </a:xfrm>
        </p:spPr>
        <p:txBody>
          <a:bodyPr anchor="t">
            <a:normAutofit/>
          </a:bodyPr>
          <a:lstStyle>
            <a:lvl1pPr algn="ctr">
              <a:defRPr sz="3600">
                <a:solidFill>
                  <a:schemeClr val="bg1"/>
                </a:solidFill>
                <a:latin typeface="Amazon Ember Display Heavy"/>
              </a:defRPr>
            </a:lvl1pPr>
          </a:lstStyle>
          <a:p>
            <a:r>
              <a:rPr lang="en-US" dirty="0"/>
              <a:t>Type title here</a:t>
            </a:r>
          </a:p>
        </p:txBody>
      </p:sp>
      <p:sp>
        <p:nvSpPr>
          <p:cNvPr id="3" name="Content">
            <a:extLst>
              <a:ext uri="{FF2B5EF4-FFF2-40B4-BE49-F238E27FC236}">
                <a16:creationId xmlns:a16="http://schemas.microsoft.com/office/drawing/2014/main" id="{E88E0D0B-F719-4929-9A45-08A3503393CA}"/>
              </a:ext>
            </a:extLst>
          </p:cNvPr>
          <p:cNvSpPr>
            <a:spLocks noGrp="1"/>
          </p:cNvSpPr>
          <p:nvPr>
            <p:ph type="body" idx="3" hasCustomPrompt="1"/>
          </p:nvPr>
        </p:nvSpPr>
        <p:spPr>
          <a:xfrm>
            <a:off x="4592635" y="292099"/>
            <a:ext cx="7239701" cy="6142651"/>
          </a:xfrm>
        </p:spPr>
        <p:txBody>
          <a:bodyPr>
            <a:normAutofit/>
          </a:bodyPr>
          <a:lstStyle>
            <a:lvl1pPr>
              <a:lnSpc>
                <a:spcPct val="100000"/>
              </a:lnSpc>
              <a:spcAft>
                <a:spcPts val="1200"/>
              </a:spcAft>
              <a:defRPr sz="2800">
                <a:solidFill>
                  <a:srgbClr val="232F3E"/>
                </a:solidFill>
                <a:latin typeface="+mn-lt"/>
              </a:defRPr>
            </a:lvl1pPr>
            <a:lvl2pPr marL="457200" indent="-228600">
              <a:lnSpc>
                <a:spcPct val="100000"/>
              </a:lnSpc>
              <a:spcAft>
                <a:spcPts val="1200"/>
              </a:spcAft>
              <a:defRPr sz="2400">
                <a:solidFill>
                  <a:srgbClr val="232F3E"/>
                </a:solidFill>
                <a:latin typeface="+mn-lt"/>
              </a:defRPr>
            </a:lvl2pPr>
            <a:lvl3pPr marL="684213" indent="-228600">
              <a:lnSpc>
                <a:spcPct val="100000"/>
              </a:lnSpc>
              <a:spcAft>
                <a:spcPts val="1200"/>
              </a:spcAft>
              <a:defRPr sz="2000">
                <a:solidFill>
                  <a:srgbClr val="232F3E"/>
                </a:solidFill>
                <a:latin typeface="+mn-lt"/>
              </a:defRPr>
            </a:lvl3pPr>
            <a:lvl4pPr marL="914400" indent="-228600">
              <a:lnSpc>
                <a:spcPct val="100000"/>
              </a:lnSpc>
              <a:spcAft>
                <a:spcPts val="1200"/>
              </a:spcAft>
              <a:defRPr sz="1800">
                <a:solidFill>
                  <a:srgbClr val="232F3E"/>
                </a:solidFill>
                <a:latin typeface="+mn-lt"/>
              </a:defRPr>
            </a:lvl4pPr>
            <a:lvl5pPr marL="1144588" indent="-228600">
              <a:lnSpc>
                <a:spcPct val="100000"/>
              </a:lnSpc>
              <a:spcAft>
                <a:spcPts val="1200"/>
              </a:spcAft>
              <a:defRPr sz="1800">
                <a:solidFill>
                  <a:srgbClr val="232F3E"/>
                </a:solidFill>
                <a:latin typeface="+mn-lt"/>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pic>
        <p:nvPicPr>
          <p:cNvPr id="7" name="Copyright1">
            <a:extLst>
              <a:ext uri="{FF2B5EF4-FFF2-40B4-BE49-F238E27FC236}">
                <a16:creationId xmlns:a16="http://schemas.microsoft.com/office/drawing/2014/main" id="{844CFF04-049D-40C7-9082-60C6CF7684A8}"/>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6009640" y="6446520"/>
            <a:ext cx="4610100" cy="311150"/>
          </a:xfrm>
          <a:prstGeom prst="rect">
            <a:avLst/>
          </a:prstGeom>
        </p:spPr>
      </p:pic>
    </p:spTree>
    <p:custDataLst>
      <p:tags r:id="rId1"/>
    </p:custDataLst>
    <p:extLst>
      <p:ext uri="{BB962C8B-B14F-4D97-AF65-F5344CB8AC3E}">
        <p14:creationId xmlns:p14="http://schemas.microsoft.com/office/powerpoint/2010/main" val="1265959148"/>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AcademyQuestion">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02D04820-1551-4DB8-9246-39CB8589969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0" y="185995"/>
            <a:ext cx="12192000" cy="535531"/>
          </a:xfrm>
        </p:spPr>
        <p:txBody>
          <a:bodyPr wrap="square" lIns="182880" rIns="182880">
            <a:spAutoFit/>
          </a:bodyPr>
          <a:lstStyle>
            <a:lvl1pPr>
              <a:lnSpc>
                <a:spcPct val="90000"/>
              </a:lnSpc>
              <a:spcAft>
                <a:spcPts val="0"/>
              </a:spcAft>
              <a:defRPr sz="3200">
                <a:solidFill>
                  <a:srgbClr val="232F3E"/>
                </a:solidFill>
                <a:latin typeface="Amazon Ember Display Heavy"/>
              </a:defRPr>
            </a:lvl1pPr>
          </a:lstStyle>
          <a:p>
            <a:r>
              <a:rPr lang="en-US" dirty="0"/>
              <a:t>Title and text column</a:t>
            </a:r>
          </a:p>
        </p:txBody>
      </p:sp>
      <p:sp>
        <p:nvSpPr>
          <p:cNvPr id="7" name="Text Placeholder 6">
            <a:extLst>
              <a:ext uri="{FF2B5EF4-FFF2-40B4-BE49-F238E27FC236}">
                <a16:creationId xmlns:a16="http://schemas.microsoft.com/office/drawing/2014/main" id="{4F12F17D-55AD-4982-8FE2-C0E80D143499}"/>
              </a:ext>
            </a:extLst>
          </p:cNvPr>
          <p:cNvSpPr>
            <a:spLocks noGrp="1"/>
          </p:cNvSpPr>
          <p:nvPr>
            <p:ph type="body" sz="quarter" idx="98" hasCustomPrompt="1"/>
          </p:nvPr>
        </p:nvSpPr>
        <p:spPr>
          <a:xfrm>
            <a:off x="0" y="721526"/>
            <a:ext cx="12192000" cy="1463040"/>
          </a:xfrm>
          <a:solidFill>
            <a:schemeClr val="accent1"/>
          </a:solidFill>
        </p:spPr>
        <p:txBody>
          <a:bodyPr lIns="182880" tIns="91440" rIns="182880" bIns="91440">
            <a:noAutofit/>
          </a:bodyPr>
          <a:lstStyle>
            <a:lvl1pPr marL="0" indent="0">
              <a:lnSpc>
                <a:spcPct val="100000"/>
              </a:lnSpc>
              <a:spcAft>
                <a:spcPts val="600"/>
              </a:spcAft>
              <a:buNone/>
              <a:defRPr sz="1600">
                <a:solidFill>
                  <a:schemeClr val="bg1"/>
                </a:solidFill>
              </a:defRPr>
            </a:lvl1pPr>
            <a:lvl2pPr marL="457200" indent="0">
              <a:buNone/>
              <a:defRPr sz="16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Enter question text here</a:t>
            </a:r>
          </a:p>
        </p:txBody>
      </p:sp>
    </p:spTree>
    <p:custDataLst>
      <p:tags r:id="rId1"/>
    </p:custDataLst>
    <p:extLst>
      <p:ext uri="{BB962C8B-B14F-4D97-AF65-F5344CB8AC3E}">
        <p14:creationId xmlns:p14="http://schemas.microsoft.com/office/powerpoint/2010/main" val="263541981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image" Target="../media/image2.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61"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image" Target="../media/image3.svg"/><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73.xml"/><Relationship Id="rId18" Type="http://schemas.openxmlformats.org/officeDocument/2006/relationships/slideLayout" Target="../slideLayouts/slideLayout78.xml"/><Relationship Id="rId26" Type="http://schemas.openxmlformats.org/officeDocument/2006/relationships/slideLayout" Target="../slideLayouts/slideLayout86.xml"/><Relationship Id="rId39" Type="http://schemas.openxmlformats.org/officeDocument/2006/relationships/slideLayout" Target="../slideLayouts/slideLayout99.xml"/><Relationship Id="rId21" Type="http://schemas.openxmlformats.org/officeDocument/2006/relationships/slideLayout" Target="../slideLayouts/slideLayout81.xml"/><Relationship Id="rId34" Type="http://schemas.openxmlformats.org/officeDocument/2006/relationships/slideLayout" Target="../slideLayouts/slideLayout94.xml"/><Relationship Id="rId42" Type="http://schemas.openxmlformats.org/officeDocument/2006/relationships/slideLayout" Target="../slideLayouts/slideLayout102.xml"/><Relationship Id="rId47" Type="http://schemas.openxmlformats.org/officeDocument/2006/relationships/slideLayout" Target="../slideLayouts/slideLayout107.xml"/><Relationship Id="rId50" Type="http://schemas.openxmlformats.org/officeDocument/2006/relationships/slideLayout" Target="../slideLayouts/slideLayout110.xml"/><Relationship Id="rId55" Type="http://schemas.openxmlformats.org/officeDocument/2006/relationships/slideLayout" Target="../slideLayouts/slideLayout115.xml"/><Relationship Id="rId63" Type="http://schemas.openxmlformats.org/officeDocument/2006/relationships/image" Target="../media/image30.png"/><Relationship Id="rId7" Type="http://schemas.openxmlformats.org/officeDocument/2006/relationships/slideLayout" Target="../slideLayouts/slideLayout67.xml"/><Relationship Id="rId2" Type="http://schemas.openxmlformats.org/officeDocument/2006/relationships/slideLayout" Target="../slideLayouts/slideLayout62.xml"/><Relationship Id="rId16" Type="http://schemas.openxmlformats.org/officeDocument/2006/relationships/slideLayout" Target="../slideLayouts/slideLayout76.xml"/><Relationship Id="rId20" Type="http://schemas.openxmlformats.org/officeDocument/2006/relationships/slideLayout" Target="../slideLayouts/slideLayout80.xml"/><Relationship Id="rId29" Type="http://schemas.openxmlformats.org/officeDocument/2006/relationships/slideLayout" Target="../slideLayouts/slideLayout89.xml"/><Relationship Id="rId41" Type="http://schemas.openxmlformats.org/officeDocument/2006/relationships/slideLayout" Target="../slideLayouts/slideLayout101.xml"/><Relationship Id="rId54" Type="http://schemas.openxmlformats.org/officeDocument/2006/relationships/slideLayout" Target="../slideLayouts/slideLayout114.xml"/><Relationship Id="rId62" Type="http://schemas.openxmlformats.org/officeDocument/2006/relationships/image" Target="../media/image1.png"/><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24" Type="http://schemas.openxmlformats.org/officeDocument/2006/relationships/slideLayout" Target="../slideLayouts/slideLayout84.xml"/><Relationship Id="rId32" Type="http://schemas.openxmlformats.org/officeDocument/2006/relationships/slideLayout" Target="../slideLayouts/slideLayout92.xml"/><Relationship Id="rId37" Type="http://schemas.openxmlformats.org/officeDocument/2006/relationships/slideLayout" Target="../slideLayouts/slideLayout97.xml"/><Relationship Id="rId40" Type="http://schemas.openxmlformats.org/officeDocument/2006/relationships/slideLayout" Target="../slideLayouts/slideLayout100.xml"/><Relationship Id="rId45" Type="http://schemas.openxmlformats.org/officeDocument/2006/relationships/slideLayout" Target="../slideLayouts/slideLayout105.xml"/><Relationship Id="rId53" Type="http://schemas.openxmlformats.org/officeDocument/2006/relationships/slideLayout" Target="../slideLayouts/slideLayout113.xml"/><Relationship Id="rId58" Type="http://schemas.openxmlformats.org/officeDocument/2006/relationships/slideLayout" Target="../slideLayouts/slideLayout118.xml"/><Relationship Id="rId5" Type="http://schemas.openxmlformats.org/officeDocument/2006/relationships/slideLayout" Target="../slideLayouts/slideLayout65.xml"/><Relationship Id="rId15" Type="http://schemas.openxmlformats.org/officeDocument/2006/relationships/slideLayout" Target="../slideLayouts/slideLayout75.xml"/><Relationship Id="rId23" Type="http://schemas.openxmlformats.org/officeDocument/2006/relationships/slideLayout" Target="../slideLayouts/slideLayout83.xml"/><Relationship Id="rId28" Type="http://schemas.openxmlformats.org/officeDocument/2006/relationships/slideLayout" Target="../slideLayouts/slideLayout88.xml"/><Relationship Id="rId36" Type="http://schemas.openxmlformats.org/officeDocument/2006/relationships/slideLayout" Target="../slideLayouts/slideLayout96.xml"/><Relationship Id="rId49" Type="http://schemas.openxmlformats.org/officeDocument/2006/relationships/slideLayout" Target="../slideLayouts/slideLayout109.xml"/><Relationship Id="rId57" Type="http://schemas.openxmlformats.org/officeDocument/2006/relationships/slideLayout" Target="../slideLayouts/slideLayout117.xml"/><Relationship Id="rId61" Type="http://schemas.openxmlformats.org/officeDocument/2006/relationships/theme" Target="../theme/theme2.xml"/><Relationship Id="rId10" Type="http://schemas.openxmlformats.org/officeDocument/2006/relationships/slideLayout" Target="../slideLayouts/slideLayout70.xml"/><Relationship Id="rId19" Type="http://schemas.openxmlformats.org/officeDocument/2006/relationships/slideLayout" Target="../slideLayouts/slideLayout79.xml"/><Relationship Id="rId31" Type="http://schemas.openxmlformats.org/officeDocument/2006/relationships/slideLayout" Target="../slideLayouts/slideLayout91.xml"/><Relationship Id="rId44" Type="http://schemas.openxmlformats.org/officeDocument/2006/relationships/slideLayout" Target="../slideLayouts/slideLayout104.xml"/><Relationship Id="rId52" Type="http://schemas.openxmlformats.org/officeDocument/2006/relationships/slideLayout" Target="../slideLayouts/slideLayout112.xml"/><Relationship Id="rId60" Type="http://schemas.openxmlformats.org/officeDocument/2006/relationships/slideLayout" Target="../slideLayouts/slideLayout120.xml"/><Relationship Id="rId65" Type="http://schemas.openxmlformats.org/officeDocument/2006/relationships/image" Target="../media/image4.png"/><Relationship Id="rId4" Type="http://schemas.openxmlformats.org/officeDocument/2006/relationships/slideLayout" Target="../slideLayouts/slideLayout64.xml"/><Relationship Id="rId9" Type="http://schemas.openxmlformats.org/officeDocument/2006/relationships/slideLayout" Target="../slideLayouts/slideLayout69.xml"/><Relationship Id="rId14" Type="http://schemas.openxmlformats.org/officeDocument/2006/relationships/slideLayout" Target="../slideLayouts/slideLayout74.xml"/><Relationship Id="rId22" Type="http://schemas.openxmlformats.org/officeDocument/2006/relationships/slideLayout" Target="../slideLayouts/slideLayout82.xml"/><Relationship Id="rId27" Type="http://schemas.openxmlformats.org/officeDocument/2006/relationships/slideLayout" Target="../slideLayouts/slideLayout87.xml"/><Relationship Id="rId30" Type="http://schemas.openxmlformats.org/officeDocument/2006/relationships/slideLayout" Target="../slideLayouts/slideLayout90.xml"/><Relationship Id="rId35" Type="http://schemas.openxmlformats.org/officeDocument/2006/relationships/slideLayout" Target="../slideLayouts/slideLayout95.xml"/><Relationship Id="rId43" Type="http://schemas.openxmlformats.org/officeDocument/2006/relationships/slideLayout" Target="../slideLayouts/slideLayout103.xml"/><Relationship Id="rId48" Type="http://schemas.openxmlformats.org/officeDocument/2006/relationships/slideLayout" Target="../slideLayouts/slideLayout108.xml"/><Relationship Id="rId56" Type="http://schemas.openxmlformats.org/officeDocument/2006/relationships/slideLayout" Target="../slideLayouts/slideLayout116.xml"/><Relationship Id="rId64" Type="http://schemas.openxmlformats.org/officeDocument/2006/relationships/image" Target="../media/image3.svg"/><Relationship Id="rId8" Type="http://schemas.openxmlformats.org/officeDocument/2006/relationships/slideLayout" Target="../slideLayouts/slideLayout68.xml"/><Relationship Id="rId51" Type="http://schemas.openxmlformats.org/officeDocument/2006/relationships/slideLayout" Target="../slideLayouts/slideLayout111.xml"/><Relationship Id="rId3" Type="http://schemas.openxmlformats.org/officeDocument/2006/relationships/slideLayout" Target="../slideLayouts/slideLayout63.xml"/><Relationship Id="rId12" Type="http://schemas.openxmlformats.org/officeDocument/2006/relationships/slideLayout" Target="../slideLayouts/slideLayout72.xml"/><Relationship Id="rId17" Type="http://schemas.openxmlformats.org/officeDocument/2006/relationships/slideLayout" Target="../slideLayouts/slideLayout77.xml"/><Relationship Id="rId25" Type="http://schemas.openxmlformats.org/officeDocument/2006/relationships/slideLayout" Target="../slideLayouts/slideLayout85.xml"/><Relationship Id="rId33" Type="http://schemas.openxmlformats.org/officeDocument/2006/relationships/slideLayout" Target="../slideLayouts/slideLayout93.xml"/><Relationship Id="rId38" Type="http://schemas.openxmlformats.org/officeDocument/2006/relationships/slideLayout" Target="../slideLayouts/slideLayout98.xml"/><Relationship Id="rId46" Type="http://schemas.openxmlformats.org/officeDocument/2006/relationships/slideLayout" Target="../slideLayouts/slideLayout106.xml"/><Relationship Id="rId59" Type="http://schemas.openxmlformats.org/officeDocument/2006/relationships/slideLayout" Target="../slideLayouts/slideLayout1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62">
            <a:lum/>
          </a:blip>
          <a:srcRect/>
          <a:stretch>
            <a:fillRect/>
          </a:stretch>
        </a:blipFill>
        <a:effectLst/>
      </p:bgPr>
    </p:bg>
    <p:spTree>
      <p:nvGrpSpPr>
        <p:cNvPr id="1" name=""/>
        <p:cNvGrpSpPr/>
        <p:nvPr/>
      </p:nvGrpSpPr>
      <p:grpSpPr>
        <a:xfrm>
          <a:off x="0" y="0"/>
          <a:ext cx="0" cy="0"/>
          <a:chOff x="0" y="0"/>
          <a:chExt cx="0" cy="0"/>
        </a:xfrm>
      </p:grpSpPr>
      <p:sp>
        <p:nvSpPr>
          <p:cNvPr id="89" name="Slide Number">
            <a:extLst>
              <a:ext uri="{FF2B5EF4-FFF2-40B4-BE49-F238E27FC236}">
                <a16:creationId xmlns:a16="http://schemas.microsoft.com/office/drawing/2014/main" id="{A07A00D0-EC0A-44D2-9309-40C08E7F67D5}"/>
              </a:ext>
            </a:extLst>
          </p:cNvPr>
          <p:cNvSpPr>
            <a:spLocks noGrp="1"/>
          </p:cNvSpPr>
          <p:nvPr>
            <p:ph type="sldNum" idx="89"/>
          </p:nvPr>
        </p:nvSpPr>
        <p:spPr>
          <a:xfrm>
            <a:off x="11466576" y="6446520"/>
            <a:ext cx="484632" cy="228600"/>
          </a:xfrm>
          <a:prstGeom prst="rect">
            <a:avLst/>
          </a:prstGeom>
        </p:spPr>
        <p:txBody>
          <a:bodyPr vert="horz" lIns="0" tIns="0" rIns="0" bIns="0" rtlCol="0" anchor="ctr"/>
          <a:lstStyle>
            <a:lvl1pPr algn="r">
              <a:defRPr sz="1200">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95BD4D1B-B3EB-4C0C-8CE3-A35C1F88F6BC}"/>
              </a:ext>
            </a:extLst>
          </p:cNvPr>
          <p:cNvSpPr>
            <a:spLocks noGrp="1"/>
          </p:cNvSpPr>
          <p:nvPr>
            <p:ph type="title" idx="1"/>
          </p:nvPr>
        </p:nvSpPr>
        <p:spPr>
          <a:xfrm>
            <a:off x="365760" y="301752"/>
            <a:ext cx="11567160" cy="731520"/>
          </a:xfrm>
          <a:prstGeom prst="rect">
            <a:avLst/>
          </a:prstGeom>
        </p:spPr>
        <p:txBody>
          <a:bodyPr vert="horz" lIns="91440" tIns="45720" rIns="91440" bIns="45720" rtlCol="0" anchor="ctr">
            <a:normAutofit/>
          </a:bodyPr>
          <a:lstStyle/>
          <a:p>
            <a:r>
              <a:rPr lang="en-US" dirty="0"/>
              <a:t>Click to edit Master title style</a:t>
            </a:r>
          </a:p>
        </p:txBody>
      </p:sp>
      <p:sp>
        <p:nvSpPr>
          <p:cNvPr id="2" name="Content">
            <a:extLst>
              <a:ext uri="{FF2B5EF4-FFF2-40B4-BE49-F238E27FC236}">
                <a16:creationId xmlns:a16="http://schemas.microsoft.com/office/drawing/2014/main" id="{3AF961A5-759C-41EF-B858-64D5160112BA}"/>
              </a:ext>
            </a:extLst>
          </p:cNvPr>
          <p:cNvSpPr>
            <a:spLocks noGrp="1"/>
          </p:cNvSpPr>
          <p:nvPr>
            <p:ph type="body" idx="2"/>
          </p:nvPr>
        </p:nvSpPr>
        <p:spPr>
          <a:xfrm>
            <a:off x="365760" y="1143000"/>
            <a:ext cx="11567160" cy="5294376"/>
          </a:xfrm>
          <a:prstGeom prst="rect">
            <a:avLst/>
          </a:prstGeom>
        </p:spPr>
        <p:txBody>
          <a:bodyPr vert="horz" lIns="91440" tIns="45720" rIns="91440" bIns="45720" rtlCol="0">
            <a:normAutofit/>
          </a:bodyPr>
          <a:lstStyle/>
          <a:p>
            <a:pPr marL="230188" lvl="0" indent="-230188" defTabSz="228600">
              <a:lnSpc>
                <a:spcPct val="100000"/>
              </a:lnSpc>
              <a:spcBef>
                <a:spcPts val="500"/>
              </a:spcBef>
              <a:spcAft>
                <a:spcPts val="600"/>
              </a:spcAft>
              <a:buFont typeface="Amazon Ember Display"/>
            </a:pPr>
            <a:r>
              <a:rPr lang="en-US" dirty="0"/>
              <a:t>Edit Master text styles</a:t>
            </a:r>
          </a:p>
          <a:p>
            <a:pPr marL="457200" lvl="1" indent="-230188" defTabSz="228600">
              <a:lnSpc>
                <a:spcPct val="100000"/>
              </a:lnSpc>
              <a:spcAft>
                <a:spcPts val="600"/>
              </a:spcAft>
              <a:buFont typeface="Amazon Ember Display"/>
            </a:pPr>
            <a:r>
              <a:rPr lang="en-US" dirty="0"/>
              <a:t>Second level</a:t>
            </a:r>
          </a:p>
          <a:p>
            <a:pPr marL="685800" lvl="2" indent="-230188" defTabSz="228600">
              <a:lnSpc>
                <a:spcPct val="100000"/>
              </a:lnSpc>
              <a:spcAft>
                <a:spcPts val="600"/>
              </a:spcAft>
              <a:buFont typeface="Amazon Ember Display"/>
            </a:pPr>
            <a:r>
              <a:rPr lang="en-US" dirty="0"/>
              <a:t>Third level</a:t>
            </a:r>
          </a:p>
          <a:p>
            <a:pPr marL="914400" lvl="3" indent="-230188" defTabSz="228600">
              <a:lnSpc>
                <a:spcPct val="100000"/>
              </a:lnSpc>
              <a:spcAft>
                <a:spcPts val="600"/>
              </a:spcAft>
              <a:buFont typeface="Amazon Ember Display"/>
            </a:pPr>
            <a:r>
              <a:rPr lang="en-US" dirty="0"/>
              <a:t>Fourth level</a:t>
            </a:r>
          </a:p>
          <a:p>
            <a:pPr marL="1143000" lvl="4" indent="-230188" defTabSz="228600">
              <a:lnSpc>
                <a:spcPct val="100000"/>
              </a:lnSpc>
              <a:spcAft>
                <a:spcPts val="600"/>
              </a:spcAft>
              <a:buFont typeface="Amazon Ember Display"/>
            </a:pPr>
            <a:r>
              <a:rPr lang="en-US" dirty="0"/>
              <a:t>Fifth level</a:t>
            </a:r>
          </a:p>
        </p:txBody>
      </p:sp>
      <p:pic>
        <p:nvPicPr>
          <p:cNvPr id="98" name="AWS Logo">
            <a:extLst>
              <a:ext uri="{FF2B5EF4-FFF2-40B4-BE49-F238E27FC236}">
                <a16:creationId xmlns:a16="http://schemas.microsoft.com/office/drawing/2014/main" id="{9E7E1626-AACF-488B-8999-ACEC2A595C0B}"/>
              </a:ext>
              <a:ext uri="{C183D7F6-B498-43B3-948B-1728B52AA6E4}">
                <adec:decorative xmlns:adec="http://schemas.microsoft.com/office/drawing/2017/decorative" val="1"/>
              </a:ext>
            </a:extLst>
          </p:cNvPr>
          <p:cNvPicPr>
            <a:picLocks noChangeAspect="1"/>
          </p:cNvPicPr>
          <p:nvPr/>
        </p:nvPicPr>
        <p:blipFill>
          <a:blip r:embed="rId63">
            <a:extLst>
              <a:ext uri="{96DAC541-7B7A-43D3-8B79-37D633B846F1}">
                <asvg:svgBlip xmlns:asvg="http://schemas.microsoft.com/office/drawing/2016/SVG/main" r:embed="rId64"/>
              </a:ext>
            </a:extLst>
          </a:blip>
          <a:stretch>
            <a:fillRect/>
          </a:stretch>
        </p:blipFill>
        <p:spPr>
          <a:xfrm>
            <a:off x="243599" y="6445721"/>
            <a:ext cx="366979" cy="219456"/>
          </a:xfrm>
          <a:prstGeom prst="rect">
            <a:avLst/>
          </a:prstGeom>
        </p:spPr>
      </p:pic>
      <p:pic>
        <p:nvPicPr>
          <p:cNvPr id="6" name="Copyright1">
            <a:extLst>
              <a:ext uri="{FF2B5EF4-FFF2-40B4-BE49-F238E27FC236}">
                <a16:creationId xmlns:a16="http://schemas.microsoft.com/office/drawing/2014/main" id="{C320C759-D5D0-424F-9E65-06BA1C6E83D1}"/>
              </a:ext>
              <a:ext uri="{C183D7F6-B498-43B3-948B-1728B52AA6E4}">
                <adec:decorative xmlns:adec="http://schemas.microsoft.com/office/drawing/2017/decorative" val="1"/>
              </a:ext>
            </a:extLst>
          </p:cNvPr>
          <p:cNvPicPr>
            <a:picLocks/>
          </p:cNvPicPr>
          <p:nvPr userDrawn="1"/>
        </p:nvPicPr>
        <p:blipFill>
          <a:blip r:embed="rId65">
            <a:extLst>
              <a:ext uri="{28A0092B-C50C-407E-A947-70E740481C1C}">
                <a14:useLocalDpi xmlns:a14="http://schemas.microsoft.com/office/drawing/2010/main" val="0"/>
              </a:ext>
            </a:extLst>
          </a:blip>
          <a:stretch>
            <a:fillRect/>
          </a:stretch>
        </p:blipFill>
        <p:spPr>
          <a:xfrm>
            <a:off x="3787140" y="6468531"/>
            <a:ext cx="4610100" cy="267127"/>
          </a:xfrm>
          <a:prstGeom prst="rect">
            <a:avLst/>
          </a:prstGeom>
        </p:spPr>
      </p:pic>
    </p:spTree>
    <p:extLst>
      <p:ext uri="{BB962C8B-B14F-4D97-AF65-F5344CB8AC3E}">
        <p14:creationId xmlns:p14="http://schemas.microsoft.com/office/powerpoint/2010/main" val="1510290783"/>
      </p:ext>
    </p:extLst>
  </p:cSld>
  <p:clrMap bg1="lt1" tx1="dk1" bg2="lt2" tx2="dk2" accent1="accent1" accent2="accent2" accent3="accent3" accent4="accent4" accent5="accent5" accent6="accent6" hlink="hlink" folHlink="folHlink"/>
  <p:sldLayoutIdLst>
    <p:sldLayoutId id="2147484260" r:id="rId1"/>
    <p:sldLayoutId id="2147484261" r:id="rId2"/>
    <p:sldLayoutId id="2147484262" r:id="rId3"/>
    <p:sldLayoutId id="2147484263" r:id="rId4"/>
    <p:sldLayoutId id="2147484264" r:id="rId5"/>
    <p:sldLayoutId id="2147484265" r:id="rId6"/>
    <p:sldLayoutId id="2147484319" r:id="rId7"/>
    <p:sldLayoutId id="2147484267" r:id="rId8"/>
    <p:sldLayoutId id="2147484268" r:id="rId9"/>
    <p:sldLayoutId id="2147484269" r:id="rId10"/>
    <p:sldLayoutId id="2147484270" r:id="rId11"/>
    <p:sldLayoutId id="2147484271" r:id="rId12"/>
    <p:sldLayoutId id="2147484272" r:id="rId13"/>
    <p:sldLayoutId id="2147484273" r:id="rId14"/>
    <p:sldLayoutId id="2147484274" r:id="rId15"/>
    <p:sldLayoutId id="2147484275" r:id="rId16"/>
    <p:sldLayoutId id="2147484276" r:id="rId17"/>
    <p:sldLayoutId id="2147484277" r:id="rId18"/>
    <p:sldLayoutId id="2147484279" r:id="rId19"/>
    <p:sldLayoutId id="2147484280" r:id="rId20"/>
    <p:sldLayoutId id="2147484281" r:id="rId21"/>
    <p:sldLayoutId id="2147484282" r:id="rId22"/>
    <p:sldLayoutId id="2147484283" r:id="rId23"/>
    <p:sldLayoutId id="2147484284" r:id="rId24"/>
    <p:sldLayoutId id="2147484285" r:id="rId25"/>
    <p:sldLayoutId id="2147484286" r:id="rId26"/>
    <p:sldLayoutId id="2147484287" r:id="rId27"/>
    <p:sldLayoutId id="2147484288" r:id="rId28"/>
    <p:sldLayoutId id="2147484289" r:id="rId29"/>
    <p:sldLayoutId id="2147484290" r:id="rId30"/>
    <p:sldLayoutId id="2147484291" r:id="rId31"/>
    <p:sldLayoutId id="2147484292" r:id="rId32"/>
    <p:sldLayoutId id="2147484293" r:id="rId33"/>
    <p:sldLayoutId id="2147484294" r:id="rId34"/>
    <p:sldLayoutId id="2147484295" r:id="rId35"/>
    <p:sldLayoutId id="2147484296" r:id="rId36"/>
    <p:sldLayoutId id="2147484297" r:id="rId37"/>
    <p:sldLayoutId id="2147484298" r:id="rId38"/>
    <p:sldLayoutId id="2147484299" r:id="rId39"/>
    <p:sldLayoutId id="2147484300" r:id="rId40"/>
    <p:sldLayoutId id="2147484301" r:id="rId41"/>
    <p:sldLayoutId id="2147484302" r:id="rId42"/>
    <p:sldLayoutId id="2147484303" r:id="rId43"/>
    <p:sldLayoutId id="2147484304" r:id="rId44"/>
    <p:sldLayoutId id="2147484305" r:id="rId45"/>
    <p:sldLayoutId id="2147484306" r:id="rId46"/>
    <p:sldLayoutId id="2147484307" r:id="rId47"/>
    <p:sldLayoutId id="2147484308" r:id="rId48"/>
    <p:sldLayoutId id="2147484309" r:id="rId49"/>
    <p:sldLayoutId id="2147484310" r:id="rId50"/>
    <p:sldLayoutId id="2147484311" r:id="rId51"/>
    <p:sldLayoutId id="2147484312" r:id="rId52"/>
    <p:sldLayoutId id="2147484313" r:id="rId53"/>
    <p:sldLayoutId id="2147484314" r:id="rId54"/>
    <p:sldLayoutId id="2147484315" r:id="rId55"/>
    <p:sldLayoutId id="2147484316" r:id="rId56"/>
    <p:sldLayoutId id="2147484321" r:id="rId57"/>
    <p:sldLayoutId id="2147484317" r:id="rId58"/>
    <p:sldLayoutId id="2147484320" r:id="rId59"/>
    <p:sldLayoutId id="2147484323" r:id="rId60"/>
  </p:sldLayoutIdLst>
  <p:hf hdr="0" ftr="0" dt="0"/>
  <p:txStyles>
    <p:titleStyle>
      <a:lvl1pPr algn="l" defTabSz="914400" rtl="0" eaLnBrk="1" latinLnBrk="0" hangingPunct="1">
        <a:lnSpc>
          <a:spcPct val="90000"/>
        </a:lnSpc>
        <a:spcBef>
          <a:spcPct val="0"/>
        </a:spcBef>
        <a:buNone/>
        <a:defRPr sz="3600" kern="1200">
          <a:solidFill>
            <a:srgbClr val="232F3E"/>
          </a:solidFill>
          <a:latin typeface="Amazon Ember display"/>
        </a:defRPr>
      </a:lvl1pPr>
    </p:titleStyle>
    <p:bodyStyle>
      <a:lvl1pPr marL="228600" indent="-228600" algn="l" defTabSz="914400" rtl="0" eaLnBrk="1" latinLnBrk="0" hangingPunct="1">
        <a:lnSpc>
          <a:spcPct val="90000"/>
        </a:lnSpc>
        <a:spcBef>
          <a:spcPts val="0"/>
        </a:spcBef>
        <a:spcAft>
          <a:spcPts val="1200"/>
        </a:spcAft>
        <a:buFont typeface="Amazon Ember Display"/>
        <a:buChar char="•"/>
        <a:defRPr lang="en-US" sz="2800" kern="1200" dirty="0">
          <a:solidFill>
            <a:srgbClr val="232F3E"/>
          </a:solidFill>
          <a:latin typeface="Amazon Ember display"/>
        </a:defRPr>
      </a:lvl1pPr>
      <a:lvl2pPr marL="685800" indent="-228600" algn="l" defTabSz="914400" rtl="0" eaLnBrk="1" latinLnBrk="0" hangingPunct="1">
        <a:lnSpc>
          <a:spcPct val="90000"/>
        </a:lnSpc>
        <a:spcBef>
          <a:spcPts val="0"/>
        </a:spcBef>
        <a:spcAft>
          <a:spcPts val="1200"/>
        </a:spcAft>
        <a:buFont typeface="Amazon Ember Display"/>
        <a:buChar char="•"/>
        <a:defRPr lang="en-US" sz="2400" kern="1200" dirty="0">
          <a:solidFill>
            <a:srgbClr val="232F3E"/>
          </a:solidFill>
          <a:latin typeface="Amazon Ember display"/>
        </a:defRPr>
      </a:lvl2pPr>
      <a:lvl3pPr marL="1143000" indent="-228600" algn="l" defTabSz="914400" rtl="0" eaLnBrk="1" latinLnBrk="0" hangingPunct="1">
        <a:lnSpc>
          <a:spcPct val="90000"/>
        </a:lnSpc>
        <a:spcBef>
          <a:spcPts val="0"/>
        </a:spcBef>
        <a:spcAft>
          <a:spcPts val="1200"/>
        </a:spcAft>
        <a:buFont typeface="Amazon Ember Display"/>
        <a:buChar char="•"/>
        <a:defRPr lang="en-US" sz="2000" kern="1200" dirty="0">
          <a:solidFill>
            <a:srgbClr val="232F3E"/>
          </a:solidFill>
          <a:latin typeface="Amazon Ember display"/>
        </a:defRPr>
      </a:lvl3pPr>
      <a:lvl4pPr marL="1600200" indent="-228600" algn="l" defTabSz="914400" rtl="0" eaLnBrk="1" latinLnBrk="0" hangingPunct="1">
        <a:lnSpc>
          <a:spcPct val="90000"/>
        </a:lnSpc>
        <a:spcBef>
          <a:spcPts val="0"/>
        </a:spcBef>
        <a:spcAft>
          <a:spcPts val="1200"/>
        </a:spcAft>
        <a:buFont typeface="Amazon Ember Display"/>
        <a:buChar char="•"/>
        <a:defRPr lang="en-US" sz="1800" kern="1200" dirty="0">
          <a:solidFill>
            <a:srgbClr val="232F3E"/>
          </a:solidFill>
          <a:latin typeface="Amazon Ember display"/>
        </a:defRPr>
      </a:lvl4pPr>
      <a:lvl5pPr marL="2057400" indent="-228600" algn="l" defTabSz="914400" rtl="0" eaLnBrk="1" latinLnBrk="0" hangingPunct="1">
        <a:lnSpc>
          <a:spcPct val="90000"/>
        </a:lnSpc>
        <a:spcBef>
          <a:spcPts val="0"/>
        </a:spcBef>
        <a:spcAft>
          <a:spcPts val="1200"/>
        </a:spcAft>
        <a:buFont typeface="Amazon Ember Display"/>
        <a:buChar char="•"/>
        <a:defRPr lang="en-US" sz="1800" kern="1200" dirty="0">
          <a:solidFill>
            <a:srgbClr val="232F3E"/>
          </a:solidFill>
          <a:latin typeface="Amazon Ember display"/>
        </a:defRPr>
      </a:lvl5pPr>
      <a:lvl6pPr marL="25146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6pPr>
      <a:lvl7pPr marL="29718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7pPr>
      <a:lvl8pPr marL="34290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8pPr>
      <a:lvl9pPr marL="38862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9pPr>
    </p:bodyStyle>
    <p:otherStyle>
      <a:defPPr>
        <a:defRPr lang="en-US"/>
      </a:defPPr>
      <a:lvl1pPr marL="0" algn="l" defTabSz="914400" rtl="0" eaLnBrk="1" latinLnBrk="0" hangingPunct="1">
        <a:defRPr sz="1800" kern="1200">
          <a:solidFill>
            <a:schemeClr val="tx1"/>
          </a:solidFill>
          <a:latin typeface="Amazon Ember display"/>
        </a:defRPr>
      </a:lvl1pPr>
      <a:lvl2pPr marL="457200" algn="l" defTabSz="914400" rtl="0" eaLnBrk="1" latinLnBrk="0" hangingPunct="1">
        <a:defRPr sz="1800" kern="1200">
          <a:solidFill>
            <a:schemeClr val="tx1"/>
          </a:solidFill>
          <a:latin typeface="Amazon Ember display"/>
        </a:defRPr>
      </a:lvl2pPr>
      <a:lvl3pPr marL="914400" algn="l" defTabSz="914400" rtl="0" eaLnBrk="1" latinLnBrk="0" hangingPunct="1">
        <a:defRPr sz="1800" kern="1200">
          <a:solidFill>
            <a:schemeClr val="tx1"/>
          </a:solidFill>
          <a:latin typeface="Amazon Ember display"/>
        </a:defRPr>
      </a:lvl3pPr>
      <a:lvl4pPr marL="1371600" algn="l" defTabSz="914400" rtl="0" eaLnBrk="1" latinLnBrk="0" hangingPunct="1">
        <a:defRPr sz="1800" kern="1200">
          <a:solidFill>
            <a:schemeClr val="tx1"/>
          </a:solidFill>
          <a:latin typeface="Amazon Ember display"/>
        </a:defRPr>
      </a:lvl4pPr>
      <a:lvl5pPr marL="1828800" algn="l" defTabSz="914400" rtl="0" eaLnBrk="1" latinLnBrk="0" hangingPunct="1">
        <a:defRPr sz="1800" kern="1200">
          <a:solidFill>
            <a:schemeClr val="tx1"/>
          </a:solidFill>
          <a:latin typeface="Amazon Ember display"/>
        </a:defRPr>
      </a:lvl5pPr>
      <a:lvl6pPr marL="2286000" algn="l" defTabSz="914400" rtl="0" eaLnBrk="1" latinLnBrk="0" hangingPunct="1">
        <a:defRPr sz="1800" kern="1200">
          <a:solidFill>
            <a:schemeClr val="tx1"/>
          </a:solidFill>
          <a:latin typeface="Amazon Ember display"/>
        </a:defRPr>
      </a:lvl6pPr>
      <a:lvl7pPr marL="2743200" algn="l" defTabSz="914400" rtl="0" eaLnBrk="1" latinLnBrk="0" hangingPunct="1">
        <a:defRPr sz="1800" kern="1200">
          <a:solidFill>
            <a:schemeClr val="tx1"/>
          </a:solidFill>
          <a:latin typeface="Amazon Ember display"/>
        </a:defRPr>
      </a:lvl7pPr>
      <a:lvl8pPr marL="3200400" algn="l" defTabSz="914400" rtl="0" eaLnBrk="1" latinLnBrk="0" hangingPunct="1">
        <a:defRPr sz="1800" kern="1200">
          <a:solidFill>
            <a:schemeClr val="tx1"/>
          </a:solidFill>
          <a:latin typeface="Amazon Ember display"/>
        </a:defRPr>
      </a:lvl8pPr>
      <a:lvl9pPr marL="3657600" algn="l" defTabSz="914400" rtl="0" eaLnBrk="1" latinLnBrk="0" hangingPunct="1">
        <a:defRPr sz="1800" kern="1200">
          <a:solidFill>
            <a:schemeClr val="tx1"/>
          </a:solidFill>
          <a:latin typeface="Amazon Ember display"/>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62">
            <a:lum/>
          </a:blip>
          <a:srcRect/>
          <a:stretch>
            <a:fillRect/>
          </a:stretch>
        </a:blipFill>
        <a:effectLst/>
      </p:bgPr>
    </p:bg>
    <p:spTree>
      <p:nvGrpSpPr>
        <p:cNvPr id="1" name=""/>
        <p:cNvGrpSpPr/>
        <p:nvPr/>
      </p:nvGrpSpPr>
      <p:grpSpPr>
        <a:xfrm>
          <a:off x="0" y="0"/>
          <a:ext cx="0" cy="0"/>
          <a:chOff x="0" y="0"/>
          <a:chExt cx="0" cy="0"/>
        </a:xfrm>
      </p:grpSpPr>
      <p:sp>
        <p:nvSpPr>
          <p:cNvPr id="89" name="Slide Number">
            <a:extLst>
              <a:ext uri="{FF2B5EF4-FFF2-40B4-BE49-F238E27FC236}">
                <a16:creationId xmlns:a16="http://schemas.microsoft.com/office/drawing/2014/main" id="{A07A00D0-EC0A-44D2-9309-40C08E7F67D5}"/>
              </a:ext>
            </a:extLst>
          </p:cNvPr>
          <p:cNvSpPr>
            <a:spLocks noGrp="1"/>
          </p:cNvSpPr>
          <p:nvPr>
            <p:ph type="sldNum" idx="89"/>
          </p:nvPr>
        </p:nvSpPr>
        <p:spPr>
          <a:xfrm>
            <a:off x="11466576" y="6446520"/>
            <a:ext cx="484632" cy="228600"/>
          </a:xfrm>
          <a:prstGeom prst="rect">
            <a:avLst/>
          </a:prstGeom>
        </p:spPr>
        <p:txBody>
          <a:bodyPr vert="horz" lIns="0" tIns="0" rIns="0" bIns="0" rtlCol="0" anchor="ctr"/>
          <a:lstStyle>
            <a:lvl1pPr algn="r">
              <a:defRPr sz="1200">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95BD4D1B-B3EB-4C0C-8CE3-A35C1F88F6BC}"/>
              </a:ext>
            </a:extLst>
          </p:cNvPr>
          <p:cNvSpPr>
            <a:spLocks noGrp="1"/>
          </p:cNvSpPr>
          <p:nvPr>
            <p:ph type="title" idx="1"/>
          </p:nvPr>
        </p:nvSpPr>
        <p:spPr>
          <a:xfrm>
            <a:off x="365760" y="301752"/>
            <a:ext cx="11567160" cy="731520"/>
          </a:xfrm>
          <a:prstGeom prst="rect">
            <a:avLst/>
          </a:prstGeom>
        </p:spPr>
        <p:txBody>
          <a:bodyPr vert="horz" lIns="91440" tIns="45720" rIns="91440" bIns="45720" rtlCol="0" anchor="ctr">
            <a:normAutofit/>
          </a:bodyPr>
          <a:lstStyle/>
          <a:p>
            <a:r>
              <a:rPr lang="en-US" dirty="0"/>
              <a:t>Click to edit Master title style</a:t>
            </a:r>
          </a:p>
        </p:txBody>
      </p:sp>
      <p:sp>
        <p:nvSpPr>
          <p:cNvPr id="2" name="Content">
            <a:extLst>
              <a:ext uri="{FF2B5EF4-FFF2-40B4-BE49-F238E27FC236}">
                <a16:creationId xmlns:a16="http://schemas.microsoft.com/office/drawing/2014/main" id="{3AF961A5-759C-41EF-B858-64D5160112BA}"/>
              </a:ext>
            </a:extLst>
          </p:cNvPr>
          <p:cNvSpPr>
            <a:spLocks noGrp="1"/>
          </p:cNvSpPr>
          <p:nvPr>
            <p:ph type="body" idx="2"/>
          </p:nvPr>
        </p:nvSpPr>
        <p:spPr>
          <a:xfrm>
            <a:off x="365760" y="1143000"/>
            <a:ext cx="11567160" cy="5294376"/>
          </a:xfrm>
          <a:prstGeom prst="rect">
            <a:avLst/>
          </a:prstGeom>
        </p:spPr>
        <p:txBody>
          <a:bodyPr vert="horz" lIns="91440" tIns="45720" rIns="91440" bIns="45720" rtlCol="0">
            <a:normAutofit/>
          </a:bodyPr>
          <a:lstStyle/>
          <a:p>
            <a:pPr marL="230188" lvl="0" indent="-230188" defTabSz="228600">
              <a:lnSpc>
                <a:spcPct val="100000"/>
              </a:lnSpc>
              <a:spcBef>
                <a:spcPts val="500"/>
              </a:spcBef>
              <a:spcAft>
                <a:spcPts val="600"/>
              </a:spcAft>
              <a:buFont typeface="Amazon Ember Display"/>
            </a:pPr>
            <a:r>
              <a:rPr lang="en-US" dirty="0"/>
              <a:t>Edit Master text styles</a:t>
            </a:r>
          </a:p>
          <a:p>
            <a:pPr marL="457200" lvl="1" indent="-230188" defTabSz="228600">
              <a:lnSpc>
                <a:spcPct val="100000"/>
              </a:lnSpc>
              <a:spcAft>
                <a:spcPts val="600"/>
              </a:spcAft>
              <a:buFont typeface="Amazon Ember Display"/>
            </a:pPr>
            <a:r>
              <a:rPr lang="en-US" dirty="0"/>
              <a:t>Second level</a:t>
            </a:r>
          </a:p>
          <a:p>
            <a:pPr marL="685800" lvl="2" indent="-230188" defTabSz="228600">
              <a:lnSpc>
                <a:spcPct val="100000"/>
              </a:lnSpc>
              <a:spcAft>
                <a:spcPts val="600"/>
              </a:spcAft>
              <a:buFont typeface="Amazon Ember Display"/>
            </a:pPr>
            <a:r>
              <a:rPr lang="en-US" dirty="0"/>
              <a:t>Third level</a:t>
            </a:r>
          </a:p>
          <a:p>
            <a:pPr marL="914400" lvl="3" indent="-230188" defTabSz="228600">
              <a:lnSpc>
                <a:spcPct val="100000"/>
              </a:lnSpc>
              <a:spcAft>
                <a:spcPts val="600"/>
              </a:spcAft>
              <a:buFont typeface="Amazon Ember Display"/>
            </a:pPr>
            <a:r>
              <a:rPr lang="en-US" dirty="0"/>
              <a:t>Fourth level</a:t>
            </a:r>
          </a:p>
          <a:p>
            <a:pPr marL="1143000" lvl="4" indent="-230188" defTabSz="228600">
              <a:lnSpc>
                <a:spcPct val="100000"/>
              </a:lnSpc>
              <a:spcAft>
                <a:spcPts val="600"/>
              </a:spcAft>
              <a:buFont typeface="Amazon Ember Display"/>
            </a:pPr>
            <a:r>
              <a:rPr lang="en-US" dirty="0"/>
              <a:t>Fifth level</a:t>
            </a:r>
          </a:p>
        </p:txBody>
      </p:sp>
      <p:pic>
        <p:nvPicPr>
          <p:cNvPr id="98" name="AWS Logo">
            <a:extLst>
              <a:ext uri="{FF2B5EF4-FFF2-40B4-BE49-F238E27FC236}">
                <a16:creationId xmlns:a16="http://schemas.microsoft.com/office/drawing/2014/main" id="{9E7E1626-AACF-488B-8999-ACEC2A595C0B}"/>
              </a:ext>
              <a:ext uri="{C183D7F6-B498-43B3-948B-1728B52AA6E4}">
                <adec:decorative xmlns:adec="http://schemas.microsoft.com/office/drawing/2017/decorative" val="1"/>
              </a:ext>
            </a:extLst>
          </p:cNvPr>
          <p:cNvPicPr>
            <a:picLocks noChangeAspect="1"/>
          </p:cNvPicPr>
          <p:nvPr/>
        </p:nvPicPr>
        <p:blipFill>
          <a:blip r:embed="rId63">
            <a:extLst>
              <a:ext uri="{96DAC541-7B7A-43D3-8B79-37D633B846F1}">
                <asvg:svgBlip xmlns:asvg="http://schemas.microsoft.com/office/drawing/2016/SVG/main" r:embed="rId64"/>
              </a:ext>
            </a:extLst>
          </a:blip>
          <a:stretch>
            <a:fillRect/>
          </a:stretch>
        </p:blipFill>
        <p:spPr>
          <a:xfrm>
            <a:off x="243599" y="6445721"/>
            <a:ext cx="366979" cy="219456"/>
          </a:xfrm>
          <a:prstGeom prst="rect">
            <a:avLst/>
          </a:prstGeom>
        </p:spPr>
      </p:pic>
      <p:pic>
        <p:nvPicPr>
          <p:cNvPr id="6" name="Copyright1">
            <a:extLst>
              <a:ext uri="{FF2B5EF4-FFF2-40B4-BE49-F238E27FC236}">
                <a16:creationId xmlns:a16="http://schemas.microsoft.com/office/drawing/2014/main" id="{C320C759-D5D0-424F-9E65-06BA1C6E83D1}"/>
              </a:ext>
              <a:ext uri="{C183D7F6-B498-43B3-948B-1728B52AA6E4}">
                <adec:decorative xmlns:adec="http://schemas.microsoft.com/office/drawing/2017/decorative" val="1"/>
              </a:ext>
            </a:extLst>
          </p:cNvPr>
          <p:cNvPicPr>
            <a:picLocks/>
          </p:cNvPicPr>
          <p:nvPr userDrawn="1"/>
        </p:nvPicPr>
        <p:blipFill>
          <a:blip r:embed="rId65">
            <a:extLst>
              <a:ext uri="{28A0092B-C50C-407E-A947-70E740481C1C}">
                <a14:useLocalDpi xmlns:a14="http://schemas.microsoft.com/office/drawing/2010/main" val="0"/>
              </a:ext>
            </a:extLst>
          </a:blip>
          <a:stretch>
            <a:fillRect/>
          </a:stretch>
        </p:blipFill>
        <p:spPr>
          <a:xfrm>
            <a:off x="3787140" y="6468531"/>
            <a:ext cx="4610100" cy="267127"/>
          </a:xfrm>
          <a:prstGeom prst="rect">
            <a:avLst/>
          </a:prstGeom>
        </p:spPr>
      </p:pic>
    </p:spTree>
    <p:extLst>
      <p:ext uri="{BB962C8B-B14F-4D97-AF65-F5344CB8AC3E}">
        <p14:creationId xmlns:p14="http://schemas.microsoft.com/office/powerpoint/2010/main" val="4209997052"/>
      </p:ext>
    </p:extLst>
  </p:cSld>
  <p:clrMap bg1="lt1" tx1="dk1" bg2="lt2" tx2="dk2" accent1="accent1" accent2="accent2" accent3="accent3" accent4="accent4" accent5="accent5" accent6="accent6" hlink="hlink" folHlink="folHlink"/>
  <p:sldLayoutIdLst>
    <p:sldLayoutId id="2147484325" r:id="rId1"/>
    <p:sldLayoutId id="2147484326" r:id="rId2"/>
    <p:sldLayoutId id="2147484327" r:id="rId3"/>
    <p:sldLayoutId id="2147484328" r:id="rId4"/>
    <p:sldLayoutId id="2147484329" r:id="rId5"/>
    <p:sldLayoutId id="2147484330" r:id="rId6"/>
    <p:sldLayoutId id="2147484331" r:id="rId7"/>
    <p:sldLayoutId id="2147484332" r:id="rId8"/>
    <p:sldLayoutId id="2147484333" r:id="rId9"/>
    <p:sldLayoutId id="2147484334" r:id="rId10"/>
    <p:sldLayoutId id="2147484335" r:id="rId11"/>
    <p:sldLayoutId id="2147484336" r:id="rId12"/>
    <p:sldLayoutId id="2147484337" r:id="rId13"/>
    <p:sldLayoutId id="2147484338" r:id="rId14"/>
    <p:sldLayoutId id="2147484339" r:id="rId15"/>
    <p:sldLayoutId id="2147484340" r:id="rId16"/>
    <p:sldLayoutId id="2147484341" r:id="rId17"/>
    <p:sldLayoutId id="2147484342" r:id="rId18"/>
    <p:sldLayoutId id="2147484343" r:id="rId19"/>
    <p:sldLayoutId id="2147484344" r:id="rId20"/>
    <p:sldLayoutId id="2147484345" r:id="rId21"/>
    <p:sldLayoutId id="2147484346" r:id="rId22"/>
    <p:sldLayoutId id="2147484347" r:id="rId23"/>
    <p:sldLayoutId id="2147484348" r:id="rId24"/>
    <p:sldLayoutId id="2147484349" r:id="rId25"/>
    <p:sldLayoutId id="2147484350" r:id="rId26"/>
    <p:sldLayoutId id="2147484351" r:id="rId27"/>
    <p:sldLayoutId id="2147484352" r:id="rId28"/>
    <p:sldLayoutId id="2147484353" r:id="rId29"/>
    <p:sldLayoutId id="2147484354" r:id="rId30"/>
    <p:sldLayoutId id="2147484355" r:id="rId31"/>
    <p:sldLayoutId id="2147484356" r:id="rId32"/>
    <p:sldLayoutId id="2147484357" r:id="rId33"/>
    <p:sldLayoutId id="2147484358" r:id="rId34"/>
    <p:sldLayoutId id="2147484359" r:id="rId35"/>
    <p:sldLayoutId id="2147484360" r:id="rId36"/>
    <p:sldLayoutId id="2147484361" r:id="rId37"/>
    <p:sldLayoutId id="2147484362" r:id="rId38"/>
    <p:sldLayoutId id="2147484363" r:id="rId39"/>
    <p:sldLayoutId id="2147484364" r:id="rId40"/>
    <p:sldLayoutId id="2147484365" r:id="rId41"/>
    <p:sldLayoutId id="2147484366" r:id="rId42"/>
    <p:sldLayoutId id="2147484367" r:id="rId43"/>
    <p:sldLayoutId id="2147484368" r:id="rId44"/>
    <p:sldLayoutId id="2147484369" r:id="rId45"/>
    <p:sldLayoutId id="2147484370" r:id="rId46"/>
    <p:sldLayoutId id="2147484371" r:id="rId47"/>
    <p:sldLayoutId id="2147484372" r:id="rId48"/>
    <p:sldLayoutId id="2147484373" r:id="rId49"/>
    <p:sldLayoutId id="2147484374" r:id="rId50"/>
    <p:sldLayoutId id="2147484375" r:id="rId51"/>
    <p:sldLayoutId id="2147484376" r:id="rId52"/>
    <p:sldLayoutId id="2147484377" r:id="rId53"/>
    <p:sldLayoutId id="2147484378" r:id="rId54"/>
    <p:sldLayoutId id="2147484379" r:id="rId55"/>
    <p:sldLayoutId id="2147484380" r:id="rId56"/>
    <p:sldLayoutId id="2147484381" r:id="rId57"/>
    <p:sldLayoutId id="2147484382" r:id="rId58"/>
    <p:sldLayoutId id="2147484383" r:id="rId59"/>
    <p:sldLayoutId id="2147484384" r:id="rId60"/>
  </p:sldLayoutIdLst>
  <p:hf hdr="0" ftr="0" dt="0"/>
  <p:txStyles>
    <p:titleStyle>
      <a:lvl1pPr algn="l" defTabSz="914400" rtl="0" eaLnBrk="1" latinLnBrk="0" hangingPunct="1">
        <a:lnSpc>
          <a:spcPct val="90000"/>
        </a:lnSpc>
        <a:spcBef>
          <a:spcPct val="0"/>
        </a:spcBef>
        <a:buNone/>
        <a:defRPr sz="3600" kern="1200">
          <a:solidFill>
            <a:srgbClr val="232F3E"/>
          </a:solidFill>
          <a:latin typeface="Amazon Ember display"/>
        </a:defRPr>
      </a:lvl1pPr>
    </p:titleStyle>
    <p:bodyStyle>
      <a:lvl1pPr marL="228600" indent="-228600" algn="l" defTabSz="914400" rtl="0" eaLnBrk="1" latinLnBrk="0" hangingPunct="1">
        <a:lnSpc>
          <a:spcPct val="90000"/>
        </a:lnSpc>
        <a:spcBef>
          <a:spcPts val="0"/>
        </a:spcBef>
        <a:spcAft>
          <a:spcPts val="1200"/>
        </a:spcAft>
        <a:buFont typeface="Amazon Ember Display"/>
        <a:buChar char="•"/>
        <a:defRPr lang="en-US" sz="2800" kern="1200" dirty="0">
          <a:solidFill>
            <a:srgbClr val="232F3E"/>
          </a:solidFill>
          <a:latin typeface="Amazon Ember display"/>
        </a:defRPr>
      </a:lvl1pPr>
      <a:lvl2pPr marL="685800" indent="-228600" algn="l" defTabSz="914400" rtl="0" eaLnBrk="1" latinLnBrk="0" hangingPunct="1">
        <a:lnSpc>
          <a:spcPct val="90000"/>
        </a:lnSpc>
        <a:spcBef>
          <a:spcPts val="0"/>
        </a:spcBef>
        <a:spcAft>
          <a:spcPts val="1200"/>
        </a:spcAft>
        <a:buFont typeface="Amazon Ember Display"/>
        <a:buChar char="•"/>
        <a:defRPr lang="en-US" sz="2400" kern="1200" dirty="0">
          <a:solidFill>
            <a:srgbClr val="232F3E"/>
          </a:solidFill>
          <a:latin typeface="Amazon Ember display"/>
        </a:defRPr>
      </a:lvl2pPr>
      <a:lvl3pPr marL="1143000" indent="-228600" algn="l" defTabSz="914400" rtl="0" eaLnBrk="1" latinLnBrk="0" hangingPunct="1">
        <a:lnSpc>
          <a:spcPct val="90000"/>
        </a:lnSpc>
        <a:spcBef>
          <a:spcPts val="0"/>
        </a:spcBef>
        <a:spcAft>
          <a:spcPts val="1200"/>
        </a:spcAft>
        <a:buFont typeface="Amazon Ember Display"/>
        <a:buChar char="•"/>
        <a:defRPr lang="en-US" sz="2000" kern="1200" dirty="0">
          <a:solidFill>
            <a:srgbClr val="232F3E"/>
          </a:solidFill>
          <a:latin typeface="Amazon Ember display"/>
        </a:defRPr>
      </a:lvl3pPr>
      <a:lvl4pPr marL="1600200" indent="-228600" algn="l" defTabSz="914400" rtl="0" eaLnBrk="1" latinLnBrk="0" hangingPunct="1">
        <a:lnSpc>
          <a:spcPct val="90000"/>
        </a:lnSpc>
        <a:spcBef>
          <a:spcPts val="0"/>
        </a:spcBef>
        <a:spcAft>
          <a:spcPts val="1200"/>
        </a:spcAft>
        <a:buFont typeface="Amazon Ember Display"/>
        <a:buChar char="•"/>
        <a:defRPr lang="en-US" sz="1800" kern="1200" dirty="0">
          <a:solidFill>
            <a:srgbClr val="232F3E"/>
          </a:solidFill>
          <a:latin typeface="Amazon Ember display"/>
        </a:defRPr>
      </a:lvl4pPr>
      <a:lvl5pPr marL="2057400" indent="-228600" algn="l" defTabSz="914400" rtl="0" eaLnBrk="1" latinLnBrk="0" hangingPunct="1">
        <a:lnSpc>
          <a:spcPct val="90000"/>
        </a:lnSpc>
        <a:spcBef>
          <a:spcPts val="0"/>
        </a:spcBef>
        <a:spcAft>
          <a:spcPts val="1200"/>
        </a:spcAft>
        <a:buFont typeface="Amazon Ember Display"/>
        <a:buChar char="•"/>
        <a:defRPr lang="en-US" sz="1800" kern="1200" dirty="0">
          <a:solidFill>
            <a:srgbClr val="232F3E"/>
          </a:solidFill>
          <a:latin typeface="Amazon Ember display"/>
        </a:defRPr>
      </a:lvl5pPr>
      <a:lvl6pPr marL="25146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6pPr>
      <a:lvl7pPr marL="29718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7pPr>
      <a:lvl8pPr marL="34290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8pPr>
      <a:lvl9pPr marL="38862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9pPr>
    </p:bodyStyle>
    <p:otherStyle>
      <a:defPPr>
        <a:defRPr lang="en-US"/>
      </a:defPPr>
      <a:lvl1pPr marL="0" algn="l" defTabSz="914400" rtl="0" eaLnBrk="1" latinLnBrk="0" hangingPunct="1">
        <a:defRPr sz="1800" kern="1200">
          <a:solidFill>
            <a:schemeClr val="tx1"/>
          </a:solidFill>
          <a:latin typeface="Amazon Ember display"/>
        </a:defRPr>
      </a:lvl1pPr>
      <a:lvl2pPr marL="457200" algn="l" defTabSz="914400" rtl="0" eaLnBrk="1" latinLnBrk="0" hangingPunct="1">
        <a:defRPr sz="1800" kern="1200">
          <a:solidFill>
            <a:schemeClr val="tx1"/>
          </a:solidFill>
          <a:latin typeface="Amazon Ember display"/>
        </a:defRPr>
      </a:lvl2pPr>
      <a:lvl3pPr marL="914400" algn="l" defTabSz="914400" rtl="0" eaLnBrk="1" latinLnBrk="0" hangingPunct="1">
        <a:defRPr sz="1800" kern="1200">
          <a:solidFill>
            <a:schemeClr val="tx1"/>
          </a:solidFill>
          <a:latin typeface="Amazon Ember display"/>
        </a:defRPr>
      </a:lvl3pPr>
      <a:lvl4pPr marL="1371600" algn="l" defTabSz="914400" rtl="0" eaLnBrk="1" latinLnBrk="0" hangingPunct="1">
        <a:defRPr sz="1800" kern="1200">
          <a:solidFill>
            <a:schemeClr val="tx1"/>
          </a:solidFill>
          <a:latin typeface="Amazon Ember display"/>
        </a:defRPr>
      </a:lvl4pPr>
      <a:lvl5pPr marL="1828800" algn="l" defTabSz="914400" rtl="0" eaLnBrk="1" latinLnBrk="0" hangingPunct="1">
        <a:defRPr sz="1800" kern="1200">
          <a:solidFill>
            <a:schemeClr val="tx1"/>
          </a:solidFill>
          <a:latin typeface="Amazon Ember display"/>
        </a:defRPr>
      </a:lvl5pPr>
      <a:lvl6pPr marL="2286000" algn="l" defTabSz="914400" rtl="0" eaLnBrk="1" latinLnBrk="0" hangingPunct="1">
        <a:defRPr sz="1800" kern="1200">
          <a:solidFill>
            <a:schemeClr val="tx1"/>
          </a:solidFill>
          <a:latin typeface="Amazon Ember display"/>
        </a:defRPr>
      </a:lvl6pPr>
      <a:lvl7pPr marL="2743200" algn="l" defTabSz="914400" rtl="0" eaLnBrk="1" latinLnBrk="0" hangingPunct="1">
        <a:defRPr sz="1800" kern="1200">
          <a:solidFill>
            <a:schemeClr val="tx1"/>
          </a:solidFill>
          <a:latin typeface="Amazon Ember display"/>
        </a:defRPr>
      </a:lvl7pPr>
      <a:lvl8pPr marL="3200400" algn="l" defTabSz="914400" rtl="0" eaLnBrk="1" latinLnBrk="0" hangingPunct="1">
        <a:defRPr sz="1800" kern="1200">
          <a:solidFill>
            <a:schemeClr val="tx1"/>
          </a:solidFill>
          <a:latin typeface="Amazon Ember display"/>
        </a:defRPr>
      </a:lvl8pPr>
      <a:lvl9pPr marL="3657600" algn="l" defTabSz="914400" rtl="0" eaLnBrk="1" latinLnBrk="0" hangingPunct="1">
        <a:defRPr sz="1800" kern="1200">
          <a:solidFill>
            <a:schemeClr val="tx1"/>
          </a:solidFill>
          <a:latin typeface="Amazon Ember display"/>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10.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tags" Target="../tags/tag11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8.xml"/><Relationship Id="rId1" Type="http://schemas.openxmlformats.org/officeDocument/2006/relationships/tags" Target="../tags/tag11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5.xml"/><Relationship Id="rId1" Type="http://schemas.openxmlformats.org/officeDocument/2006/relationships/tags" Target="../tags/tag11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2.xml"/><Relationship Id="rId1" Type="http://schemas.openxmlformats.org/officeDocument/2006/relationships/tags" Target="../tags/tag11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tags" Target="../tags/tag115.xml"/><Relationship Id="rId4" Type="http://schemas.openxmlformats.org/officeDocument/2006/relationships/image" Target="../media/image3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tags" Target="../tags/tag116.xml"/></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notesSlide" Target="../notesSlides/notesSlide8.xml"/><Relationship Id="rId7" Type="http://schemas.openxmlformats.org/officeDocument/2006/relationships/image" Target="../media/image35.svg"/><Relationship Id="rId2" Type="http://schemas.openxmlformats.org/officeDocument/2006/relationships/slideLayout" Target="../slideLayouts/slideLayout18.xml"/><Relationship Id="rId1" Type="http://schemas.openxmlformats.org/officeDocument/2006/relationships/tags" Target="../tags/tag117.xml"/><Relationship Id="rId6" Type="http://schemas.openxmlformats.org/officeDocument/2006/relationships/image" Target="../media/image34.png"/><Relationship Id="rId5" Type="http://schemas.openxmlformats.org/officeDocument/2006/relationships/image" Target="../media/image33.svg"/><Relationship Id="rId4" Type="http://schemas.openxmlformats.org/officeDocument/2006/relationships/image" Target="../media/image32.png"/><Relationship Id="rId9" Type="http://schemas.openxmlformats.org/officeDocument/2006/relationships/image" Target="../media/image37.svg"/></Relationships>
</file>

<file path=ppt/slides/_rels/slide9.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notesSlide" Target="../notesSlides/notesSlide9.xml"/><Relationship Id="rId7" Type="http://schemas.openxmlformats.org/officeDocument/2006/relationships/image" Target="../media/image35.svg"/><Relationship Id="rId2" Type="http://schemas.openxmlformats.org/officeDocument/2006/relationships/slideLayout" Target="../slideLayouts/slideLayout9.xml"/><Relationship Id="rId1" Type="http://schemas.openxmlformats.org/officeDocument/2006/relationships/tags" Target="../tags/tag118.xml"/><Relationship Id="rId6" Type="http://schemas.openxmlformats.org/officeDocument/2006/relationships/image" Target="../media/image34.png"/><Relationship Id="rId11" Type="http://schemas.openxmlformats.org/officeDocument/2006/relationships/image" Target="../media/image37.svg"/><Relationship Id="rId5" Type="http://schemas.openxmlformats.org/officeDocument/2006/relationships/image" Target="../media/image39.svg"/><Relationship Id="rId10" Type="http://schemas.openxmlformats.org/officeDocument/2006/relationships/image" Target="../media/image36.png"/><Relationship Id="rId4" Type="http://schemas.openxmlformats.org/officeDocument/2006/relationships/image" Target="../media/image38.png"/><Relationship Id="rId9" Type="http://schemas.openxmlformats.org/officeDocument/2006/relationships/image" Target="../media/image41.sv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6.xml"/><Relationship Id="rId1" Type="http://schemas.openxmlformats.org/officeDocument/2006/relationships/tags" Target="../tags/tag119.xml"/><Relationship Id="rId4" Type="http://schemas.openxmlformats.org/officeDocument/2006/relationships/image" Target="../media/image4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45.svg"/><Relationship Id="rId2" Type="http://schemas.openxmlformats.org/officeDocument/2006/relationships/slideLayout" Target="../slideLayouts/slideLayout9.xml"/><Relationship Id="rId1" Type="http://schemas.openxmlformats.org/officeDocument/2006/relationships/tags" Target="../tags/tag120.xml"/><Relationship Id="rId6" Type="http://schemas.openxmlformats.org/officeDocument/2006/relationships/image" Target="../media/image44.png"/><Relationship Id="rId5" Type="http://schemas.openxmlformats.org/officeDocument/2006/relationships/image" Target="../media/image39.svg"/><Relationship Id="rId4" Type="http://schemas.openxmlformats.org/officeDocument/2006/relationships/image" Target="../media/image4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openxmlformats.org/officeDocument/2006/relationships/image" Target="../media/image45.svg"/><Relationship Id="rId2" Type="http://schemas.openxmlformats.org/officeDocument/2006/relationships/slideLayout" Target="../slideLayouts/slideLayout9.xml"/><Relationship Id="rId1" Type="http://schemas.openxmlformats.org/officeDocument/2006/relationships/tags" Target="../tags/tag121.xml"/><Relationship Id="rId6" Type="http://schemas.openxmlformats.org/officeDocument/2006/relationships/image" Target="../media/image44.png"/><Relationship Id="rId5" Type="http://schemas.openxmlformats.org/officeDocument/2006/relationships/image" Target="../media/image39.svg"/><Relationship Id="rId4" Type="http://schemas.openxmlformats.org/officeDocument/2006/relationships/image" Target="../media/image43.png"/></Relationships>
</file>

<file path=ppt/slides/_rels/slide13.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image" Target="../media/image54.svg"/><Relationship Id="rId3" Type="http://schemas.openxmlformats.org/officeDocument/2006/relationships/notesSlide" Target="../notesSlides/notesSlide13.xml"/><Relationship Id="rId7" Type="http://schemas.openxmlformats.org/officeDocument/2006/relationships/image" Target="../media/image48.svg"/><Relationship Id="rId12" Type="http://schemas.openxmlformats.org/officeDocument/2006/relationships/image" Target="../media/image53.png"/><Relationship Id="rId2" Type="http://schemas.openxmlformats.org/officeDocument/2006/relationships/slideLayout" Target="../slideLayouts/slideLayout9.xml"/><Relationship Id="rId16" Type="http://schemas.openxmlformats.org/officeDocument/2006/relationships/image" Target="../media/image57.png"/><Relationship Id="rId1" Type="http://schemas.openxmlformats.org/officeDocument/2006/relationships/tags" Target="../tags/tag122.xml"/><Relationship Id="rId6" Type="http://schemas.openxmlformats.org/officeDocument/2006/relationships/image" Target="../media/image32.png"/><Relationship Id="rId11" Type="http://schemas.openxmlformats.org/officeDocument/2006/relationships/image" Target="../media/image52.svg"/><Relationship Id="rId5" Type="http://schemas.openxmlformats.org/officeDocument/2006/relationships/image" Target="../media/image47.svg"/><Relationship Id="rId15" Type="http://schemas.openxmlformats.org/officeDocument/2006/relationships/image" Target="../media/image56.sv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svg"/><Relationship Id="rId14" Type="http://schemas.openxmlformats.org/officeDocument/2006/relationships/image" Target="../media/image55.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9.xml"/><Relationship Id="rId1" Type="http://schemas.openxmlformats.org/officeDocument/2006/relationships/tags" Target="../tags/tag12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5.xml"/><Relationship Id="rId1" Type="http://schemas.openxmlformats.org/officeDocument/2006/relationships/tags" Target="../tags/tag124.xml"/></Relationships>
</file>

<file path=ppt/slides/_rels/slide16.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notesSlide" Target="../notesSlides/notesSlide16.xml"/><Relationship Id="rId7" Type="http://schemas.openxmlformats.org/officeDocument/2006/relationships/image" Target="../media/image50.svg"/><Relationship Id="rId2" Type="http://schemas.openxmlformats.org/officeDocument/2006/relationships/slideLayout" Target="../slideLayouts/slideLayout41.xml"/><Relationship Id="rId1" Type="http://schemas.openxmlformats.org/officeDocument/2006/relationships/tags" Target="../tags/tag125.xml"/><Relationship Id="rId6" Type="http://schemas.openxmlformats.org/officeDocument/2006/relationships/image" Target="../media/image49.png"/><Relationship Id="rId5" Type="http://schemas.openxmlformats.org/officeDocument/2006/relationships/image" Target="../media/image47.svg"/><Relationship Id="rId10" Type="http://schemas.openxmlformats.org/officeDocument/2006/relationships/image" Target="../media/image58.png"/><Relationship Id="rId4" Type="http://schemas.openxmlformats.org/officeDocument/2006/relationships/image" Target="../media/image46.png"/><Relationship Id="rId9" Type="http://schemas.openxmlformats.org/officeDocument/2006/relationships/image" Target="../media/image52.sv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58.xml"/><Relationship Id="rId1" Type="http://schemas.openxmlformats.org/officeDocument/2006/relationships/tags" Target="../tags/tag126.xml"/><Relationship Id="rId4" Type="http://schemas.openxmlformats.org/officeDocument/2006/relationships/image" Target="../media/image59.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tags" Target="../tags/tag12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8.xml"/><Relationship Id="rId1" Type="http://schemas.openxmlformats.org/officeDocument/2006/relationships/tags" Target="../tags/tag128.xml"/></Relationships>
</file>

<file path=ppt/slides/_rels/slide20.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notesSlide" Target="../notesSlides/notesSlide20.xml"/><Relationship Id="rId7" Type="http://schemas.openxmlformats.org/officeDocument/2006/relationships/image" Target="../media/image63.svg"/><Relationship Id="rId2" Type="http://schemas.openxmlformats.org/officeDocument/2006/relationships/slideLayout" Target="../slideLayouts/slideLayout69.xml"/><Relationship Id="rId1" Type="http://schemas.openxmlformats.org/officeDocument/2006/relationships/tags" Target="../tags/tag129.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 Id="rId9" Type="http://schemas.openxmlformats.org/officeDocument/2006/relationships/image" Target="../media/image65.svg"/></Relationships>
</file>

<file path=ppt/slides/_rels/slide21.xml.rels><?xml version="1.0" encoding="UTF-8" standalone="yes"?>
<Relationships xmlns="http://schemas.openxmlformats.org/package/2006/relationships"><Relationship Id="rId8" Type="http://schemas.openxmlformats.org/officeDocument/2006/relationships/image" Target="../media/image70.png"/><Relationship Id="rId13" Type="http://schemas.openxmlformats.org/officeDocument/2006/relationships/image" Target="../media/image75.svg"/><Relationship Id="rId3" Type="http://schemas.openxmlformats.org/officeDocument/2006/relationships/notesSlide" Target="../notesSlides/notesSlide21.xml"/><Relationship Id="rId7" Type="http://schemas.openxmlformats.org/officeDocument/2006/relationships/image" Target="../media/image69.svg"/><Relationship Id="rId12" Type="http://schemas.openxmlformats.org/officeDocument/2006/relationships/image" Target="../media/image74.png"/><Relationship Id="rId17" Type="http://schemas.openxmlformats.org/officeDocument/2006/relationships/image" Target="../media/image79.svg"/><Relationship Id="rId2" Type="http://schemas.openxmlformats.org/officeDocument/2006/relationships/slideLayout" Target="../slideLayouts/slideLayout9.xml"/><Relationship Id="rId16" Type="http://schemas.openxmlformats.org/officeDocument/2006/relationships/image" Target="../media/image78.png"/><Relationship Id="rId1" Type="http://schemas.openxmlformats.org/officeDocument/2006/relationships/tags" Target="../tags/tag130.xml"/><Relationship Id="rId6" Type="http://schemas.openxmlformats.org/officeDocument/2006/relationships/image" Target="../media/image68.png"/><Relationship Id="rId11" Type="http://schemas.openxmlformats.org/officeDocument/2006/relationships/image" Target="../media/image73.svg"/><Relationship Id="rId5" Type="http://schemas.openxmlformats.org/officeDocument/2006/relationships/image" Target="../media/image67.svg"/><Relationship Id="rId15" Type="http://schemas.openxmlformats.org/officeDocument/2006/relationships/image" Target="../media/image77.svg"/><Relationship Id="rId10" Type="http://schemas.openxmlformats.org/officeDocument/2006/relationships/image" Target="../media/image72.png"/><Relationship Id="rId4" Type="http://schemas.openxmlformats.org/officeDocument/2006/relationships/image" Target="../media/image66.png"/><Relationship Id="rId9" Type="http://schemas.openxmlformats.org/officeDocument/2006/relationships/image" Target="../media/image71.svg"/><Relationship Id="rId14" Type="http://schemas.openxmlformats.org/officeDocument/2006/relationships/image" Target="../media/image76.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3.xml"/><Relationship Id="rId1" Type="http://schemas.openxmlformats.org/officeDocument/2006/relationships/tags" Target="../tags/tag131.xml"/><Relationship Id="rId4" Type="http://schemas.openxmlformats.org/officeDocument/2006/relationships/image" Target="../media/image80.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3.xml"/><Relationship Id="rId1" Type="http://schemas.openxmlformats.org/officeDocument/2006/relationships/tags" Target="../tags/tag132.xml"/><Relationship Id="rId5" Type="http://schemas.openxmlformats.org/officeDocument/2006/relationships/image" Target="../media/image63.svg"/><Relationship Id="rId4" Type="http://schemas.openxmlformats.org/officeDocument/2006/relationships/image" Target="../media/image62.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93.xml"/><Relationship Id="rId1" Type="http://schemas.openxmlformats.org/officeDocument/2006/relationships/tags" Target="../tags/tag133.xml"/></Relationships>
</file>

<file path=ppt/slides/_rels/slide25.xml.rels><?xml version="1.0" encoding="UTF-8" standalone="yes"?>
<Relationships xmlns="http://schemas.openxmlformats.org/package/2006/relationships"><Relationship Id="rId8" Type="http://schemas.openxmlformats.org/officeDocument/2006/relationships/image" Target="../media/image85.svg"/><Relationship Id="rId13" Type="http://schemas.openxmlformats.org/officeDocument/2006/relationships/image" Target="../media/image90.png"/><Relationship Id="rId18" Type="http://schemas.openxmlformats.org/officeDocument/2006/relationships/image" Target="../media/image95.svg"/><Relationship Id="rId26" Type="http://schemas.openxmlformats.org/officeDocument/2006/relationships/image" Target="../media/image103.svg"/><Relationship Id="rId3" Type="http://schemas.openxmlformats.org/officeDocument/2006/relationships/notesSlide" Target="../notesSlides/notesSlide25.xml"/><Relationship Id="rId21" Type="http://schemas.openxmlformats.org/officeDocument/2006/relationships/image" Target="../media/image98.png"/><Relationship Id="rId7" Type="http://schemas.openxmlformats.org/officeDocument/2006/relationships/image" Target="../media/image84.png"/><Relationship Id="rId12" Type="http://schemas.openxmlformats.org/officeDocument/2006/relationships/image" Target="../media/image89.svg"/><Relationship Id="rId17" Type="http://schemas.openxmlformats.org/officeDocument/2006/relationships/image" Target="../media/image94.png"/><Relationship Id="rId25" Type="http://schemas.openxmlformats.org/officeDocument/2006/relationships/image" Target="../media/image102.png"/><Relationship Id="rId2" Type="http://schemas.openxmlformats.org/officeDocument/2006/relationships/slideLayout" Target="../slideLayouts/slideLayout9.xml"/><Relationship Id="rId16" Type="http://schemas.openxmlformats.org/officeDocument/2006/relationships/image" Target="../media/image93.svg"/><Relationship Id="rId20" Type="http://schemas.openxmlformats.org/officeDocument/2006/relationships/image" Target="../media/image97.svg"/><Relationship Id="rId29" Type="http://schemas.openxmlformats.org/officeDocument/2006/relationships/image" Target="../media/image106.png"/><Relationship Id="rId1" Type="http://schemas.openxmlformats.org/officeDocument/2006/relationships/tags" Target="../tags/tag134.xml"/><Relationship Id="rId6" Type="http://schemas.openxmlformats.org/officeDocument/2006/relationships/image" Target="../media/image83.png"/><Relationship Id="rId11" Type="http://schemas.openxmlformats.org/officeDocument/2006/relationships/image" Target="../media/image88.png"/><Relationship Id="rId24" Type="http://schemas.openxmlformats.org/officeDocument/2006/relationships/image" Target="../media/image101.svg"/><Relationship Id="rId32" Type="http://schemas.openxmlformats.org/officeDocument/2006/relationships/image" Target="../media/image109.svg"/><Relationship Id="rId5" Type="http://schemas.openxmlformats.org/officeDocument/2006/relationships/image" Target="../media/image82.svg"/><Relationship Id="rId15" Type="http://schemas.openxmlformats.org/officeDocument/2006/relationships/image" Target="../media/image92.png"/><Relationship Id="rId23" Type="http://schemas.openxmlformats.org/officeDocument/2006/relationships/image" Target="../media/image100.png"/><Relationship Id="rId28" Type="http://schemas.openxmlformats.org/officeDocument/2006/relationships/image" Target="../media/image105.svg"/><Relationship Id="rId10" Type="http://schemas.openxmlformats.org/officeDocument/2006/relationships/image" Target="../media/image87.svg"/><Relationship Id="rId19" Type="http://schemas.openxmlformats.org/officeDocument/2006/relationships/image" Target="../media/image96.png"/><Relationship Id="rId31" Type="http://schemas.openxmlformats.org/officeDocument/2006/relationships/image" Target="../media/image108.png"/><Relationship Id="rId4" Type="http://schemas.openxmlformats.org/officeDocument/2006/relationships/image" Target="../media/image81.png"/><Relationship Id="rId9" Type="http://schemas.openxmlformats.org/officeDocument/2006/relationships/image" Target="../media/image86.png"/><Relationship Id="rId14" Type="http://schemas.openxmlformats.org/officeDocument/2006/relationships/image" Target="../media/image91.svg"/><Relationship Id="rId22" Type="http://schemas.openxmlformats.org/officeDocument/2006/relationships/image" Target="../media/image99.svg"/><Relationship Id="rId27" Type="http://schemas.openxmlformats.org/officeDocument/2006/relationships/image" Target="../media/image104.png"/><Relationship Id="rId30" Type="http://schemas.openxmlformats.org/officeDocument/2006/relationships/image" Target="../media/image107.svg"/></Relationships>
</file>

<file path=ppt/slides/_rels/slide26.xml.rels><?xml version="1.0" encoding="UTF-8" standalone="yes"?>
<Relationships xmlns="http://schemas.openxmlformats.org/package/2006/relationships"><Relationship Id="rId8" Type="http://schemas.openxmlformats.org/officeDocument/2006/relationships/image" Target="../media/image91.svg"/><Relationship Id="rId13" Type="http://schemas.openxmlformats.org/officeDocument/2006/relationships/image" Target="../media/image98.png"/><Relationship Id="rId18" Type="http://schemas.openxmlformats.org/officeDocument/2006/relationships/image" Target="../media/image111.svg"/><Relationship Id="rId26" Type="http://schemas.openxmlformats.org/officeDocument/2006/relationships/image" Target="../media/image107.svg"/><Relationship Id="rId3" Type="http://schemas.openxmlformats.org/officeDocument/2006/relationships/notesSlide" Target="../notesSlides/notesSlide26.xml"/><Relationship Id="rId21" Type="http://schemas.openxmlformats.org/officeDocument/2006/relationships/image" Target="../media/image96.png"/><Relationship Id="rId7" Type="http://schemas.openxmlformats.org/officeDocument/2006/relationships/image" Target="../media/image90.png"/><Relationship Id="rId12" Type="http://schemas.openxmlformats.org/officeDocument/2006/relationships/image" Target="../media/image95.svg"/><Relationship Id="rId17" Type="http://schemas.openxmlformats.org/officeDocument/2006/relationships/image" Target="../media/image110.png"/><Relationship Id="rId25" Type="http://schemas.openxmlformats.org/officeDocument/2006/relationships/image" Target="../media/image106.png"/><Relationship Id="rId2" Type="http://schemas.openxmlformats.org/officeDocument/2006/relationships/slideLayout" Target="../slideLayouts/slideLayout9.xml"/><Relationship Id="rId16" Type="http://schemas.openxmlformats.org/officeDocument/2006/relationships/image" Target="../media/image101.svg"/><Relationship Id="rId20" Type="http://schemas.openxmlformats.org/officeDocument/2006/relationships/image" Target="../media/image113.svg"/><Relationship Id="rId29" Type="http://schemas.openxmlformats.org/officeDocument/2006/relationships/image" Target="../media/image104.png"/><Relationship Id="rId1" Type="http://schemas.openxmlformats.org/officeDocument/2006/relationships/tags" Target="../tags/tag135.xml"/><Relationship Id="rId6" Type="http://schemas.openxmlformats.org/officeDocument/2006/relationships/image" Target="../media/image83.png"/><Relationship Id="rId11" Type="http://schemas.openxmlformats.org/officeDocument/2006/relationships/image" Target="../media/image94.png"/><Relationship Id="rId24" Type="http://schemas.openxmlformats.org/officeDocument/2006/relationships/image" Target="../media/image103.svg"/><Relationship Id="rId5" Type="http://schemas.openxmlformats.org/officeDocument/2006/relationships/image" Target="../media/image82.svg"/><Relationship Id="rId15" Type="http://schemas.openxmlformats.org/officeDocument/2006/relationships/image" Target="../media/image100.png"/><Relationship Id="rId23" Type="http://schemas.openxmlformats.org/officeDocument/2006/relationships/image" Target="../media/image102.png"/><Relationship Id="rId28" Type="http://schemas.openxmlformats.org/officeDocument/2006/relationships/image" Target="../media/image109.svg"/><Relationship Id="rId10" Type="http://schemas.openxmlformats.org/officeDocument/2006/relationships/image" Target="../media/image93.svg"/><Relationship Id="rId19" Type="http://schemas.openxmlformats.org/officeDocument/2006/relationships/image" Target="../media/image112.png"/><Relationship Id="rId4" Type="http://schemas.openxmlformats.org/officeDocument/2006/relationships/image" Target="../media/image81.png"/><Relationship Id="rId9" Type="http://schemas.openxmlformats.org/officeDocument/2006/relationships/image" Target="../media/image92.png"/><Relationship Id="rId14" Type="http://schemas.openxmlformats.org/officeDocument/2006/relationships/image" Target="../media/image99.svg"/><Relationship Id="rId22" Type="http://schemas.openxmlformats.org/officeDocument/2006/relationships/image" Target="../media/image97.svg"/><Relationship Id="rId27" Type="http://schemas.openxmlformats.org/officeDocument/2006/relationships/image" Target="../media/image108.png"/><Relationship Id="rId30" Type="http://schemas.openxmlformats.org/officeDocument/2006/relationships/image" Target="../media/image105.sv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3.xml"/><Relationship Id="rId1" Type="http://schemas.openxmlformats.org/officeDocument/2006/relationships/tags" Target="../tags/tag136.xml"/><Relationship Id="rId5" Type="http://schemas.openxmlformats.org/officeDocument/2006/relationships/image" Target="../media/image115.svg"/><Relationship Id="rId4" Type="http://schemas.openxmlformats.org/officeDocument/2006/relationships/image" Target="../media/image114.png"/></Relationships>
</file>

<file path=ppt/slides/_rels/slide28.xml.rels><?xml version="1.0" encoding="UTF-8" standalone="yes"?>
<Relationships xmlns="http://schemas.openxmlformats.org/package/2006/relationships"><Relationship Id="rId8" Type="http://schemas.openxmlformats.org/officeDocument/2006/relationships/image" Target="../media/image120.png"/><Relationship Id="rId3" Type="http://schemas.openxmlformats.org/officeDocument/2006/relationships/notesSlide" Target="../notesSlides/notesSlide28.xml"/><Relationship Id="rId7" Type="http://schemas.openxmlformats.org/officeDocument/2006/relationships/image" Target="../media/image119.svg"/><Relationship Id="rId12" Type="http://schemas.openxmlformats.org/officeDocument/2006/relationships/image" Target="../media/image65.svg"/><Relationship Id="rId2" Type="http://schemas.openxmlformats.org/officeDocument/2006/relationships/slideLayout" Target="../slideLayouts/slideLayout9.xml"/><Relationship Id="rId1" Type="http://schemas.openxmlformats.org/officeDocument/2006/relationships/tags" Target="../tags/tag137.xml"/><Relationship Id="rId6" Type="http://schemas.openxmlformats.org/officeDocument/2006/relationships/image" Target="../media/image118.png"/><Relationship Id="rId11" Type="http://schemas.openxmlformats.org/officeDocument/2006/relationships/image" Target="../media/image64.png"/><Relationship Id="rId5" Type="http://schemas.openxmlformats.org/officeDocument/2006/relationships/image" Target="../media/image117.svg"/><Relationship Id="rId10" Type="http://schemas.openxmlformats.org/officeDocument/2006/relationships/image" Target="../media/image122.png"/><Relationship Id="rId4" Type="http://schemas.openxmlformats.org/officeDocument/2006/relationships/image" Target="../media/image116.png"/><Relationship Id="rId9" Type="http://schemas.openxmlformats.org/officeDocument/2006/relationships/image" Target="../media/image121.svg"/></Relationships>
</file>

<file path=ppt/slides/_rels/slide29.xml.rels><?xml version="1.0" encoding="UTF-8" standalone="yes"?>
<Relationships xmlns="http://schemas.openxmlformats.org/package/2006/relationships"><Relationship Id="rId8" Type="http://schemas.openxmlformats.org/officeDocument/2006/relationships/image" Target="../media/image84.png"/><Relationship Id="rId13" Type="http://schemas.openxmlformats.org/officeDocument/2006/relationships/image" Target="../media/image89.svg"/><Relationship Id="rId18" Type="http://schemas.openxmlformats.org/officeDocument/2006/relationships/image" Target="../media/image104.png"/><Relationship Id="rId3" Type="http://schemas.openxmlformats.org/officeDocument/2006/relationships/notesSlide" Target="../notesSlides/notesSlide29.xml"/><Relationship Id="rId21" Type="http://schemas.openxmlformats.org/officeDocument/2006/relationships/image" Target="../media/image111.svg"/><Relationship Id="rId7" Type="http://schemas.openxmlformats.org/officeDocument/2006/relationships/image" Target="../media/image82.svg"/><Relationship Id="rId12" Type="http://schemas.openxmlformats.org/officeDocument/2006/relationships/image" Target="../media/image88.png"/><Relationship Id="rId17" Type="http://schemas.openxmlformats.org/officeDocument/2006/relationships/image" Target="../media/image115.svg"/><Relationship Id="rId2" Type="http://schemas.openxmlformats.org/officeDocument/2006/relationships/slideLayout" Target="../slideLayouts/slideLayout9.xml"/><Relationship Id="rId16" Type="http://schemas.openxmlformats.org/officeDocument/2006/relationships/image" Target="../media/image127.png"/><Relationship Id="rId20" Type="http://schemas.openxmlformats.org/officeDocument/2006/relationships/image" Target="../media/image110.png"/><Relationship Id="rId1" Type="http://schemas.openxmlformats.org/officeDocument/2006/relationships/tags" Target="../tags/tag138.xml"/><Relationship Id="rId6" Type="http://schemas.openxmlformats.org/officeDocument/2006/relationships/image" Target="../media/image81.png"/><Relationship Id="rId11" Type="http://schemas.openxmlformats.org/officeDocument/2006/relationships/image" Target="../media/image87.svg"/><Relationship Id="rId5" Type="http://schemas.openxmlformats.org/officeDocument/2006/relationships/image" Target="../media/image124.svg"/><Relationship Id="rId15" Type="http://schemas.openxmlformats.org/officeDocument/2006/relationships/image" Target="../media/image126.svg"/><Relationship Id="rId10" Type="http://schemas.openxmlformats.org/officeDocument/2006/relationships/image" Target="../media/image86.png"/><Relationship Id="rId19" Type="http://schemas.openxmlformats.org/officeDocument/2006/relationships/image" Target="../media/image105.svg"/><Relationship Id="rId4" Type="http://schemas.openxmlformats.org/officeDocument/2006/relationships/image" Target="../media/image123.png"/><Relationship Id="rId9" Type="http://schemas.openxmlformats.org/officeDocument/2006/relationships/image" Target="../media/image85.svg"/><Relationship Id="rId14" Type="http://schemas.openxmlformats.org/officeDocument/2006/relationships/image" Target="../media/image125.png"/></Relationships>
</file>

<file path=ppt/slides/_rels/slide30.xml.rels><?xml version="1.0" encoding="UTF-8" standalone="yes"?>
<Relationships xmlns="http://schemas.openxmlformats.org/package/2006/relationships"><Relationship Id="rId8" Type="http://schemas.openxmlformats.org/officeDocument/2006/relationships/image" Target="../media/image129.png"/><Relationship Id="rId3" Type="http://schemas.openxmlformats.org/officeDocument/2006/relationships/notesSlide" Target="../notesSlides/notesSlide30.xml"/><Relationship Id="rId7" Type="http://schemas.openxmlformats.org/officeDocument/2006/relationships/image" Target="../media/image65.svg"/><Relationship Id="rId12" Type="http://schemas.openxmlformats.org/officeDocument/2006/relationships/image" Target="../media/image133.png"/><Relationship Id="rId2" Type="http://schemas.openxmlformats.org/officeDocument/2006/relationships/slideLayout" Target="../slideLayouts/slideLayout9.xml"/><Relationship Id="rId1" Type="http://schemas.openxmlformats.org/officeDocument/2006/relationships/tags" Target="../tags/tag139.xml"/><Relationship Id="rId6" Type="http://schemas.openxmlformats.org/officeDocument/2006/relationships/image" Target="../media/image64.png"/><Relationship Id="rId11" Type="http://schemas.openxmlformats.org/officeDocument/2006/relationships/image" Target="../media/image132.svg"/><Relationship Id="rId5" Type="http://schemas.openxmlformats.org/officeDocument/2006/relationships/image" Target="../media/image45.svg"/><Relationship Id="rId10" Type="http://schemas.openxmlformats.org/officeDocument/2006/relationships/image" Target="../media/image131.png"/><Relationship Id="rId4" Type="http://schemas.openxmlformats.org/officeDocument/2006/relationships/image" Target="../media/image128.png"/><Relationship Id="rId9" Type="http://schemas.openxmlformats.org/officeDocument/2006/relationships/image" Target="../media/image130.sv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9.xml"/><Relationship Id="rId1" Type="http://schemas.openxmlformats.org/officeDocument/2006/relationships/tags" Target="../tags/tag140.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58.xml"/><Relationship Id="rId1" Type="http://schemas.openxmlformats.org/officeDocument/2006/relationships/tags" Target="../tags/tag141.xml"/><Relationship Id="rId4" Type="http://schemas.openxmlformats.org/officeDocument/2006/relationships/image" Target="../media/image59.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4.xml"/><Relationship Id="rId1" Type="http://schemas.openxmlformats.org/officeDocument/2006/relationships/tags" Target="../tags/tag14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58.xml"/><Relationship Id="rId1" Type="http://schemas.openxmlformats.org/officeDocument/2006/relationships/tags" Target="../tags/tag143.xml"/><Relationship Id="rId4" Type="http://schemas.openxmlformats.org/officeDocument/2006/relationships/image" Target="../media/image134.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9.xml"/><Relationship Id="rId1" Type="http://schemas.openxmlformats.org/officeDocument/2006/relationships/tags" Target="../tags/tag144.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4.xml"/><Relationship Id="rId1" Type="http://schemas.openxmlformats.org/officeDocument/2006/relationships/tags" Target="../tags/tag145.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7" Type="http://schemas.openxmlformats.org/officeDocument/2006/relationships/image" Target="../media/image138.svg"/><Relationship Id="rId2" Type="http://schemas.openxmlformats.org/officeDocument/2006/relationships/slideLayout" Target="../slideLayouts/slideLayout9.xml"/><Relationship Id="rId1" Type="http://schemas.openxmlformats.org/officeDocument/2006/relationships/tags" Target="../tags/tag146.xml"/><Relationship Id="rId6" Type="http://schemas.openxmlformats.org/officeDocument/2006/relationships/image" Target="../media/image137.png"/><Relationship Id="rId5" Type="http://schemas.openxmlformats.org/officeDocument/2006/relationships/image" Target="../media/image136.svg"/><Relationship Id="rId4" Type="http://schemas.openxmlformats.org/officeDocument/2006/relationships/image" Target="../media/image135.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79.xml"/><Relationship Id="rId1" Type="http://schemas.openxmlformats.org/officeDocument/2006/relationships/tags" Target="../tags/tag147.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3.xml"/><Relationship Id="rId1" Type="http://schemas.openxmlformats.org/officeDocument/2006/relationships/tags" Target="../tags/tag148.xml"/><Relationship Id="rId5" Type="http://schemas.openxmlformats.org/officeDocument/2006/relationships/image" Target="../media/image140.svg"/><Relationship Id="rId4" Type="http://schemas.openxmlformats.org/officeDocument/2006/relationships/image" Target="../media/image139.png"/></Relationships>
</file>

<file path=ppt/slides/_rels/slide40.xml.rels><?xml version="1.0" encoding="UTF-8" standalone="yes"?>
<Relationships xmlns="http://schemas.openxmlformats.org/package/2006/relationships"><Relationship Id="rId8" Type="http://schemas.openxmlformats.org/officeDocument/2006/relationships/image" Target="../media/image145.png"/><Relationship Id="rId3" Type="http://schemas.openxmlformats.org/officeDocument/2006/relationships/notesSlide" Target="../notesSlides/notesSlide40.xml"/><Relationship Id="rId7" Type="http://schemas.openxmlformats.org/officeDocument/2006/relationships/image" Target="../media/image144.svg"/><Relationship Id="rId2" Type="http://schemas.openxmlformats.org/officeDocument/2006/relationships/slideLayout" Target="../slideLayouts/slideLayout9.xml"/><Relationship Id="rId1" Type="http://schemas.openxmlformats.org/officeDocument/2006/relationships/tags" Target="../tags/tag149.xml"/><Relationship Id="rId6" Type="http://schemas.openxmlformats.org/officeDocument/2006/relationships/image" Target="../media/image143.png"/><Relationship Id="rId5" Type="http://schemas.openxmlformats.org/officeDocument/2006/relationships/image" Target="../media/image142.svg"/><Relationship Id="rId4" Type="http://schemas.openxmlformats.org/officeDocument/2006/relationships/image" Target="../media/image141.png"/><Relationship Id="rId9" Type="http://schemas.openxmlformats.org/officeDocument/2006/relationships/image" Target="../media/image146.svg"/></Relationships>
</file>

<file path=ppt/slides/_rels/slide41.xml.rels><?xml version="1.0" encoding="UTF-8" standalone="yes"?>
<Relationships xmlns="http://schemas.openxmlformats.org/package/2006/relationships"><Relationship Id="rId8" Type="http://schemas.openxmlformats.org/officeDocument/2006/relationships/image" Target="../media/image147.png"/><Relationship Id="rId13" Type="http://schemas.openxmlformats.org/officeDocument/2006/relationships/image" Target="../media/image152.svg"/><Relationship Id="rId3" Type="http://schemas.openxmlformats.org/officeDocument/2006/relationships/notesSlide" Target="../notesSlides/notesSlide41.xml"/><Relationship Id="rId7" Type="http://schemas.openxmlformats.org/officeDocument/2006/relationships/image" Target="../media/image142.svg"/><Relationship Id="rId12" Type="http://schemas.openxmlformats.org/officeDocument/2006/relationships/image" Target="../media/image151.png"/><Relationship Id="rId2" Type="http://schemas.openxmlformats.org/officeDocument/2006/relationships/slideLayout" Target="../slideLayouts/slideLayout9.xml"/><Relationship Id="rId1" Type="http://schemas.openxmlformats.org/officeDocument/2006/relationships/tags" Target="../tags/tag150.xml"/><Relationship Id="rId6" Type="http://schemas.openxmlformats.org/officeDocument/2006/relationships/image" Target="../media/image141.png"/><Relationship Id="rId11" Type="http://schemas.openxmlformats.org/officeDocument/2006/relationships/image" Target="../media/image150.svg"/><Relationship Id="rId5" Type="http://schemas.openxmlformats.org/officeDocument/2006/relationships/image" Target="../media/image146.svg"/><Relationship Id="rId15" Type="http://schemas.openxmlformats.org/officeDocument/2006/relationships/image" Target="../media/image144.svg"/><Relationship Id="rId10" Type="http://schemas.openxmlformats.org/officeDocument/2006/relationships/image" Target="../media/image149.png"/><Relationship Id="rId4" Type="http://schemas.openxmlformats.org/officeDocument/2006/relationships/image" Target="../media/image145.png"/><Relationship Id="rId9" Type="http://schemas.openxmlformats.org/officeDocument/2006/relationships/image" Target="../media/image148.svg"/><Relationship Id="rId14" Type="http://schemas.openxmlformats.org/officeDocument/2006/relationships/image" Target="../media/image143.png"/></Relationships>
</file>

<file path=ppt/slides/_rels/slide42.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150.svg"/><Relationship Id="rId3" Type="http://schemas.openxmlformats.org/officeDocument/2006/relationships/notesSlide" Target="../notesSlides/notesSlide42.xml"/><Relationship Id="rId7" Type="http://schemas.openxmlformats.org/officeDocument/2006/relationships/image" Target="../media/image142.svg"/><Relationship Id="rId12" Type="http://schemas.openxmlformats.org/officeDocument/2006/relationships/image" Target="../media/image149.png"/><Relationship Id="rId17" Type="http://schemas.openxmlformats.org/officeDocument/2006/relationships/image" Target="../media/image144.svg"/><Relationship Id="rId2" Type="http://schemas.openxmlformats.org/officeDocument/2006/relationships/slideLayout" Target="../slideLayouts/slideLayout9.xml"/><Relationship Id="rId16" Type="http://schemas.openxmlformats.org/officeDocument/2006/relationships/image" Target="../media/image143.png"/><Relationship Id="rId1" Type="http://schemas.openxmlformats.org/officeDocument/2006/relationships/tags" Target="../tags/tag151.xml"/><Relationship Id="rId6" Type="http://schemas.openxmlformats.org/officeDocument/2006/relationships/image" Target="../media/image141.png"/><Relationship Id="rId11" Type="http://schemas.openxmlformats.org/officeDocument/2006/relationships/image" Target="../media/image148.svg"/><Relationship Id="rId5" Type="http://schemas.openxmlformats.org/officeDocument/2006/relationships/image" Target="../media/image146.svg"/><Relationship Id="rId15" Type="http://schemas.openxmlformats.org/officeDocument/2006/relationships/image" Target="../media/image152.svg"/><Relationship Id="rId10" Type="http://schemas.openxmlformats.org/officeDocument/2006/relationships/image" Target="../media/image147.png"/><Relationship Id="rId4" Type="http://schemas.openxmlformats.org/officeDocument/2006/relationships/image" Target="../media/image145.png"/><Relationship Id="rId9" Type="http://schemas.openxmlformats.org/officeDocument/2006/relationships/image" Target="../media/image33.svg"/><Relationship Id="rId14" Type="http://schemas.openxmlformats.org/officeDocument/2006/relationships/image" Target="../media/image151.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69.xml"/><Relationship Id="rId1" Type="http://schemas.openxmlformats.org/officeDocument/2006/relationships/tags" Target="../tags/tag152.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69.xml"/><Relationship Id="rId1" Type="http://schemas.openxmlformats.org/officeDocument/2006/relationships/tags" Target="../tags/tag153.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9.xml"/><Relationship Id="rId1" Type="http://schemas.openxmlformats.org/officeDocument/2006/relationships/tags" Target="../tags/tag154.xml"/></Relationships>
</file>

<file path=ppt/slides/_rels/slide46.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150.svg"/><Relationship Id="rId3" Type="http://schemas.openxmlformats.org/officeDocument/2006/relationships/notesSlide" Target="../notesSlides/notesSlide46.xml"/><Relationship Id="rId7" Type="http://schemas.openxmlformats.org/officeDocument/2006/relationships/image" Target="../media/image142.svg"/><Relationship Id="rId12" Type="http://schemas.openxmlformats.org/officeDocument/2006/relationships/image" Target="../media/image149.png"/><Relationship Id="rId17" Type="http://schemas.openxmlformats.org/officeDocument/2006/relationships/image" Target="../media/image144.svg"/><Relationship Id="rId2" Type="http://schemas.openxmlformats.org/officeDocument/2006/relationships/slideLayout" Target="../slideLayouts/slideLayout9.xml"/><Relationship Id="rId16" Type="http://schemas.openxmlformats.org/officeDocument/2006/relationships/image" Target="../media/image143.png"/><Relationship Id="rId1" Type="http://schemas.openxmlformats.org/officeDocument/2006/relationships/tags" Target="../tags/tag155.xml"/><Relationship Id="rId6" Type="http://schemas.openxmlformats.org/officeDocument/2006/relationships/image" Target="../media/image141.png"/><Relationship Id="rId11" Type="http://schemas.openxmlformats.org/officeDocument/2006/relationships/image" Target="../media/image148.svg"/><Relationship Id="rId5" Type="http://schemas.openxmlformats.org/officeDocument/2006/relationships/image" Target="../media/image146.svg"/><Relationship Id="rId15" Type="http://schemas.openxmlformats.org/officeDocument/2006/relationships/image" Target="../media/image152.svg"/><Relationship Id="rId10" Type="http://schemas.openxmlformats.org/officeDocument/2006/relationships/image" Target="../media/image147.png"/><Relationship Id="rId4" Type="http://schemas.openxmlformats.org/officeDocument/2006/relationships/image" Target="../media/image145.png"/><Relationship Id="rId9" Type="http://schemas.openxmlformats.org/officeDocument/2006/relationships/image" Target="../media/image33.svg"/><Relationship Id="rId14" Type="http://schemas.openxmlformats.org/officeDocument/2006/relationships/image" Target="../media/image151.png"/></Relationships>
</file>

<file path=ppt/slides/_rels/slide47.xml.rels><?xml version="1.0" encoding="UTF-8" standalone="yes"?>
<Relationships xmlns="http://schemas.openxmlformats.org/package/2006/relationships"><Relationship Id="rId8" Type="http://schemas.openxmlformats.org/officeDocument/2006/relationships/image" Target="../media/image157.png"/><Relationship Id="rId3" Type="http://schemas.openxmlformats.org/officeDocument/2006/relationships/notesSlide" Target="../notesSlides/notesSlide47.xml"/><Relationship Id="rId7" Type="http://schemas.openxmlformats.org/officeDocument/2006/relationships/image" Target="../media/image156.svg"/><Relationship Id="rId2" Type="http://schemas.openxmlformats.org/officeDocument/2006/relationships/slideLayout" Target="../slideLayouts/slideLayout42.xml"/><Relationship Id="rId1" Type="http://schemas.openxmlformats.org/officeDocument/2006/relationships/tags" Target="../tags/tag156.xml"/><Relationship Id="rId6" Type="http://schemas.openxmlformats.org/officeDocument/2006/relationships/image" Target="../media/image155.png"/><Relationship Id="rId5" Type="http://schemas.openxmlformats.org/officeDocument/2006/relationships/image" Target="../media/image154.svg"/><Relationship Id="rId10" Type="http://schemas.openxmlformats.org/officeDocument/2006/relationships/image" Target="../media/image159.svg"/><Relationship Id="rId4" Type="http://schemas.openxmlformats.org/officeDocument/2006/relationships/image" Target="../media/image153.png"/><Relationship Id="rId9" Type="http://schemas.openxmlformats.org/officeDocument/2006/relationships/image" Target="../media/image158.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41.xml"/><Relationship Id="rId1" Type="http://schemas.openxmlformats.org/officeDocument/2006/relationships/tags" Target="../tags/tag157.xml"/><Relationship Id="rId6" Type="http://schemas.openxmlformats.org/officeDocument/2006/relationships/image" Target="../media/image157.png"/><Relationship Id="rId5" Type="http://schemas.openxmlformats.org/officeDocument/2006/relationships/image" Target="../media/image161.svg"/><Relationship Id="rId4" Type="http://schemas.openxmlformats.org/officeDocument/2006/relationships/image" Target="../media/image160.png"/></Relationships>
</file>

<file path=ppt/slides/_rels/slide49.xml.rels><?xml version="1.0" encoding="UTF-8" standalone="yes"?>
<Relationships xmlns="http://schemas.openxmlformats.org/package/2006/relationships"><Relationship Id="rId8" Type="http://schemas.openxmlformats.org/officeDocument/2006/relationships/image" Target="../media/image154.svg"/><Relationship Id="rId3" Type="http://schemas.openxmlformats.org/officeDocument/2006/relationships/notesSlide" Target="../notesSlides/notesSlide49.xml"/><Relationship Id="rId7" Type="http://schemas.openxmlformats.org/officeDocument/2006/relationships/image" Target="../media/image153.png"/><Relationship Id="rId2" Type="http://schemas.openxmlformats.org/officeDocument/2006/relationships/slideLayout" Target="../slideLayouts/slideLayout9.xml"/><Relationship Id="rId1" Type="http://schemas.openxmlformats.org/officeDocument/2006/relationships/tags" Target="../tags/tag158.xml"/><Relationship Id="rId6" Type="http://schemas.openxmlformats.org/officeDocument/2006/relationships/image" Target="../media/image157.png"/><Relationship Id="rId5" Type="http://schemas.openxmlformats.org/officeDocument/2006/relationships/image" Target="../media/image35.svg"/><Relationship Id="rId4" Type="http://schemas.openxmlformats.org/officeDocument/2006/relationships/image" Target="../media/image34.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41.xml"/><Relationship Id="rId1" Type="http://schemas.openxmlformats.org/officeDocument/2006/relationships/tags" Target="../tags/tag159.xml"/><Relationship Id="rId5" Type="http://schemas.openxmlformats.org/officeDocument/2006/relationships/image" Target="../media/image161.svg"/><Relationship Id="rId4" Type="http://schemas.openxmlformats.org/officeDocument/2006/relationships/image" Target="../media/image160.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69.xml"/><Relationship Id="rId1" Type="http://schemas.openxmlformats.org/officeDocument/2006/relationships/tags" Target="../tags/tag160.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3.xml"/><Relationship Id="rId1" Type="http://schemas.openxmlformats.org/officeDocument/2006/relationships/tags" Target="../tags/tag161.xml"/><Relationship Id="rId5" Type="http://schemas.openxmlformats.org/officeDocument/2006/relationships/image" Target="../media/image163.svg"/><Relationship Id="rId4" Type="http://schemas.openxmlformats.org/officeDocument/2006/relationships/image" Target="../media/image162.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58.xml"/><Relationship Id="rId1" Type="http://schemas.openxmlformats.org/officeDocument/2006/relationships/tags" Target="../tags/tag162.xml"/><Relationship Id="rId4" Type="http://schemas.openxmlformats.org/officeDocument/2006/relationships/image" Target="../media/image59.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4.xml"/><Relationship Id="rId1" Type="http://schemas.openxmlformats.org/officeDocument/2006/relationships/tags" Target="../tags/tag163.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9.xml"/><Relationship Id="rId1" Type="http://schemas.openxmlformats.org/officeDocument/2006/relationships/tags" Target="../tags/tag164.xml"/></Relationships>
</file>

<file path=ppt/slides/_rels/slide56.xml.rels><?xml version="1.0" encoding="UTF-8" standalone="yes"?>
<Relationships xmlns="http://schemas.openxmlformats.org/package/2006/relationships"><Relationship Id="rId8" Type="http://schemas.openxmlformats.org/officeDocument/2006/relationships/image" Target="../media/image168.png"/><Relationship Id="rId3" Type="http://schemas.openxmlformats.org/officeDocument/2006/relationships/notesSlide" Target="../notesSlides/notesSlide56.xml"/><Relationship Id="rId7" Type="http://schemas.openxmlformats.org/officeDocument/2006/relationships/image" Target="../media/image167.svg"/><Relationship Id="rId2" Type="http://schemas.openxmlformats.org/officeDocument/2006/relationships/slideLayout" Target="../slideLayouts/slideLayout9.xml"/><Relationship Id="rId1" Type="http://schemas.openxmlformats.org/officeDocument/2006/relationships/tags" Target="../tags/tag165.xml"/><Relationship Id="rId6" Type="http://schemas.openxmlformats.org/officeDocument/2006/relationships/image" Target="../media/image166.png"/><Relationship Id="rId5" Type="http://schemas.openxmlformats.org/officeDocument/2006/relationships/image" Target="../media/image165.svg"/><Relationship Id="rId10" Type="http://schemas.openxmlformats.org/officeDocument/2006/relationships/image" Target="../media/image170.svg"/><Relationship Id="rId4" Type="http://schemas.openxmlformats.org/officeDocument/2006/relationships/image" Target="../media/image164.png"/><Relationship Id="rId9" Type="http://schemas.openxmlformats.org/officeDocument/2006/relationships/image" Target="../media/image169.png"/></Relationships>
</file>

<file path=ppt/slides/_rels/slide57.xml.rels><?xml version="1.0" encoding="UTF-8" standalone="yes"?>
<Relationships xmlns="http://schemas.openxmlformats.org/package/2006/relationships"><Relationship Id="rId8" Type="http://schemas.openxmlformats.org/officeDocument/2006/relationships/image" Target="../media/image173.png"/><Relationship Id="rId3" Type="http://schemas.openxmlformats.org/officeDocument/2006/relationships/notesSlide" Target="../notesSlides/notesSlide57.xml"/><Relationship Id="rId7" Type="http://schemas.openxmlformats.org/officeDocument/2006/relationships/image" Target="../media/image172.svg"/><Relationship Id="rId2" Type="http://schemas.openxmlformats.org/officeDocument/2006/relationships/slideLayout" Target="../slideLayouts/slideLayout15.xml"/><Relationship Id="rId1" Type="http://schemas.openxmlformats.org/officeDocument/2006/relationships/tags" Target="../tags/tag166.xml"/><Relationship Id="rId6" Type="http://schemas.openxmlformats.org/officeDocument/2006/relationships/image" Target="../media/image171.png"/><Relationship Id="rId5" Type="http://schemas.openxmlformats.org/officeDocument/2006/relationships/image" Target="../media/image165.svg"/><Relationship Id="rId10" Type="http://schemas.openxmlformats.org/officeDocument/2006/relationships/image" Target="../media/image168.png"/><Relationship Id="rId4" Type="http://schemas.openxmlformats.org/officeDocument/2006/relationships/image" Target="../media/image164.png"/><Relationship Id="rId9" Type="http://schemas.openxmlformats.org/officeDocument/2006/relationships/image" Target="../media/image167.sv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9.xml"/><Relationship Id="rId1" Type="http://schemas.openxmlformats.org/officeDocument/2006/relationships/tags" Target="../tags/tag167.xml"/></Relationships>
</file>

<file path=ppt/slides/_rels/slide59.xml.rels><?xml version="1.0" encoding="UTF-8" standalone="yes"?>
<Relationships xmlns="http://schemas.openxmlformats.org/package/2006/relationships"><Relationship Id="rId8" Type="http://schemas.openxmlformats.org/officeDocument/2006/relationships/image" Target="../media/image168.png"/><Relationship Id="rId3" Type="http://schemas.openxmlformats.org/officeDocument/2006/relationships/notesSlide" Target="../notesSlides/notesSlide59.xml"/><Relationship Id="rId7" Type="http://schemas.openxmlformats.org/officeDocument/2006/relationships/image" Target="../media/image167.svg"/><Relationship Id="rId12" Type="http://schemas.openxmlformats.org/officeDocument/2006/relationships/image" Target="../media/image175.svg"/><Relationship Id="rId2" Type="http://schemas.openxmlformats.org/officeDocument/2006/relationships/slideLayout" Target="../slideLayouts/slideLayout15.xml"/><Relationship Id="rId1" Type="http://schemas.openxmlformats.org/officeDocument/2006/relationships/tags" Target="../tags/tag168.xml"/><Relationship Id="rId6" Type="http://schemas.openxmlformats.org/officeDocument/2006/relationships/image" Target="../media/image173.png"/><Relationship Id="rId11" Type="http://schemas.openxmlformats.org/officeDocument/2006/relationships/image" Target="../media/image174.png"/><Relationship Id="rId5" Type="http://schemas.openxmlformats.org/officeDocument/2006/relationships/image" Target="../media/image172.svg"/><Relationship Id="rId10" Type="http://schemas.openxmlformats.org/officeDocument/2006/relationships/image" Target="../media/image165.svg"/><Relationship Id="rId4" Type="http://schemas.openxmlformats.org/officeDocument/2006/relationships/image" Target="../media/image171.png"/><Relationship Id="rId9" Type="http://schemas.openxmlformats.org/officeDocument/2006/relationships/image" Target="../media/image164.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9.xml"/><Relationship Id="rId1" Type="http://schemas.openxmlformats.org/officeDocument/2006/relationships/tags" Target="../tags/tag169.xml"/></Relationships>
</file>

<file path=ppt/slides/_rels/slide61.xml.rels><?xml version="1.0" encoding="UTF-8" standalone="yes"?>
<Relationships xmlns="http://schemas.openxmlformats.org/package/2006/relationships"><Relationship Id="rId8" Type="http://schemas.openxmlformats.org/officeDocument/2006/relationships/image" Target="../media/image168.png"/><Relationship Id="rId13" Type="http://schemas.openxmlformats.org/officeDocument/2006/relationships/image" Target="../media/image180.png"/><Relationship Id="rId18" Type="http://schemas.openxmlformats.org/officeDocument/2006/relationships/image" Target="../media/image185.svg"/><Relationship Id="rId3" Type="http://schemas.openxmlformats.org/officeDocument/2006/relationships/notesSlide" Target="../notesSlides/notesSlide61.xml"/><Relationship Id="rId7" Type="http://schemas.openxmlformats.org/officeDocument/2006/relationships/image" Target="../media/image167.svg"/><Relationship Id="rId12" Type="http://schemas.openxmlformats.org/officeDocument/2006/relationships/image" Target="../media/image172.svg"/><Relationship Id="rId17" Type="http://schemas.openxmlformats.org/officeDocument/2006/relationships/image" Target="../media/image184.png"/><Relationship Id="rId2" Type="http://schemas.openxmlformats.org/officeDocument/2006/relationships/slideLayout" Target="../slideLayouts/slideLayout41.xml"/><Relationship Id="rId16" Type="http://schemas.openxmlformats.org/officeDocument/2006/relationships/image" Target="../media/image183.svg"/><Relationship Id="rId1" Type="http://schemas.openxmlformats.org/officeDocument/2006/relationships/tags" Target="../tags/tag170.xml"/><Relationship Id="rId6" Type="http://schemas.openxmlformats.org/officeDocument/2006/relationships/image" Target="../media/image173.png"/><Relationship Id="rId11" Type="http://schemas.openxmlformats.org/officeDocument/2006/relationships/image" Target="../media/image171.png"/><Relationship Id="rId5" Type="http://schemas.openxmlformats.org/officeDocument/2006/relationships/image" Target="../media/image177.svg"/><Relationship Id="rId15" Type="http://schemas.openxmlformats.org/officeDocument/2006/relationships/image" Target="../media/image182.png"/><Relationship Id="rId10" Type="http://schemas.openxmlformats.org/officeDocument/2006/relationships/image" Target="../media/image179.svg"/><Relationship Id="rId4" Type="http://schemas.openxmlformats.org/officeDocument/2006/relationships/image" Target="../media/image176.png"/><Relationship Id="rId9" Type="http://schemas.openxmlformats.org/officeDocument/2006/relationships/image" Target="../media/image178.png"/><Relationship Id="rId14" Type="http://schemas.openxmlformats.org/officeDocument/2006/relationships/image" Target="../media/image181.sv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9.xml"/><Relationship Id="rId1" Type="http://schemas.openxmlformats.org/officeDocument/2006/relationships/tags" Target="../tags/tag171.xml"/></Relationships>
</file>

<file path=ppt/slides/_rels/slide63.xml.rels><?xml version="1.0" encoding="UTF-8" standalone="yes"?>
<Relationships xmlns="http://schemas.openxmlformats.org/package/2006/relationships"><Relationship Id="rId8" Type="http://schemas.openxmlformats.org/officeDocument/2006/relationships/image" Target="../media/image188.png"/><Relationship Id="rId13" Type="http://schemas.openxmlformats.org/officeDocument/2006/relationships/image" Target="../media/image190.png"/><Relationship Id="rId3" Type="http://schemas.openxmlformats.org/officeDocument/2006/relationships/notesSlide" Target="../notesSlides/notesSlide63.xml"/><Relationship Id="rId7" Type="http://schemas.openxmlformats.org/officeDocument/2006/relationships/image" Target="../media/image167.svg"/><Relationship Id="rId12" Type="http://schemas.openxmlformats.org/officeDocument/2006/relationships/image" Target="../media/image122.png"/><Relationship Id="rId2" Type="http://schemas.openxmlformats.org/officeDocument/2006/relationships/slideLayout" Target="../slideLayouts/slideLayout9.xml"/><Relationship Id="rId16" Type="http://schemas.openxmlformats.org/officeDocument/2006/relationships/image" Target="../media/image193.svg"/><Relationship Id="rId1" Type="http://schemas.openxmlformats.org/officeDocument/2006/relationships/tags" Target="../tags/tag172.xml"/><Relationship Id="rId6" Type="http://schemas.openxmlformats.org/officeDocument/2006/relationships/image" Target="../media/image173.png"/><Relationship Id="rId11" Type="http://schemas.openxmlformats.org/officeDocument/2006/relationships/image" Target="../media/image165.svg"/><Relationship Id="rId5" Type="http://schemas.openxmlformats.org/officeDocument/2006/relationships/image" Target="../media/image187.svg"/><Relationship Id="rId15" Type="http://schemas.openxmlformats.org/officeDocument/2006/relationships/image" Target="../media/image192.png"/><Relationship Id="rId10" Type="http://schemas.openxmlformats.org/officeDocument/2006/relationships/image" Target="../media/image164.png"/><Relationship Id="rId4" Type="http://schemas.openxmlformats.org/officeDocument/2006/relationships/image" Target="../media/image186.png"/><Relationship Id="rId9" Type="http://schemas.openxmlformats.org/officeDocument/2006/relationships/image" Target="../media/image189.svg"/><Relationship Id="rId14" Type="http://schemas.openxmlformats.org/officeDocument/2006/relationships/image" Target="../media/image191.svg"/></Relationships>
</file>

<file path=ppt/slides/_rels/slide64.xml.rels><?xml version="1.0" encoding="UTF-8" standalone="yes"?>
<Relationships xmlns="http://schemas.openxmlformats.org/package/2006/relationships"><Relationship Id="rId8" Type="http://schemas.openxmlformats.org/officeDocument/2006/relationships/image" Target="../media/image164.png"/><Relationship Id="rId13" Type="http://schemas.openxmlformats.org/officeDocument/2006/relationships/image" Target="../media/image192.png"/><Relationship Id="rId18" Type="http://schemas.openxmlformats.org/officeDocument/2006/relationships/image" Target="../media/image195.svg"/><Relationship Id="rId3" Type="http://schemas.openxmlformats.org/officeDocument/2006/relationships/notesSlide" Target="../notesSlides/notesSlide64.xml"/><Relationship Id="rId7" Type="http://schemas.openxmlformats.org/officeDocument/2006/relationships/image" Target="../media/image167.svg"/><Relationship Id="rId12" Type="http://schemas.openxmlformats.org/officeDocument/2006/relationships/image" Target="../media/image191.svg"/><Relationship Id="rId17" Type="http://schemas.openxmlformats.org/officeDocument/2006/relationships/image" Target="../media/image194.png"/><Relationship Id="rId2" Type="http://schemas.openxmlformats.org/officeDocument/2006/relationships/slideLayout" Target="../slideLayouts/slideLayout9.xml"/><Relationship Id="rId16" Type="http://schemas.openxmlformats.org/officeDocument/2006/relationships/image" Target="../media/image41.svg"/><Relationship Id="rId1" Type="http://schemas.openxmlformats.org/officeDocument/2006/relationships/tags" Target="../tags/tag173.xml"/><Relationship Id="rId6" Type="http://schemas.openxmlformats.org/officeDocument/2006/relationships/image" Target="../media/image173.png"/><Relationship Id="rId11" Type="http://schemas.openxmlformats.org/officeDocument/2006/relationships/image" Target="../media/image190.png"/><Relationship Id="rId5" Type="http://schemas.openxmlformats.org/officeDocument/2006/relationships/image" Target="../media/image187.svg"/><Relationship Id="rId15" Type="http://schemas.openxmlformats.org/officeDocument/2006/relationships/image" Target="../media/image40.png"/><Relationship Id="rId10" Type="http://schemas.openxmlformats.org/officeDocument/2006/relationships/image" Target="../media/image122.png"/><Relationship Id="rId4" Type="http://schemas.openxmlformats.org/officeDocument/2006/relationships/image" Target="../media/image186.png"/><Relationship Id="rId9" Type="http://schemas.openxmlformats.org/officeDocument/2006/relationships/image" Target="../media/image165.svg"/><Relationship Id="rId14" Type="http://schemas.openxmlformats.org/officeDocument/2006/relationships/image" Target="../media/image193.sv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13.xml"/><Relationship Id="rId1" Type="http://schemas.openxmlformats.org/officeDocument/2006/relationships/tags" Target="../tags/tag174.xml"/><Relationship Id="rId5" Type="http://schemas.openxmlformats.org/officeDocument/2006/relationships/image" Target="../media/image195.svg"/><Relationship Id="rId4" Type="http://schemas.openxmlformats.org/officeDocument/2006/relationships/image" Target="../media/image196.pn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79.xml"/><Relationship Id="rId1" Type="http://schemas.openxmlformats.org/officeDocument/2006/relationships/tags" Target="../tags/tag175.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9.xml"/><Relationship Id="rId1" Type="http://schemas.openxmlformats.org/officeDocument/2006/relationships/tags" Target="../tags/tag176.xml"/></Relationships>
</file>

<file path=ppt/slides/_rels/slide68.xml.rels><?xml version="1.0" encoding="UTF-8" standalone="yes"?>
<Relationships xmlns="http://schemas.openxmlformats.org/package/2006/relationships"><Relationship Id="rId8" Type="http://schemas.openxmlformats.org/officeDocument/2006/relationships/image" Target="../media/image198.png"/><Relationship Id="rId3" Type="http://schemas.openxmlformats.org/officeDocument/2006/relationships/notesSlide" Target="../notesSlides/notesSlide68.xml"/><Relationship Id="rId7" Type="http://schemas.openxmlformats.org/officeDocument/2006/relationships/image" Target="../media/image50.svg"/><Relationship Id="rId2" Type="http://schemas.openxmlformats.org/officeDocument/2006/relationships/slideLayout" Target="../slideLayouts/slideLayout9.xml"/><Relationship Id="rId1" Type="http://schemas.openxmlformats.org/officeDocument/2006/relationships/tags" Target="../tags/tag177.xml"/><Relationship Id="rId6" Type="http://schemas.openxmlformats.org/officeDocument/2006/relationships/image" Target="../media/image49.png"/><Relationship Id="rId5" Type="http://schemas.openxmlformats.org/officeDocument/2006/relationships/image" Target="../media/image197.svg"/><Relationship Id="rId10" Type="http://schemas.openxmlformats.org/officeDocument/2006/relationships/image" Target="../media/image165.svg"/><Relationship Id="rId4" Type="http://schemas.openxmlformats.org/officeDocument/2006/relationships/image" Target="../media/image34.png"/><Relationship Id="rId9" Type="http://schemas.openxmlformats.org/officeDocument/2006/relationships/image" Target="../media/image164.png"/></Relationships>
</file>

<file path=ppt/slides/_rels/slide69.xml.rels><?xml version="1.0" encoding="UTF-8" standalone="yes"?>
<Relationships xmlns="http://schemas.openxmlformats.org/package/2006/relationships"><Relationship Id="rId8" Type="http://schemas.openxmlformats.org/officeDocument/2006/relationships/image" Target="../media/image198.png"/><Relationship Id="rId3" Type="http://schemas.openxmlformats.org/officeDocument/2006/relationships/notesSlide" Target="../notesSlides/notesSlide69.xml"/><Relationship Id="rId7" Type="http://schemas.openxmlformats.org/officeDocument/2006/relationships/image" Target="../media/image50.svg"/><Relationship Id="rId12" Type="http://schemas.openxmlformats.org/officeDocument/2006/relationships/image" Target="../media/image130.svg"/><Relationship Id="rId2" Type="http://schemas.openxmlformats.org/officeDocument/2006/relationships/slideLayout" Target="../slideLayouts/slideLayout9.xml"/><Relationship Id="rId1" Type="http://schemas.openxmlformats.org/officeDocument/2006/relationships/tags" Target="../tags/tag178.xml"/><Relationship Id="rId6" Type="http://schemas.openxmlformats.org/officeDocument/2006/relationships/image" Target="../media/image49.png"/><Relationship Id="rId11" Type="http://schemas.openxmlformats.org/officeDocument/2006/relationships/image" Target="../media/image129.png"/><Relationship Id="rId5" Type="http://schemas.openxmlformats.org/officeDocument/2006/relationships/image" Target="../media/image197.svg"/><Relationship Id="rId10" Type="http://schemas.openxmlformats.org/officeDocument/2006/relationships/image" Target="../media/image165.svg"/><Relationship Id="rId4" Type="http://schemas.openxmlformats.org/officeDocument/2006/relationships/image" Target="../media/image34.png"/><Relationship Id="rId9" Type="http://schemas.openxmlformats.org/officeDocument/2006/relationships/image" Target="../media/image164.png"/></Relationships>
</file>

<file path=ppt/slides/_rels/slide70.xml.rels><?xml version="1.0" encoding="UTF-8" standalone="yes"?>
<Relationships xmlns="http://schemas.openxmlformats.org/package/2006/relationships"><Relationship Id="rId8" Type="http://schemas.openxmlformats.org/officeDocument/2006/relationships/image" Target="../media/image199.png"/><Relationship Id="rId3" Type="http://schemas.openxmlformats.org/officeDocument/2006/relationships/notesSlide" Target="../notesSlides/notesSlide70.xml"/><Relationship Id="rId7" Type="http://schemas.openxmlformats.org/officeDocument/2006/relationships/image" Target="../media/image165.svg"/><Relationship Id="rId2" Type="http://schemas.openxmlformats.org/officeDocument/2006/relationships/slideLayout" Target="../slideLayouts/slideLayout9.xml"/><Relationship Id="rId1" Type="http://schemas.openxmlformats.org/officeDocument/2006/relationships/tags" Target="../tags/tag179.xml"/><Relationship Id="rId6" Type="http://schemas.openxmlformats.org/officeDocument/2006/relationships/image" Target="../media/image164.png"/><Relationship Id="rId11" Type="http://schemas.openxmlformats.org/officeDocument/2006/relationships/image" Target="../media/image202.svg"/><Relationship Id="rId5" Type="http://schemas.openxmlformats.org/officeDocument/2006/relationships/image" Target="../media/image122.png"/><Relationship Id="rId10" Type="http://schemas.openxmlformats.org/officeDocument/2006/relationships/image" Target="../media/image201.png"/><Relationship Id="rId4" Type="http://schemas.openxmlformats.org/officeDocument/2006/relationships/image" Target="../media/image198.png"/><Relationship Id="rId9" Type="http://schemas.openxmlformats.org/officeDocument/2006/relationships/image" Target="../media/image200.svg"/></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58.xml"/><Relationship Id="rId1" Type="http://schemas.openxmlformats.org/officeDocument/2006/relationships/tags" Target="../tags/tag180.xml"/><Relationship Id="rId4" Type="http://schemas.openxmlformats.org/officeDocument/2006/relationships/image" Target="../media/image59.png"/></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4.xml"/><Relationship Id="rId1" Type="http://schemas.openxmlformats.org/officeDocument/2006/relationships/tags" Target="../tags/tag181.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58.xml"/><Relationship Id="rId1" Type="http://schemas.openxmlformats.org/officeDocument/2006/relationships/tags" Target="../tags/tag182.xml"/><Relationship Id="rId4" Type="http://schemas.openxmlformats.org/officeDocument/2006/relationships/image" Target="../media/image134.png"/></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9.xml"/><Relationship Id="rId1" Type="http://schemas.openxmlformats.org/officeDocument/2006/relationships/tags" Target="../tags/tag183.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4.xml"/><Relationship Id="rId1" Type="http://schemas.openxmlformats.org/officeDocument/2006/relationships/tags" Target="../tags/tag184.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9.xml"/><Relationship Id="rId1" Type="http://schemas.openxmlformats.org/officeDocument/2006/relationships/tags" Target="../tags/tag185.xml"/><Relationship Id="rId4" Type="http://schemas.openxmlformats.org/officeDocument/2006/relationships/hyperlink" Target="https://aws.amazon.com/products/security/" TargetMode="External"/></Relationships>
</file>

<file path=ppt/slides/_rels/slide77.xml.rels><?xml version="1.0" encoding="UTF-8" standalone="yes"?>
<Relationships xmlns="http://schemas.openxmlformats.org/package/2006/relationships"><Relationship Id="rId8" Type="http://schemas.openxmlformats.org/officeDocument/2006/relationships/image" Target="../media/image207.svg"/><Relationship Id="rId13" Type="http://schemas.openxmlformats.org/officeDocument/2006/relationships/image" Target="../media/image212.gif"/><Relationship Id="rId3" Type="http://schemas.openxmlformats.org/officeDocument/2006/relationships/notesSlide" Target="../notesSlides/notesSlide77.xml"/><Relationship Id="rId7" Type="http://schemas.openxmlformats.org/officeDocument/2006/relationships/image" Target="../media/image206.png"/><Relationship Id="rId12" Type="http://schemas.openxmlformats.org/officeDocument/2006/relationships/image" Target="../media/image211.png"/><Relationship Id="rId2" Type="http://schemas.openxmlformats.org/officeDocument/2006/relationships/slideLayout" Target="../slideLayouts/slideLayout88.xml"/><Relationship Id="rId1" Type="http://schemas.openxmlformats.org/officeDocument/2006/relationships/tags" Target="../tags/tag186.xml"/><Relationship Id="rId6" Type="http://schemas.openxmlformats.org/officeDocument/2006/relationships/image" Target="../media/image205.gif"/><Relationship Id="rId11" Type="http://schemas.openxmlformats.org/officeDocument/2006/relationships/image" Target="../media/image210.svg"/><Relationship Id="rId5" Type="http://schemas.openxmlformats.org/officeDocument/2006/relationships/image" Target="../media/image204.svg"/><Relationship Id="rId10" Type="http://schemas.openxmlformats.org/officeDocument/2006/relationships/image" Target="../media/image209.png"/><Relationship Id="rId4" Type="http://schemas.openxmlformats.org/officeDocument/2006/relationships/image" Target="../media/image203.png"/><Relationship Id="rId9" Type="http://schemas.openxmlformats.org/officeDocument/2006/relationships/image" Target="../media/image208.gif"/><Relationship Id="rId14" Type="http://schemas.openxmlformats.org/officeDocument/2006/relationships/image" Target="../media/image213.gif"/></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83.xml"/><Relationship Id="rId1" Type="http://schemas.openxmlformats.org/officeDocument/2006/relationships/tags" Target="../tags/tag187.xml"/><Relationship Id="rId4" Type="http://schemas.openxmlformats.org/officeDocument/2006/relationships/image" Target="../media/image205.gif"/></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79.xml"/><Relationship Id="rId2" Type="http://schemas.openxmlformats.org/officeDocument/2006/relationships/slideLayout" Target="../slideLayouts/slideLayout83.xml"/><Relationship Id="rId1" Type="http://schemas.openxmlformats.org/officeDocument/2006/relationships/tags" Target="../tags/tag188.xml"/><Relationship Id="rId4" Type="http://schemas.openxmlformats.org/officeDocument/2006/relationships/image" Target="../media/image208.gif"/></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80.xml"/><Relationship Id="rId2" Type="http://schemas.openxmlformats.org/officeDocument/2006/relationships/slideLayout" Target="../slideLayouts/slideLayout83.xml"/><Relationship Id="rId1" Type="http://schemas.openxmlformats.org/officeDocument/2006/relationships/tags" Target="../tags/tag189.xml"/><Relationship Id="rId4" Type="http://schemas.openxmlformats.org/officeDocument/2006/relationships/image" Target="../media/image211.png"/></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81.xml"/><Relationship Id="rId2" Type="http://schemas.openxmlformats.org/officeDocument/2006/relationships/slideLayout" Target="../slideLayouts/slideLayout83.xml"/><Relationship Id="rId1" Type="http://schemas.openxmlformats.org/officeDocument/2006/relationships/tags" Target="../tags/tag190.xml"/><Relationship Id="rId4" Type="http://schemas.openxmlformats.org/officeDocument/2006/relationships/image" Target="../media/image212.gif"/></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82.xml"/><Relationship Id="rId2" Type="http://schemas.openxmlformats.org/officeDocument/2006/relationships/slideLayout" Target="../slideLayouts/slideLayout83.xml"/><Relationship Id="rId1" Type="http://schemas.openxmlformats.org/officeDocument/2006/relationships/tags" Target="../tags/tag191.xml"/><Relationship Id="rId4" Type="http://schemas.openxmlformats.org/officeDocument/2006/relationships/image" Target="../media/image213.gif"/></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83.xml"/><Relationship Id="rId2" Type="http://schemas.openxmlformats.org/officeDocument/2006/relationships/slideLayout" Target="../slideLayouts/slideLayout13.xml"/><Relationship Id="rId1" Type="http://schemas.openxmlformats.org/officeDocument/2006/relationships/tags" Target="../tags/tag192.xml"/><Relationship Id="rId5" Type="http://schemas.openxmlformats.org/officeDocument/2006/relationships/image" Target="../media/image215.svg"/><Relationship Id="rId4" Type="http://schemas.openxmlformats.org/officeDocument/2006/relationships/image" Target="../media/image214.png"/></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84.xml"/><Relationship Id="rId2" Type="http://schemas.openxmlformats.org/officeDocument/2006/relationships/slideLayout" Target="../slideLayouts/slideLayout58.xml"/><Relationship Id="rId1" Type="http://schemas.openxmlformats.org/officeDocument/2006/relationships/tags" Target="../tags/tag193.xml"/><Relationship Id="rId4" Type="http://schemas.openxmlformats.org/officeDocument/2006/relationships/image" Target="../media/image59.png"/></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85.xml"/><Relationship Id="rId2" Type="http://schemas.openxmlformats.org/officeDocument/2006/relationships/slideLayout" Target="../slideLayouts/slideLayout4.xml"/><Relationship Id="rId1" Type="http://schemas.openxmlformats.org/officeDocument/2006/relationships/tags" Target="../tags/tag194.xml"/></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86.xml"/><Relationship Id="rId2" Type="http://schemas.openxmlformats.org/officeDocument/2006/relationships/slideLayout" Target="../slideLayouts/slideLayout9.xml"/><Relationship Id="rId1" Type="http://schemas.openxmlformats.org/officeDocument/2006/relationships/tags" Target="../tags/tag195.xml"/></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87.xml"/><Relationship Id="rId2" Type="http://schemas.openxmlformats.org/officeDocument/2006/relationships/slideLayout" Target="../slideLayouts/slideLayout58.xml"/><Relationship Id="rId1" Type="http://schemas.openxmlformats.org/officeDocument/2006/relationships/tags" Target="../tags/tag196.xml"/><Relationship Id="rId4" Type="http://schemas.openxmlformats.org/officeDocument/2006/relationships/image" Target="../media/image216.png"/></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88.xml"/><Relationship Id="rId2" Type="http://schemas.openxmlformats.org/officeDocument/2006/relationships/slideLayout" Target="../slideLayouts/slideLayout59.xml"/><Relationship Id="rId1" Type="http://schemas.openxmlformats.org/officeDocument/2006/relationships/tags" Target="../tags/tag197.xml"/></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89.xml"/><Relationship Id="rId2" Type="http://schemas.openxmlformats.org/officeDocument/2006/relationships/slideLayout" Target="../slideLayouts/slideLayout59.xml"/><Relationship Id="rId1" Type="http://schemas.openxmlformats.org/officeDocument/2006/relationships/tags" Target="../tags/tag198.xml"/></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90.xml"/><Relationship Id="rId2" Type="http://schemas.openxmlformats.org/officeDocument/2006/relationships/slideLayout" Target="../slideLayouts/slideLayout59.xml"/><Relationship Id="rId1" Type="http://schemas.openxmlformats.org/officeDocument/2006/relationships/tags" Target="../tags/tag199.xml"/></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91.xml"/><Relationship Id="rId2" Type="http://schemas.openxmlformats.org/officeDocument/2006/relationships/slideLayout" Target="../slideLayouts/slideLayout8.xml"/><Relationship Id="rId1" Type="http://schemas.openxmlformats.org/officeDocument/2006/relationships/tags" Target="../tags/tag200.xml"/><Relationship Id="rId4" Type="http://schemas.openxmlformats.org/officeDocument/2006/relationships/hyperlink" Target="https://support.aws.amazon.com/#/contacts/aws-academ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a:extLst>
              <a:ext uri="{FF2B5EF4-FFF2-40B4-BE49-F238E27FC236}">
                <a16:creationId xmlns:a16="http://schemas.microsoft.com/office/drawing/2014/main" id="{2765EEF9-29F2-4F67-81A6-21307EFDF68D}"/>
              </a:ext>
            </a:extLst>
          </p:cNvPr>
          <p:cNvSpPr>
            <a:spLocks noGrp="1"/>
          </p:cNvSpPr>
          <p:nvPr>
            <p:ph type="sldNum" idx="97"/>
          </p:nvPr>
        </p:nvSpPr>
        <p:spPr/>
        <p:txBody>
          <a:bodyPr/>
          <a:lstStyle/>
          <a:p>
            <a:fld id="{4037B1B0-0345-4E15-985A-6BECCDBE474F}" type="slidenum">
              <a:rPr lang="en-US" smtClean="0"/>
              <a:pPr/>
              <a:t>1</a:t>
            </a:fld>
            <a:endParaRPr lang="en-US" dirty="0"/>
          </a:p>
        </p:txBody>
      </p:sp>
      <p:sp>
        <p:nvSpPr>
          <p:cNvPr id="12" name="Title">
            <a:extLst>
              <a:ext uri="{FF2B5EF4-FFF2-40B4-BE49-F238E27FC236}">
                <a16:creationId xmlns:a16="http://schemas.microsoft.com/office/drawing/2014/main" id="{C341766F-F436-46E9-A30C-DB5888AD0AA7}"/>
              </a:ext>
            </a:extLst>
          </p:cNvPr>
          <p:cNvSpPr>
            <a:spLocks noGrp="1"/>
          </p:cNvSpPr>
          <p:nvPr>
            <p:ph type="title" idx="1"/>
          </p:nvPr>
        </p:nvSpPr>
        <p:spPr/>
        <p:txBody>
          <a:bodyPr/>
          <a:lstStyle/>
          <a:p>
            <a:r>
              <a:rPr lang="en-US" dirty="0"/>
              <a:t>Securing User, Application, </a:t>
            </a:r>
            <a:br>
              <a:rPr lang="en-US" dirty="0"/>
            </a:br>
            <a:r>
              <a:rPr lang="en-US" dirty="0"/>
              <a:t>and Data Access</a:t>
            </a:r>
          </a:p>
        </p:txBody>
      </p:sp>
      <p:sp>
        <p:nvSpPr>
          <p:cNvPr id="7" name="Text Placeholder 6">
            <a:extLst>
              <a:ext uri="{FF2B5EF4-FFF2-40B4-BE49-F238E27FC236}">
                <a16:creationId xmlns:a16="http://schemas.microsoft.com/office/drawing/2014/main" id="{2CAF2D29-2980-4EDA-AF88-15884666C42C}"/>
              </a:ext>
            </a:extLst>
          </p:cNvPr>
          <p:cNvSpPr>
            <a:spLocks noGrp="1"/>
          </p:cNvSpPr>
          <p:nvPr>
            <p:ph type="body" idx="2"/>
          </p:nvPr>
        </p:nvSpPr>
        <p:spPr/>
        <p:txBody>
          <a:bodyPr/>
          <a:lstStyle/>
          <a:p>
            <a:r>
              <a:rPr lang="en-US" dirty="0"/>
              <a:t>AWS Academy Cloud Architecting</a:t>
            </a:r>
          </a:p>
        </p:txBody>
      </p:sp>
    </p:spTree>
    <p:custDataLst>
      <p:tags r:id="rId1"/>
    </p:custDataLst>
    <p:extLst>
      <p:ext uri="{BB962C8B-B14F-4D97-AF65-F5344CB8AC3E}">
        <p14:creationId xmlns:p14="http://schemas.microsoft.com/office/powerpoint/2010/main" val="12936684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A542E85F-89AA-4CF8-81DD-B47083528F54}"/>
              </a:ext>
            </a:extLst>
          </p:cNvPr>
          <p:cNvSpPr>
            <a:spLocks noGrp="1"/>
          </p:cNvSpPr>
          <p:nvPr>
            <p:ph type="sldNum" idx="97"/>
          </p:nvPr>
        </p:nvSpPr>
        <p:spPr/>
        <p:txBody>
          <a:bodyPr/>
          <a:lstStyle/>
          <a:p>
            <a:fld id="{4037B1B0-0345-4E15-985A-6BECCDBE474F}" type="slidenum">
              <a:rPr lang="en-US" smtClean="0"/>
              <a:pPr/>
              <a:t>2</a:t>
            </a:fld>
            <a:endParaRPr lang="en-US" dirty="0"/>
          </a:p>
        </p:txBody>
      </p:sp>
      <p:sp>
        <p:nvSpPr>
          <p:cNvPr id="5" name="Title">
            <a:extLst>
              <a:ext uri="{FF2B5EF4-FFF2-40B4-BE49-F238E27FC236}">
                <a16:creationId xmlns:a16="http://schemas.microsoft.com/office/drawing/2014/main" id="{7421A085-7841-4A79-873C-DC2174EB8422}"/>
              </a:ext>
            </a:extLst>
          </p:cNvPr>
          <p:cNvSpPr>
            <a:spLocks noGrp="1"/>
          </p:cNvSpPr>
          <p:nvPr>
            <p:ph type="title" idx="1"/>
          </p:nvPr>
        </p:nvSpPr>
        <p:spPr/>
        <p:txBody>
          <a:bodyPr/>
          <a:lstStyle/>
          <a:p>
            <a:r>
              <a:rPr lang="en-US" dirty="0"/>
              <a:t>Introduction</a:t>
            </a:r>
          </a:p>
        </p:txBody>
      </p:sp>
      <p:sp>
        <p:nvSpPr>
          <p:cNvPr id="6" name="Subtitle 5">
            <a:extLst>
              <a:ext uri="{FF2B5EF4-FFF2-40B4-BE49-F238E27FC236}">
                <a16:creationId xmlns:a16="http://schemas.microsoft.com/office/drawing/2014/main" id="{EDD260CC-B2D2-4009-876B-1B98CE0DE56A}"/>
              </a:ext>
            </a:extLst>
          </p:cNvPr>
          <p:cNvSpPr>
            <a:spLocks noGrp="1"/>
          </p:cNvSpPr>
          <p:nvPr>
            <p:ph type="subTitle" idx="2"/>
          </p:nvPr>
        </p:nvSpPr>
        <p:spPr/>
        <p:txBody>
          <a:bodyPr/>
          <a:lstStyle/>
          <a:p>
            <a:r>
              <a:rPr lang="en-US" dirty="0"/>
              <a:t>Securing User, Application, and Data Access</a:t>
            </a:r>
          </a:p>
        </p:txBody>
      </p:sp>
    </p:spTree>
    <p:custDataLst>
      <p:tags r:id="rId1"/>
    </p:custDataLst>
    <p:extLst>
      <p:ext uri="{BB962C8B-B14F-4D97-AF65-F5344CB8AC3E}">
        <p14:creationId xmlns:p14="http://schemas.microsoft.com/office/powerpoint/2010/main" val="38410194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a:extLst>
              <a:ext uri="{FF2B5EF4-FFF2-40B4-BE49-F238E27FC236}">
                <a16:creationId xmlns:a16="http://schemas.microsoft.com/office/drawing/2014/main" id="{AFA1575B-E7DC-49AE-B5D0-D53AA2F0C641}"/>
              </a:ext>
            </a:extLst>
          </p:cNvPr>
          <p:cNvSpPr>
            <a:spLocks noGrp="1"/>
          </p:cNvSpPr>
          <p:nvPr>
            <p:ph type="sldNum" idx="97"/>
          </p:nvPr>
        </p:nvSpPr>
        <p:spPr/>
        <p:txBody>
          <a:bodyPr/>
          <a:lstStyle/>
          <a:p>
            <a:fld id="{930176A1-BCF0-4712-97A6-6B495F55390B}" type="slidenum">
              <a:rPr lang="en-US" smtClean="0"/>
              <a:pPr/>
              <a:t>3</a:t>
            </a:fld>
            <a:endParaRPr lang="en-US" dirty="0"/>
          </a:p>
        </p:txBody>
      </p:sp>
      <p:sp>
        <p:nvSpPr>
          <p:cNvPr id="3" name="Title"/>
          <p:cNvSpPr>
            <a:spLocks noGrp="1"/>
          </p:cNvSpPr>
          <p:nvPr>
            <p:ph type="title" idx="1"/>
          </p:nvPr>
        </p:nvSpPr>
        <p:spPr/>
        <p:txBody>
          <a:bodyPr/>
          <a:lstStyle/>
          <a:p>
            <a:r>
              <a:rPr lang="en-US" dirty="0"/>
              <a:t>Module objectives</a:t>
            </a:r>
          </a:p>
        </p:txBody>
      </p:sp>
      <p:sp>
        <p:nvSpPr>
          <p:cNvPr id="9" name="Text Placeholder 8">
            <a:extLst>
              <a:ext uri="{FF2B5EF4-FFF2-40B4-BE49-F238E27FC236}">
                <a16:creationId xmlns:a16="http://schemas.microsoft.com/office/drawing/2014/main" id="{84FD8CD7-012B-416E-A14C-109F47002A88}"/>
              </a:ext>
            </a:extLst>
          </p:cNvPr>
          <p:cNvSpPr>
            <a:spLocks noGrp="1"/>
          </p:cNvSpPr>
          <p:nvPr>
            <p:ph type="body" idx="3"/>
          </p:nvPr>
        </p:nvSpPr>
        <p:spPr>
          <a:xfrm>
            <a:off x="4592635" y="292099"/>
            <a:ext cx="7239701" cy="6154421"/>
          </a:xfrm>
        </p:spPr>
        <p:txBody>
          <a:bodyPr>
            <a:normAutofit fontScale="92500"/>
          </a:bodyPr>
          <a:lstStyle/>
          <a:p>
            <a:pPr marL="0" indent="0">
              <a:buNone/>
            </a:pPr>
            <a:r>
              <a:rPr lang="en-US" dirty="0"/>
              <a:t>This module prepares you to do the following:</a:t>
            </a:r>
          </a:p>
          <a:p>
            <a:pPr lvl="1"/>
            <a:r>
              <a:rPr lang="en-US" dirty="0"/>
              <a:t>Use AWS Identity and Access Management (IAM) users, groups, and roles to manage permissions.</a:t>
            </a:r>
          </a:p>
          <a:p>
            <a:pPr lvl="1"/>
            <a:r>
              <a:rPr lang="en-US" dirty="0"/>
              <a:t>Implement user federation within an architecture to increase security.</a:t>
            </a:r>
          </a:p>
          <a:p>
            <a:pPr lvl="1"/>
            <a:r>
              <a:rPr lang="en-US" dirty="0"/>
              <a:t>Describe how to manage multiple AWS accounts.</a:t>
            </a:r>
          </a:p>
          <a:p>
            <a:pPr lvl="1"/>
            <a:r>
              <a:rPr lang="en-US" dirty="0"/>
              <a:t>Recognize how AWS Organizations service control policies (SCPs) increase security within an architecture.</a:t>
            </a:r>
          </a:p>
          <a:p>
            <a:pPr lvl="1"/>
            <a:r>
              <a:rPr lang="en-US" dirty="0"/>
              <a:t>Encrypt data at rest by using AWS Key Management Service (AWS KMS).</a:t>
            </a:r>
          </a:p>
          <a:p>
            <a:pPr lvl="1"/>
            <a:r>
              <a:rPr lang="en-US" dirty="0"/>
              <a:t>Identify appropriate AWS security services based on a given use case.</a:t>
            </a:r>
          </a:p>
        </p:txBody>
      </p:sp>
    </p:spTree>
    <p:custDataLst>
      <p:tags r:id="rId1"/>
    </p:custDataLst>
    <p:extLst>
      <p:ext uri="{BB962C8B-B14F-4D97-AF65-F5344CB8AC3E}">
        <p14:creationId xmlns:p14="http://schemas.microsoft.com/office/powerpoint/2010/main" val="37728325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8A2C7B7C-C229-4646-B006-2BC6AB472627}"/>
              </a:ext>
            </a:extLst>
          </p:cNvPr>
          <p:cNvSpPr>
            <a:spLocks noGrp="1"/>
          </p:cNvSpPr>
          <p:nvPr>
            <p:ph type="sldNum" idx="97"/>
          </p:nvPr>
        </p:nvSpPr>
        <p:spPr/>
        <p:txBody>
          <a:bodyPr/>
          <a:lstStyle/>
          <a:p>
            <a:fld id="{4037B1B0-0345-4E15-985A-6BECCDBE474F}" type="slidenum">
              <a:rPr lang="en-US" smtClean="0"/>
              <a:pPr/>
              <a:t>4</a:t>
            </a:fld>
            <a:endParaRPr lang="en-US" dirty="0"/>
          </a:p>
        </p:txBody>
      </p:sp>
      <p:sp>
        <p:nvSpPr>
          <p:cNvPr id="3" name="Title">
            <a:extLst>
              <a:ext uri="{FF2B5EF4-FFF2-40B4-BE49-F238E27FC236}">
                <a16:creationId xmlns:a16="http://schemas.microsoft.com/office/drawing/2014/main" id="{A45F79CE-079F-4BFD-925E-607AD716FC59}"/>
              </a:ext>
            </a:extLst>
          </p:cNvPr>
          <p:cNvSpPr>
            <a:spLocks noGrp="1"/>
          </p:cNvSpPr>
          <p:nvPr>
            <p:ph type="title" idx="1"/>
          </p:nvPr>
        </p:nvSpPr>
        <p:spPr/>
        <p:txBody>
          <a:bodyPr/>
          <a:lstStyle/>
          <a:p>
            <a:r>
              <a:rPr lang="en-US" dirty="0"/>
              <a:t>Module overview</a:t>
            </a:r>
          </a:p>
        </p:txBody>
      </p:sp>
      <p:sp>
        <p:nvSpPr>
          <p:cNvPr id="4" name="Content Placeholder 3">
            <a:extLst>
              <a:ext uri="{FF2B5EF4-FFF2-40B4-BE49-F238E27FC236}">
                <a16:creationId xmlns:a16="http://schemas.microsoft.com/office/drawing/2014/main" id="{48435877-AC79-4C4D-89E7-4809753FFE97}"/>
              </a:ext>
            </a:extLst>
          </p:cNvPr>
          <p:cNvSpPr>
            <a:spLocks noGrp="1"/>
          </p:cNvSpPr>
          <p:nvPr>
            <p:ph idx="2"/>
          </p:nvPr>
        </p:nvSpPr>
        <p:spPr/>
        <p:txBody>
          <a:bodyPr/>
          <a:lstStyle/>
          <a:p>
            <a:pPr marL="0" indent="0">
              <a:buNone/>
            </a:pPr>
            <a:r>
              <a:rPr lang="en-US" b="1" dirty="0"/>
              <a:t>Presentation sections</a:t>
            </a:r>
          </a:p>
          <a:p>
            <a:pPr lvl="1"/>
            <a:r>
              <a:rPr lang="en-US" dirty="0"/>
              <a:t>Managing permissions</a:t>
            </a:r>
          </a:p>
          <a:p>
            <a:pPr lvl="1"/>
            <a:r>
              <a:rPr lang="en-US" dirty="0"/>
              <a:t>Federating users</a:t>
            </a:r>
          </a:p>
          <a:p>
            <a:pPr lvl="1"/>
            <a:r>
              <a:rPr lang="en-US" dirty="0"/>
              <a:t>Managing access to multiple accounts</a:t>
            </a:r>
          </a:p>
          <a:p>
            <a:pPr lvl="1"/>
            <a:r>
              <a:rPr lang="en-US" dirty="0"/>
              <a:t>Encrypting data at rest</a:t>
            </a:r>
          </a:p>
          <a:p>
            <a:pPr lvl="1"/>
            <a:r>
              <a:rPr lang="en-US" dirty="0"/>
              <a:t>AWS security services for securing user, application, and data access</a:t>
            </a:r>
          </a:p>
        </p:txBody>
      </p:sp>
      <p:sp>
        <p:nvSpPr>
          <p:cNvPr id="5" name="Content Placeholder 4">
            <a:extLst>
              <a:ext uri="{FF2B5EF4-FFF2-40B4-BE49-F238E27FC236}">
                <a16:creationId xmlns:a16="http://schemas.microsoft.com/office/drawing/2014/main" id="{FB137B56-CECC-4152-85FC-5B97BD22297E}"/>
              </a:ext>
            </a:extLst>
          </p:cNvPr>
          <p:cNvSpPr>
            <a:spLocks noGrp="1"/>
          </p:cNvSpPr>
          <p:nvPr>
            <p:ph idx="3"/>
          </p:nvPr>
        </p:nvSpPr>
        <p:spPr/>
        <p:txBody>
          <a:bodyPr/>
          <a:lstStyle/>
          <a:p>
            <a:pPr marL="0" indent="0">
              <a:buNone/>
            </a:pPr>
            <a:r>
              <a:rPr lang="en-US" b="1" dirty="0"/>
              <a:t>Knowledge checks</a:t>
            </a:r>
          </a:p>
          <a:p>
            <a:pPr lvl="1"/>
            <a:r>
              <a:rPr lang="en-US" dirty="0"/>
              <a:t>10-question knowledge check</a:t>
            </a:r>
          </a:p>
          <a:p>
            <a:pPr lvl="1"/>
            <a:r>
              <a:rPr lang="en-US" dirty="0"/>
              <a:t>Sample exam question</a:t>
            </a:r>
          </a:p>
        </p:txBody>
      </p:sp>
    </p:spTree>
    <p:custDataLst>
      <p:tags r:id="rId1"/>
    </p:custDataLst>
    <p:extLst>
      <p:ext uri="{BB962C8B-B14F-4D97-AF65-F5344CB8AC3E}">
        <p14:creationId xmlns:p14="http://schemas.microsoft.com/office/powerpoint/2010/main" val="3729737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2F70A197-8392-4DDE-88B2-77D06180A075}"/>
              </a:ext>
            </a:extLst>
          </p:cNvPr>
          <p:cNvSpPr>
            <a:spLocks noGrp="1"/>
          </p:cNvSpPr>
          <p:nvPr>
            <p:ph type="sldNum" idx="97"/>
          </p:nvPr>
        </p:nvSpPr>
        <p:spPr/>
        <p:txBody>
          <a:bodyPr/>
          <a:lstStyle/>
          <a:p>
            <a:fld id="{4037B1B0-0345-4E15-985A-6BECCDBE474F}" type="slidenum">
              <a:rPr lang="en-US" smtClean="0"/>
              <a:pPr/>
              <a:t>5</a:t>
            </a:fld>
            <a:endParaRPr lang="en-US"/>
          </a:p>
        </p:txBody>
      </p:sp>
      <p:sp>
        <p:nvSpPr>
          <p:cNvPr id="6" name="Title">
            <a:extLst>
              <a:ext uri="{FF2B5EF4-FFF2-40B4-BE49-F238E27FC236}">
                <a16:creationId xmlns:a16="http://schemas.microsoft.com/office/drawing/2014/main" id="{90CC3778-96E3-4EC3-BE81-4D608D4087F5}"/>
              </a:ext>
            </a:extLst>
          </p:cNvPr>
          <p:cNvSpPr>
            <a:spLocks noGrp="1"/>
          </p:cNvSpPr>
          <p:nvPr>
            <p:ph type="title" idx="1"/>
          </p:nvPr>
        </p:nvSpPr>
        <p:spPr/>
        <p:txBody>
          <a:bodyPr/>
          <a:lstStyle/>
          <a:p>
            <a:r>
              <a:rPr lang="en-US" dirty="0"/>
              <a:t>Hands-on labs in this module</a:t>
            </a:r>
          </a:p>
        </p:txBody>
      </p:sp>
      <p:sp>
        <p:nvSpPr>
          <p:cNvPr id="12" name="Text Placeholder 11">
            <a:extLst>
              <a:ext uri="{FF2B5EF4-FFF2-40B4-BE49-F238E27FC236}">
                <a16:creationId xmlns:a16="http://schemas.microsoft.com/office/drawing/2014/main" id="{A25F78B1-410C-48E6-8A99-A0F211791A1E}"/>
              </a:ext>
            </a:extLst>
          </p:cNvPr>
          <p:cNvSpPr>
            <a:spLocks noGrp="1"/>
          </p:cNvSpPr>
          <p:nvPr>
            <p:ph type="body" idx="12"/>
          </p:nvPr>
        </p:nvSpPr>
        <p:spPr/>
        <p:txBody>
          <a:bodyPr/>
          <a:lstStyle/>
          <a:p>
            <a:r>
              <a:rPr lang="en-US" sz="2800" dirty="0"/>
              <a:t>Guided labs</a:t>
            </a:r>
          </a:p>
        </p:txBody>
      </p:sp>
      <p:sp>
        <p:nvSpPr>
          <p:cNvPr id="10" name="Content Placeholder 9">
            <a:extLst>
              <a:ext uri="{FF2B5EF4-FFF2-40B4-BE49-F238E27FC236}">
                <a16:creationId xmlns:a16="http://schemas.microsoft.com/office/drawing/2014/main" id="{74060872-8898-43D2-AF91-E39B8884A84F}"/>
              </a:ext>
            </a:extLst>
          </p:cNvPr>
          <p:cNvSpPr>
            <a:spLocks noGrp="1"/>
          </p:cNvSpPr>
          <p:nvPr>
            <p:ph idx="2"/>
          </p:nvPr>
        </p:nvSpPr>
        <p:spPr>
          <a:xfrm>
            <a:off x="365759" y="1563624"/>
            <a:ext cx="11112007" cy="4873752"/>
          </a:xfrm>
          <a:solidFill>
            <a:schemeClr val="bg1"/>
          </a:solidFill>
        </p:spPr>
        <p:txBody>
          <a:bodyPr/>
          <a:lstStyle/>
          <a:p>
            <a:r>
              <a:rPr lang="en-US" dirty="0"/>
              <a:t>Securing Applications by Using Amazon Cognito</a:t>
            </a:r>
          </a:p>
          <a:p>
            <a:r>
              <a:rPr lang="en-US" dirty="0"/>
              <a:t>Encrypting Data at Rest by Using AWS Encryption Options</a:t>
            </a:r>
          </a:p>
          <a:p>
            <a:pPr marL="0" indent="0">
              <a:buNone/>
            </a:pPr>
            <a:endParaRPr lang="en-US" dirty="0"/>
          </a:p>
        </p:txBody>
      </p:sp>
    </p:spTree>
    <p:custDataLst>
      <p:tags r:id="rId1"/>
    </p:custDataLst>
    <p:extLst>
      <p:ext uri="{BB962C8B-B14F-4D97-AF65-F5344CB8AC3E}">
        <p14:creationId xmlns:p14="http://schemas.microsoft.com/office/powerpoint/2010/main" val="24073137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257643F9-AF74-4A3C-A8B5-8A6841AD99CB}"/>
              </a:ext>
            </a:extLst>
          </p:cNvPr>
          <p:cNvSpPr>
            <a:spLocks noGrp="1"/>
          </p:cNvSpPr>
          <p:nvPr>
            <p:ph type="sldNum" idx="97"/>
          </p:nvPr>
        </p:nvSpPr>
        <p:spPr/>
        <p:txBody>
          <a:bodyPr/>
          <a:lstStyle/>
          <a:p>
            <a:fld id="{930176A1-BCF0-4712-97A6-6B495F55390B}" type="slidenum">
              <a:rPr lang="en-US" smtClean="0"/>
              <a:pPr/>
              <a:t>6</a:t>
            </a:fld>
            <a:endParaRPr lang="en-US" dirty="0"/>
          </a:p>
        </p:txBody>
      </p:sp>
      <p:sp>
        <p:nvSpPr>
          <p:cNvPr id="3" name="Title">
            <a:extLst>
              <a:ext uri="{FF2B5EF4-FFF2-40B4-BE49-F238E27FC236}">
                <a16:creationId xmlns:a16="http://schemas.microsoft.com/office/drawing/2014/main" id="{452E88D9-9979-49F6-B3DA-BAE1DD36FE32}"/>
              </a:ext>
            </a:extLst>
          </p:cNvPr>
          <p:cNvSpPr>
            <a:spLocks noGrp="1"/>
          </p:cNvSpPr>
          <p:nvPr>
            <p:ph type="title" idx="1"/>
          </p:nvPr>
        </p:nvSpPr>
        <p:spPr>
          <a:xfrm>
            <a:off x="243242" y="292099"/>
            <a:ext cx="4062057" cy="1981869"/>
          </a:xfrm>
        </p:spPr>
        <p:txBody>
          <a:bodyPr>
            <a:normAutofit fontScale="90000"/>
          </a:bodyPr>
          <a:lstStyle/>
          <a:p>
            <a:r>
              <a:rPr lang="en-US" dirty="0"/>
              <a:t>As a cloud architect designing for application security</a:t>
            </a:r>
          </a:p>
        </p:txBody>
      </p:sp>
      <p:sp>
        <p:nvSpPr>
          <p:cNvPr id="6" name="Text Placeholder 5">
            <a:extLst>
              <a:ext uri="{FF2B5EF4-FFF2-40B4-BE49-F238E27FC236}">
                <a16:creationId xmlns:a16="http://schemas.microsoft.com/office/drawing/2014/main" id="{717FCDCA-B380-4417-A52A-4C52217B205F}"/>
              </a:ext>
            </a:extLst>
          </p:cNvPr>
          <p:cNvSpPr>
            <a:spLocks noGrp="1"/>
          </p:cNvSpPr>
          <p:nvPr>
            <p:ph type="body" idx="3"/>
          </p:nvPr>
        </p:nvSpPr>
        <p:spPr/>
        <p:txBody>
          <a:bodyPr/>
          <a:lstStyle/>
          <a:p>
            <a:r>
              <a:rPr lang="en-US" dirty="0"/>
              <a:t>I need to design permissions schemes for users, applications, and data that align to security best practices and are scalable. </a:t>
            </a:r>
          </a:p>
          <a:p>
            <a:r>
              <a:rPr lang="en-US" dirty="0"/>
              <a:t>I need to prevent unauthorized access to data and applications and protect the data that’s being stored within the application architecture. </a:t>
            </a:r>
          </a:p>
          <a:p>
            <a:r>
              <a:rPr lang="en-US" dirty="0"/>
              <a:t>I need to evaluate purpose-built AWS security services to select options that optimize the security of my applications with less undifferentiated lifting by our internal security team. </a:t>
            </a:r>
          </a:p>
        </p:txBody>
      </p:sp>
      <p:pic>
        <p:nvPicPr>
          <p:cNvPr id="9" name="Picture 8" descr="Illustration of cloud architect.">
            <a:extLst>
              <a:ext uri="{FF2B5EF4-FFF2-40B4-BE49-F238E27FC236}">
                <a16:creationId xmlns:a16="http://schemas.microsoft.com/office/drawing/2014/main" id="{9D5228ED-D20E-4948-9126-DB29262A6F27}"/>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38814" y="2434960"/>
            <a:ext cx="2476541" cy="3641432"/>
          </a:xfrm>
          <a:prstGeom prst="rect">
            <a:avLst/>
          </a:prstGeom>
        </p:spPr>
      </p:pic>
    </p:spTree>
    <p:custDataLst>
      <p:tags r:id="rId1"/>
    </p:custDataLst>
    <p:extLst>
      <p:ext uri="{BB962C8B-B14F-4D97-AF65-F5344CB8AC3E}">
        <p14:creationId xmlns:p14="http://schemas.microsoft.com/office/powerpoint/2010/main" val="6530720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A542E85F-89AA-4CF8-81DD-B47083528F54}"/>
              </a:ext>
            </a:extLst>
          </p:cNvPr>
          <p:cNvSpPr>
            <a:spLocks noGrp="1"/>
          </p:cNvSpPr>
          <p:nvPr>
            <p:ph type="sldNum" idx="97"/>
          </p:nvPr>
        </p:nvSpPr>
        <p:spPr/>
        <p:txBody>
          <a:bodyPr/>
          <a:lstStyle/>
          <a:p>
            <a:fld id="{4037B1B0-0345-4E15-985A-6BECCDBE474F}" type="slidenum">
              <a:rPr lang="en-US" smtClean="0"/>
              <a:pPr/>
              <a:t>7</a:t>
            </a:fld>
            <a:endParaRPr lang="en-US" dirty="0"/>
          </a:p>
        </p:txBody>
      </p:sp>
      <p:sp>
        <p:nvSpPr>
          <p:cNvPr id="5" name="Title">
            <a:extLst>
              <a:ext uri="{FF2B5EF4-FFF2-40B4-BE49-F238E27FC236}">
                <a16:creationId xmlns:a16="http://schemas.microsoft.com/office/drawing/2014/main" id="{7421A085-7841-4A79-873C-DC2174EB8422}"/>
              </a:ext>
            </a:extLst>
          </p:cNvPr>
          <p:cNvSpPr>
            <a:spLocks noGrp="1"/>
          </p:cNvSpPr>
          <p:nvPr>
            <p:ph type="title" idx="1"/>
          </p:nvPr>
        </p:nvSpPr>
        <p:spPr/>
        <p:txBody>
          <a:bodyPr/>
          <a:lstStyle/>
          <a:p>
            <a:r>
              <a:rPr lang="en-US" dirty="0"/>
              <a:t>Managing permissions</a:t>
            </a:r>
          </a:p>
        </p:txBody>
      </p:sp>
      <p:sp>
        <p:nvSpPr>
          <p:cNvPr id="6" name="Subtitle 5">
            <a:extLst>
              <a:ext uri="{FF2B5EF4-FFF2-40B4-BE49-F238E27FC236}">
                <a16:creationId xmlns:a16="http://schemas.microsoft.com/office/drawing/2014/main" id="{EDD260CC-B2D2-4009-876B-1B98CE0DE56A}"/>
              </a:ext>
            </a:extLst>
          </p:cNvPr>
          <p:cNvSpPr>
            <a:spLocks noGrp="1"/>
          </p:cNvSpPr>
          <p:nvPr>
            <p:ph type="subTitle" idx="2"/>
          </p:nvPr>
        </p:nvSpPr>
        <p:spPr/>
        <p:txBody>
          <a:bodyPr/>
          <a:lstStyle/>
          <a:p>
            <a:r>
              <a:rPr lang="en-US" dirty="0"/>
              <a:t>Securing User, Application, and Data Access</a:t>
            </a:r>
          </a:p>
        </p:txBody>
      </p:sp>
    </p:spTree>
    <p:custDataLst>
      <p:tags r:id="rId1"/>
    </p:custDataLst>
    <p:extLst>
      <p:ext uri="{BB962C8B-B14F-4D97-AF65-F5344CB8AC3E}">
        <p14:creationId xmlns:p14="http://schemas.microsoft.com/office/powerpoint/2010/main" val="16451694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Slide Number">
            <a:extLst>
              <a:ext uri="{FF2B5EF4-FFF2-40B4-BE49-F238E27FC236}">
                <a16:creationId xmlns:a16="http://schemas.microsoft.com/office/drawing/2014/main" id="{1F3FC810-D1E1-4D75-BFBA-4307C2134ACB}"/>
              </a:ext>
            </a:extLst>
          </p:cNvPr>
          <p:cNvSpPr>
            <a:spLocks noGrp="1"/>
          </p:cNvSpPr>
          <p:nvPr>
            <p:ph type="sldNum" idx="9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b="0" i="0" u="none" strike="noStrike" kern="1200" cap="none" spc="0" normalizeH="0" baseline="0" noProof="0" smtClean="0">
                <a:ln>
                  <a:noFill/>
                </a:ln>
                <a:solidFill>
                  <a:schemeClr val="tx1"/>
                </a:solidFill>
                <a:effectLst/>
                <a:uLnTx/>
                <a:uFillTx/>
                <a:ea typeface="Amazon Ember Display" panose="020F0603020204020204" pitchFamily="34" charset="0"/>
                <a:cs typeface="Amazon Ember Display" panose="020F06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b="0" i="0" u="none" strike="noStrike" kern="1200" cap="none" spc="0" normalizeH="0" baseline="0" noProof="0" dirty="0">
              <a:ln>
                <a:noFill/>
              </a:ln>
              <a:solidFill>
                <a:schemeClr val="tx1"/>
              </a:solidFill>
              <a:effectLst/>
              <a:uLnTx/>
              <a:uFillTx/>
              <a:ea typeface="Amazon Ember Display" panose="020F0603020204020204" pitchFamily="34" charset="0"/>
              <a:cs typeface="Amazon Ember Display" panose="020F0603020204020204" pitchFamily="34" charset="0"/>
            </a:endParaRPr>
          </a:p>
        </p:txBody>
      </p:sp>
      <p:sp>
        <p:nvSpPr>
          <p:cNvPr id="5" name="Title">
            <a:extLst>
              <a:ext uri="{FF2B5EF4-FFF2-40B4-BE49-F238E27FC236}">
                <a16:creationId xmlns:a16="http://schemas.microsoft.com/office/drawing/2014/main" id="{20CB2900-16C1-F646-8ACB-68B52ACA1022}"/>
              </a:ext>
            </a:extLst>
          </p:cNvPr>
          <p:cNvSpPr>
            <a:spLocks noGrp="1"/>
          </p:cNvSpPr>
          <p:nvPr>
            <p:ph type="title" idx="1"/>
          </p:nvPr>
        </p:nvSpPr>
        <p:spPr/>
        <p:txBody>
          <a:bodyPr/>
          <a:lstStyle/>
          <a:p>
            <a:r>
              <a:rPr lang="en-US" dirty="0"/>
              <a:t>Challenge of managing permissions</a:t>
            </a:r>
          </a:p>
        </p:txBody>
      </p:sp>
      <p:sp>
        <p:nvSpPr>
          <p:cNvPr id="7" name="Text Placeholder 6">
            <a:extLst>
              <a:ext uri="{FF2B5EF4-FFF2-40B4-BE49-F238E27FC236}">
                <a16:creationId xmlns:a16="http://schemas.microsoft.com/office/drawing/2014/main" id="{91766ED5-EC3D-43EB-93F3-19D7D8402492}"/>
              </a:ext>
            </a:extLst>
          </p:cNvPr>
          <p:cNvSpPr>
            <a:spLocks noGrp="1"/>
          </p:cNvSpPr>
          <p:nvPr>
            <p:ph type="body" idx="12"/>
          </p:nvPr>
        </p:nvSpPr>
        <p:spPr/>
        <p:txBody>
          <a:bodyPr/>
          <a:lstStyle/>
          <a:p>
            <a:r>
              <a:rPr lang="en-US" dirty="0">
                <a:ea typeface="Amazon Ember Light" panose="020B0403020204020204" pitchFamily="34" charset="0"/>
                <a:cs typeface="Amazon Ember Light" panose="020B0403020204020204" pitchFamily="34" charset="0"/>
              </a:rPr>
              <a:t>Assigning permissions directly to users is difficult to manage</a:t>
            </a:r>
          </a:p>
        </p:txBody>
      </p:sp>
      <p:grpSp>
        <p:nvGrpSpPr>
          <p:cNvPr id="27" name="Flatten IAMUserPolicy" descr="Diagram of IAM user policies attached to users John, Mary, and Pat to grant them access to Amazon Elastic Compute Cloud (Amazon EC2). More details in the notes.">
            <a:extLst>
              <a:ext uri="{FF2B5EF4-FFF2-40B4-BE49-F238E27FC236}">
                <a16:creationId xmlns:a16="http://schemas.microsoft.com/office/drawing/2014/main" id="{548BCFB0-071B-40BD-9E35-0F3A0A6FC6CB}"/>
              </a:ext>
            </a:extLst>
          </p:cNvPr>
          <p:cNvGrpSpPr/>
          <p:nvPr/>
        </p:nvGrpSpPr>
        <p:grpSpPr>
          <a:xfrm>
            <a:off x="566932" y="1724881"/>
            <a:ext cx="4853117" cy="4578724"/>
            <a:chOff x="566932" y="1724881"/>
            <a:chExt cx="4853117" cy="4578724"/>
          </a:xfrm>
        </p:grpSpPr>
        <p:sp>
          <p:nvSpPr>
            <p:cNvPr id="11" name="TextBox 10">
              <a:extLst>
                <a:ext uri="{FF2B5EF4-FFF2-40B4-BE49-F238E27FC236}">
                  <a16:creationId xmlns:a16="http://schemas.microsoft.com/office/drawing/2014/main" id="{08392356-7A39-4749-AF24-25136F7BE7ED}"/>
                </a:ext>
              </a:extLst>
            </p:cNvPr>
            <p:cNvSpPr txBox="1"/>
            <p:nvPr/>
          </p:nvSpPr>
          <p:spPr>
            <a:xfrm>
              <a:off x="566932" y="1724881"/>
              <a:ext cx="1250262"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IAM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user policy </a:t>
              </a:r>
            </a:p>
          </p:txBody>
        </p:sp>
        <p:pic>
          <p:nvPicPr>
            <p:cNvPr id="29" name="Graphic 28">
              <a:extLst>
                <a:ext uri="{FF2B5EF4-FFF2-40B4-BE49-F238E27FC236}">
                  <a16:creationId xmlns:a16="http://schemas.microsoft.com/office/drawing/2014/main" id="{AC7A8CE7-BF42-4F07-B238-106EDC971277}"/>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48746" y="2276516"/>
              <a:ext cx="886635" cy="975903"/>
            </a:xfrm>
            <a:prstGeom prst="rect">
              <a:avLst/>
            </a:prstGeom>
          </p:spPr>
        </p:pic>
        <p:cxnSp>
          <p:nvCxnSpPr>
            <p:cNvPr id="41" name="Straight Arrow Connector 40">
              <a:extLst>
                <a:ext uri="{FF2B5EF4-FFF2-40B4-BE49-F238E27FC236}">
                  <a16:creationId xmlns:a16="http://schemas.microsoft.com/office/drawing/2014/main" id="{B52389E7-63D7-4FE4-81BB-32435B2FE210}"/>
                </a:ext>
                <a:ext uri="{C183D7F6-B498-43B3-948B-1728B52AA6E4}">
                  <adec:decorative xmlns:adec="http://schemas.microsoft.com/office/drawing/2017/decorative" val="1"/>
                </a:ext>
              </a:extLst>
            </p:cNvPr>
            <p:cNvCxnSpPr>
              <a:cxnSpLocks/>
            </p:cNvCxnSpPr>
            <p:nvPr/>
          </p:nvCxnSpPr>
          <p:spPr>
            <a:xfrm flipV="1">
              <a:off x="1635381" y="2836184"/>
              <a:ext cx="883229" cy="1"/>
            </a:xfrm>
            <a:prstGeom prst="straightConnector1">
              <a:avLst/>
            </a:prstGeom>
            <a:noFill/>
            <a:ln w="38100" cap="flat" cmpd="sng" algn="ctr">
              <a:solidFill>
                <a:srgbClr val="005276"/>
              </a:solidFill>
              <a:prstDash val="solid"/>
              <a:miter lim="800000"/>
              <a:headEnd type="none" w="med" len="med"/>
              <a:tailEnd type="triangle" w="med" len="med"/>
            </a:ln>
            <a:effectLst/>
          </p:spPr>
        </p:cxnSp>
        <p:sp>
          <p:nvSpPr>
            <p:cNvPr id="59" name="TextBox 58">
              <a:extLst>
                <a:ext uri="{FF2B5EF4-FFF2-40B4-BE49-F238E27FC236}">
                  <a16:creationId xmlns:a16="http://schemas.microsoft.com/office/drawing/2014/main" id="{63255E9B-21A2-42FB-A72D-7BA4973355AE}"/>
                </a:ext>
              </a:extLst>
            </p:cNvPr>
            <p:cNvSpPr txBox="1"/>
            <p:nvPr/>
          </p:nvSpPr>
          <p:spPr>
            <a:xfrm>
              <a:off x="1611097" y="2408447"/>
              <a:ext cx="886635" cy="338554"/>
            </a:xfrm>
            <a:prstGeom prst="rect">
              <a:avLst/>
            </a:prstGeom>
            <a:noFill/>
          </p:spPr>
          <p:txBody>
            <a:bodyPr wrap="square" rtlCol="0">
              <a:spAutoFit/>
            </a:bodyPr>
            <a:lstStyle/>
            <a:p>
              <a:pPr algn="ctr"/>
              <a:r>
                <a:rPr lang="en-US" sz="1600" dirty="0"/>
                <a:t>Attach</a:t>
              </a:r>
            </a:p>
          </p:txBody>
        </p:sp>
        <p:pic>
          <p:nvPicPr>
            <p:cNvPr id="9" name="Graphic 8">
              <a:extLst>
                <a:ext uri="{FF2B5EF4-FFF2-40B4-BE49-F238E27FC236}">
                  <a16:creationId xmlns:a16="http://schemas.microsoft.com/office/drawing/2014/main" id="{5FFDAD89-8C01-4FD1-8BCC-A3D938AD5262}"/>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518610" y="2492896"/>
              <a:ext cx="591051" cy="543142"/>
            </a:xfrm>
            <a:prstGeom prst="rect">
              <a:avLst/>
            </a:prstGeom>
          </p:spPr>
        </p:pic>
        <p:sp>
          <p:nvSpPr>
            <p:cNvPr id="10" name="TextBox 9">
              <a:extLst>
                <a:ext uri="{FF2B5EF4-FFF2-40B4-BE49-F238E27FC236}">
                  <a16:creationId xmlns:a16="http://schemas.microsoft.com/office/drawing/2014/main" id="{763A104F-084D-4F75-8DF9-BD56DE97D36F}"/>
                </a:ext>
              </a:extLst>
            </p:cNvPr>
            <p:cNvSpPr txBox="1"/>
            <p:nvPr/>
          </p:nvSpPr>
          <p:spPr>
            <a:xfrm>
              <a:off x="2437640" y="3010908"/>
              <a:ext cx="75299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i="0" u="none" strike="noStrike" kern="1200" cap="none" spc="0" normalizeH="0" baseline="0" noProof="0" dirty="0">
                  <a:ln>
                    <a:noFill/>
                  </a:ln>
                  <a:effectLst/>
                  <a:uLnTx/>
                  <a:uFillTx/>
                  <a:ea typeface="Amazon Ember Light" panose="020B0403020204020204" pitchFamily="34" charset="0"/>
                  <a:cs typeface="Amazon Ember Light" panose="020B0403020204020204" pitchFamily="34" charset="0"/>
                </a:rPr>
                <a:t> John</a:t>
              </a:r>
            </a:p>
          </p:txBody>
        </p:sp>
        <p:cxnSp>
          <p:nvCxnSpPr>
            <p:cNvPr id="44" name="Straight Arrow Connector 43">
              <a:extLst>
                <a:ext uri="{FF2B5EF4-FFF2-40B4-BE49-F238E27FC236}">
                  <a16:creationId xmlns:a16="http://schemas.microsoft.com/office/drawing/2014/main" id="{5FBE2CE2-7A52-4683-8FA8-6CB93283663F}"/>
                </a:ext>
                <a:ext uri="{C183D7F6-B498-43B3-948B-1728B52AA6E4}">
                  <adec:decorative xmlns:adec="http://schemas.microsoft.com/office/drawing/2017/decorative" val="1"/>
                </a:ext>
              </a:extLst>
            </p:cNvPr>
            <p:cNvCxnSpPr>
              <a:cxnSpLocks/>
            </p:cNvCxnSpPr>
            <p:nvPr/>
          </p:nvCxnSpPr>
          <p:spPr>
            <a:xfrm>
              <a:off x="3109661" y="2836185"/>
              <a:ext cx="1056925" cy="0"/>
            </a:xfrm>
            <a:prstGeom prst="straightConnector1">
              <a:avLst/>
            </a:prstGeom>
            <a:noFill/>
            <a:ln w="38100" cap="flat" cmpd="sng" algn="ctr">
              <a:solidFill>
                <a:srgbClr val="005276"/>
              </a:solidFill>
              <a:prstDash val="solid"/>
              <a:miter lim="800000"/>
              <a:headEnd type="none" w="med" len="med"/>
              <a:tailEnd type="triangle" w="med" len="med"/>
            </a:ln>
            <a:effectLst/>
          </p:spPr>
        </p:cxnSp>
        <p:sp>
          <p:nvSpPr>
            <p:cNvPr id="42" name="TextBox 41">
              <a:extLst>
                <a:ext uri="{FF2B5EF4-FFF2-40B4-BE49-F238E27FC236}">
                  <a16:creationId xmlns:a16="http://schemas.microsoft.com/office/drawing/2014/main" id="{B86BE232-FA7A-4FCA-8008-8D9EA5FF5AB7}"/>
                </a:ext>
              </a:extLst>
            </p:cNvPr>
            <p:cNvSpPr txBox="1"/>
            <p:nvPr/>
          </p:nvSpPr>
          <p:spPr>
            <a:xfrm>
              <a:off x="3175879" y="2408447"/>
              <a:ext cx="886635" cy="338554"/>
            </a:xfrm>
            <a:prstGeom prst="rect">
              <a:avLst/>
            </a:prstGeom>
            <a:noFill/>
          </p:spPr>
          <p:txBody>
            <a:bodyPr wrap="square" rtlCol="0">
              <a:spAutoFit/>
            </a:bodyPr>
            <a:lstStyle/>
            <a:p>
              <a:pPr algn="ctr"/>
              <a:r>
                <a:rPr lang="en-US" sz="1600" dirty="0"/>
                <a:t>Access</a:t>
              </a:r>
            </a:p>
          </p:txBody>
        </p:sp>
        <p:pic>
          <p:nvPicPr>
            <p:cNvPr id="45" name="Graphic 5">
              <a:extLst>
                <a:ext uri="{FF2B5EF4-FFF2-40B4-BE49-F238E27FC236}">
                  <a16:creationId xmlns:a16="http://schemas.microsoft.com/office/drawing/2014/main" id="{BFA30F0B-95E7-4A9B-9A11-CD234241BC21}"/>
                </a:ext>
                <a:ext uri="{C183D7F6-B498-43B3-948B-1728B52AA6E4}">
                  <adec:decorative xmlns:adec="http://schemas.microsoft.com/office/drawing/2017/decorative" val="1"/>
                </a:ext>
              </a:extLst>
            </p:cNvPr>
            <p:cNvPicPr>
              <a:picLocks noChangeAspect="1" noChangeArrowheads="1"/>
            </p:cNvPicPr>
            <p:nvPr/>
          </p:nvPicPr>
          <p:blipFill>
            <a:blip r:embed="rId8">
              <a:extLst>
                <a:ext uri="{96DAC541-7B7A-43D3-8B79-37D633B846F1}">
                  <asvg:svgBlip xmlns:asvg="http://schemas.microsoft.com/office/drawing/2016/SVG/main" r:embed="rId9"/>
                </a:ext>
              </a:extLst>
            </a:blip>
            <a:srcRect/>
            <a:stretch/>
          </p:blipFill>
          <p:spPr bwMode="auto">
            <a:xfrm>
              <a:off x="4274163" y="2365538"/>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13">
              <a:extLst>
                <a:ext uri="{FF2B5EF4-FFF2-40B4-BE49-F238E27FC236}">
                  <a16:creationId xmlns:a16="http://schemas.microsoft.com/office/drawing/2014/main" id="{0B19A008-076D-4EE5-AD5A-5776E8C6C5C6}"/>
                </a:ext>
              </a:extLst>
            </p:cNvPr>
            <p:cNvSpPr txBox="1"/>
            <p:nvPr/>
          </p:nvSpPr>
          <p:spPr>
            <a:xfrm>
              <a:off x="3979522" y="3138814"/>
              <a:ext cx="1440527" cy="338554"/>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Amazon EC2</a:t>
              </a:r>
            </a:p>
          </p:txBody>
        </p:sp>
        <p:pic>
          <p:nvPicPr>
            <p:cNvPr id="52" name="Graphic 51">
              <a:extLst>
                <a:ext uri="{FF2B5EF4-FFF2-40B4-BE49-F238E27FC236}">
                  <a16:creationId xmlns:a16="http://schemas.microsoft.com/office/drawing/2014/main" id="{2F59706A-7C26-420A-9A74-5BD861D3CD6B}"/>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48746" y="3627521"/>
              <a:ext cx="886635" cy="975903"/>
            </a:xfrm>
            <a:prstGeom prst="rect">
              <a:avLst/>
            </a:prstGeom>
          </p:spPr>
        </p:pic>
        <p:cxnSp>
          <p:nvCxnSpPr>
            <p:cNvPr id="57" name="Straight Arrow Connector 56">
              <a:extLst>
                <a:ext uri="{FF2B5EF4-FFF2-40B4-BE49-F238E27FC236}">
                  <a16:creationId xmlns:a16="http://schemas.microsoft.com/office/drawing/2014/main" id="{1E237E54-8838-40BF-801D-019FBAADB10D}"/>
                </a:ext>
                <a:ext uri="{C183D7F6-B498-43B3-948B-1728B52AA6E4}">
                  <adec:decorative xmlns:adec="http://schemas.microsoft.com/office/drawing/2017/decorative" val="1"/>
                </a:ext>
              </a:extLst>
            </p:cNvPr>
            <p:cNvCxnSpPr>
              <a:cxnSpLocks/>
            </p:cNvCxnSpPr>
            <p:nvPr/>
          </p:nvCxnSpPr>
          <p:spPr>
            <a:xfrm flipV="1">
              <a:off x="1635381" y="4187189"/>
              <a:ext cx="883229" cy="1"/>
            </a:xfrm>
            <a:prstGeom prst="straightConnector1">
              <a:avLst/>
            </a:prstGeom>
            <a:noFill/>
            <a:ln w="38100" cap="flat" cmpd="sng" algn="ctr">
              <a:solidFill>
                <a:srgbClr val="005276"/>
              </a:solidFill>
              <a:prstDash val="solid"/>
              <a:miter lim="800000"/>
              <a:headEnd type="none" w="med" len="med"/>
              <a:tailEnd type="triangle" w="med" len="med"/>
            </a:ln>
            <a:effectLst/>
          </p:spPr>
        </p:cxnSp>
        <p:sp>
          <p:nvSpPr>
            <p:cNvPr id="54" name="TextBox 53">
              <a:extLst>
                <a:ext uri="{FF2B5EF4-FFF2-40B4-BE49-F238E27FC236}">
                  <a16:creationId xmlns:a16="http://schemas.microsoft.com/office/drawing/2014/main" id="{46BBB292-4C2D-4381-8710-E10D74842692}"/>
                </a:ext>
              </a:extLst>
            </p:cNvPr>
            <p:cNvSpPr txBox="1"/>
            <p:nvPr/>
          </p:nvSpPr>
          <p:spPr>
            <a:xfrm>
              <a:off x="1611097" y="3759452"/>
              <a:ext cx="886635" cy="338554"/>
            </a:xfrm>
            <a:prstGeom prst="rect">
              <a:avLst/>
            </a:prstGeom>
            <a:noFill/>
          </p:spPr>
          <p:txBody>
            <a:bodyPr wrap="square" rtlCol="0">
              <a:spAutoFit/>
            </a:bodyPr>
            <a:lstStyle/>
            <a:p>
              <a:pPr algn="ctr"/>
              <a:r>
                <a:rPr lang="en-US" sz="1600" dirty="0"/>
                <a:t>Attach</a:t>
              </a:r>
            </a:p>
          </p:txBody>
        </p:sp>
        <p:pic>
          <p:nvPicPr>
            <p:cNvPr id="49" name="Graphic 48">
              <a:extLst>
                <a:ext uri="{FF2B5EF4-FFF2-40B4-BE49-F238E27FC236}">
                  <a16:creationId xmlns:a16="http://schemas.microsoft.com/office/drawing/2014/main" id="{A3781558-DD31-4D40-9E64-E444B473736C}"/>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518610" y="3843901"/>
              <a:ext cx="591051" cy="543142"/>
            </a:xfrm>
            <a:prstGeom prst="rect">
              <a:avLst/>
            </a:prstGeom>
          </p:spPr>
        </p:pic>
        <p:sp>
          <p:nvSpPr>
            <p:cNvPr id="50" name="TextBox 49">
              <a:extLst>
                <a:ext uri="{FF2B5EF4-FFF2-40B4-BE49-F238E27FC236}">
                  <a16:creationId xmlns:a16="http://schemas.microsoft.com/office/drawing/2014/main" id="{D722C428-0A7A-4823-9D75-E7072736850E}"/>
                </a:ext>
              </a:extLst>
            </p:cNvPr>
            <p:cNvSpPr txBox="1"/>
            <p:nvPr/>
          </p:nvSpPr>
          <p:spPr>
            <a:xfrm>
              <a:off x="2437640" y="4361913"/>
              <a:ext cx="75299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i="0" u="none" strike="noStrike" kern="1200" cap="none" spc="0" normalizeH="0" baseline="0" noProof="0" dirty="0">
                  <a:ln>
                    <a:noFill/>
                  </a:ln>
                  <a:effectLst/>
                  <a:uLnTx/>
                  <a:uFillTx/>
                  <a:ea typeface="Amazon Ember Light" panose="020B0403020204020204" pitchFamily="34" charset="0"/>
                  <a:cs typeface="Amazon Ember Light" panose="020B0403020204020204" pitchFamily="34" charset="0"/>
                </a:rPr>
                <a:t> Mary</a:t>
              </a:r>
            </a:p>
          </p:txBody>
        </p:sp>
        <p:cxnSp>
          <p:nvCxnSpPr>
            <p:cNvPr id="58" name="Straight Arrow Connector 57">
              <a:extLst>
                <a:ext uri="{FF2B5EF4-FFF2-40B4-BE49-F238E27FC236}">
                  <a16:creationId xmlns:a16="http://schemas.microsoft.com/office/drawing/2014/main" id="{524FE219-96EE-49C4-A890-74EA298CB0BF}"/>
                </a:ext>
                <a:ext uri="{C183D7F6-B498-43B3-948B-1728B52AA6E4}">
                  <adec:decorative xmlns:adec="http://schemas.microsoft.com/office/drawing/2017/decorative" val="1"/>
                </a:ext>
              </a:extLst>
            </p:cNvPr>
            <p:cNvCxnSpPr>
              <a:cxnSpLocks/>
            </p:cNvCxnSpPr>
            <p:nvPr/>
          </p:nvCxnSpPr>
          <p:spPr>
            <a:xfrm>
              <a:off x="3109661" y="4187189"/>
              <a:ext cx="1056925" cy="0"/>
            </a:xfrm>
            <a:prstGeom prst="straightConnector1">
              <a:avLst/>
            </a:prstGeom>
            <a:noFill/>
            <a:ln w="38100" cap="flat" cmpd="sng" algn="ctr">
              <a:solidFill>
                <a:srgbClr val="005276"/>
              </a:solidFill>
              <a:prstDash val="solid"/>
              <a:miter lim="800000"/>
              <a:headEnd type="none" w="med" len="med"/>
              <a:tailEnd type="triangle" w="med" len="med"/>
            </a:ln>
            <a:effectLst/>
          </p:spPr>
        </p:cxnSp>
        <p:sp>
          <p:nvSpPr>
            <p:cNvPr id="56" name="TextBox 55">
              <a:extLst>
                <a:ext uri="{FF2B5EF4-FFF2-40B4-BE49-F238E27FC236}">
                  <a16:creationId xmlns:a16="http://schemas.microsoft.com/office/drawing/2014/main" id="{8A2C69BC-3AC6-4A8C-BA81-9E7B3D6C6E62}"/>
                </a:ext>
              </a:extLst>
            </p:cNvPr>
            <p:cNvSpPr txBox="1"/>
            <p:nvPr/>
          </p:nvSpPr>
          <p:spPr>
            <a:xfrm>
              <a:off x="3175879" y="3759452"/>
              <a:ext cx="886635" cy="338554"/>
            </a:xfrm>
            <a:prstGeom prst="rect">
              <a:avLst/>
            </a:prstGeom>
            <a:noFill/>
          </p:spPr>
          <p:txBody>
            <a:bodyPr wrap="square" rtlCol="0">
              <a:spAutoFit/>
            </a:bodyPr>
            <a:lstStyle/>
            <a:p>
              <a:pPr algn="ctr"/>
              <a:r>
                <a:rPr lang="en-US" sz="1600" dirty="0"/>
                <a:t>Access</a:t>
              </a:r>
            </a:p>
          </p:txBody>
        </p:sp>
        <p:pic>
          <p:nvPicPr>
            <p:cNvPr id="62" name="Graphic 5">
              <a:extLst>
                <a:ext uri="{FF2B5EF4-FFF2-40B4-BE49-F238E27FC236}">
                  <a16:creationId xmlns:a16="http://schemas.microsoft.com/office/drawing/2014/main" id="{AE2591B8-DEF2-4792-9A79-AB6C7E0E9FAA}"/>
                </a:ext>
                <a:ext uri="{C183D7F6-B498-43B3-948B-1728B52AA6E4}">
                  <adec:decorative xmlns:adec="http://schemas.microsoft.com/office/drawing/2017/decorative" val="1"/>
                </a:ext>
              </a:extLst>
            </p:cNvPr>
            <p:cNvPicPr>
              <a:picLocks noChangeAspect="1" noChangeArrowheads="1"/>
            </p:cNvPicPr>
            <p:nvPr/>
          </p:nvPicPr>
          <p:blipFill>
            <a:blip r:embed="rId8">
              <a:extLst>
                <a:ext uri="{96DAC541-7B7A-43D3-8B79-37D633B846F1}">
                  <asvg:svgBlip xmlns:asvg="http://schemas.microsoft.com/office/drawing/2016/SVG/main" r:embed="rId9"/>
                </a:ext>
              </a:extLst>
            </a:blip>
            <a:srcRect/>
            <a:stretch/>
          </p:blipFill>
          <p:spPr bwMode="auto">
            <a:xfrm>
              <a:off x="4274163" y="3734472"/>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 name="TextBox 50">
              <a:extLst>
                <a:ext uri="{FF2B5EF4-FFF2-40B4-BE49-F238E27FC236}">
                  <a16:creationId xmlns:a16="http://schemas.microsoft.com/office/drawing/2014/main" id="{2E1275BB-A7DD-44C7-895E-8A797F90D9DD}"/>
                </a:ext>
              </a:extLst>
            </p:cNvPr>
            <p:cNvSpPr txBox="1"/>
            <p:nvPr/>
          </p:nvSpPr>
          <p:spPr>
            <a:xfrm>
              <a:off x="3979522" y="4489819"/>
              <a:ext cx="1440527" cy="338554"/>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Amazon EC2</a:t>
              </a:r>
            </a:p>
          </p:txBody>
        </p:sp>
        <p:pic>
          <p:nvPicPr>
            <p:cNvPr id="77" name="Graphic 76">
              <a:extLst>
                <a:ext uri="{FF2B5EF4-FFF2-40B4-BE49-F238E27FC236}">
                  <a16:creationId xmlns:a16="http://schemas.microsoft.com/office/drawing/2014/main" id="{ADAE98A6-4AB5-4B2D-9C2B-D8DC6D2F0C5A}"/>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48746" y="5102753"/>
              <a:ext cx="886635" cy="975903"/>
            </a:xfrm>
            <a:prstGeom prst="rect">
              <a:avLst/>
            </a:prstGeom>
          </p:spPr>
        </p:pic>
        <p:cxnSp>
          <p:nvCxnSpPr>
            <p:cNvPr id="60" name="Straight Arrow Connector 59">
              <a:extLst>
                <a:ext uri="{FF2B5EF4-FFF2-40B4-BE49-F238E27FC236}">
                  <a16:creationId xmlns:a16="http://schemas.microsoft.com/office/drawing/2014/main" id="{27CDFED2-1C1D-46C0-A422-CB7743A218A0}"/>
                </a:ext>
                <a:ext uri="{C183D7F6-B498-43B3-948B-1728B52AA6E4}">
                  <adec:decorative xmlns:adec="http://schemas.microsoft.com/office/drawing/2017/decorative" val="1"/>
                </a:ext>
              </a:extLst>
            </p:cNvPr>
            <p:cNvCxnSpPr>
              <a:cxnSpLocks/>
              <a:stCxn id="77" idx="3"/>
              <a:endCxn id="66" idx="1"/>
            </p:cNvCxnSpPr>
            <p:nvPr/>
          </p:nvCxnSpPr>
          <p:spPr>
            <a:xfrm flipV="1">
              <a:off x="1635381" y="5590704"/>
              <a:ext cx="883229" cy="1"/>
            </a:xfrm>
            <a:prstGeom prst="straightConnector1">
              <a:avLst/>
            </a:prstGeom>
            <a:noFill/>
            <a:ln w="38100" cap="flat" cmpd="sng" algn="ctr">
              <a:solidFill>
                <a:srgbClr val="005276"/>
              </a:solidFill>
              <a:prstDash val="solid"/>
              <a:miter lim="800000"/>
              <a:headEnd type="none" w="med" len="med"/>
              <a:tailEnd type="triangle" w="med" len="med"/>
            </a:ln>
            <a:effectLst/>
          </p:spPr>
        </p:cxnSp>
        <p:sp>
          <p:nvSpPr>
            <p:cNvPr id="79" name="TextBox 78">
              <a:extLst>
                <a:ext uri="{FF2B5EF4-FFF2-40B4-BE49-F238E27FC236}">
                  <a16:creationId xmlns:a16="http://schemas.microsoft.com/office/drawing/2014/main" id="{F736482A-4186-44A2-B7CC-C77F75051242}"/>
                </a:ext>
              </a:extLst>
            </p:cNvPr>
            <p:cNvSpPr txBox="1"/>
            <p:nvPr/>
          </p:nvSpPr>
          <p:spPr>
            <a:xfrm>
              <a:off x="1611097" y="5234684"/>
              <a:ext cx="886635" cy="338554"/>
            </a:xfrm>
            <a:prstGeom prst="rect">
              <a:avLst/>
            </a:prstGeom>
            <a:noFill/>
          </p:spPr>
          <p:txBody>
            <a:bodyPr wrap="square" rtlCol="0">
              <a:spAutoFit/>
            </a:bodyPr>
            <a:lstStyle/>
            <a:p>
              <a:pPr algn="ctr"/>
              <a:r>
                <a:rPr lang="en-US" sz="1600" dirty="0"/>
                <a:t>Attach</a:t>
              </a:r>
            </a:p>
          </p:txBody>
        </p:sp>
        <p:pic>
          <p:nvPicPr>
            <p:cNvPr id="66" name="Graphic 65">
              <a:extLst>
                <a:ext uri="{FF2B5EF4-FFF2-40B4-BE49-F238E27FC236}">
                  <a16:creationId xmlns:a16="http://schemas.microsoft.com/office/drawing/2014/main" id="{EBFBF0B1-D1B3-49B2-BE63-F8434C9746ED}"/>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518610" y="5319133"/>
              <a:ext cx="591051" cy="543142"/>
            </a:xfrm>
            <a:prstGeom prst="rect">
              <a:avLst/>
            </a:prstGeom>
          </p:spPr>
        </p:pic>
        <p:sp>
          <p:nvSpPr>
            <p:cNvPr id="75" name="TextBox 74">
              <a:extLst>
                <a:ext uri="{FF2B5EF4-FFF2-40B4-BE49-F238E27FC236}">
                  <a16:creationId xmlns:a16="http://schemas.microsoft.com/office/drawing/2014/main" id="{8C19B334-8F76-466C-8B50-1D8A25C45FD9}"/>
                </a:ext>
              </a:extLst>
            </p:cNvPr>
            <p:cNvSpPr txBox="1"/>
            <p:nvPr/>
          </p:nvSpPr>
          <p:spPr>
            <a:xfrm>
              <a:off x="2437640" y="5837145"/>
              <a:ext cx="75299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i="0" u="none" strike="noStrike" kern="1200" cap="none" spc="0" normalizeH="0" baseline="0" noProof="0" dirty="0">
                  <a:ln>
                    <a:noFill/>
                  </a:ln>
                  <a:effectLst/>
                  <a:uLnTx/>
                  <a:uFillTx/>
                  <a:ea typeface="Amazon Ember Light" panose="020B0403020204020204" pitchFamily="34" charset="0"/>
                  <a:cs typeface="Amazon Ember Light" panose="020B0403020204020204" pitchFamily="34" charset="0"/>
                </a:rPr>
                <a:t> Pat</a:t>
              </a:r>
            </a:p>
          </p:txBody>
        </p:sp>
        <p:cxnSp>
          <p:nvCxnSpPr>
            <p:cNvPr id="67" name="Straight Arrow Connector 66">
              <a:extLst>
                <a:ext uri="{FF2B5EF4-FFF2-40B4-BE49-F238E27FC236}">
                  <a16:creationId xmlns:a16="http://schemas.microsoft.com/office/drawing/2014/main" id="{88E6E914-8197-4687-B1B2-80433DC4443D}"/>
                </a:ext>
                <a:ext uri="{C183D7F6-B498-43B3-948B-1728B52AA6E4}">
                  <adec:decorative xmlns:adec="http://schemas.microsoft.com/office/drawing/2017/decorative" val="1"/>
                </a:ext>
              </a:extLst>
            </p:cNvPr>
            <p:cNvCxnSpPr>
              <a:cxnSpLocks/>
              <a:stCxn id="66" idx="3"/>
              <a:endCxn id="82" idx="1"/>
            </p:cNvCxnSpPr>
            <p:nvPr/>
          </p:nvCxnSpPr>
          <p:spPr>
            <a:xfrm>
              <a:off x="3109661" y="5590704"/>
              <a:ext cx="1164502" cy="0"/>
            </a:xfrm>
            <a:prstGeom prst="straightConnector1">
              <a:avLst/>
            </a:prstGeom>
            <a:noFill/>
            <a:ln w="38100" cap="flat" cmpd="sng" algn="ctr">
              <a:solidFill>
                <a:srgbClr val="005276"/>
              </a:solidFill>
              <a:prstDash val="solid"/>
              <a:miter lim="800000"/>
              <a:headEnd type="none" w="med" len="med"/>
              <a:tailEnd type="triangle" w="med" len="med"/>
            </a:ln>
            <a:effectLst/>
          </p:spPr>
        </p:cxnSp>
        <p:sp>
          <p:nvSpPr>
            <p:cNvPr id="81" name="TextBox 80">
              <a:extLst>
                <a:ext uri="{FF2B5EF4-FFF2-40B4-BE49-F238E27FC236}">
                  <a16:creationId xmlns:a16="http://schemas.microsoft.com/office/drawing/2014/main" id="{68C86900-A4BF-4929-BAB3-D670375B776F}"/>
                </a:ext>
              </a:extLst>
            </p:cNvPr>
            <p:cNvSpPr txBox="1"/>
            <p:nvPr/>
          </p:nvSpPr>
          <p:spPr>
            <a:xfrm>
              <a:off x="3175879" y="5234684"/>
              <a:ext cx="886635" cy="338554"/>
            </a:xfrm>
            <a:prstGeom prst="rect">
              <a:avLst/>
            </a:prstGeom>
            <a:noFill/>
          </p:spPr>
          <p:txBody>
            <a:bodyPr wrap="square" rtlCol="0">
              <a:spAutoFit/>
            </a:bodyPr>
            <a:lstStyle/>
            <a:p>
              <a:pPr algn="ctr"/>
              <a:r>
                <a:rPr lang="en-US" sz="1600" dirty="0"/>
                <a:t>Access</a:t>
              </a:r>
            </a:p>
          </p:txBody>
        </p:sp>
        <p:pic>
          <p:nvPicPr>
            <p:cNvPr id="82" name="Graphic 5">
              <a:extLst>
                <a:ext uri="{FF2B5EF4-FFF2-40B4-BE49-F238E27FC236}">
                  <a16:creationId xmlns:a16="http://schemas.microsoft.com/office/drawing/2014/main" id="{89C0B56F-FDF3-4B1E-81DE-8DF1FB98A2F1}"/>
                </a:ext>
                <a:ext uri="{C183D7F6-B498-43B3-948B-1728B52AA6E4}">
                  <adec:decorative xmlns:adec="http://schemas.microsoft.com/office/drawing/2017/decorative" val="1"/>
                </a:ext>
              </a:extLst>
            </p:cNvPr>
            <p:cNvPicPr>
              <a:picLocks noChangeAspect="1" noChangeArrowheads="1"/>
            </p:cNvPicPr>
            <p:nvPr/>
          </p:nvPicPr>
          <p:blipFill>
            <a:blip r:embed="rId8">
              <a:extLst>
                <a:ext uri="{96DAC541-7B7A-43D3-8B79-37D633B846F1}">
                  <asvg:svgBlip xmlns:asvg="http://schemas.microsoft.com/office/drawing/2016/SVG/main" r:embed="rId9"/>
                </a:ext>
              </a:extLst>
            </a:blip>
            <a:srcRect/>
            <a:stretch/>
          </p:blipFill>
          <p:spPr bwMode="auto">
            <a:xfrm>
              <a:off x="4274163" y="5209704"/>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 name="TextBox 75">
              <a:extLst>
                <a:ext uri="{FF2B5EF4-FFF2-40B4-BE49-F238E27FC236}">
                  <a16:creationId xmlns:a16="http://schemas.microsoft.com/office/drawing/2014/main" id="{2A571569-B2AE-4B5E-BF6D-398E3954571F}"/>
                </a:ext>
              </a:extLst>
            </p:cNvPr>
            <p:cNvSpPr txBox="1"/>
            <p:nvPr/>
          </p:nvSpPr>
          <p:spPr>
            <a:xfrm>
              <a:off x="3979522" y="5965051"/>
              <a:ext cx="1440527" cy="338554"/>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Amazon EC2</a:t>
              </a:r>
            </a:p>
          </p:txBody>
        </p:sp>
      </p:grpSp>
      <p:sp>
        <p:nvSpPr>
          <p:cNvPr id="63" name="TextBox 62">
            <a:extLst>
              <a:ext uri="{FF2B5EF4-FFF2-40B4-BE49-F238E27FC236}">
                <a16:creationId xmlns:a16="http://schemas.microsoft.com/office/drawing/2014/main" id="{0697C421-27D4-456A-938A-1B4BD65F820E}"/>
              </a:ext>
            </a:extLst>
          </p:cNvPr>
          <p:cNvSpPr txBox="1"/>
          <p:nvPr/>
        </p:nvSpPr>
        <p:spPr>
          <a:xfrm>
            <a:off x="5597434" y="1985650"/>
            <a:ext cx="6236208" cy="369332"/>
          </a:xfrm>
          <a:prstGeom prst="rect">
            <a:avLst/>
          </a:prstGeom>
          <a:solidFill>
            <a:srgbClr val="18584E"/>
          </a:solidFill>
        </p:spPr>
        <p:txBody>
          <a:bodyPr wrap="square" rtlCol="0">
            <a:spAutoFit/>
          </a:bodyPr>
          <a:lstStyle/>
          <a:p>
            <a:r>
              <a:rPr lang="en-US" dirty="0">
                <a:solidFill>
                  <a:schemeClr val="bg1"/>
                </a:solidFill>
              </a:rPr>
              <a:t>Initial configuration</a:t>
            </a:r>
          </a:p>
        </p:txBody>
      </p:sp>
      <p:sp>
        <p:nvSpPr>
          <p:cNvPr id="4" name="TextBox 3">
            <a:extLst>
              <a:ext uri="{FF2B5EF4-FFF2-40B4-BE49-F238E27FC236}">
                <a16:creationId xmlns:a16="http://schemas.microsoft.com/office/drawing/2014/main" id="{CB4302A4-2B0D-4F17-B7FC-CA536A9E8661}"/>
              </a:ext>
            </a:extLst>
          </p:cNvPr>
          <p:cNvSpPr txBox="1"/>
          <p:nvPr/>
        </p:nvSpPr>
        <p:spPr>
          <a:xfrm>
            <a:off x="5583287" y="2362296"/>
            <a:ext cx="6245569" cy="923330"/>
          </a:xfrm>
          <a:prstGeom prst="rect">
            <a:avLst/>
          </a:prstGeom>
          <a:noFill/>
        </p:spPr>
        <p:txBody>
          <a:bodyPr wrap="square" rtlCol="0">
            <a:spAutoFit/>
          </a:bodyPr>
          <a:lstStyle/>
          <a:p>
            <a:r>
              <a:rPr lang="en-US" dirty="0"/>
              <a:t>Each developer is given full access to Amazon Elastic Compute Cloud (Amazon EC2) through policies that are attached to individual users.</a:t>
            </a:r>
          </a:p>
        </p:txBody>
      </p:sp>
      <p:sp>
        <p:nvSpPr>
          <p:cNvPr id="64" name="TextBox 63">
            <a:extLst>
              <a:ext uri="{FF2B5EF4-FFF2-40B4-BE49-F238E27FC236}">
                <a16:creationId xmlns:a16="http://schemas.microsoft.com/office/drawing/2014/main" id="{3423ED92-8A0B-4F7C-8CC9-F36C7F57F059}"/>
              </a:ext>
            </a:extLst>
          </p:cNvPr>
          <p:cNvSpPr txBox="1"/>
          <p:nvPr/>
        </p:nvSpPr>
        <p:spPr>
          <a:xfrm>
            <a:off x="5597434" y="3317384"/>
            <a:ext cx="6231422" cy="369332"/>
          </a:xfrm>
          <a:prstGeom prst="rect">
            <a:avLst/>
          </a:prstGeom>
          <a:solidFill>
            <a:srgbClr val="18584E"/>
          </a:solidFill>
        </p:spPr>
        <p:txBody>
          <a:bodyPr wrap="square" rtlCol="0">
            <a:spAutoFit/>
          </a:bodyPr>
          <a:lstStyle/>
          <a:p>
            <a:r>
              <a:rPr lang="en-US" dirty="0">
                <a:solidFill>
                  <a:schemeClr val="bg1"/>
                </a:solidFill>
              </a:rPr>
              <a:t>Additional access is needed</a:t>
            </a:r>
          </a:p>
        </p:txBody>
      </p:sp>
      <p:sp>
        <p:nvSpPr>
          <p:cNvPr id="61" name="TextBox 60">
            <a:extLst>
              <a:ext uri="{FF2B5EF4-FFF2-40B4-BE49-F238E27FC236}">
                <a16:creationId xmlns:a16="http://schemas.microsoft.com/office/drawing/2014/main" id="{24D553A9-6DFA-4F05-A006-A2728B9AFA78}"/>
              </a:ext>
            </a:extLst>
          </p:cNvPr>
          <p:cNvSpPr txBox="1"/>
          <p:nvPr/>
        </p:nvSpPr>
        <p:spPr>
          <a:xfrm>
            <a:off x="5583287" y="3701255"/>
            <a:ext cx="6222270" cy="1477328"/>
          </a:xfrm>
          <a:prstGeom prst="rect">
            <a:avLst/>
          </a:prstGeom>
          <a:noFill/>
        </p:spPr>
        <p:txBody>
          <a:bodyPr wrap="square" rtlCol="0">
            <a:spAutoFit/>
          </a:bodyPr>
          <a:lstStyle/>
          <a:p>
            <a:r>
              <a:rPr lang="en-US" dirty="0"/>
              <a:t>Each developer needs access to Amazon Simple Storage Service (Amazon S3). To implement this change, an administrator needs to make three modifications, one for each AWS Identity and Access Management (IAM) user’s policy.</a:t>
            </a:r>
          </a:p>
        </p:txBody>
      </p:sp>
      <p:sp>
        <p:nvSpPr>
          <p:cNvPr id="65" name="TextBox 64">
            <a:extLst>
              <a:ext uri="{FF2B5EF4-FFF2-40B4-BE49-F238E27FC236}">
                <a16:creationId xmlns:a16="http://schemas.microsoft.com/office/drawing/2014/main" id="{A0C7C8B5-B2CF-4A61-93F4-263EE8A281F7}"/>
              </a:ext>
            </a:extLst>
          </p:cNvPr>
          <p:cNvSpPr txBox="1"/>
          <p:nvPr/>
        </p:nvSpPr>
        <p:spPr>
          <a:xfrm>
            <a:off x="5631698" y="5245862"/>
            <a:ext cx="6208123" cy="369332"/>
          </a:xfrm>
          <a:prstGeom prst="rect">
            <a:avLst/>
          </a:prstGeom>
          <a:solidFill>
            <a:srgbClr val="18584E"/>
          </a:solidFill>
        </p:spPr>
        <p:txBody>
          <a:bodyPr wrap="square" rtlCol="0">
            <a:spAutoFit/>
          </a:bodyPr>
          <a:lstStyle/>
          <a:p>
            <a:r>
              <a:rPr lang="en-US" dirty="0">
                <a:solidFill>
                  <a:schemeClr val="bg1"/>
                </a:solidFill>
              </a:rPr>
              <a:t>The number of developers grows</a:t>
            </a:r>
          </a:p>
        </p:txBody>
      </p:sp>
      <p:sp>
        <p:nvSpPr>
          <p:cNvPr id="6" name="Rectangle 5">
            <a:extLst>
              <a:ext uri="{FF2B5EF4-FFF2-40B4-BE49-F238E27FC236}">
                <a16:creationId xmlns:a16="http://schemas.microsoft.com/office/drawing/2014/main" id="{4AB96924-E5D2-41E3-9A09-717CC2583C5B}"/>
              </a:ext>
            </a:extLst>
          </p:cNvPr>
          <p:cNvSpPr/>
          <p:nvPr/>
        </p:nvSpPr>
        <p:spPr>
          <a:xfrm>
            <a:off x="5617552" y="5624772"/>
            <a:ext cx="6238598" cy="646331"/>
          </a:xfrm>
          <a:prstGeom prst="rect">
            <a:avLst/>
          </a:prstGeom>
        </p:spPr>
        <p:txBody>
          <a:bodyPr wrap="square">
            <a:spAutoFit/>
          </a:bodyPr>
          <a:lstStyle/>
          <a:p>
            <a:r>
              <a:rPr lang="en-US" dirty="0"/>
              <a:t>This approach becomes hard to manage. Is there an easier way to manage multiple permissions and users?  </a:t>
            </a:r>
          </a:p>
        </p:txBody>
      </p:sp>
    </p:spTree>
    <p:custDataLst>
      <p:tags r:id="rId1"/>
    </p:custDataLst>
    <p:extLst>
      <p:ext uri="{BB962C8B-B14F-4D97-AF65-F5344CB8AC3E}">
        <p14:creationId xmlns:p14="http://schemas.microsoft.com/office/powerpoint/2010/main" val="11434935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Slide Number">
            <a:extLst>
              <a:ext uri="{FF2B5EF4-FFF2-40B4-BE49-F238E27FC236}">
                <a16:creationId xmlns:a16="http://schemas.microsoft.com/office/drawing/2014/main" id="{33ED6232-9FB4-664C-B7DA-1BFF71CE2DA7}"/>
              </a:ext>
            </a:extLst>
          </p:cNvPr>
          <p:cNvSpPr>
            <a:spLocks noGrp="1"/>
          </p:cNvSpPr>
          <p:nvPr>
            <p:ph type="sldNum" idx="97"/>
          </p:nvPr>
        </p:nvSpPr>
        <p:spPr/>
        <p:txBody>
          <a:bodyPr/>
          <a:lstStyle/>
          <a:p>
            <a:pPr lvl="0"/>
            <a:fld id="{B6A95138-A96E-2F42-A959-2EFD44FE4AB7}" type="slidenum">
              <a:rPr lang="en-US" noProof="0" smtClean="0"/>
              <a:pPr lvl="0"/>
              <a:t>9</a:t>
            </a:fld>
            <a:endParaRPr lang="en-US" noProof="0" dirty="0"/>
          </a:p>
        </p:txBody>
      </p:sp>
      <p:sp>
        <p:nvSpPr>
          <p:cNvPr id="5" name="Title">
            <a:extLst>
              <a:ext uri="{FF2B5EF4-FFF2-40B4-BE49-F238E27FC236}">
                <a16:creationId xmlns:a16="http://schemas.microsoft.com/office/drawing/2014/main" id="{20CB2900-16C1-F646-8ACB-68B52ACA1022}"/>
              </a:ext>
            </a:extLst>
          </p:cNvPr>
          <p:cNvSpPr>
            <a:spLocks noGrp="1"/>
          </p:cNvSpPr>
          <p:nvPr>
            <p:ph type="title" idx="1"/>
          </p:nvPr>
        </p:nvSpPr>
        <p:spPr/>
        <p:txBody>
          <a:bodyPr>
            <a:normAutofit fontScale="90000"/>
          </a:bodyPr>
          <a:lstStyle/>
          <a:p>
            <a:r>
              <a:rPr lang="en-US" dirty="0"/>
              <a:t>Use IAM groups to attach permissions to multiple users</a:t>
            </a:r>
          </a:p>
        </p:txBody>
      </p:sp>
      <p:sp>
        <p:nvSpPr>
          <p:cNvPr id="4" name="Content Placeholder 3">
            <a:extLst>
              <a:ext uri="{FF2B5EF4-FFF2-40B4-BE49-F238E27FC236}">
                <a16:creationId xmlns:a16="http://schemas.microsoft.com/office/drawing/2014/main" id="{16B24EF7-62A6-401D-BB51-D38EB26253D3}"/>
              </a:ext>
            </a:extLst>
          </p:cNvPr>
          <p:cNvSpPr>
            <a:spLocks noGrp="1"/>
          </p:cNvSpPr>
          <p:nvPr>
            <p:ph idx="2"/>
          </p:nvPr>
        </p:nvSpPr>
        <p:spPr>
          <a:xfrm>
            <a:off x="365760" y="1097280"/>
            <a:ext cx="11466576" cy="1220225"/>
          </a:xfrm>
        </p:spPr>
        <p:txBody>
          <a:bodyPr>
            <a:normAutofit/>
          </a:bodyPr>
          <a:lstStyle/>
          <a:p>
            <a:r>
              <a:rPr lang="en-US" dirty="0"/>
              <a:t>Permissions in a group can be based on a job function.</a:t>
            </a:r>
          </a:p>
          <a:p>
            <a:r>
              <a:rPr lang="en-US" dirty="0"/>
              <a:t>All users in the group inherit the permissions assigned to the group.</a:t>
            </a:r>
          </a:p>
        </p:txBody>
      </p:sp>
      <p:grpSp>
        <p:nvGrpSpPr>
          <p:cNvPr id="2" name="Flatten IAMGroupPolicy" descr="Diagram of a group policy attached to a developer IAM group. Users John, Mary, and Pat are added to the group. More details in the notes.">
            <a:extLst>
              <a:ext uri="{FF2B5EF4-FFF2-40B4-BE49-F238E27FC236}">
                <a16:creationId xmlns:a16="http://schemas.microsoft.com/office/drawing/2014/main" id="{20BC21E8-443A-4B67-B46F-B964423AAE37}"/>
              </a:ext>
            </a:extLst>
          </p:cNvPr>
          <p:cNvGrpSpPr/>
          <p:nvPr/>
        </p:nvGrpSpPr>
        <p:grpSpPr>
          <a:xfrm>
            <a:off x="939303" y="2563767"/>
            <a:ext cx="10050062" cy="2887920"/>
            <a:chOff x="925015" y="3275818"/>
            <a:chExt cx="10050062" cy="2887920"/>
          </a:xfrm>
        </p:grpSpPr>
        <p:pic>
          <p:nvPicPr>
            <p:cNvPr id="56" name="Graphic 55">
              <a:extLst>
                <a:ext uri="{FF2B5EF4-FFF2-40B4-BE49-F238E27FC236}">
                  <a16:creationId xmlns:a16="http://schemas.microsoft.com/office/drawing/2014/main" id="{5DC68F46-595D-4829-B4F0-EDDC5DC5E40B}"/>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22000" y="3489027"/>
              <a:ext cx="857295" cy="857295"/>
            </a:xfrm>
            <a:prstGeom prst="rect">
              <a:avLst/>
            </a:prstGeom>
          </p:spPr>
        </p:pic>
        <p:sp>
          <p:nvSpPr>
            <p:cNvPr id="50" name="TextBox 49">
              <a:extLst>
                <a:ext uri="{FF2B5EF4-FFF2-40B4-BE49-F238E27FC236}">
                  <a16:creationId xmlns:a16="http://schemas.microsoft.com/office/drawing/2014/main" id="{CF1B2765-474E-4024-99E8-2E443660C65F}"/>
                </a:ext>
              </a:extLst>
            </p:cNvPr>
            <p:cNvSpPr txBox="1"/>
            <p:nvPr/>
          </p:nvSpPr>
          <p:spPr>
            <a:xfrm>
              <a:off x="1466806" y="4307867"/>
              <a:ext cx="1367682"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Group policy</a:t>
              </a:r>
            </a:p>
          </p:txBody>
        </p:sp>
        <p:cxnSp>
          <p:nvCxnSpPr>
            <p:cNvPr id="81" name="Straight Arrow Connector 80">
              <a:extLst>
                <a:ext uri="{FF2B5EF4-FFF2-40B4-BE49-F238E27FC236}">
                  <a16:creationId xmlns:a16="http://schemas.microsoft.com/office/drawing/2014/main" id="{04B44400-48D4-4C51-9BF7-8D0C74818C74}"/>
                </a:ext>
                <a:ext uri="{C183D7F6-B498-43B3-948B-1728B52AA6E4}">
                  <adec:decorative xmlns:adec="http://schemas.microsoft.com/office/drawing/2017/decorative" val="1"/>
                </a:ext>
              </a:extLst>
            </p:cNvPr>
            <p:cNvCxnSpPr>
              <a:cxnSpLocks/>
              <a:stCxn id="56" idx="3"/>
            </p:cNvCxnSpPr>
            <p:nvPr/>
          </p:nvCxnSpPr>
          <p:spPr>
            <a:xfrm>
              <a:off x="2579295" y="3917675"/>
              <a:ext cx="2813520" cy="0"/>
            </a:xfrm>
            <a:prstGeom prst="straightConnector1">
              <a:avLst/>
            </a:prstGeom>
            <a:noFill/>
            <a:ln w="38100" cap="flat" cmpd="sng" algn="ctr">
              <a:solidFill>
                <a:srgbClr val="005276"/>
              </a:solidFill>
              <a:prstDash val="solid"/>
              <a:miter lim="800000"/>
              <a:headEnd type="none" w="med" len="med"/>
              <a:tailEnd type="triangle" w="med" len="med"/>
            </a:ln>
            <a:effectLst/>
          </p:spPr>
        </p:cxnSp>
        <p:sp>
          <p:nvSpPr>
            <p:cNvPr id="83" name="TextBox 82">
              <a:extLst>
                <a:ext uri="{FF2B5EF4-FFF2-40B4-BE49-F238E27FC236}">
                  <a16:creationId xmlns:a16="http://schemas.microsoft.com/office/drawing/2014/main" id="{93624F9E-FCF3-4E7A-9C6B-15740CAD6C2D}"/>
                </a:ext>
              </a:extLst>
            </p:cNvPr>
            <p:cNvSpPr txBox="1"/>
            <p:nvPr/>
          </p:nvSpPr>
          <p:spPr>
            <a:xfrm>
              <a:off x="3542737" y="3577924"/>
              <a:ext cx="886635" cy="338554"/>
            </a:xfrm>
            <a:prstGeom prst="rect">
              <a:avLst/>
            </a:prstGeom>
            <a:noFill/>
          </p:spPr>
          <p:txBody>
            <a:bodyPr wrap="square" rtlCol="0">
              <a:spAutoFit/>
            </a:bodyPr>
            <a:lstStyle/>
            <a:p>
              <a:pPr algn="ctr"/>
              <a:r>
                <a:rPr lang="en-US" sz="1600" dirty="0"/>
                <a:t>Attach</a:t>
              </a:r>
            </a:p>
          </p:txBody>
        </p:sp>
        <p:sp>
          <p:nvSpPr>
            <p:cNvPr id="57" name="Rectangle 56">
              <a:extLst>
                <a:ext uri="{FF2B5EF4-FFF2-40B4-BE49-F238E27FC236}">
                  <a16:creationId xmlns:a16="http://schemas.microsoft.com/office/drawing/2014/main" id="{C4AD9111-59C3-4D13-B64F-FB0E7D7BB433}"/>
                </a:ext>
              </a:extLst>
            </p:cNvPr>
            <p:cNvSpPr/>
            <p:nvPr/>
          </p:nvSpPr>
          <p:spPr>
            <a:xfrm>
              <a:off x="5432611" y="3382917"/>
              <a:ext cx="1725503" cy="2177878"/>
            </a:xfrm>
            <a:prstGeom prst="rect">
              <a:avLst/>
            </a:prstGeom>
            <a:noFill/>
            <a:ln w="38100" cap="flat" cmpd="sng" algn="ctr">
              <a:solidFill>
                <a:srgbClr val="005276"/>
              </a:solidFill>
              <a:prstDash val="solid"/>
              <a:miter lim="800000"/>
            </a:ln>
            <a:effectLst/>
          </p:spPr>
          <p:txBody>
            <a:bodyPr tIns="9144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ea typeface="+mn-ea"/>
                  <a:cs typeface="Arial" panose="020B0604020202020204" pitchFamily="34" charset="0"/>
                </a:rPr>
                <a:t>IAM Developer group</a:t>
              </a:r>
            </a:p>
          </p:txBody>
        </p:sp>
        <p:pic>
          <p:nvPicPr>
            <p:cNvPr id="19" name="Graphic 18">
              <a:extLst>
                <a:ext uri="{FF2B5EF4-FFF2-40B4-BE49-F238E27FC236}">
                  <a16:creationId xmlns:a16="http://schemas.microsoft.com/office/drawing/2014/main" id="{E89D5E27-DF0D-4D66-AE97-4F627760FB34}"/>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782003" y="4204454"/>
              <a:ext cx="385581" cy="385581"/>
            </a:xfrm>
            <a:prstGeom prst="rect">
              <a:avLst/>
            </a:prstGeom>
          </p:spPr>
        </p:pic>
        <p:pic>
          <p:nvPicPr>
            <p:cNvPr id="22" name="Graphic 21">
              <a:extLst>
                <a:ext uri="{FF2B5EF4-FFF2-40B4-BE49-F238E27FC236}">
                  <a16:creationId xmlns:a16="http://schemas.microsoft.com/office/drawing/2014/main" id="{B28214BB-B5CB-47AB-B6EE-072899847C2A}"/>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064542" y="4204454"/>
              <a:ext cx="385581" cy="385581"/>
            </a:xfrm>
            <a:prstGeom prst="rect">
              <a:avLst/>
            </a:prstGeom>
          </p:spPr>
        </p:pic>
        <p:pic>
          <p:nvPicPr>
            <p:cNvPr id="24" name="Graphic 23">
              <a:extLst>
                <a:ext uri="{FF2B5EF4-FFF2-40B4-BE49-F238E27FC236}">
                  <a16:creationId xmlns:a16="http://schemas.microsoft.com/office/drawing/2014/main" id="{AE104924-A39C-4096-BA87-36B4EEFBE463}"/>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347082" y="4204454"/>
              <a:ext cx="385581" cy="385581"/>
            </a:xfrm>
            <a:prstGeom prst="rect">
              <a:avLst/>
            </a:prstGeom>
          </p:spPr>
        </p:pic>
        <p:pic>
          <p:nvPicPr>
            <p:cNvPr id="23" name="Graphic 22">
              <a:extLst>
                <a:ext uri="{FF2B5EF4-FFF2-40B4-BE49-F238E27FC236}">
                  <a16:creationId xmlns:a16="http://schemas.microsoft.com/office/drawing/2014/main" id="{9B1CCF98-C392-4C1F-8ABF-1464C7E908A4}"/>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782003" y="4584599"/>
              <a:ext cx="385581" cy="385581"/>
            </a:xfrm>
            <a:prstGeom prst="rect">
              <a:avLst/>
            </a:prstGeom>
          </p:spPr>
        </p:pic>
        <p:pic>
          <p:nvPicPr>
            <p:cNvPr id="20" name="Graphic 19">
              <a:extLst>
                <a:ext uri="{FF2B5EF4-FFF2-40B4-BE49-F238E27FC236}">
                  <a16:creationId xmlns:a16="http://schemas.microsoft.com/office/drawing/2014/main" id="{0FFC9C03-FBEC-4846-AA65-A619D9F43212}"/>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079954" y="4584599"/>
              <a:ext cx="385581" cy="385581"/>
            </a:xfrm>
            <a:prstGeom prst="rect">
              <a:avLst/>
            </a:prstGeom>
          </p:spPr>
        </p:pic>
        <p:pic>
          <p:nvPicPr>
            <p:cNvPr id="21" name="Graphic 20">
              <a:extLst>
                <a:ext uri="{FF2B5EF4-FFF2-40B4-BE49-F238E27FC236}">
                  <a16:creationId xmlns:a16="http://schemas.microsoft.com/office/drawing/2014/main" id="{F4E6D826-540D-4208-87B7-AAC9632449E1}"/>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377904" y="4584599"/>
              <a:ext cx="385581" cy="385581"/>
            </a:xfrm>
            <a:prstGeom prst="rect">
              <a:avLst/>
            </a:prstGeom>
          </p:spPr>
        </p:pic>
        <p:pic>
          <p:nvPicPr>
            <p:cNvPr id="45" name="Graphic 44">
              <a:extLst>
                <a:ext uri="{FF2B5EF4-FFF2-40B4-BE49-F238E27FC236}">
                  <a16:creationId xmlns:a16="http://schemas.microsoft.com/office/drawing/2014/main" id="{0E883728-2685-4536-B05D-EDAB87186CC4}"/>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787446" y="5014585"/>
              <a:ext cx="385581" cy="385581"/>
            </a:xfrm>
            <a:prstGeom prst="rect">
              <a:avLst/>
            </a:prstGeom>
          </p:spPr>
        </p:pic>
        <p:pic>
          <p:nvPicPr>
            <p:cNvPr id="43" name="Graphic 42">
              <a:extLst>
                <a:ext uri="{FF2B5EF4-FFF2-40B4-BE49-F238E27FC236}">
                  <a16:creationId xmlns:a16="http://schemas.microsoft.com/office/drawing/2014/main" id="{423558F3-006C-439F-9922-06F6313811B1}"/>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085397" y="5014585"/>
              <a:ext cx="385581" cy="385581"/>
            </a:xfrm>
            <a:prstGeom prst="rect">
              <a:avLst/>
            </a:prstGeom>
          </p:spPr>
        </p:pic>
        <p:pic>
          <p:nvPicPr>
            <p:cNvPr id="44" name="Graphic 43">
              <a:extLst>
                <a:ext uri="{FF2B5EF4-FFF2-40B4-BE49-F238E27FC236}">
                  <a16:creationId xmlns:a16="http://schemas.microsoft.com/office/drawing/2014/main" id="{D7B2FCA4-597F-4C7E-98D9-BC5405FE7B46}"/>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383347" y="5014585"/>
              <a:ext cx="385581" cy="385581"/>
            </a:xfrm>
            <a:prstGeom prst="rect">
              <a:avLst/>
            </a:prstGeom>
          </p:spPr>
        </p:pic>
        <p:pic>
          <p:nvPicPr>
            <p:cNvPr id="29" name="Graphic 28">
              <a:extLst>
                <a:ext uri="{FF2B5EF4-FFF2-40B4-BE49-F238E27FC236}">
                  <a16:creationId xmlns:a16="http://schemas.microsoft.com/office/drawing/2014/main" id="{9E66F6E9-EE9F-4007-B65E-960B0702E50C}"/>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87376" y="5298795"/>
              <a:ext cx="548369" cy="548369"/>
            </a:xfrm>
            <a:prstGeom prst="rect">
              <a:avLst/>
            </a:prstGeom>
          </p:spPr>
        </p:pic>
        <p:sp>
          <p:nvSpPr>
            <p:cNvPr id="33" name="TextBox 32">
              <a:extLst>
                <a:ext uri="{FF2B5EF4-FFF2-40B4-BE49-F238E27FC236}">
                  <a16:creationId xmlns:a16="http://schemas.microsoft.com/office/drawing/2014/main" id="{442BF4CE-5B26-4E5B-8AA1-CB258C83FB8F}"/>
                </a:ext>
              </a:extLst>
            </p:cNvPr>
            <p:cNvSpPr txBox="1"/>
            <p:nvPr/>
          </p:nvSpPr>
          <p:spPr>
            <a:xfrm>
              <a:off x="925015" y="5825184"/>
              <a:ext cx="743977"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i="0" u="none" strike="noStrike" kern="1200" cap="none" spc="0" normalizeH="0" baseline="0" noProof="0" dirty="0">
                  <a:ln>
                    <a:noFill/>
                  </a:ln>
                  <a:solidFill>
                    <a:srgbClr val="18584E"/>
                  </a:solidFill>
                  <a:effectLst/>
                  <a:uLnTx/>
                  <a:uFillTx/>
                  <a:ea typeface="Amazon Ember Light" panose="020B0403020204020204" pitchFamily="34" charset="0"/>
                  <a:cs typeface="Amazon Ember Light" panose="020B0403020204020204" pitchFamily="34" charset="0"/>
                </a:rPr>
                <a:t> </a:t>
              </a:r>
              <a:r>
                <a:rPr kumimoji="0" lang="en-US" sz="1600" i="0" u="none" strike="noStrike" kern="1200" cap="none" spc="0" normalizeH="0" baseline="0" noProof="0" dirty="0">
                  <a:ln>
                    <a:noFill/>
                  </a:ln>
                  <a:effectLst/>
                  <a:uLnTx/>
                  <a:uFillTx/>
                  <a:ea typeface="Amazon Ember Light" panose="020B0403020204020204" pitchFamily="34" charset="0"/>
                  <a:cs typeface="Amazon Ember Light" panose="020B0403020204020204" pitchFamily="34" charset="0"/>
                </a:rPr>
                <a:t>John</a:t>
              </a:r>
            </a:p>
          </p:txBody>
        </p:sp>
        <p:cxnSp>
          <p:nvCxnSpPr>
            <p:cNvPr id="58" name="Elbow Connector 25">
              <a:extLst>
                <a:ext uri="{FF2B5EF4-FFF2-40B4-BE49-F238E27FC236}">
                  <a16:creationId xmlns:a16="http://schemas.microsoft.com/office/drawing/2014/main" id="{3194EB78-987D-4A3B-B371-CA7F20F3577A}"/>
                </a:ext>
                <a:ext uri="{C183D7F6-B498-43B3-948B-1728B52AA6E4}">
                  <adec:decorative xmlns:adec="http://schemas.microsoft.com/office/drawing/2017/decorative" val="1"/>
                </a:ext>
              </a:extLst>
            </p:cNvPr>
            <p:cNvCxnSpPr>
              <a:cxnSpLocks/>
              <a:stCxn id="29" idx="0"/>
            </p:cNvCxnSpPr>
            <p:nvPr/>
          </p:nvCxnSpPr>
          <p:spPr>
            <a:xfrm rot="5400000" flipH="1" flipV="1">
              <a:off x="3164612" y="3070592"/>
              <a:ext cx="425152" cy="4031254"/>
            </a:xfrm>
            <a:prstGeom prst="bentConnector2">
              <a:avLst/>
            </a:prstGeom>
            <a:noFill/>
            <a:ln w="38100" cap="flat" cmpd="sng" algn="ctr">
              <a:solidFill>
                <a:srgbClr val="005276"/>
              </a:solidFill>
              <a:prstDash val="solid"/>
              <a:miter lim="800000"/>
              <a:headEnd type="none" w="med" len="med"/>
              <a:tailEnd type="triangle" w="med" len="med"/>
            </a:ln>
            <a:effectLst/>
          </p:spPr>
        </p:cxnSp>
        <p:sp>
          <p:nvSpPr>
            <p:cNvPr id="86" name="TextBox 85">
              <a:extLst>
                <a:ext uri="{FF2B5EF4-FFF2-40B4-BE49-F238E27FC236}">
                  <a16:creationId xmlns:a16="http://schemas.microsoft.com/office/drawing/2014/main" id="{C96BE27E-DE07-49CA-9248-E19C3E6B6B76}"/>
                </a:ext>
              </a:extLst>
            </p:cNvPr>
            <p:cNvSpPr txBox="1"/>
            <p:nvPr/>
          </p:nvSpPr>
          <p:spPr>
            <a:xfrm>
              <a:off x="2659179" y="4260664"/>
              <a:ext cx="2849217" cy="584775"/>
            </a:xfrm>
            <a:prstGeom prst="rect">
              <a:avLst/>
            </a:prstGeom>
            <a:noFill/>
          </p:spPr>
          <p:txBody>
            <a:bodyPr wrap="square" rtlCol="0">
              <a:spAutoFit/>
            </a:bodyPr>
            <a:lstStyle/>
            <a:p>
              <a:pPr algn="ctr"/>
              <a:r>
                <a:rPr lang="en-US" sz="1600" dirty="0"/>
                <a:t>Add as members</a:t>
              </a:r>
              <a:br>
                <a:rPr lang="en-US" sz="1600" dirty="0"/>
              </a:br>
              <a:r>
                <a:rPr lang="en-US" sz="1600" dirty="0"/>
                <a:t>(users do not have policies)</a:t>
              </a:r>
            </a:p>
          </p:txBody>
        </p:sp>
        <p:pic>
          <p:nvPicPr>
            <p:cNvPr id="30" name="Graphic 29">
              <a:extLst>
                <a:ext uri="{FF2B5EF4-FFF2-40B4-BE49-F238E27FC236}">
                  <a16:creationId xmlns:a16="http://schemas.microsoft.com/office/drawing/2014/main" id="{13123981-103F-420C-AA04-E2A2989FA4EB}"/>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07523" y="5298795"/>
              <a:ext cx="548369" cy="548369"/>
            </a:xfrm>
            <a:prstGeom prst="rect">
              <a:avLst/>
            </a:prstGeom>
          </p:spPr>
        </p:pic>
        <p:sp>
          <p:nvSpPr>
            <p:cNvPr id="32" name="TextBox 31">
              <a:extLst>
                <a:ext uri="{FF2B5EF4-FFF2-40B4-BE49-F238E27FC236}">
                  <a16:creationId xmlns:a16="http://schemas.microsoft.com/office/drawing/2014/main" id="{7AD7B73A-8DA8-4ABE-8D92-72B4229205E7}"/>
                </a:ext>
              </a:extLst>
            </p:cNvPr>
            <p:cNvSpPr txBox="1"/>
            <p:nvPr/>
          </p:nvSpPr>
          <p:spPr>
            <a:xfrm>
              <a:off x="1686587" y="5820026"/>
              <a:ext cx="767075"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i="0" u="none" strike="noStrike" kern="1200" cap="none" spc="0" normalizeH="0" baseline="0" noProof="0" dirty="0">
                  <a:ln>
                    <a:noFill/>
                  </a:ln>
                  <a:solidFill>
                    <a:srgbClr val="18584E"/>
                  </a:solidFill>
                  <a:effectLst/>
                  <a:uLnTx/>
                  <a:uFillTx/>
                  <a:ea typeface="Amazon Ember Light" panose="020B0403020204020204" pitchFamily="34" charset="0"/>
                  <a:cs typeface="Amazon Ember Light" panose="020B0403020204020204" pitchFamily="34" charset="0"/>
                </a:rPr>
                <a:t> </a:t>
              </a:r>
              <a:r>
                <a:rPr kumimoji="0" lang="en-US" sz="1600" i="0" u="none" strike="noStrike" kern="1200" cap="none" spc="0" normalizeH="0" baseline="0" noProof="0" dirty="0">
                  <a:ln>
                    <a:noFill/>
                  </a:ln>
                  <a:effectLst/>
                  <a:uLnTx/>
                  <a:uFillTx/>
                  <a:ea typeface="Amazon Ember Light" panose="020B0403020204020204" pitchFamily="34" charset="0"/>
                  <a:cs typeface="Amazon Ember Light" panose="020B0403020204020204" pitchFamily="34" charset="0"/>
                </a:rPr>
                <a:t>Mary</a:t>
              </a:r>
            </a:p>
          </p:txBody>
        </p:sp>
        <p:cxnSp>
          <p:nvCxnSpPr>
            <p:cNvPr id="59" name="Elbow Connector 25">
              <a:extLst>
                <a:ext uri="{FF2B5EF4-FFF2-40B4-BE49-F238E27FC236}">
                  <a16:creationId xmlns:a16="http://schemas.microsoft.com/office/drawing/2014/main" id="{F8A604C0-6348-4D8B-A2D7-D05F7EC56175}"/>
                </a:ext>
                <a:ext uri="{C183D7F6-B498-43B3-948B-1728B52AA6E4}">
                  <adec:decorative xmlns:adec="http://schemas.microsoft.com/office/drawing/2017/decorative" val="1"/>
                </a:ext>
              </a:extLst>
            </p:cNvPr>
            <p:cNvCxnSpPr>
              <a:cxnSpLocks/>
              <a:stCxn id="30" idx="0"/>
            </p:cNvCxnSpPr>
            <p:nvPr/>
          </p:nvCxnSpPr>
          <p:spPr>
            <a:xfrm rot="5400000" flipH="1" flipV="1">
              <a:off x="3524685" y="3430666"/>
              <a:ext cx="425152" cy="3311107"/>
            </a:xfrm>
            <a:prstGeom prst="bentConnector2">
              <a:avLst/>
            </a:prstGeom>
            <a:noFill/>
            <a:ln w="38100" cap="flat" cmpd="sng" algn="ctr">
              <a:solidFill>
                <a:srgbClr val="005276"/>
              </a:solidFill>
              <a:prstDash val="solid"/>
              <a:miter lim="800000"/>
              <a:headEnd type="none" w="med" len="med"/>
              <a:tailEnd type="triangle" w="med" len="med"/>
            </a:ln>
            <a:effectLst/>
          </p:spPr>
        </p:cxnSp>
        <p:pic>
          <p:nvPicPr>
            <p:cNvPr id="31" name="Graphic 30">
              <a:extLst>
                <a:ext uri="{FF2B5EF4-FFF2-40B4-BE49-F238E27FC236}">
                  <a16:creationId xmlns:a16="http://schemas.microsoft.com/office/drawing/2014/main" id="{66F9D9BF-2F92-4599-B98F-108B8B095C75}"/>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527671" y="5298795"/>
              <a:ext cx="548369" cy="548369"/>
            </a:xfrm>
            <a:prstGeom prst="rect">
              <a:avLst/>
            </a:prstGeom>
          </p:spPr>
        </p:pic>
        <p:sp>
          <p:nvSpPr>
            <p:cNvPr id="34" name="TextBox 33">
              <a:extLst>
                <a:ext uri="{FF2B5EF4-FFF2-40B4-BE49-F238E27FC236}">
                  <a16:creationId xmlns:a16="http://schemas.microsoft.com/office/drawing/2014/main" id="{6AB1FFF4-D192-4DD9-A147-FF1864D3B2E4}"/>
                </a:ext>
              </a:extLst>
            </p:cNvPr>
            <p:cNvSpPr txBox="1"/>
            <p:nvPr/>
          </p:nvSpPr>
          <p:spPr>
            <a:xfrm>
              <a:off x="2501167" y="5823986"/>
              <a:ext cx="548369"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i="0" u="none" strike="noStrike" kern="1200" cap="none" spc="0" normalizeH="0" baseline="0" noProof="0" dirty="0">
                  <a:ln>
                    <a:noFill/>
                  </a:ln>
                  <a:solidFill>
                    <a:srgbClr val="18584E"/>
                  </a:solidFill>
                  <a:effectLst/>
                  <a:uLnTx/>
                  <a:uFillTx/>
                  <a:ea typeface="Amazon Ember Light" panose="020B0403020204020204" pitchFamily="34" charset="0"/>
                  <a:cs typeface="Amazon Ember Light" panose="020B0403020204020204" pitchFamily="34" charset="0"/>
                </a:rPr>
                <a:t> </a:t>
              </a:r>
              <a:r>
                <a:rPr kumimoji="0" lang="en-US" sz="1600" i="0" u="none" strike="noStrike" kern="1200" cap="none" spc="0" normalizeH="0" baseline="0" noProof="0" dirty="0">
                  <a:ln>
                    <a:noFill/>
                  </a:ln>
                  <a:effectLst/>
                  <a:uLnTx/>
                  <a:uFillTx/>
                  <a:ea typeface="Amazon Ember Light" panose="020B0403020204020204" pitchFamily="34" charset="0"/>
                  <a:cs typeface="Amazon Ember Light" panose="020B0403020204020204" pitchFamily="34" charset="0"/>
                </a:rPr>
                <a:t>Pat</a:t>
              </a:r>
            </a:p>
          </p:txBody>
        </p:sp>
        <p:cxnSp>
          <p:nvCxnSpPr>
            <p:cNvPr id="62" name="Elbow Connector 25">
              <a:extLst>
                <a:ext uri="{FF2B5EF4-FFF2-40B4-BE49-F238E27FC236}">
                  <a16:creationId xmlns:a16="http://schemas.microsoft.com/office/drawing/2014/main" id="{3C31DA90-6323-45C0-940F-350191261999}"/>
                </a:ext>
                <a:ext uri="{C183D7F6-B498-43B3-948B-1728B52AA6E4}">
                  <adec:decorative xmlns:adec="http://schemas.microsoft.com/office/drawing/2017/decorative" val="1"/>
                </a:ext>
              </a:extLst>
            </p:cNvPr>
            <p:cNvCxnSpPr>
              <a:cxnSpLocks/>
              <a:stCxn id="31" idx="0"/>
            </p:cNvCxnSpPr>
            <p:nvPr/>
          </p:nvCxnSpPr>
          <p:spPr>
            <a:xfrm rot="5400000" flipH="1" flipV="1">
              <a:off x="3884760" y="3790741"/>
              <a:ext cx="425151" cy="2590958"/>
            </a:xfrm>
            <a:prstGeom prst="bentConnector2">
              <a:avLst/>
            </a:prstGeom>
            <a:noFill/>
            <a:ln w="38100" cap="flat" cmpd="sng" algn="ctr">
              <a:solidFill>
                <a:srgbClr val="005276"/>
              </a:solidFill>
              <a:prstDash val="solid"/>
              <a:miter lim="800000"/>
              <a:headEnd type="none" w="med" len="med"/>
              <a:tailEnd type="triangle" w="med" len="med"/>
            </a:ln>
            <a:effectLst/>
          </p:spPr>
        </p:cxnSp>
        <p:cxnSp>
          <p:nvCxnSpPr>
            <p:cNvPr id="70" name="Elbow Connector 25">
              <a:extLst>
                <a:ext uri="{FF2B5EF4-FFF2-40B4-BE49-F238E27FC236}">
                  <a16:creationId xmlns:a16="http://schemas.microsoft.com/office/drawing/2014/main" id="{68024588-109A-495C-8E8E-0E515C27D268}"/>
                </a:ext>
                <a:ext uri="{C183D7F6-B498-43B3-948B-1728B52AA6E4}">
                  <adec:decorative xmlns:adec="http://schemas.microsoft.com/office/drawing/2017/decorative" val="1"/>
                </a:ext>
              </a:extLst>
            </p:cNvPr>
            <p:cNvCxnSpPr>
              <a:cxnSpLocks/>
              <a:stCxn id="57" idx="3"/>
              <a:endCxn id="68" idx="1"/>
            </p:cNvCxnSpPr>
            <p:nvPr/>
          </p:nvCxnSpPr>
          <p:spPr>
            <a:xfrm flipV="1">
              <a:off x="7158114" y="3656818"/>
              <a:ext cx="2315982" cy="815038"/>
            </a:xfrm>
            <a:prstGeom prst="bentConnector3">
              <a:avLst>
                <a:gd name="adj1" fmla="val 50000"/>
              </a:avLst>
            </a:prstGeom>
            <a:noFill/>
            <a:ln w="38100" cap="flat" cmpd="sng" algn="ctr">
              <a:solidFill>
                <a:srgbClr val="005276"/>
              </a:solidFill>
              <a:prstDash val="solid"/>
              <a:miter lim="800000"/>
              <a:headEnd type="none" w="med" len="med"/>
              <a:tailEnd type="triangle" w="med" len="med"/>
            </a:ln>
            <a:effectLst/>
          </p:spPr>
        </p:cxnSp>
        <p:sp>
          <p:nvSpPr>
            <p:cNvPr id="76" name="TextBox 75">
              <a:extLst>
                <a:ext uri="{FF2B5EF4-FFF2-40B4-BE49-F238E27FC236}">
                  <a16:creationId xmlns:a16="http://schemas.microsoft.com/office/drawing/2014/main" id="{9875BDE0-1267-4BC6-B646-316847D48E09}"/>
                </a:ext>
              </a:extLst>
            </p:cNvPr>
            <p:cNvSpPr txBox="1"/>
            <p:nvPr/>
          </p:nvSpPr>
          <p:spPr>
            <a:xfrm>
              <a:off x="7301266" y="4137402"/>
              <a:ext cx="886635" cy="338554"/>
            </a:xfrm>
            <a:prstGeom prst="rect">
              <a:avLst/>
            </a:prstGeom>
            <a:noFill/>
          </p:spPr>
          <p:txBody>
            <a:bodyPr wrap="square" rtlCol="0">
              <a:spAutoFit/>
            </a:bodyPr>
            <a:lstStyle/>
            <a:p>
              <a:pPr algn="ctr"/>
              <a:r>
                <a:rPr lang="en-US" sz="1600" dirty="0"/>
                <a:t>Access</a:t>
              </a:r>
            </a:p>
          </p:txBody>
        </p:sp>
        <p:pic>
          <p:nvPicPr>
            <p:cNvPr id="68" name="Graphic 8">
              <a:extLst>
                <a:ext uri="{FF2B5EF4-FFF2-40B4-BE49-F238E27FC236}">
                  <a16:creationId xmlns:a16="http://schemas.microsoft.com/office/drawing/2014/main" id="{61D9E1F1-A07A-43C5-9E78-2F33591308DD}"/>
                </a:ext>
                <a:ext uri="{C183D7F6-B498-43B3-948B-1728B52AA6E4}">
                  <adec:decorative xmlns:adec="http://schemas.microsoft.com/office/drawing/2017/decorative" val="1"/>
                </a:ext>
              </a:extLst>
            </p:cNvPr>
            <p:cNvPicPr>
              <a:picLocks noChangeAspect="1" noChangeArrowheads="1"/>
            </p:cNvPicPr>
            <p:nvPr/>
          </p:nvPicPr>
          <p:blipFill>
            <a:blip r:embed="rId8">
              <a:extLst>
                <a:ext uri="{96DAC541-7B7A-43D3-8B79-37D633B846F1}">
                  <asvg:svgBlip xmlns:asvg="http://schemas.microsoft.com/office/drawing/2016/SVG/main" r:embed="rId9"/>
                </a:ext>
              </a:extLst>
            </a:blip>
            <a:srcRect/>
            <a:stretch/>
          </p:blipFill>
          <p:spPr bwMode="auto">
            <a:xfrm>
              <a:off x="9474096" y="3275818"/>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 name="TextBox 9">
              <a:extLst>
                <a:ext uri="{FF2B5EF4-FFF2-40B4-BE49-F238E27FC236}">
                  <a16:creationId xmlns:a16="http://schemas.microsoft.com/office/drawing/2014/main" id="{B784C324-835C-4C6C-8865-4B16F15769F2}"/>
                </a:ext>
              </a:extLst>
            </p:cNvPr>
            <p:cNvSpPr txBox="1">
              <a:spLocks noChangeArrowheads="1"/>
            </p:cNvSpPr>
            <p:nvPr/>
          </p:nvSpPr>
          <p:spPr bwMode="auto">
            <a:xfrm>
              <a:off x="8735115" y="4039405"/>
              <a:ext cx="22399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fontAlgn="base">
                <a:spcBef>
                  <a:spcPct val="0"/>
                </a:spcBef>
                <a:spcAft>
                  <a:spcPct val="0"/>
                </a:spcAft>
              </a:pPr>
              <a:r>
                <a:rPr lang="en-US" altLang="en-US" sz="1600" dirty="0">
                  <a:solidFill>
                    <a:srgbClr val="000000"/>
                  </a:solidFill>
                  <a:latin typeface="+mn-lt"/>
                  <a:ea typeface="Amazon Ember" panose="020B0603020204020204" pitchFamily="34" charset="0"/>
                  <a:cs typeface="Arial" panose="020B0604020202020204" pitchFamily="34" charset="0"/>
                </a:rPr>
                <a:t>Amazon S3</a:t>
              </a:r>
            </a:p>
          </p:txBody>
        </p:sp>
        <p:cxnSp>
          <p:nvCxnSpPr>
            <p:cNvPr id="73" name="Elbow Connector 25">
              <a:extLst>
                <a:ext uri="{FF2B5EF4-FFF2-40B4-BE49-F238E27FC236}">
                  <a16:creationId xmlns:a16="http://schemas.microsoft.com/office/drawing/2014/main" id="{449CAE51-BA4D-4FD1-A1B2-03FD502C81AD}"/>
                </a:ext>
                <a:ext uri="{C183D7F6-B498-43B3-948B-1728B52AA6E4}">
                  <adec:decorative xmlns:adec="http://schemas.microsoft.com/office/drawing/2017/decorative" val="1"/>
                </a:ext>
              </a:extLst>
            </p:cNvPr>
            <p:cNvCxnSpPr>
              <a:cxnSpLocks/>
              <a:stCxn id="57" idx="3"/>
              <a:endCxn id="67" idx="1"/>
            </p:cNvCxnSpPr>
            <p:nvPr/>
          </p:nvCxnSpPr>
          <p:spPr>
            <a:xfrm>
              <a:off x="7158114" y="4471856"/>
              <a:ext cx="2315982" cy="700043"/>
            </a:xfrm>
            <a:prstGeom prst="bentConnector3">
              <a:avLst>
                <a:gd name="adj1" fmla="val 50000"/>
              </a:avLst>
            </a:prstGeom>
            <a:noFill/>
            <a:ln w="38100" cap="flat" cmpd="sng" algn="ctr">
              <a:solidFill>
                <a:srgbClr val="005276"/>
              </a:solidFill>
              <a:prstDash val="solid"/>
              <a:miter lim="800000"/>
              <a:headEnd type="none" w="med" len="med"/>
              <a:tailEnd type="triangle" w="med" len="med"/>
            </a:ln>
            <a:effectLst/>
          </p:spPr>
        </p:cxnSp>
        <p:pic>
          <p:nvPicPr>
            <p:cNvPr id="67" name="Graphic 5">
              <a:extLst>
                <a:ext uri="{FF2B5EF4-FFF2-40B4-BE49-F238E27FC236}">
                  <a16:creationId xmlns:a16="http://schemas.microsoft.com/office/drawing/2014/main" id="{E8B710B8-366B-4DC7-9D78-ED60144F4551}"/>
                </a:ext>
                <a:ext uri="{C183D7F6-B498-43B3-948B-1728B52AA6E4}">
                  <adec:decorative xmlns:adec="http://schemas.microsoft.com/office/drawing/2017/decorative" val="1"/>
                </a:ext>
              </a:extLst>
            </p:cNvPr>
            <p:cNvPicPr>
              <a:picLocks noChangeAspect="1" noChangeArrowheads="1"/>
            </p:cNvPicPr>
            <p:nvPr/>
          </p:nvPicPr>
          <p:blipFill>
            <a:blip r:embed="rId10">
              <a:extLst>
                <a:ext uri="{96DAC541-7B7A-43D3-8B79-37D633B846F1}">
                  <asvg:svgBlip xmlns:asvg="http://schemas.microsoft.com/office/drawing/2016/SVG/main" r:embed="rId11"/>
                </a:ext>
              </a:extLst>
            </a:blip>
            <a:srcRect/>
            <a:stretch/>
          </p:blipFill>
          <p:spPr bwMode="auto">
            <a:xfrm>
              <a:off x="9474096" y="4790899"/>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 name="TextBox 65">
              <a:extLst>
                <a:ext uri="{FF2B5EF4-FFF2-40B4-BE49-F238E27FC236}">
                  <a16:creationId xmlns:a16="http://schemas.microsoft.com/office/drawing/2014/main" id="{0E081B67-68B3-49A6-91C7-BCC5BC0F2D96}"/>
                </a:ext>
              </a:extLst>
            </p:cNvPr>
            <p:cNvSpPr txBox="1"/>
            <p:nvPr/>
          </p:nvSpPr>
          <p:spPr>
            <a:xfrm>
              <a:off x="9170692" y="5546246"/>
              <a:ext cx="1440527" cy="338554"/>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Amazon EC2</a:t>
              </a:r>
            </a:p>
          </p:txBody>
        </p:sp>
      </p:grpSp>
    </p:spTree>
    <p:custDataLst>
      <p:tags r:id="rId1"/>
    </p:custDataLst>
    <p:extLst>
      <p:ext uri="{BB962C8B-B14F-4D97-AF65-F5344CB8AC3E}">
        <p14:creationId xmlns:p14="http://schemas.microsoft.com/office/powerpoint/2010/main" val="22598897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a:extLst>
              <a:ext uri="{FF2B5EF4-FFF2-40B4-BE49-F238E27FC236}">
                <a16:creationId xmlns:a16="http://schemas.microsoft.com/office/drawing/2014/main" id="{D6531C9E-1C06-734F-B1E7-6FFAAC732E5C}"/>
              </a:ext>
            </a:extLst>
          </p:cNvPr>
          <p:cNvSpPr>
            <a:spLocks noGrp="1"/>
          </p:cNvSpPr>
          <p:nvPr>
            <p:ph type="sldNum" idx="9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b="0" i="0" u="none" strike="noStrike" kern="1200" cap="none" spc="0" normalizeH="0" baseline="0" noProof="0" smtClean="0">
                <a:ln>
                  <a:noFill/>
                </a:ln>
                <a:solidFill>
                  <a:schemeClr val="tx1"/>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b="0" i="0" u="none" strike="noStrike" kern="1200" cap="none" spc="0" normalizeH="0" baseline="0" noProof="0" dirty="0">
              <a:ln>
                <a:noFill/>
              </a:ln>
              <a:solidFill>
                <a:schemeClr val="tx1"/>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 name="Title">
            <a:extLst>
              <a:ext uri="{FF2B5EF4-FFF2-40B4-BE49-F238E27FC236}">
                <a16:creationId xmlns:a16="http://schemas.microsoft.com/office/drawing/2014/main" id="{14C17A0C-4BBD-1742-AE82-799C3B3AA99B}"/>
              </a:ext>
            </a:extLst>
          </p:cNvPr>
          <p:cNvSpPr>
            <a:spLocks noGrp="1"/>
          </p:cNvSpPr>
          <p:nvPr>
            <p:ph type="title" idx="1"/>
          </p:nvPr>
        </p:nvSpPr>
        <p:spPr/>
        <p:txBody>
          <a:bodyPr>
            <a:normAutofit/>
          </a:bodyPr>
          <a:lstStyle/>
          <a:p>
            <a:r>
              <a:rPr lang="en-US" dirty="0"/>
              <a:t>Example: Using IAM groups to reflect job role</a:t>
            </a:r>
          </a:p>
        </p:txBody>
      </p:sp>
      <p:pic>
        <p:nvPicPr>
          <p:cNvPr id="6" name="Content Placeholder 12" descr="An AWS account has three IAM groups named admins, developers, and test. See detailed description in the notes. ">
            <a:extLst>
              <a:ext uri="{FF2B5EF4-FFF2-40B4-BE49-F238E27FC236}">
                <a16:creationId xmlns:a16="http://schemas.microsoft.com/office/drawing/2014/main" id="{98FCF363-41B0-4961-903B-B6B7160F455B}"/>
              </a:ext>
            </a:extLst>
          </p:cNvPr>
          <p:cNvPicPr>
            <a:picLocks noGrp="1" noChangeAspect="1"/>
          </p:cNvPicPr>
          <p:nvPr>
            <p:ph idx="2"/>
          </p:nvPr>
        </p:nvPicPr>
        <p:blipFill>
          <a:blip r:embed="rId4"/>
          <a:stretch>
            <a:fillRect/>
          </a:stretch>
        </p:blipFill>
        <p:spPr>
          <a:xfrm>
            <a:off x="365125" y="1344734"/>
            <a:ext cx="5400675" cy="4835282"/>
          </a:xfrm>
          <a:prstGeom prst="rect">
            <a:avLst/>
          </a:prstGeom>
        </p:spPr>
      </p:pic>
      <p:sp>
        <p:nvSpPr>
          <p:cNvPr id="4" name="Content Placeholder 3">
            <a:extLst>
              <a:ext uri="{FF2B5EF4-FFF2-40B4-BE49-F238E27FC236}">
                <a16:creationId xmlns:a16="http://schemas.microsoft.com/office/drawing/2014/main" id="{18445E2D-7638-4B6C-A75B-5347F73D341A}"/>
              </a:ext>
            </a:extLst>
          </p:cNvPr>
          <p:cNvSpPr>
            <a:spLocks noGrp="1"/>
          </p:cNvSpPr>
          <p:nvPr>
            <p:ph idx="3"/>
          </p:nvPr>
        </p:nvSpPr>
        <p:spPr>
          <a:xfrm>
            <a:off x="5977718" y="1097280"/>
            <a:ext cx="5854617" cy="5330952"/>
          </a:xfrm>
        </p:spPr>
        <p:txBody>
          <a:bodyPr/>
          <a:lstStyle/>
          <a:p>
            <a:pPr marL="0" indent="0">
              <a:buNone/>
            </a:pPr>
            <a:r>
              <a:rPr lang="en-US" sz="2000" dirty="0"/>
              <a:t>If a new developer (Pat) is hired, add them to the developers group. Pat will immediately inherit the same access that’s granted to other developers.</a:t>
            </a:r>
          </a:p>
          <a:p>
            <a:pPr marL="0" indent="0">
              <a:buNone/>
            </a:pPr>
            <a:r>
              <a:rPr lang="en-US" sz="2000" dirty="0"/>
              <a:t>If Ana takes on the new role of developer, do the following: </a:t>
            </a:r>
          </a:p>
          <a:p>
            <a:pPr lvl="1"/>
            <a:r>
              <a:rPr lang="en-US" dirty="0"/>
              <a:t>Remove her from the test group.</a:t>
            </a:r>
          </a:p>
          <a:p>
            <a:pPr lvl="1"/>
            <a:r>
              <a:rPr lang="en-US" dirty="0"/>
              <a:t>Add her to the developers group.</a:t>
            </a:r>
          </a:p>
          <a:p>
            <a:pPr marL="0" indent="0">
              <a:spcBef>
                <a:spcPts val="600"/>
              </a:spcBef>
              <a:spcAft>
                <a:spcPts val="600"/>
              </a:spcAft>
              <a:buNone/>
            </a:pPr>
            <a:r>
              <a:rPr lang="en-US" sz="2000" dirty="0"/>
              <a:t>Users can belong to more than one group, but groups cannot be nested.</a:t>
            </a:r>
          </a:p>
          <a:p>
            <a:pPr marL="0" indent="0">
              <a:spcBef>
                <a:spcPts val="600"/>
              </a:spcBef>
              <a:spcAft>
                <a:spcPts val="600"/>
              </a:spcAft>
              <a:buNone/>
            </a:pPr>
            <a:r>
              <a:rPr lang="en-US" sz="2000" dirty="0"/>
              <a:t>Permissions in policies directly attached to a user (user policies) override permissions in group policies if they are more restrictive.</a:t>
            </a:r>
          </a:p>
        </p:txBody>
      </p:sp>
    </p:spTree>
    <p:custDataLst>
      <p:tags r:id="rId1"/>
    </p:custDataLst>
    <p:extLst>
      <p:ext uri="{BB962C8B-B14F-4D97-AF65-F5344CB8AC3E}">
        <p14:creationId xmlns:p14="http://schemas.microsoft.com/office/powerpoint/2010/main" val="42767255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a:extLst>
              <a:ext uri="{FF2B5EF4-FFF2-40B4-BE49-F238E27FC236}">
                <a16:creationId xmlns:a16="http://schemas.microsoft.com/office/drawing/2014/main" id="{0A2ED727-DE70-4442-A5A1-634864B8F120}"/>
              </a:ext>
            </a:extLst>
          </p:cNvPr>
          <p:cNvSpPr>
            <a:spLocks noGrp="1"/>
          </p:cNvSpPr>
          <p:nvPr>
            <p:ph type="sldNum" idx="9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b="0" i="0" u="none" strike="noStrike" kern="1200" cap="none" spc="0" normalizeH="0" baseline="0" noProof="0" smtClean="0">
                <a:ln>
                  <a:noFill/>
                </a:ln>
                <a:solidFill>
                  <a:srgbClr val="000000">
                    <a:tint val="75000"/>
                  </a:srgbClr>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b="0" i="0" u="none" strike="noStrike" kern="1200" cap="none" spc="0" normalizeH="0" baseline="0" noProof="0" dirty="0">
              <a:ln>
                <a:noFill/>
              </a:ln>
              <a:solidFill>
                <a:srgbClr val="000000">
                  <a:tint val="75000"/>
                </a:srgbClr>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 name="Title">
            <a:extLst>
              <a:ext uri="{FF2B5EF4-FFF2-40B4-BE49-F238E27FC236}">
                <a16:creationId xmlns:a16="http://schemas.microsoft.com/office/drawing/2014/main" id="{E2BEF13B-C05F-5D4D-AD16-F9FC204405CA}"/>
              </a:ext>
            </a:extLst>
          </p:cNvPr>
          <p:cNvSpPr>
            <a:spLocks noGrp="1"/>
          </p:cNvSpPr>
          <p:nvPr>
            <p:ph type="title" idx="1"/>
          </p:nvPr>
        </p:nvSpPr>
        <p:spPr/>
        <p:txBody>
          <a:bodyPr>
            <a:normAutofit fontScale="90000"/>
          </a:bodyPr>
          <a:lstStyle/>
          <a:p>
            <a:r>
              <a:rPr lang="en-US" dirty="0">
                <a:solidFill>
                  <a:schemeClr val="tx1"/>
                </a:solidFill>
              </a:rPr>
              <a:t>Example: Using a user policy and group policy together</a:t>
            </a:r>
          </a:p>
        </p:txBody>
      </p:sp>
      <p:grpSp>
        <p:nvGrpSpPr>
          <p:cNvPr id="40" name="Flatten User and group policy" descr="Diagram of a user policy that allows user access to services, but denies access to services from a group policy. More details in the notes.">
            <a:extLst>
              <a:ext uri="{FF2B5EF4-FFF2-40B4-BE49-F238E27FC236}">
                <a16:creationId xmlns:a16="http://schemas.microsoft.com/office/drawing/2014/main" id="{A96965A8-E409-4034-A9C9-2399B8A4C39D}"/>
              </a:ext>
            </a:extLst>
          </p:cNvPr>
          <p:cNvGrpSpPr/>
          <p:nvPr/>
        </p:nvGrpSpPr>
        <p:grpSpPr>
          <a:xfrm>
            <a:off x="1017161" y="1113055"/>
            <a:ext cx="6563737" cy="5248864"/>
            <a:chOff x="1238381" y="1113055"/>
            <a:chExt cx="6563737" cy="5248864"/>
          </a:xfrm>
        </p:grpSpPr>
        <p:sp>
          <p:nvSpPr>
            <p:cNvPr id="3" name="TextBox 2">
              <a:extLst>
                <a:ext uri="{FF2B5EF4-FFF2-40B4-BE49-F238E27FC236}">
                  <a16:creationId xmlns:a16="http://schemas.microsoft.com/office/drawing/2014/main" id="{1C14E654-35F6-487E-83C7-876CA0C6C670}"/>
                </a:ext>
              </a:extLst>
            </p:cNvPr>
            <p:cNvSpPr txBox="1"/>
            <p:nvPr/>
          </p:nvSpPr>
          <p:spPr>
            <a:xfrm>
              <a:off x="3988253" y="4815787"/>
              <a:ext cx="3813865" cy="338554"/>
            </a:xfrm>
            <a:prstGeom prst="rect">
              <a:avLst/>
            </a:prstGeom>
            <a:noFill/>
          </p:spPr>
          <p:txBody>
            <a:bodyPr wrap="none" rtlCol="0">
              <a:spAutoFit/>
            </a:bodyPr>
            <a:lstStyle/>
            <a:p>
              <a:r>
                <a:rPr lang="en-US" sz="1600" dirty="0"/>
                <a:t>Policy associated with developer group</a:t>
              </a:r>
            </a:p>
          </p:txBody>
        </p:sp>
        <p:sp>
          <p:nvSpPr>
            <p:cNvPr id="8" name="TextBox 7">
              <a:extLst>
                <a:ext uri="{FF2B5EF4-FFF2-40B4-BE49-F238E27FC236}">
                  <a16:creationId xmlns:a16="http://schemas.microsoft.com/office/drawing/2014/main" id="{B5E4055F-9804-4FE9-A4A9-53552472D991}"/>
                </a:ext>
              </a:extLst>
            </p:cNvPr>
            <p:cNvSpPr txBox="1"/>
            <p:nvPr/>
          </p:nvSpPr>
          <p:spPr>
            <a:xfrm>
              <a:off x="3866388" y="2063228"/>
              <a:ext cx="3307316" cy="338554"/>
            </a:xfrm>
            <a:prstGeom prst="rect">
              <a:avLst/>
            </a:prstGeom>
            <a:noFill/>
          </p:spPr>
          <p:txBody>
            <a:bodyPr wrap="none" rtlCol="0">
              <a:spAutoFit/>
            </a:bodyPr>
            <a:lstStyle/>
            <a:p>
              <a:r>
                <a:rPr lang="en-US" sz="1600" dirty="0"/>
                <a:t>Policy associated with user Zhang</a:t>
              </a:r>
            </a:p>
          </p:txBody>
        </p:sp>
        <p:sp>
          <p:nvSpPr>
            <p:cNvPr id="7" name="Rectangle 6">
              <a:extLst>
                <a:ext uri="{FF2B5EF4-FFF2-40B4-BE49-F238E27FC236}">
                  <a16:creationId xmlns:a16="http://schemas.microsoft.com/office/drawing/2014/main" id="{9960A80E-812B-4865-BE9D-7B134231387C}"/>
                </a:ext>
              </a:extLst>
            </p:cNvPr>
            <p:cNvSpPr/>
            <p:nvPr/>
          </p:nvSpPr>
          <p:spPr>
            <a:xfrm>
              <a:off x="2430863" y="4118156"/>
              <a:ext cx="2679600" cy="646021"/>
            </a:xfrm>
            <a:prstGeom prst="rect">
              <a:avLst/>
            </a:prstGeom>
            <a:solidFill>
              <a:srgbClr val="C9208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IAM group</a:t>
              </a:r>
            </a:p>
            <a:p>
              <a:pPr algn="ctr"/>
              <a:r>
                <a:rPr lang="en-US" dirty="0"/>
                <a:t>(Developer group)</a:t>
              </a:r>
            </a:p>
          </p:txBody>
        </p:sp>
        <p:grpSp>
          <p:nvGrpSpPr>
            <p:cNvPr id="13" name="Group 12">
              <a:extLst>
                <a:ext uri="{FF2B5EF4-FFF2-40B4-BE49-F238E27FC236}">
                  <a16:creationId xmlns:a16="http://schemas.microsoft.com/office/drawing/2014/main" id="{569622C8-39EB-401C-9591-7422E1086E40}"/>
                </a:ext>
              </a:extLst>
            </p:cNvPr>
            <p:cNvGrpSpPr/>
            <p:nvPr/>
          </p:nvGrpSpPr>
          <p:grpSpPr>
            <a:xfrm>
              <a:off x="1238381" y="5215635"/>
              <a:ext cx="5123556" cy="1146284"/>
              <a:chOff x="6061778" y="5261095"/>
              <a:chExt cx="5123556" cy="1292547"/>
            </a:xfrm>
          </p:grpSpPr>
          <p:sp>
            <p:nvSpPr>
              <p:cNvPr id="11" name="Rectangle 10">
                <a:extLst>
                  <a:ext uri="{FF2B5EF4-FFF2-40B4-BE49-F238E27FC236}">
                    <a16:creationId xmlns:a16="http://schemas.microsoft.com/office/drawing/2014/main" id="{E2C0C0F2-98AC-4857-B4FF-84CFBB9B0D20}"/>
                  </a:ext>
                </a:extLst>
              </p:cNvPr>
              <p:cNvSpPr/>
              <p:nvPr/>
            </p:nvSpPr>
            <p:spPr>
              <a:xfrm>
                <a:off x="6061778" y="5261095"/>
                <a:ext cx="5073239" cy="1292547"/>
              </a:xfrm>
              <a:prstGeom prst="rect">
                <a:avLst/>
              </a:prstGeom>
              <a:solidFill>
                <a:srgbClr val="F2F2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9" name="Rectangle 8">
                <a:extLst>
                  <a:ext uri="{FF2B5EF4-FFF2-40B4-BE49-F238E27FC236}">
                    <a16:creationId xmlns:a16="http://schemas.microsoft.com/office/drawing/2014/main" id="{B06F5FE8-7D7D-4C60-86FB-6B280A02FF85}"/>
                  </a:ext>
                </a:extLst>
              </p:cNvPr>
              <p:cNvSpPr/>
              <p:nvPr/>
            </p:nvSpPr>
            <p:spPr>
              <a:xfrm>
                <a:off x="8057548" y="5336164"/>
                <a:ext cx="3127786" cy="11424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600" dirty="0">
                    <a:solidFill>
                      <a:schemeClr val="tx1"/>
                    </a:solidFill>
                  </a:rPr>
                  <a:t>Allow access S3</a:t>
                </a:r>
              </a:p>
              <a:p>
                <a:pPr marL="285750" indent="-285750">
                  <a:buFont typeface="Arial" panose="020B0604020202020204" pitchFamily="34" charset="0"/>
                  <a:buChar char="•"/>
                </a:pPr>
                <a:r>
                  <a:rPr lang="en-US" sz="1600" dirty="0">
                    <a:solidFill>
                      <a:schemeClr val="tx1"/>
                    </a:solidFill>
                  </a:rPr>
                  <a:t>Allow access Athena</a:t>
                </a:r>
              </a:p>
              <a:p>
                <a:pPr marL="285750" indent="-285750">
                  <a:buFont typeface="Arial" panose="020B0604020202020204" pitchFamily="34" charset="0"/>
                  <a:buChar char="•"/>
                </a:pPr>
                <a:r>
                  <a:rPr lang="en-US" sz="1600" dirty="0">
                    <a:solidFill>
                      <a:schemeClr val="tx1"/>
                    </a:solidFill>
                  </a:rPr>
                  <a:t>Allow access DynamoDB</a:t>
                </a:r>
              </a:p>
              <a:p>
                <a:pPr marL="285750" indent="-285750">
                  <a:buFont typeface="Arial" panose="020B0604020202020204" pitchFamily="34" charset="0"/>
                  <a:buChar char="•"/>
                </a:pPr>
                <a:r>
                  <a:rPr lang="en-US" sz="1600" dirty="0">
                    <a:solidFill>
                      <a:schemeClr val="tx1"/>
                    </a:solidFill>
                  </a:rPr>
                  <a:t>Allow access Kinesis</a:t>
                </a:r>
              </a:p>
            </p:txBody>
          </p:sp>
          <p:sp>
            <p:nvSpPr>
              <p:cNvPr id="12" name="TextBox 11">
                <a:extLst>
                  <a:ext uri="{FF2B5EF4-FFF2-40B4-BE49-F238E27FC236}">
                    <a16:creationId xmlns:a16="http://schemas.microsoft.com/office/drawing/2014/main" id="{739C9CCC-8BFC-415A-A953-5FDBE31DC7B5}"/>
                  </a:ext>
                </a:extLst>
              </p:cNvPr>
              <p:cNvSpPr txBox="1"/>
              <p:nvPr/>
            </p:nvSpPr>
            <p:spPr>
              <a:xfrm>
                <a:off x="6199177" y="5584203"/>
                <a:ext cx="1196562" cy="584775"/>
              </a:xfrm>
              <a:prstGeom prst="rect">
                <a:avLst/>
              </a:prstGeom>
              <a:noFill/>
            </p:spPr>
            <p:txBody>
              <a:bodyPr wrap="square" rtlCol="0">
                <a:spAutoFit/>
              </a:bodyPr>
              <a:lstStyle/>
              <a:p>
                <a:r>
                  <a:rPr lang="en-US" sz="1600" dirty="0"/>
                  <a:t>Group policy </a:t>
                </a:r>
              </a:p>
            </p:txBody>
          </p:sp>
          <p:pic>
            <p:nvPicPr>
              <p:cNvPr id="15" name="Graphic 14" descr="Permissions resource icon for the IAM service.">
                <a:extLst>
                  <a:ext uri="{FF2B5EF4-FFF2-40B4-BE49-F238E27FC236}">
                    <a16:creationId xmlns:a16="http://schemas.microsoft.com/office/drawing/2014/main" id="{35B3439F-3A34-4725-84DE-F9B7E99C545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168995" y="5489277"/>
                <a:ext cx="836182" cy="836182"/>
              </a:xfrm>
              <a:prstGeom prst="rect">
                <a:avLst/>
              </a:prstGeom>
            </p:spPr>
          </p:pic>
        </p:grpSp>
        <p:grpSp>
          <p:nvGrpSpPr>
            <p:cNvPr id="18" name="Group 17">
              <a:extLst>
                <a:ext uri="{FF2B5EF4-FFF2-40B4-BE49-F238E27FC236}">
                  <a16:creationId xmlns:a16="http://schemas.microsoft.com/office/drawing/2014/main" id="{7D3E31E4-D2EA-4622-9C4F-FDC04C8A1910}"/>
                </a:ext>
              </a:extLst>
            </p:cNvPr>
            <p:cNvGrpSpPr/>
            <p:nvPr/>
          </p:nvGrpSpPr>
          <p:grpSpPr>
            <a:xfrm>
              <a:off x="1238381" y="1113055"/>
              <a:ext cx="5073239" cy="1025145"/>
              <a:chOff x="6061778" y="5315760"/>
              <a:chExt cx="5073239" cy="1142407"/>
            </a:xfrm>
          </p:grpSpPr>
          <p:sp>
            <p:nvSpPr>
              <p:cNvPr id="19" name="Rectangle 18">
                <a:extLst>
                  <a:ext uri="{FF2B5EF4-FFF2-40B4-BE49-F238E27FC236}">
                    <a16:creationId xmlns:a16="http://schemas.microsoft.com/office/drawing/2014/main" id="{03EC2CBD-14F1-4674-962C-084AB60FD80E}"/>
                  </a:ext>
                </a:extLst>
              </p:cNvPr>
              <p:cNvSpPr/>
              <p:nvPr/>
            </p:nvSpPr>
            <p:spPr>
              <a:xfrm>
                <a:off x="6061778" y="5394677"/>
                <a:ext cx="5073239" cy="950313"/>
              </a:xfrm>
              <a:prstGeom prst="rect">
                <a:avLst/>
              </a:prstGeom>
              <a:solidFill>
                <a:srgbClr val="F2F2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0" name="Rectangle 19">
                <a:extLst>
                  <a:ext uri="{FF2B5EF4-FFF2-40B4-BE49-F238E27FC236}">
                    <a16:creationId xmlns:a16="http://schemas.microsoft.com/office/drawing/2014/main" id="{C2C3D1C6-0431-4E3E-A69B-58466C37DBC2}"/>
                  </a:ext>
                </a:extLst>
              </p:cNvPr>
              <p:cNvSpPr/>
              <p:nvPr/>
            </p:nvSpPr>
            <p:spPr>
              <a:xfrm>
                <a:off x="7946185" y="5315760"/>
                <a:ext cx="3127786" cy="11424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600" dirty="0">
                    <a:solidFill>
                      <a:schemeClr val="tx1"/>
                    </a:solidFill>
                  </a:rPr>
                  <a:t>Allow access S3</a:t>
                </a:r>
              </a:p>
              <a:p>
                <a:pPr marL="285750" indent="-285750">
                  <a:buFont typeface="Arial" panose="020B0604020202020204" pitchFamily="34" charset="0"/>
                  <a:buChar char="•"/>
                </a:pPr>
                <a:r>
                  <a:rPr lang="en-US" sz="1600" dirty="0">
                    <a:solidFill>
                      <a:schemeClr val="tx1"/>
                    </a:solidFill>
                  </a:rPr>
                  <a:t>Allow access DynamoDB</a:t>
                </a:r>
              </a:p>
              <a:p>
                <a:pPr marL="285750" indent="-285750">
                  <a:buFont typeface="Arial" panose="020B0604020202020204" pitchFamily="34" charset="0"/>
                  <a:buChar char="•"/>
                </a:pPr>
                <a:r>
                  <a:rPr lang="en-US" sz="1600" dirty="0">
                    <a:solidFill>
                      <a:schemeClr val="tx1"/>
                    </a:solidFill>
                  </a:rPr>
                  <a:t>Deny access Kinesis</a:t>
                </a:r>
              </a:p>
            </p:txBody>
          </p:sp>
          <p:sp>
            <p:nvSpPr>
              <p:cNvPr id="21" name="TextBox 20">
                <a:extLst>
                  <a:ext uri="{FF2B5EF4-FFF2-40B4-BE49-F238E27FC236}">
                    <a16:creationId xmlns:a16="http://schemas.microsoft.com/office/drawing/2014/main" id="{768C1879-72C0-48AE-A85D-F282080EB656}"/>
                  </a:ext>
                </a:extLst>
              </p:cNvPr>
              <p:cNvSpPr txBox="1"/>
              <p:nvPr/>
            </p:nvSpPr>
            <p:spPr>
              <a:xfrm>
                <a:off x="6166644" y="5544001"/>
                <a:ext cx="955088" cy="651665"/>
              </a:xfrm>
              <a:prstGeom prst="rect">
                <a:avLst/>
              </a:prstGeom>
              <a:noFill/>
            </p:spPr>
            <p:txBody>
              <a:bodyPr wrap="square" rtlCol="0">
                <a:spAutoFit/>
              </a:bodyPr>
              <a:lstStyle/>
              <a:p>
                <a:r>
                  <a:rPr lang="en-US" sz="1600" dirty="0"/>
                  <a:t>User policy </a:t>
                </a:r>
              </a:p>
            </p:txBody>
          </p:sp>
          <p:pic>
            <p:nvPicPr>
              <p:cNvPr id="22" name="Graphic 21" descr="Permissions resource icon for the IAM service.">
                <a:extLst>
                  <a:ext uri="{FF2B5EF4-FFF2-40B4-BE49-F238E27FC236}">
                    <a16:creationId xmlns:a16="http://schemas.microsoft.com/office/drawing/2014/main" id="{EFE1F05A-7990-4413-B8C1-8F55812A249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212826" y="5451742"/>
                <a:ext cx="836182" cy="836182"/>
              </a:xfrm>
              <a:prstGeom prst="rect">
                <a:avLst/>
              </a:prstGeom>
            </p:spPr>
          </p:pic>
        </p:grpSp>
        <p:sp>
          <p:nvSpPr>
            <p:cNvPr id="23" name="TextBox 22">
              <a:extLst>
                <a:ext uri="{FF2B5EF4-FFF2-40B4-BE49-F238E27FC236}">
                  <a16:creationId xmlns:a16="http://schemas.microsoft.com/office/drawing/2014/main" id="{C48621FD-5B23-47CB-B72D-3FBFB6697992}"/>
                </a:ext>
              </a:extLst>
            </p:cNvPr>
            <p:cNvSpPr txBox="1"/>
            <p:nvPr/>
          </p:nvSpPr>
          <p:spPr>
            <a:xfrm>
              <a:off x="2294514" y="3778217"/>
              <a:ext cx="1207382" cy="338554"/>
            </a:xfrm>
            <a:prstGeom prst="rect">
              <a:avLst/>
            </a:prstGeom>
            <a:noFill/>
          </p:spPr>
          <p:txBody>
            <a:bodyPr wrap="none" rtlCol="0">
              <a:spAutoFit/>
            </a:bodyPr>
            <a:lstStyle/>
            <a:p>
              <a:r>
                <a:rPr lang="en-US" sz="1600" dirty="0"/>
                <a:t>Member of</a:t>
              </a:r>
            </a:p>
          </p:txBody>
        </p:sp>
        <p:grpSp>
          <p:nvGrpSpPr>
            <p:cNvPr id="16" name="Group 15">
              <a:extLst>
                <a:ext uri="{FF2B5EF4-FFF2-40B4-BE49-F238E27FC236}">
                  <a16:creationId xmlns:a16="http://schemas.microsoft.com/office/drawing/2014/main" id="{C284D3B5-6F34-44FA-8212-5FE4BF431B29}"/>
                </a:ext>
              </a:extLst>
            </p:cNvPr>
            <p:cNvGrpSpPr/>
            <p:nvPr/>
          </p:nvGrpSpPr>
          <p:grpSpPr>
            <a:xfrm>
              <a:off x="3100816" y="2429920"/>
              <a:ext cx="1339694" cy="1184685"/>
              <a:chOff x="5829301" y="2425051"/>
              <a:chExt cx="1339694" cy="1184685"/>
            </a:xfrm>
          </p:grpSpPr>
          <p:pic>
            <p:nvPicPr>
              <p:cNvPr id="10" name="Graphic 22" descr="User resource icon for the General Icons category.">
                <a:extLst>
                  <a:ext uri="{FF2B5EF4-FFF2-40B4-BE49-F238E27FC236}">
                    <a16:creationId xmlns:a16="http://schemas.microsoft.com/office/drawing/2014/main" id="{51FBF8B6-1B19-43A4-ABC4-207425EF1AD4}"/>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6088432" y="2467915"/>
                <a:ext cx="821432" cy="821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13">
                <a:extLst>
                  <a:ext uri="{FF2B5EF4-FFF2-40B4-BE49-F238E27FC236}">
                    <a16:creationId xmlns:a16="http://schemas.microsoft.com/office/drawing/2014/main" id="{FB22CC77-7147-49E9-8968-E8B7C27A61FE}"/>
                  </a:ext>
                </a:extLst>
              </p:cNvPr>
              <p:cNvSpPr/>
              <p:nvPr/>
            </p:nvSpPr>
            <p:spPr>
              <a:xfrm>
                <a:off x="5829301" y="2425051"/>
                <a:ext cx="1339694" cy="1184685"/>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dirty="0">
                    <a:solidFill>
                      <a:schemeClr val="tx1"/>
                    </a:solidFill>
                  </a:rPr>
                  <a:t>Zhang</a:t>
                </a:r>
              </a:p>
            </p:txBody>
          </p:sp>
        </p:grpSp>
        <p:cxnSp>
          <p:nvCxnSpPr>
            <p:cNvPr id="25" name="Straight Arrow Connector 24">
              <a:extLst>
                <a:ext uri="{FF2B5EF4-FFF2-40B4-BE49-F238E27FC236}">
                  <a16:creationId xmlns:a16="http://schemas.microsoft.com/office/drawing/2014/main" id="{10E69BFE-FB3E-4A5A-BB08-856BE824DE04}"/>
                </a:ext>
              </a:extLst>
            </p:cNvPr>
            <p:cNvCxnSpPr>
              <a:cxnSpLocks/>
              <a:stCxn id="19" idx="2"/>
              <a:endCxn id="10" idx="0"/>
            </p:cNvCxnSpPr>
            <p:nvPr/>
          </p:nvCxnSpPr>
          <p:spPr>
            <a:xfrm flipH="1">
              <a:off x="3770663" y="2036640"/>
              <a:ext cx="4338" cy="436144"/>
            </a:xfrm>
            <a:prstGeom prst="straightConnector1">
              <a:avLst/>
            </a:prstGeom>
            <a:ln w="44450" cmpd="sng">
              <a:solidFill>
                <a:schemeClr val="accent2"/>
              </a:solidFill>
              <a:prstDash val="solid"/>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626E0FF3-465F-4E45-A775-EECCADDCB766}"/>
                </a:ext>
              </a:extLst>
            </p:cNvPr>
            <p:cNvCxnSpPr>
              <a:cxnSpLocks/>
              <a:stCxn id="14" idx="2"/>
              <a:endCxn id="7" idx="0"/>
            </p:cNvCxnSpPr>
            <p:nvPr/>
          </p:nvCxnSpPr>
          <p:spPr>
            <a:xfrm>
              <a:off x="3770663" y="3614605"/>
              <a:ext cx="0" cy="503551"/>
            </a:xfrm>
            <a:prstGeom prst="straightConnector1">
              <a:avLst/>
            </a:prstGeom>
            <a:ln w="44450" cmpd="sng">
              <a:solidFill>
                <a:schemeClr val="accent2"/>
              </a:solidFill>
              <a:prstDash val="solid"/>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1EDDE8B7-4255-4950-A165-A1FDD9C71C39}"/>
                </a:ext>
              </a:extLst>
            </p:cNvPr>
            <p:cNvCxnSpPr>
              <a:cxnSpLocks/>
              <a:stCxn id="11" idx="0"/>
              <a:endCxn id="7" idx="2"/>
            </p:cNvCxnSpPr>
            <p:nvPr/>
          </p:nvCxnSpPr>
          <p:spPr>
            <a:xfrm flipH="1" flipV="1">
              <a:off x="3770663" y="4764177"/>
              <a:ext cx="4338" cy="451458"/>
            </a:xfrm>
            <a:prstGeom prst="straightConnector1">
              <a:avLst/>
            </a:prstGeom>
            <a:ln w="44450" cmpd="sng">
              <a:solidFill>
                <a:schemeClr val="accent2"/>
              </a:solidFill>
              <a:prstDash val="solid"/>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grpSp>
      <p:sp>
        <p:nvSpPr>
          <p:cNvPr id="36" name="TextBox 35">
            <a:extLst>
              <a:ext uri="{FF2B5EF4-FFF2-40B4-BE49-F238E27FC236}">
                <a16:creationId xmlns:a16="http://schemas.microsoft.com/office/drawing/2014/main" id="{4DDABA73-2336-460C-A3CB-68FD569B62A4}"/>
              </a:ext>
            </a:extLst>
          </p:cNvPr>
          <p:cNvSpPr txBox="1"/>
          <p:nvPr/>
        </p:nvSpPr>
        <p:spPr>
          <a:xfrm>
            <a:off x="7635853" y="1874293"/>
            <a:ext cx="4062661" cy="369332"/>
          </a:xfrm>
          <a:prstGeom prst="rect">
            <a:avLst/>
          </a:prstGeom>
          <a:solidFill>
            <a:srgbClr val="005276"/>
          </a:solidFill>
        </p:spPr>
        <p:txBody>
          <a:bodyPr wrap="square" rtlCol="0">
            <a:spAutoFit/>
          </a:bodyPr>
          <a:lstStyle/>
          <a:p>
            <a:pPr lvl="0" algn="ctr">
              <a:defRPr/>
            </a:pPr>
            <a:r>
              <a:rPr lang="en-US" dirty="0">
                <a:solidFill>
                  <a:schemeClr val="bg1"/>
                </a:solidFill>
              </a:rPr>
              <a:t>Can Zhang access Amazon Athena?</a:t>
            </a:r>
          </a:p>
        </p:txBody>
      </p:sp>
      <p:sp>
        <p:nvSpPr>
          <p:cNvPr id="37" name="TextBox 36">
            <a:extLst>
              <a:ext uri="{FF2B5EF4-FFF2-40B4-BE49-F238E27FC236}">
                <a16:creationId xmlns:a16="http://schemas.microsoft.com/office/drawing/2014/main" id="{B92FF546-2017-4BF0-8C1D-C0AD30448358}"/>
              </a:ext>
            </a:extLst>
          </p:cNvPr>
          <p:cNvSpPr txBox="1"/>
          <p:nvPr/>
        </p:nvSpPr>
        <p:spPr>
          <a:xfrm>
            <a:off x="7635853" y="3703093"/>
            <a:ext cx="4062661" cy="369332"/>
          </a:xfrm>
          <a:prstGeom prst="rect">
            <a:avLst/>
          </a:prstGeom>
          <a:solidFill>
            <a:srgbClr val="005276"/>
          </a:solidFill>
        </p:spPr>
        <p:txBody>
          <a:bodyPr wrap="square" rtlCol="0">
            <a:spAutoFit/>
          </a:bodyPr>
          <a:lstStyle/>
          <a:p>
            <a:pPr lvl="0" algn="ctr">
              <a:defRPr/>
            </a:pPr>
            <a:r>
              <a:rPr lang="en-US" dirty="0">
                <a:solidFill>
                  <a:schemeClr val="bg1"/>
                </a:solidFill>
              </a:rPr>
              <a:t>Can Zhang access Amazon Kinesis?</a:t>
            </a:r>
          </a:p>
        </p:txBody>
      </p:sp>
    </p:spTree>
    <p:custDataLst>
      <p:tags r:id="rId1"/>
    </p:custDataLst>
    <p:extLst>
      <p:ext uri="{BB962C8B-B14F-4D97-AF65-F5344CB8AC3E}">
        <p14:creationId xmlns:p14="http://schemas.microsoft.com/office/powerpoint/2010/main" val="39039476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a:extLst>
              <a:ext uri="{FF2B5EF4-FFF2-40B4-BE49-F238E27FC236}">
                <a16:creationId xmlns:a16="http://schemas.microsoft.com/office/drawing/2014/main" id="{0A2ED727-DE70-4442-A5A1-634864B8F120}"/>
              </a:ext>
            </a:extLst>
          </p:cNvPr>
          <p:cNvSpPr>
            <a:spLocks noGrp="1"/>
          </p:cNvSpPr>
          <p:nvPr>
            <p:ph type="sldNum" idx="9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b="0" i="0" u="none" strike="noStrike" kern="1200" cap="none" spc="0" normalizeH="0" baseline="0" noProof="0" smtClean="0">
                <a:ln>
                  <a:noFill/>
                </a:ln>
                <a:solidFill>
                  <a:srgbClr val="000000">
                    <a:tint val="75000"/>
                  </a:srgbClr>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b="0" i="0" u="none" strike="noStrike" kern="1200" cap="none" spc="0" normalizeH="0" baseline="0" noProof="0" dirty="0">
              <a:ln>
                <a:noFill/>
              </a:ln>
              <a:solidFill>
                <a:srgbClr val="000000">
                  <a:tint val="75000"/>
                </a:srgbClr>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 name="Title">
            <a:extLst>
              <a:ext uri="{FF2B5EF4-FFF2-40B4-BE49-F238E27FC236}">
                <a16:creationId xmlns:a16="http://schemas.microsoft.com/office/drawing/2014/main" id="{E2BEF13B-C05F-5D4D-AD16-F9FC204405CA}"/>
              </a:ext>
            </a:extLst>
          </p:cNvPr>
          <p:cNvSpPr>
            <a:spLocks noGrp="1"/>
          </p:cNvSpPr>
          <p:nvPr>
            <p:ph type="title" idx="1"/>
          </p:nvPr>
        </p:nvSpPr>
        <p:spPr/>
        <p:txBody>
          <a:bodyPr>
            <a:normAutofit/>
          </a:bodyPr>
          <a:lstStyle/>
          <a:p>
            <a:r>
              <a:rPr lang="en-US" dirty="0">
                <a:solidFill>
                  <a:schemeClr val="tx1"/>
                </a:solidFill>
              </a:rPr>
              <a:t>Example: Resulting permissions</a:t>
            </a:r>
          </a:p>
        </p:txBody>
      </p:sp>
      <p:sp>
        <p:nvSpPr>
          <p:cNvPr id="36" name="TextBox 35">
            <a:extLst>
              <a:ext uri="{FF2B5EF4-FFF2-40B4-BE49-F238E27FC236}">
                <a16:creationId xmlns:a16="http://schemas.microsoft.com/office/drawing/2014/main" id="{4DDABA73-2336-460C-A3CB-68FD569B62A4}"/>
              </a:ext>
            </a:extLst>
          </p:cNvPr>
          <p:cNvSpPr txBox="1"/>
          <p:nvPr/>
        </p:nvSpPr>
        <p:spPr>
          <a:xfrm>
            <a:off x="7635853" y="1874293"/>
            <a:ext cx="4062661" cy="369332"/>
          </a:xfrm>
          <a:prstGeom prst="rect">
            <a:avLst/>
          </a:prstGeom>
          <a:solidFill>
            <a:srgbClr val="005276"/>
          </a:solidFill>
        </p:spPr>
        <p:txBody>
          <a:bodyPr wrap="square" rtlCol="0">
            <a:spAutoFit/>
          </a:bodyPr>
          <a:lstStyle/>
          <a:p>
            <a:pPr lvl="0" algn="ctr">
              <a:defRPr/>
            </a:pPr>
            <a:r>
              <a:rPr lang="en-US" dirty="0">
                <a:solidFill>
                  <a:schemeClr val="bg1"/>
                </a:solidFill>
              </a:rPr>
              <a:t>Zhang can access Athena</a:t>
            </a:r>
          </a:p>
        </p:txBody>
      </p:sp>
      <p:sp>
        <p:nvSpPr>
          <p:cNvPr id="7" name="Rectangle 6">
            <a:extLst>
              <a:ext uri="{FF2B5EF4-FFF2-40B4-BE49-F238E27FC236}">
                <a16:creationId xmlns:a16="http://schemas.microsoft.com/office/drawing/2014/main" id="{FBDA3C71-571A-4447-8665-6D4AC3F20ACD}"/>
              </a:ext>
            </a:extLst>
          </p:cNvPr>
          <p:cNvSpPr/>
          <p:nvPr/>
        </p:nvSpPr>
        <p:spPr>
          <a:xfrm>
            <a:off x="7653130" y="2322338"/>
            <a:ext cx="4055166" cy="923330"/>
          </a:xfrm>
          <a:prstGeom prst="rect">
            <a:avLst/>
          </a:prstGeom>
        </p:spPr>
        <p:txBody>
          <a:bodyPr wrap="square">
            <a:spAutoFit/>
          </a:bodyPr>
          <a:lstStyle/>
          <a:p>
            <a:pPr algn="ctr"/>
            <a:r>
              <a:rPr lang="en-US" dirty="0"/>
              <a:t>Zhang is a member of a developer group. The developer group allows access to Athena.</a:t>
            </a:r>
          </a:p>
        </p:txBody>
      </p:sp>
      <p:sp>
        <p:nvSpPr>
          <p:cNvPr id="37" name="TextBox 36">
            <a:extLst>
              <a:ext uri="{FF2B5EF4-FFF2-40B4-BE49-F238E27FC236}">
                <a16:creationId xmlns:a16="http://schemas.microsoft.com/office/drawing/2014/main" id="{B92FF546-2017-4BF0-8C1D-C0AD30448358}"/>
              </a:ext>
            </a:extLst>
          </p:cNvPr>
          <p:cNvSpPr txBox="1"/>
          <p:nvPr/>
        </p:nvSpPr>
        <p:spPr>
          <a:xfrm>
            <a:off x="7635853" y="3703093"/>
            <a:ext cx="4062661" cy="369332"/>
          </a:xfrm>
          <a:prstGeom prst="rect">
            <a:avLst/>
          </a:prstGeom>
          <a:solidFill>
            <a:srgbClr val="005276"/>
          </a:solidFill>
        </p:spPr>
        <p:txBody>
          <a:bodyPr wrap="square" rtlCol="0">
            <a:spAutoFit/>
          </a:bodyPr>
          <a:lstStyle/>
          <a:p>
            <a:pPr lvl="0" algn="ctr">
              <a:defRPr/>
            </a:pPr>
            <a:r>
              <a:rPr lang="en-US" dirty="0">
                <a:solidFill>
                  <a:schemeClr val="bg1"/>
                </a:solidFill>
              </a:rPr>
              <a:t>Zhang cannot access Kinesis</a:t>
            </a:r>
          </a:p>
        </p:txBody>
      </p:sp>
      <p:sp>
        <p:nvSpPr>
          <p:cNvPr id="8" name="TextBox 7">
            <a:extLst>
              <a:ext uri="{FF2B5EF4-FFF2-40B4-BE49-F238E27FC236}">
                <a16:creationId xmlns:a16="http://schemas.microsoft.com/office/drawing/2014/main" id="{63DC2EA8-49E4-44A3-B07D-909AC1387490}"/>
              </a:ext>
            </a:extLst>
          </p:cNvPr>
          <p:cNvSpPr txBox="1"/>
          <p:nvPr/>
        </p:nvSpPr>
        <p:spPr>
          <a:xfrm>
            <a:off x="7634514" y="4131588"/>
            <a:ext cx="4049486" cy="1477328"/>
          </a:xfrm>
          <a:prstGeom prst="rect">
            <a:avLst/>
          </a:prstGeom>
          <a:noFill/>
        </p:spPr>
        <p:txBody>
          <a:bodyPr wrap="square" rtlCol="0">
            <a:spAutoFit/>
          </a:bodyPr>
          <a:lstStyle/>
          <a:p>
            <a:pPr algn="ctr"/>
            <a:r>
              <a:rPr lang="en-US" dirty="0"/>
              <a:t>Zhang is a member of a developer group that allows Kinesis access. But the user policy explicitly denies access to Kinesis.</a:t>
            </a:r>
          </a:p>
          <a:p>
            <a:endParaRPr lang="en-US" dirty="0"/>
          </a:p>
        </p:txBody>
      </p:sp>
      <p:grpSp>
        <p:nvGrpSpPr>
          <p:cNvPr id="12" name="Flatten User and group policy" descr="Diagram of a user policy that allows user access to services, but denies access to services from a group policy. More details in the notes.">
            <a:extLst>
              <a:ext uri="{FF2B5EF4-FFF2-40B4-BE49-F238E27FC236}">
                <a16:creationId xmlns:a16="http://schemas.microsoft.com/office/drawing/2014/main" id="{CBFA28CC-3B53-4AA3-ABE9-297E27323082}"/>
              </a:ext>
            </a:extLst>
          </p:cNvPr>
          <p:cNvGrpSpPr/>
          <p:nvPr/>
        </p:nvGrpSpPr>
        <p:grpSpPr>
          <a:xfrm>
            <a:off x="1017161" y="1113055"/>
            <a:ext cx="6563737" cy="5248864"/>
            <a:chOff x="1238381" y="1113055"/>
            <a:chExt cx="6563737" cy="5248864"/>
          </a:xfrm>
        </p:grpSpPr>
        <p:sp>
          <p:nvSpPr>
            <p:cNvPr id="13" name="TextBox 12">
              <a:extLst>
                <a:ext uri="{FF2B5EF4-FFF2-40B4-BE49-F238E27FC236}">
                  <a16:creationId xmlns:a16="http://schemas.microsoft.com/office/drawing/2014/main" id="{317FF7A5-9FC9-4897-A1E6-BC2E2CC799B2}"/>
                </a:ext>
              </a:extLst>
            </p:cNvPr>
            <p:cNvSpPr txBox="1"/>
            <p:nvPr/>
          </p:nvSpPr>
          <p:spPr>
            <a:xfrm>
              <a:off x="3988253" y="4815787"/>
              <a:ext cx="3813865" cy="338554"/>
            </a:xfrm>
            <a:prstGeom prst="rect">
              <a:avLst/>
            </a:prstGeom>
            <a:noFill/>
          </p:spPr>
          <p:txBody>
            <a:bodyPr wrap="none" rtlCol="0">
              <a:spAutoFit/>
            </a:bodyPr>
            <a:lstStyle/>
            <a:p>
              <a:r>
                <a:rPr lang="en-US" sz="1600" dirty="0"/>
                <a:t>Policy associated with developer group</a:t>
              </a:r>
            </a:p>
          </p:txBody>
        </p:sp>
        <p:sp>
          <p:nvSpPr>
            <p:cNvPr id="17" name="TextBox 16">
              <a:extLst>
                <a:ext uri="{FF2B5EF4-FFF2-40B4-BE49-F238E27FC236}">
                  <a16:creationId xmlns:a16="http://schemas.microsoft.com/office/drawing/2014/main" id="{BE9EECAB-A2E8-4513-80BA-29C7461837AA}"/>
                </a:ext>
              </a:extLst>
            </p:cNvPr>
            <p:cNvSpPr txBox="1"/>
            <p:nvPr/>
          </p:nvSpPr>
          <p:spPr>
            <a:xfrm>
              <a:off x="3866388" y="2063228"/>
              <a:ext cx="3307316" cy="338554"/>
            </a:xfrm>
            <a:prstGeom prst="rect">
              <a:avLst/>
            </a:prstGeom>
            <a:noFill/>
          </p:spPr>
          <p:txBody>
            <a:bodyPr wrap="none" rtlCol="0">
              <a:spAutoFit/>
            </a:bodyPr>
            <a:lstStyle/>
            <a:p>
              <a:r>
                <a:rPr lang="en-US" sz="1600" dirty="0"/>
                <a:t>Policy associated with user Zhang</a:t>
              </a:r>
            </a:p>
          </p:txBody>
        </p:sp>
        <p:sp>
          <p:nvSpPr>
            <p:cNvPr id="18" name="Rectangle 17">
              <a:extLst>
                <a:ext uri="{FF2B5EF4-FFF2-40B4-BE49-F238E27FC236}">
                  <a16:creationId xmlns:a16="http://schemas.microsoft.com/office/drawing/2014/main" id="{8434772A-AC69-4D88-92A3-32DD4BB8E799}"/>
                </a:ext>
              </a:extLst>
            </p:cNvPr>
            <p:cNvSpPr/>
            <p:nvPr/>
          </p:nvSpPr>
          <p:spPr>
            <a:xfrm>
              <a:off x="2430863" y="4118156"/>
              <a:ext cx="2679600" cy="646021"/>
            </a:xfrm>
            <a:prstGeom prst="rect">
              <a:avLst/>
            </a:prstGeom>
            <a:solidFill>
              <a:srgbClr val="C9208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IAM group</a:t>
              </a:r>
            </a:p>
            <a:p>
              <a:pPr algn="ctr"/>
              <a:r>
                <a:rPr lang="en-US" dirty="0"/>
                <a:t>(Developer group)</a:t>
              </a:r>
            </a:p>
          </p:txBody>
        </p:sp>
        <p:grpSp>
          <p:nvGrpSpPr>
            <p:cNvPr id="19" name="Group 18">
              <a:extLst>
                <a:ext uri="{FF2B5EF4-FFF2-40B4-BE49-F238E27FC236}">
                  <a16:creationId xmlns:a16="http://schemas.microsoft.com/office/drawing/2014/main" id="{CC9945EC-3637-4069-828D-DD4A2C5DC0E1}"/>
                </a:ext>
              </a:extLst>
            </p:cNvPr>
            <p:cNvGrpSpPr/>
            <p:nvPr/>
          </p:nvGrpSpPr>
          <p:grpSpPr>
            <a:xfrm>
              <a:off x="1238381" y="5215635"/>
              <a:ext cx="5123556" cy="1146284"/>
              <a:chOff x="6061778" y="5261095"/>
              <a:chExt cx="5123556" cy="1292547"/>
            </a:xfrm>
          </p:grpSpPr>
          <p:sp>
            <p:nvSpPr>
              <p:cNvPr id="32" name="Rectangle 31">
                <a:extLst>
                  <a:ext uri="{FF2B5EF4-FFF2-40B4-BE49-F238E27FC236}">
                    <a16:creationId xmlns:a16="http://schemas.microsoft.com/office/drawing/2014/main" id="{ED76E4F0-5F0E-4B49-ACC9-D3C8FC7EA6C4}"/>
                  </a:ext>
                </a:extLst>
              </p:cNvPr>
              <p:cNvSpPr/>
              <p:nvPr/>
            </p:nvSpPr>
            <p:spPr>
              <a:xfrm>
                <a:off x="6061778" y="5261095"/>
                <a:ext cx="5073239" cy="1292547"/>
              </a:xfrm>
              <a:prstGeom prst="rect">
                <a:avLst/>
              </a:prstGeom>
              <a:solidFill>
                <a:srgbClr val="F2F2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3" name="Rectangle 32">
                <a:extLst>
                  <a:ext uri="{FF2B5EF4-FFF2-40B4-BE49-F238E27FC236}">
                    <a16:creationId xmlns:a16="http://schemas.microsoft.com/office/drawing/2014/main" id="{BD87FAAB-6943-4DD5-94F7-9F485051E749}"/>
                  </a:ext>
                </a:extLst>
              </p:cNvPr>
              <p:cNvSpPr/>
              <p:nvPr/>
            </p:nvSpPr>
            <p:spPr>
              <a:xfrm>
                <a:off x="8057548" y="5336164"/>
                <a:ext cx="3127786" cy="11424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600" dirty="0">
                    <a:solidFill>
                      <a:schemeClr val="tx1"/>
                    </a:solidFill>
                  </a:rPr>
                  <a:t>Allow access S3</a:t>
                </a:r>
              </a:p>
              <a:p>
                <a:pPr marL="285750" indent="-285750">
                  <a:buFont typeface="Arial" panose="020B0604020202020204" pitchFamily="34" charset="0"/>
                  <a:buChar char="•"/>
                </a:pPr>
                <a:r>
                  <a:rPr lang="en-US" sz="1600" dirty="0">
                    <a:solidFill>
                      <a:schemeClr val="tx1"/>
                    </a:solidFill>
                  </a:rPr>
                  <a:t>Allow access Athena</a:t>
                </a:r>
              </a:p>
              <a:p>
                <a:pPr marL="285750" indent="-285750">
                  <a:buFont typeface="Arial" panose="020B0604020202020204" pitchFamily="34" charset="0"/>
                  <a:buChar char="•"/>
                </a:pPr>
                <a:r>
                  <a:rPr lang="en-US" sz="1600" dirty="0">
                    <a:solidFill>
                      <a:schemeClr val="tx1"/>
                    </a:solidFill>
                  </a:rPr>
                  <a:t>Allow access DynamoDB</a:t>
                </a:r>
              </a:p>
              <a:p>
                <a:pPr marL="285750" indent="-285750">
                  <a:buFont typeface="Arial" panose="020B0604020202020204" pitchFamily="34" charset="0"/>
                  <a:buChar char="•"/>
                </a:pPr>
                <a:r>
                  <a:rPr lang="en-US" sz="1600" dirty="0">
                    <a:solidFill>
                      <a:schemeClr val="tx1"/>
                    </a:solidFill>
                  </a:rPr>
                  <a:t>Allow access Kinesis</a:t>
                </a:r>
              </a:p>
            </p:txBody>
          </p:sp>
          <p:sp>
            <p:nvSpPr>
              <p:cNvPr id="34" name="TextBox 33">
                <a:extLst>
                  <a:ext uri="{FF2B5EF4-FFF2-40B4-BE49-F238E27FC236}">
                    <a16:creationId xmlns:a16="http://schemas.microsoft.com/office/drawing/2014/main" id="{BD00612C-6F7E-4530-96B4-3DEDA0BBF2CB}"/>
                  </a:ext>
                </a:extLst>
              </p:cNvPr>
              <p:cNvSpPr txBox="1"/>
              <p:nvPr/>
            </p:nvSpPr>
            <p:spPr>
              <a:xfrm>
                <a:off x="6199177" y="5584203"/>
                <a:ext cx="1196562" cy="584775"/>
              </a:xfrm>
              <a:prstGeom prst="rect">
                <a:avLst/>
              </a:prstGeom>
              <a:noFill/>
            </p:spPr>
            <p:txBody>
              <a:bodyPr wrap="square" rtlCol="0">
                <a:spAutoFit/>
              </a:bodyPr>
              <a:lstStyle/>
              <a:p>
                <a:r>
                  <a:rPr lang="en-US" sz="1600" dirty="0"/>
                  <a:t>Group policy </a:t>
                </a:r>
              </a:p>
            </p:txBody>
          </p:sp>
          <p:pic>
            <p:nvPicPr>
              <p:cNvPr id="35" name="Graphic 34" descr="Permissions resource icon for the IAM service.">
                <a:extLst>
                  <a:ext uri="{FF2B5EF4-FFF2-40B4-BE49-F238E27FC236}">
                    <a16:creationId xmlns:a16="http://schemas.microsoft.com/office/drawing/2014/main" id="{2FBFC864-3740-466E-A94B-FABF1A370E2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168995" y="5489277"/>
                <a:ext cx="836182" cy="836182"/>
              </a:xfrm>
              <a:prstGeom prst="rect">
                <a:avLst/>
              </a:prstGeom>
            </p:spPr>
          </p:pic>
        </p:grpSp>
        <p:grpSp>
          <p:nvGrpSpPr>
            <p:cNvPr id="20" name="Group 19">
              <a:extLst>
                <a:ext uri="{FF2B5EF4-FFF2-40B4-BE49-F238E27FC236}">
                  <a16:creationId xmlns:a16="http://schemas.microsoft.com/office/drawing/2014/main" id="{2FF7A223-7C5F-4D46-8038-FB076C5B90C1}"/>
                </a:ext>
              </a:extLst>
            </p:cNvPr>
            <p:cNvGrpSpPr/>
            <p:nvPr/>
          </p:nvGrpSpPr>
          <p:grpSpPr>
            <a:xfrm>
              <a:off x="1238381" y="1113055"/>
              <a:ext cx="5073239" cy="1025145"/>
              <a:chOff x="6061778" y="5315760"/>
              <a:chExt cx="5073239" cy="1142407"/>
            </a:xfrm>
          </p:grpSpPr>
          <p:sp>
            <p:nvSpPr>
              <p:cNvPr id="28" name="Rectangle 27">
                <a:extLst>
                  <a:ext uri="{FF2B5EF4-FFF2-40B4-BE49-F238E27FC236}">
                    <a16:creationId xmlns:a16="http://schemas.microsoft.com/office/drawing/2014/main" id="{B3B8A167-45B4-4F0C-904F-710CB1AF9A0B}"/>
                  </a:ext>
                </a:extLst>
              </p:cNvPr>
              <p:cNvSpPr/>
              <p:nvPr/>
            </p:nvSpPr>
            <p:spPr>
              <a:xfrm>
                <a:off x="6061778" y="5394677"/>
                <a:ext cx="5073239" cy="950313"/>
              </a:xfrm>
              <a:prstGeom prst="rect">
                <a:avLst/>
              </a:prstGeom>
              <a:solidFill>
                <a:srgbClr val="F2F2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9" name="Rectangle 28">
                <a:extLst>
                  <a:ext uri="{FF2B5EF4-FFF2-40B4-BE49-F238E27FC236}">
                    <a16:creationId xmlns:a16="http://schemas.microsoft.com/office/drawing/2014/main" id="{45C4FCD4-1500-4A53-9BE3-F6E8A2E1E31E}"/>
                  </a:ext>
                </a:extLst>
              </p:cNvPr>
              <p:cNvSpPr/>
              <p:nvPr/>
            </p:nvSpPr>
            <p:spPr>
              <a:xfrm>
                <a:off x="7946185" y="5315760"/>
                <a:ext cx="3127786" cy="11424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600" dirty="0">
                    <a:solidFill>
                      <a:schemeClr val="tx1"/>
                    </a:solidFill>
                  </a:rPr>
                  <a:t>Allow access S3</a:t>
                </a:r>
              </a:p>
              <a:p>
                <a:pPr marL="285750" indent="-285750">
                  <a:buFont typeface="Arial" panose="020B0604020202020204" pitchFamily="34" charset="0"/>
                  <a:buChar char="•"/>
                </a:pPr>
                <a:r>
                  <a:rPr lang="en-US" sz="1600" dirty="0">
                    <a:solidFill>
                      <a:schemeClr val="tx1"/>
                    </a:solidFill>
                  </a:rPr>
                  <a:t>Allow access DynamoDB</a:t>
                </a:r>
              </a:p>
              <a:p>
                <a:pPr marL="285750" indent="-285750">
                  <a:buFont typeface="Arial" panose="020B0604020202020204" pitchFamily="34" charset="0"/>
                  <a:buChar char="•"/>
                </a:pPr>
                <a:r>
                  <a:rPr lang="en-US" sz="1600" dirty="0">
                    <a:solidFill>
                      <a:schemeClr val="tx1"/>
                    </a:solidFill>
                  </a:rPr>
                  <a:t>Deny access Kinesis</a:t>
                </a:r>
              </a:p>
            </p:txBody>
          </p:sp>
          <p:sp>
            <p:nvSpPr>
              <p:cNvPr id="30" name="TextBox 29">
                <a:extLst>
                  <a:ext uri="{FF2B5EF4-FFF2-40B4-BE49-F238E27FC236}">
                    <a16:creationId xmlns:a16="http://schemas.microsoft.com/office/drawing/2014/main" id="{8A5E3ED8-21F2-4447-9794-2D56CC3535B4}"/>
                  </a:ext>
                </a:extLst>
              </p:cNvPr>
              <p:cNvSpPr txBox="1"/>
              <p:nvPr/>
            </p:nvSpPr>
            <p:spPr>
              <a:xfrm>
                <a:off x="6166644" y="5544001"/>
                <a:ext cx="955088" cy="651665"/>
              </a:xfrm>
              <a:prstGeom prst="rect">
                <a:avLst/>
              </a:prstGeom>
              <a:noFill/>
            </p:spPr>
            <p:txBody>
              <a:bodyPr wrap="square" rtlCol="0">
                <a:spAutoFit/>
              </a:bodyPr>
              <a:lstStyle/>
              <a:p>
                <a:r>
                  <a:rPr lang="en-US" sz="1600" dirty="0"/>
                  <a:t>User policy </a:t>
                </a:r>
              </a:p>
            </p:txBody>
          </p:sp>
          <p:pic>
            <p:nvPicPr>
              <p:cNvPr id="31" name="Graphic 30" descr="Permissions resource icon for the IAM service.">
                <a:extLst>
                  <a:ext uri="{FF2B5EF4-FFF2-40B4-BE49-F238E27FC236}">
                    <a16:creationId xmlns:a16="http://schemas.microsoft.com/office/drawing/2014/main" id="{78CE798A-B4C2-4F2B-A567-BDEABDD771A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212826" y="5451742"/>
                <a:ext cx="836182" cy="836182"/>
              </a:xfrm>
              <a:prstGeom prst="rect">
                <a:avLst/>
              </a:prstGeom>
            </p:spPr>
          </p:pic>
        </p:grpSp>
        <p:sp>
          <p:nvSpPr>
            <p:cNvPr id="21" name="TextBox 20">
              <a:extLst>
                <a:ext uri="{FF2B5EF4-FFF2-40B4-BE49-F238E27FC236}">
                  <a16:creationId xmlns:a16="http://schemas.microsoft.com/office/drawing/2014/main" id="{5E47A835-BD44-49F7-96CC-D15B8E26729F}"/>
                </a:ext>
              </a:extLst>
            </p:cNvPr>
            <p:cNvSpPr txBox="1"/>
            <p:nvPr/>
          </p:nvSpPr>
          <p:spPr>
            <a:xfrm>
              <a:off x="2294514" y="3778217"/>
              <a:ext cx="1207382" cy="338554"/>
            </a:xfrm>
            <a:prstGeom prst="rect">
              <a:avLst/>
            </a:prstGeom>
            <a:noFill/>
          </p:spPr>
          <p:txBody>
            <a:bodyPr wrap="none" rtlCol="0">
              <a:spAutoFit/>
            </a:bodyPr>
            <a:lstStyle/>
            <a:p>
              <a:r>
                <a:rPr lang="en-US" sz="1600" dirty="0"/>
                <a:t>Member of</a:t>
              </a:r>
            </a:p>
          </p:txBody>
        </p:sp>
        <p:grpSp>
          <p:nvGrpSpPr>
            <p:cNvPr id="22" name="Group 21">
              <a:extLst>
                <a:ext uri="{FF2B5EF4-FFF2-40B4-BE49-F238E27FC236}">
                  <a16:creationId xmlns:a16="http://schemas.microsoft.com/office/drawing/2014/main" id="{32494FA8-2528-4FC2-BC40-A6691F713831}"/>
                </a:ext>
              </a:extLst>
            </p:cNvPr>
            <p:cNvGrpSpPr/>
            <p:nvPr/>
          </p:nvGrpSpPr>
          <p:grpSpPr>
            <a:xfrm>
              <a:off x="3100816" y="2429920"/>
              <a:ext cx="1339694" cy="1184685"/>
              <a:chOff x="5829301" y="2425051"/>
              <a:chExt cx="1339694" cy="1184685"/>
            </a:xfrm>
          </p:grpSpPr>
          <p:pic>
            <p:nvPicPr>
              <p:cNvPr id="26" name="Graphic 22" descr="User resource icon for the General Icons category.">
                <a:extLst>
                  <a:ext uri="{FF2B5EF4-FFF2-40B4-BE49-F238E27FC236}">
                    <a16:creationId xmlns:a16="http://schemas.microsoft.com/office/drawing/2014/main" id="{39DA44E3-0357-49EF-B88E-2657A9FF8BE4}"/>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6088432" y="2467915"/>
                <a:ext cx="821432" cy="821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Rectangle 26">
                <a:extLst>
                  <a:ext uri="{FF2B5EF4-FFF2-40B4-BE49-F238E27FC236}">
                    <a16:creationId xmlns:a16="http://schemas.microsoft.com/office/drawing/2014/main" id="{D0060C09-05CA-4B75-98B4-7A726E4B379E}"/>
                  </a:ext>
                </a:extLst>
              </p:cNvPr>
              <p:cNvSpPr/>
              <p:nvPr/>
            </p:nvSpPr>
            <p:spPr>
              <a:xfrm>
                <a:off x="5829301" y="2425051"/>
                <a:ext cx="1339694" cy="1184685"/>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dirty="0">
                    <a:solidFill>
                      <a:schemeClr val="tx1"/>
                    </a:solidFill>
                  </a:rPr>
                  <a:t>Zhang</a:t>
                </a:r>
              </a:p>
            </p:txBody>
          </p:sp>
        </p:grpSp>
        <p:cxnSp>
          <p:nvCxnSpPr>
            <p:cNvPr id="23" name="Straight Arrow Connector 22">
              <a:extLst>
                <a:ext uri="{FF2B5EF4-FFF2-40B4-BE49-F238E27FC236}">
                  <a16:creationId xmlns:a16="http://schemas.microsoft.com/office/drawing/2014/main" id="{63EF2C58-42AF-42A7-A23A-16AE603E6CB3}"/>
                </a:ext>
              </a:extLst>
            </p:cNvPr>
            <p:cNvCxnSpPr>
              <a:cxnSpLocks/>
              <a:stCxn id="28" idx="2"/>
              <a:endCxn id="26" idx="0"/>
            </p:cNvCxnSpPr>
            <p:nvPr/>
          </p:nvCxnSpPr>
          <p:spPr>
            <a:xfrm flipH="1">
              <a:off x="3770663" y="2036640"/>
              <a:ext cx="4338" cy="436144"/>
            </a:xfrm>
            <a:prstGeom prst="straightConnector1">
              <a:avLst/>
            </a:prstGeom>
            <a:ln w="44450" cmpd="sng">
              <a:solidFill>
                <a:schemeClr val="accent2"/>
              </a:solidFill>
              <a:prstDash val="solid"/>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13AF8AB8-1C97-48F6-A298-115BEAF57387}"/>
                </a:ext>
              </a:extLst>
            </p:cNvPr>
            <p:cNvCxnSpPr>
              <a:cxnSpLocks/>
              <a:stCxn id="27" idx="2"/>
              <a:endCxn id="18" idx="0"/>
            </p:cNvCxnSpPr>
            <p:nvPr/>
          </p:nvCxnSpPr>
          <p:spPr>
            <a:xfrm>
              <a:off x="3770663" y="3614605"/>
              <a:ext cx="0" cy="503551"/>
            </a:xfrm>
            <a:prstGeom prst="straightConnector1">
              <a:avLst/>
            </a:prstGeom>
            <a:ln w="44450" cmpd="sng">
              <a:solidFill>
                <a:schemeClr val="accent2"/>
              </a:solidFill>
              <a:prstDash val="solid"/>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A3B39A3B-13B4-4CC0-9270-8301A7B6263F}"/>
                </a:ext>
              </a:extLst>
            </p:cNvPr>
            <p:cNvCxnSpPr>
              <a:cxnSpLocks/>
              <a:stCxn id="32" idx="0"/>
              <a:endCxn id="18" idx="2"/>
            </p:cNvCxnSpPr>
            <p:nvPr/>
          </p:nvCxnSpPr>
          <p:spPr>
            <a:xfrm flipH="1" flipV="1">
              <a:off x="3770663" y="4764177"/>
              <a:ext cx="4338" cy="451458"/>
            </a:xfrm>
            <a:prstGeom prst="straightConnector1">
              <a:avLst/>
            </a:prstGeom>
            <a:ln w="44450" cmpd="sng">
              <a:solidFill>
                <a:schemeClr val="accent2"/>
              </a:solidFill>
              <a:prstDash val="solid"/>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4929582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35B36B43-34A2-435F-ADB5-9E180D6A916F}"/>
              </a:ext>
            </a:extLst>
          </p:cNvPr>
          <p:cNvSpPr>
            <a:spLocks noGrp="1"/>
          </p:cNvSpPr>
          <p:nvPr>
            <p:ph type="sldNum" idx="97"/>
          </p:nvPr>
        </p:nvSpPr>
        <p:spPr/>
        <p:txBody>
          <a:bodyPr/>
          <a:lstStyle/>
          <a:p>
            <a:fld id="{4037B1B0-0345-4E15-985A-6BECCDBE474F}" type="slidenum">
              <a:rPr lang="en-US" smtClean="0"/>
              <a:pPr/>
              <a:t>13</a:t>
            </a:fld>
            <a:endParaRPr lang="en-US" dirty="0"/>
          </a:p>
        </p:txBody>
      </p:sp>
      <p:sp>
        <p:nvSpPr>
          <p:cNvPr id="3" name="Title">
            <a:extLst>
              <a:ext uri="{FF2B5EF4-FFF2-40B4-BE49-F238E27FC236}">
                <a16:creationId xmlns:a16="http://schemas.microsoft.com/office/drawing/2014/main" id="{60C97355-D65D-4D1A-A324-A7F10F46A8EC}"/>
              </a:ext>
            </a:extLst>
          </p:cNvPr>
          <p:cNvSpPr>
            <a:spLocks noGrp="1"/>
          </p:cNvSpPr>
          <p:nvPr>
            <p:ph type="title" idx="1"/>
          </p:nvPr>
        </p:nvSpPr>
        <p:spPr/>
        <p:txBody>
          <a:bodyPr>
            <a:noAutofit/>
          </a:bodyPr>
          <a:lstStyle/>
          <a:p>
            <a:r>
              <a:rPr lang="en-US" sz="2800" dirty="0"/>
              <a:t>Challenges of scaling with role-based access control (RBAC)</a:t>
            </a:r>
          </a:p>
        </p:txBody>
      </p:sp>
      <p:sp>
        <p:nvSpPr>
          <p:cNvPr id="4" name="Content Placeholder 3">
            <a:extLst>
              <a:ext uri="{FF2B5EF4-FFF2-40B4-BE49-F238E27FC236}">
                <a16:creationId xmlns:a16="http://schemas.microsoft.com/office/drawing/2014/main" id="{35FB5CD0-5956-4594-A0A4-E0F5C7E0F69C}"/>
              </a:ext>
            </a:extLst>
          </p:cNvPr>
          <p:cNvSpPr>
            <a:spLocks noGrp="1"/>
          </p:cNvSpPr>
          <p:nvPr>
            <p:ph idx="2"/>
          </p:nvPr>
        </p:nvSpPr>
        <p:spPr>
          <a:xfrm>
            <a:off x="365760" y="1097280"/>
            <a:ext cx="11466576" cy="2514546"/>
          </a:xfrm>
        </p:spPr>
        <p:txBody>
          <a:bodyPr>
            <a:normAutofit/>
          </a:bodyPr>
          <a:lstStyle/>
          <a:p>
            <a:pPr marL="0" indent="0">
              <a:spcAft>
                <a:spcPts val="0"/>
              </a:spcAft>
              <a:buNone/>
            </a:pPr>
            <a:r>
              <a:rPr lang="en-US" sz="1800" b="1" dirty="0"/>
              <a:t>To setup RBAC with IAM, do the following:</a:t>
            </a:r>
          </a:p>
          <a:p>
            <a:pPr>
              <a:spcAft>
                <a:spcPts val="0"/>
              </a:spcAft>
            </a:pPr>
            <a:r>
              <a:rPr lang="en-US" sz="1800" dirty="0"/>
              <a:t>Create an IAM policy with the permissions for the job role. The policy lists the individual resources to be accessed.</a:t>
            </a:r>
          </a:p>
          <a:p>
            <a:pPr>
              <a:spcAft>
                <a:spcPts val="0"/>
              </a:spcAft>
            </a:pPr>
            <a:r>
              <a:rPr lang="en-US" sz="1800" dirty="0"/>
              <a:t>Attach the policy to an IAM entity (user, group, or role).</a:t>
            </a:r>
          </a:p>
          <a:p>
            <a:pPr marL="0" indent="0">
              <a:spcBef>
                <a:spcPts val="600"/>
              </a:spcBef>
              <a:spcAft>
                <a:spcPts val="0"/>
              </a:spcAft>
              <a:buNone/>
            </a:pPr>
            <a:r>
              <a:rPr lang="en-US" sz="1800" b="1" dirty="0"/>
              <a:t>To update policies when access to a new resource is needed, do the following:</a:t>
            </a:r>
          </a:p>
          <a:p>
            <a:pPr marL="285750" indent="-285750">
              <a:spcAft>
                <a:spcPts val="0"/>
              </a:spcAft>
              <a:buFont typeface="Arial" panose="020B0604020202020204" pitchFamily="34" charset="0"/>
              <a:buChar char="•"/>
            </a:pPr>
            <a:r>
              <a:rPr lang="en-US" sz="1800" dirty="0"/>
              <a:t>Update the policy.</a:t>
            </a:r>
          </a:p>
          <a:p>
            <a:pPr marL="285750" indent="-285750">
              <a:spcAft>
                <a:spcPts val="0"/>
              </a:spcAft>
              <a:buFont typeface="Arial" panose="020B0604020202020204" pitchFamily="34" charset="0"/>
              <a:buChar char="•"/>
            </a:pPr>
            <a:r>
              <a:rPr lang="en-US" sz="1800" dirty="0"/>
              <a:t>Modify multiple policies if the new resource is used by multiple roles or to add access to multiple resources.</a:t>
            </a:r>
          </a:p>
          <a:p>
            <a:pPr marL="0" indent="0">
              <a:spcAft>
                <a:spcPts val="0"/>
              </a:spcAft>
              <a:buNone/>
            </a:pPr>
            <a:endParaRPr lang="en-US" sz="1600" dirty="0"/>
          </a:p>
        </p:txBody>
      </p:sp>
      <p:grpSp>
        <p:nvGrpSpPr>
          <p:cNvPr id="45" name="Flatten RBAC" descr="Three users have access to AWS resource through permissions. One of the roles have two policy documents attached to it, the others only have one.">
            <a:extLst>
              <a:ext uri="{FF2B5EF4-FFF2-40B4-BE49-F238E27FC236}">
                <a16:creationId xmlns:a16="http://schemas.microsoft.com/office/drawing/2014/main" id="{0F0CDF0E-924F-4F7B-81BD-73C2DCF1D7AA}"/>
              </a:ext>
            </a:extLst>
          </p:cNvPr>
          <p:cNvGrpSpPr/>
          <p:nvPr/>
        </p:nvGrpSpPr>
        <p:grpSpPr>
          <a:xfrm>
            <a:off x="795528" y="3457576"/>
            <a:ext cx="10552176" cy="2923467"/>
            <a:chOff x="877824" y="3803904"/>
            <a:chExt cx="10552176" cy="2923467"/>
          </a:xfrm>
        </p:grpSpPr>
        <p:sp>
          <p:nvSpPr>
            <p:cNvPr id="27" name="Rectangle 26">
              <a:extLst>
                <a:ext uri="{FF2B5EF4-FFF2-40B4-BE49-F238E27FC236}">
                  <a16:creationId xmlns:a16="http://schemas.microsoft.com/office/drawing/2014/main" id="{5BD737B9-87F8-4773-96F9-B5886E5BEEA3}"/>
                </a:ext>
                <a:ext uri="{C183D7F6-B498-43B3-948B-1728B52AA6E4}">
                  <adec:decorative xmlns:adec="http://schemas.microsoft.com/office/drawing/2017/decorative" val="1"/>
                </a:ext>
              </a:extLst>
            </p:cNvPr>
            <p:cNvSpPr/>
            <p:nvPr/>
          </p:nvSpPr>
          <p:spPr>
            <a:xfrm>
              <a:off x="3722914" y="6433457"/>
              <a:ext cx="4996543" cy="2939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A3FC2825-EA0C-4955-9815-553105D743BD}"/>
                </a:ext>
              </a:extLst>
            </p:cNvPr>
            <p:cNvSpPr/>
            <p:nvPr/>
          </p:nvSpPr>
          <p:spPr>
            <a:xfrm>
              <a:off x="877824" y="3803904"/>
              <a:ext cx="10552176" cy="2907792"/>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9A69EC75-80A1-41F9-A555-E03933C14311}"/>
                </a:ext>
              </a:extLst>
            </p:cNvPr>
            <p:cNvSpPr txBox="1"/>
            <p:nvPr/>
          </p:nvSpPr>
          <p:spPr>
            <a:xfrm>
              <a:off x="1494390" y="4735939"/>
              <a:ext cx="1901483" cy="369332"/>
            </a:xfrm>
            <a:prstGeom prst="rect">
              <a:avLst/>
            </a:prstGeom>
            <a:noFill/>
          </p:spPr>
          <p:txBody>
            <a:bodyPr wrap="none" rtlCol="0">
              <a:spAutoFit/>
            </a:bodyPr>
            <a:lstStyle/>
            <a:p>
              <a:r>
                <a:rPr lang="en-US" dirty="0"/>
                <a:t>Database Admin</a:t>
              </a:r>
            </a:p>
          </p:txBody>
        </p:sp>
        <p:sp>
          <p:nvSpPr>
            <p:cNvPr id="12" name="TextBox 11">
              <a:extLst>
                <a:ext uri="{FF2B5EF4-FFF2-40B4-BE49-F238E27FC236}">
                  <a16:creationId xmlns:a16="http://schemas.microsoft.com/office/drawing/2014/main" id="{ED5B1FB0-DBF8-4457-BF2C-7801FD775D0D}"/>
                </a:ext>
              </a:extLst>
            </p:cNvPr>
            <p:cNvSpPr txBox="1"/>
            <p:nvPr/>
          </p:nvSpPr>
          <p:spPr>
            <a:xfrm>
              <a:off x="1567542" y="5548449"/>
              <a:ext cx="1827744" cy="369332"/>
            </a:xfrm>
            <a:prstGeom prst="rect">
              <a:avLst/>
            </a:prstGeom>
            <a:noFill/>
          </p:spPr>
          <p:txBody>
            <a:bodyPr wrap="none" rtlCol="0">
              <a:spAutoFit/>
            </a:bodyPr>
            <a:lstStyle/>
            <a:p>
              <a:r>
                <a:rPr lang="en-US" dirty="0"/>
                <a:t>Network Admin</a:t>
              </a:r>
            </a:p>
          </p:txBody>
        </p:sp>
        <p:sp>
          <p:nvSpPr>
            <p:cNvPr id="13" name="TextBox 12">
              <a:extLst>
                <a:ext uri="{FF2B5EF4-FFF2-40B4-BE49-F238E27FC236}">
                  <a16:creationId xmlns:a16="http://schemas.microsoft.com/office/drawing/2014/main" id="{EEB37562-3761-4CF3-9E21-C67997EF58A1}"/>
                </a:ext>
              </a:extLst>
            </p:cNvPr>
            <p:cNvSpPr txBox="1"/>
            <p:nvPr/>
          </p:nvSpPr>
          <p:spPr>
            <a:xfrm>
              <a:off x="1810511" y="6342671"/>
              <a:ext cx="1250663" cy="369332"/>
            </a:xfrm>
            <a:prstGeom prst="rect">
              <a:avLst/>
            </a:prstGeom>
            <a:noFill/>
          </p:spPr>
          <p:txBody>
            <a:bodyPr wrap="none" rtlCol="0">
              <a:spAutoFit/>
            </a:bodyPr>
            <a:lstStyle/>
            <a:p>
              <a:r>
                <a:rPr lang="en-US" dirty="0"/>
                <a:t>Developer</a:t>
              </a:r>
            </a:p>
          </p:txBody>
        </p:sp>
        <p:pic>
          <p:nvPicPr>
            <p:cNvPr id="14" name="Role graphic">
              <a:extLst>
                <a:ext uri="{FF2B5EF4-FFF2-40B4-BE49-F238E27FC236}">
                  <a16:creationId xmlns:a16="http://schemas.microsoft.com/office/drawing/2014/main" id="{09673F80-9740-45C8-912C-3208928BE40B}"/>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05859" y="4242111"/>
              <a:ext cx="669524" cy="669524"/>
            </a:xfrm>
            <a:prstGeom prst="rect">
              <a:avLst/>
            </a:prstGeom>
          </p:spPr>
        </p:pic>
        <p:pic>
          <p:nvPicPr>
            <p:cNvPr id="15" name="Role graphic">
              <a:extLst>
                <a:ext uri="{FF2B5EF4-FFF2-40B4-BE49-F238E27FC236}">
                  <a16:creationId xmlns:a16="http://schemas.microsoft.com/office/drawing/2014/main" id="{EC9EB1DB-542C-45B2-BAE5-D8C86DAF30B2}"/>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22188" y="5034374"/>
              <a:ext cx="669524" cy="669524"/>
            </a:xfrm>
            <a:prstGeom prst="rect">
              <a:avLst/>
            </a:prstGeom>
          </p:spPr>
        </p:pic>
        <p:pic>
          <p:nvPicPr>
            <p:cNvPr id="16" name="Role graphic">
              <a:extLst>
                <a:ext uri="{FF2B5EF4-FFF2-40B4-BE49-F238E27FC236}">
                  <a16:creationId xmlns:a16="http://schemas.microsoft.com/office/drawing/2014/main" id="{7FCBA128-6F1D-4FD5-A98E-92F3954A6484}"/>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67324" y="5883460"/>
              <a:ext cx="669524" cy="669524"/>
            </a:xfrm>
            <a:prstGeom prst="rect">
              <a:avLst/>
            </a:prstGeom>
          </p:spPr>
        </p:pic>
        <p:pic>
          <p:nvPicPr>
            <p:cNvPr id="17" name="Policy graphic">
              <a:extLst>
                <a:ext uri="{FF2B5EF4-FFF2-40B4-BE49-F238E27FC236}">
                  <a16:creationId xmlns:a16="http://schemas.microsoft.com/office/drawing/2014/main" id="{BAB05910-2F22-4F3D-A849-8648F70CF936}"/>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040428" y="4514472"/>
              <a:ext cx="653195" cy="653195"/>
            </a:xfrm>
            <a:prstGeom prst="rect">
              <a:avLst/>
            </a:prstGeom>
          </p:spPr>
        </p:pic>
        <p:pic>
          <p:nvPicPr>
            <p:cNvPr id="18" name="Policy graphic">
              <a:extLst>
                <a:ext uri="{FF2B5EF4-FFF2-40B4-BE49-F238E27FC236}">
                  <a16:creationId xmlns:a16="http://schemas.microsoft.com/office/drawing/2014/main" id="{6074CC92-4E93-4D26-9686-29019FC452F8}"/>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040428" y="5269832"/>
              <a:ext cx="653195" cy="653195"/>
            </a:xfrm>
            <a:prstGeom prst="rect">
              <a:avLst/>
            </a:prstGeom>
          </p:spPr>
        </p:pic>
        <p:pic>
          <p:nvPicPr>
            <p:cNvPr id="19" name="Policy graphic">
              <a:extLst>
                <a:ext uri="{FF2B5EF4-FFF2-40B4-BE49-F238E27FC236}">
                  <a16:creationId xmlns:a16="http://schemas.microsoft.com/office/drawing/2014/main" id="{F90002A5-4528-4F93-BD39-95450F4C82BE}"/>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040428" y="6025191"/>
              <a:ext cx="653195" cy="653195"/>
            </a:xfrm>
            <a:prstGeom prst="rect">
              <a:avLst/>
            </a:prstGeom>
          </p:spPr>
        </p:pic>
        <p:sp>
          <p:nvSpPr>
            <p:cNvPr id="10" name="Rectangle 9">
              <a:extLst>
                <a:ext uri="{FF2B5EF4-FFF2-40B4-BE49-F238E27FC236}">
                  <a16:creationId xmlns:a16="http://schemas.microsoft.com/office/drawing/2014/main" id="{BCF92284-3890-49E2-915A-FE1C04AFF7F0}"/>
                </a:ext>
              </a:extLst>
            </p:cNvPr>
            <p:cNvSpPr/>
            <p:nvPr/>
          </p:nvSpPr>
          <p:spPr>
            <a:xfrm>
              <a:off x="4413582" y="3832163"/>
              <a:ext cx="1904688" cy="646331"/>
            </a:xfrm>
            <a:prstGeom prst="rect">
              <a:avLst/>
            </a:prstGeom>
          </p:spPr>
          <p:txBody>
            <a:bodyPr wrap="none">
              <a:spAutoFit/>
            </a:bodyPr>
            <a:lstStyle/>
            <a:p>
              <a:pPr algn="ctr"/>
              <a:r>
                <a:rPr lang="en-US" dirty="0"/>
                <a:t>Permissions in </a:t>
              </a:r>
              <a:br>
                <a:rPr lang="en-US" dirty="0"/>
              </a:br>
              <a:r>
                <a:rPr lang="en-US" dirty="0"/>
                <a:t>multiple policies</a:t>
              </a:r>
            </a:p>
          </p:txBody>
        </p:sp>
        <p:sp>
          <p:nvSpPr>
            <p:cNvPr id="20" name="Rectangle 19">
              <a:extLst>
                <a:ext uri="{FF2B5EF4-FFF2-40B4-BE49-F238E27FC236}">
                  <a16:creationId xmlns:a16="http://schemas.microsoft.com/office/drawing/2014/main" id="{C8DE99E4-E916-4307-8DC8-574A57198956}"/>
                </a:ext>
              </a:extLst>
            </p:cNvPr>
            <p:cNvSpPr/>
            <p:nvPr/>
          </p:nvSpPr>
          <p:spPr>
            <a:xfrm>
              <a:off x="8702024" y="3817794"/>
              <a:ext cx="1228221" cy="369332"/>
            </a:xfrm>
            <a:prstGeom prst="rect">
              <a:avLst/>
            </a:prstGeom>
          </p:spPr>
          <p:txBody>
            <a:bodyPr wrap="none">
              <a:spAutoFit/>
            </a:bodyPr>
            <a:lstStyle/>
            <a:p>
              <a:pPr algn="ctr"/>
              <a:r>
                <a:rPr lang="en-US" dirty="0"/>
                <a:t>Resources</a:t>
              </a:r>
            </a:p>
          </p:txBody>
        </p:sp>
        <p:sp>
          <p:nvSpPr>
            <p:cNvPr id="21" name="Rectangle 20">
              <a:extLst>
                <a:ext uri="{FF2B5EF4-FFF2-40B4-BE49-F238E27FC236}">
                  <a16:creationId xmlns:a16="http://schemas.microsoft.com/office/drawing/2014/main" id="{55C7CF98-18AD-4822-823B-24446751D427}"/>
                </a:ext>
              </a:extLst>
            </p:cNvPr>
            <p:cNvSpPr/>
            <p:nvPr/>
          </p:nvSpPr>
          <p:spPr>
            <a:xfrm>
              <a:off x="7592386" y="4728275"/>
              <a:ext cx="1058303" cy="369332"/>
            </a:xfrm>
            <a:prstGeom prst="rect">
              <a:avLst/>
            </a:prstGeom>
          </p:spPr>
          <p:txBody>
            <a:bodyPr wrap="none">
              <a:spAutoFit/>
            </a:bodyPr>
            <a:lstStyle/>
            <a:p>
              <a:pPr algn="ctr"/>
              <a:r>
                <a:rPr lang="en-US" dirty="0"/>
                <a:t>Instance</a:t>
              </a:r>
            </a:p>
          </p:txBody>
        </p:sp>
        <p:sp>
          <p:nvSpPr>
            <p:cNvPr id="22" name="Rectangle 21">
              <a:extLst>
                <a:ext uri="{FF2B5EF4-FFF2-40B4-BE49-F238E27FC236}">
                  <a16:creationId xmlns:a16="http://schemas.microsoft.com/office/drawing/2014/main" id="{EACF4FB2-5FF5-43F4-BAB9-99C3FFEA5328}"/>
                </a:ext>
              </a:extLst>
            </p:cNvPr>
            <p:cNvSpPr/>
            <p:nvPr/>
          </p:nvSpPr>
          <p:spPr>
            <a:xfrm>
              <a:off x="7459100" y="5553194"/>
              <a:ext cx="1369286" cy="369332"/>
            </a:xfrm>
            <a:prstGeom prst="rect">
              <a:avLst/>
            </a:prstGeom>
          </p:spPr>
          <p:txBody>
            <a:bodyPr wrap="none">
              <a:spAutoFit/>
            </a:bodyPr>
            <a:lstStyle/>
            <a:p>
              <a:pPr algn="ctr"/>
              <a:r>
                <a:rPr lang="en-US" dirty="0"/>
                <a:t>Amazon S3</a:t>
              </a:r>
            </a:p>
          </p:txBody>
        </p:sp>
        <p:sp>
          <p:nvSpPr>
            <p:cNvPr id="23" name="Rectangle 22">
              <a:extLst>
                <a:ext uri="{FF2B5EF4-FFF2-40B4-BE49-F238E27FC236}">
                  <a16:creationId xmlns:a16="http://schemas.microsoft.com/office/drawing/2014/main" id="{512F53B6-0DFE-4CE0-9CB3-6F8B8DB3625E}"/>
                </a:ext>
              </a:extLst>
            </p:cNvPr>
            <p:cNvSpPr/>
            <p:nvPr/>
          </p:nvSpPr>
          <p:spPr>
            <a:xfrm>
              <a:off x="9572670" y="4728275"/>
              <a:ext cx="1369286" cy="369332"/>
            </a:xfrm>
            <a:prstGeom prst="rect">
              <a:avLst/>
            </a:prstGeom>
          </p:spPr>
          <p:txBody>
            <a:bodyPr wrap="none">
              <a:spAutoFit/>
            </a:bodyPr>
            <a:lstStyle/>
            <a:p>
              <a:pPr algn="ctr"/>
              <a:r>
                <a:rPr lang="en-US" dirty="0"/>
                <a:t>Amazon S3</a:t>
              </a:r>
            </a:p>
          </p:txBody>
        </p:sp>
        <p:sp>
          <p:nvSpPr>
            <p:cNvPr id="24" name="Rectangle 23">
              <a:extLst>
                <a:ext uri="{FF2B5EF4-FFF2-40B4-BE49-F238E27FC236}">
                  <a16:creationId xmlns:a16="http://schemas.microsoft.com/office/drawing/2014/main" id="{E22C6D8F-238B-433A-BA8C-CC96552C4A30}"/>
                </a:ext>
              </a:extLst>
            </p:cNvPr>
            <p:cNvSpPr/>
            <p:nvPr/>
          </p:nvSpPr>
          <p:spPr>
            <a:xfrm>
              <a:off x="9828586" y="5553194"/>
              <a:ext cx="813043" cy="369332"/>
            </a:xfrm>
            <a:prstGeom prst="rect">
              <a:avLst/>
            </a:prstGeom>
          </p:spPr>
          <p:txBody>
            <a:bodyPr wrap="none">
              <a:spAutoFit/>
            </a:bodyPr>
            <a:lstStyle/>
            <a:p>
              <a:pPr algn="ctr"/>
              <a:r>
                <a:rPr lang="en-US" dirty="0"/>
                <a:t>Alarm</a:t>
              </a:r>
            </a:p>
          </p:txBody>
        </p:sp>
        <p:sp>
          <p:nvSpPr>
            <p:cNvPr id="25" name="Rectangle 24">
              <a:extLst>
                <a:ext uri="{FF2B5EF4-FFF2-40B4-BE49-F238E27FC236}">
                  <a16:creationId xmlns:a16="http://schemas.microsoft.com/office/drawing/2014/main" id="{C29B26AB-E4EE-47EC-9D84-A1A27B51B1CE}"/>
                </a:ext>
              </a:extLst>
            </p:cNvPr>
            <p:cNvSpPr/>
            <p:nvPr/>
          </p:nvSpPr>
          <p:spPr>
            <a:xfrm>
              <a:off x="7301803" y="6316065"/>
              <a:ext cx="1749198" cy="369332"/>
            </a:xfrm>
            <a:prstGeom prst="rect">
              <a:avLst/>
            </a:prstGeom>
          </p:spPr>
          <p:txBody>
            <a:bodyPr wrap="none">
              <a:spAutoFit/>
            </a:bodyPr>
            <a:lstStyle/>
            <a:p>
              <a:pPr algn="ctr"/>
              <a:r>
                <a:rPr lang="en-US" dirty="0"/>
                <a:t>Database table</a:t>
              </a:r>
            </a:p>
          </p:txBody>
        </p:sp>
        <p:sp>
          <p:nvSpPr>
            <p:cNvPr id="26" name="Rectangle 25">
              <a:extLst>
                <a:ext uri="{FF2B5EF4-FFF2-40B4-BE49-F238E27FC236}">
                  <a16:creationId xmlns:a16="http://schemas.microsoft.com/office/drawing/2014/main" id="{1F366138-89B9-45D7-9EA1-37BEFE74C0BF}"/>
                </a:ext>
              </a:extLst>
            </p:cNvPr>
            <p:cNvSpPr/>
            <p:nvPr/>
          </p:nvSpPr>
          <p:spPr>
            <a:xfrm>
              <a:off x="9279446" y="6316065"/>
              <a:ext cx="1968809" cy="369332"/>
            </a:xfrm>
            <a:prstGeom prst="rect">
              <a:avLst/>
            </a:prstGeom>
          </p:spPr>
          <p:txBody>
            <a:bodyPr wrap="none">
              <a:spAutoFit/>
            </a:bodyPr>
            <a:lstStyle/>
            <a:p>
              <a:pPr algn="ctr"/>
              <a:r>
                <a:rPr lang="en-US" dirty="0"/>
                <a:t>Lambda function</a:t>
              </a:r>
            </a:p>
          </p:txBody>
        </p:sp>
        <p:pic>
          <p:nvPicPr>
            <p:cNvPr id="29" name="Graphic 31">
              <a:extLst>
                <a:ext uri="{FF2B5EF4-FFF2-40B4-BE49-F238E27FC236}">
                  <a16:creationId xmlns:a16="http://schemas.microsoft.com/office/drawing/2014/main" id="{D46B7C3C-C245-48FD-9EFB-119543F3C64A}"/>
                </a:ext>
              </a:extLst>
            </p:cNvPr>
            <p:cNvPicPr>
              <a:picLocks noChangeAspect="1" noChangeArrowheads="1"/>
            </p:cNvPicPr>
            <p:nvPr/>
          </p:nvPicPr>
          <p:blipFill>
            <a:blip r:embed="rId8">
              <a:extLst>
                <a:ext uri="{96DAC541-7B7A-43D3-8B79-37D633B846F1}">
                  <asvg:svgBlip xmlns:asvg="http://schemas.microsoft.com/office/drawing/2016/SVG/main" r:embed="rId9"/>
                </a:ext>
              </a:extLst>
            </a:blip>
            <a:srcRect/>
            <a:stretch/>
          </p:blipFill>
          <p:spPr bwMode="auto">
            <a:xfrm>
              <a:off x="10008192" y="4339503"/>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 name="Graphic 31">
              <a:extLst>
                <a:ext uri="{FF2B5EF4-FFF2-40B4-BE49-F238E27FC236}">
                  <a16:creationId xmlns:a16="http://schemas.microsoft.com/office/drawing/2014/main" id="{A7F8099F-1008-46E1-9396-3A0E093B3A36}"/>
                </a:ext>
              </a:extLst>
            </p:cNvPr>
            <p:cNvPicPr>
              <a:picLocks noChangeAspect="1" noChangeArrowheads="1"/>
            </p:cNvPicPr>
            <p:nvPr/>
          </p:nvPicPr>
          <p:blipFill>
            <a:blip r:embed="rId8">
              <a:extLst>
                <a:ext uri="{96DAC541-7B7A-43D3-8B79-37D633B846F1}">
                  <asvg:svgBlip xmlns:asvg="http://schemas.microsoft.com/office/drawing/2016/SVG/main" r:embed="rId9"/>
                </a:ext>
              </a:extLst>
            </a:blip>
            <a:srcRect/>
            <a:stretch/>
          </p:blipFill>
          <p:spPr bwMode="auto">
            <a:xfrm>
              <a:off x="7892880" y="5162064"/>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 name="Graphic 30">
              <a:extLst>
                <a:ext uri="{FF2B5EF4-FFF2-40B4-BE49-F238E27FC236}">
                  <a16:creationId xmlns:a16="http://schemas.microsoft.com/office/drawing/2014/main" id="{FF2DE411-3A43-4A3A-9B91-A4180816F0F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925652" y="4339503"/>
              <a:ext cx="457200" cy="457200"/>
            </a:xfrm>
            <a:prstGeom prst="rect">
              <a:avLst/>
            </a:prstGeom>
          </p:spPr>
        </p:pic>
        <p:pic>
          <p:nvPicPr>
            <p:cNvPr id="32" name="Graphic 31">
              <a:extLst>
                <a:ext uri="{FF2B5EF4-FFF2-40B4-BE49-F238E27FC236}">
                  <a16:creationId xmlns:a16="http://schemas.microsoft.com/office/drawing/2014/main" id="{FA47DFFB-1651-4C89-9E68-34ABA022F932}"/>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010240" y="5162064"/>
              <a:ext cx="457200" cy="457200"/>
            </a:xfrm>
            <a:prstGeom prst="rect">
              <a:avLst/>
            </a:prstGeom>
          </p:spPr>
        </p:pic>
        <p:pic>
          <p:nvPicPr>
            <p:cNvPr id="33" name="Graphic 13">
              <a:extLst>
                <a:ext uri="{FF2B5EF4-FFF2-40B4-BE49-F238E27FC236}">
                  <a16:creationId xmlns:a16="http://schemas.microsoft.com/office/drawing/2014/main" id="{72E0B342-1E64-44C6-B6A5-9B2448D94E31}"/>
                </a:ext>
              </a:extLst>
            </p:cNvPr>
            <p:cNvPicPr>
              <a:picLocks noChangeAspect="1" noChangeArrowheads="1"/>
            </p:cNvPicPr>
            <p:nvPr/>
          </p:nvPicPr>
          <p:blipFill>
            <a:blip r:embed="rId14">
              <a:extLst>
                <a:ext uri="{96DAC541-7B7A-43D3-8B79-37D633B846F1}">
                  <asvg:svgBlip xmlns:asvg="http://schemas.microsoft.com/office/drawing/2016/SVG/main" r:embed="rId15"/>
                </a:ext>
              </a:extLst>
            </a:blip>
            <a:srcRect/>
            <a:stretch/>
          </p:blipFill>
          <p:spPr bwMode="auto">
            <a:xfrm>
              <a:off x="10002901" y="5899652"/>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 name="Picture 33">
              <a:extLst>
                <a:ext uri="{FF2B5EF4-FFF2-40B4-BE49-F238E27FC236}">
                  <a16:creationId xmlns:a16="http://schemas.microsoft.com/office/drawing/2014/main" id="{FE90EDE9-AD68-493B-A12B-B51415ECDB55}"/>
                </a:ext>
              </a:extLst>
            </p:cNvPr>
            <p:cNvPicPr>
              <a:picLocks noChangeAspect="1"/>
            </p:cNvPicPr>
            <p:nvPr/>
          </p:nvPicPr>
          <p:blipFill>
            <a:blip r:embed="rId16"/>
            <a:stretch>
              <a:fillRect/>
            </a:stretch>
          </p:blipFill>
          <p:spPr>
            <a:xfrm>
              <a:off x="7929747" y="5899652"/>
              <a:ext cx="415409" cy="427996"/>
            </a:xfrm>
            <a:prstGeom prst="rect">
              <a:avLst/>
            </a:prstGeom>
          </p:spPr>
        </p:pic>
        <p:cxnSp>
          <p:nvCxnSpPr>
            <p:cNvPr id="36" name="Straight Connector 35">
              <a:extLst>
                <a:ext uri="{FF2B5EF4-FFF2-40B4-BE49-F238E27FC236}">
                  <a16:creationId xmlns:a16="http://schemas.microsoft.com/office/drawing/2014/main" id="{AB0FA0E5-CED5-4727-8D95-74096D9D30AB}"/>
                </a:ext>
              </a:extLst>
            </p:cNvPr>
            <p:cNvCxnSpPr/>
            <p:nvPr/>
          </p:nvCxnSpPr>
          <p:spPr>
            <a:xfrm>
              <a:off x="3675888" y="4882896"/>
              <a:ext cx="1115568"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72D5BE2-4DF5-41B8-BA1D-DBA9CB012102}"/>
                </a:ext>
              </a:extLst>
            </p:cNvPr>
            <p:cNvCxnSpPr/>
            <p:nvPr/>
          </p:nvCxnSpPr>
          <p:spPr>
            <a:xfrm>
              <a:off x="5870448" y="4828032"/>
              <a:ext cx="1115568"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91E8C176-CDF9-4B3D-B928-58E798AB0FD0}"/>
                </a:ext>
              </a:extLst>
            </p:cNvPr>
            <p:cNvCxnSpPr/>
            <p:nvPr/>
          </p:nvCxnSpPr>
          <p:spPr>
            <a:xfrm>
              <a:off x="3694176" y="5577840"/>
              <a:ext cx="1115568"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69200B2-95B1-4727-A361-BFA25C4C06D0}"/>
                </a:ext>
              </a:extLst>
            </p:cNvPr>
            <p:cNvCxnSpPr/>
            <p:nvPr/>
          </p:nvCxnSpPr>
          <p:spPr>
            <a:xfrm>
              <a:off x="5888736" y="5577840"/>
              <a:ext cx="1115568"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22CD79AE-D4CA-453F-BAB9-B2F36D5E81B8}"/>
                </a:ext>
              </a:extLst>
            </p:cNvPr>
            <p:cNvCxnSpPr/>
            <p:nvPr/>
          </p:nvCxnSpPr>
          <p:spPr>
            <a:xfrm>
              <a:off x="3694176" y="6327648"/>
              <a:ext cx="1115568"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31F963C-157D-4ED5-8019-5A023BBF964E}"/>
                </a:ext>
              </a:extLst>
            </p:cNvPr>
            <p:cNvCxnSpPr/>
            <p:nvPr/>
          </p:nvCxnSpPr>
          <p:spPr>
            <a:xfrm>
              <a:off x="5888736" y="6327648"/>
              <a:ext cx="1115568"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1DFE415-9269-4D7E-8BE7-EA1FAC5BFE29}"/>
                </a:ext>
              </a:extLst>
            </p:cNvPr>
            <p:cNvCxnSpPr>
              <a:cxnSpLocks/>
            </p:cNvCxnSpPr>
            <p:nvPr/>
          </p:nvCxnSpPr>
          <p:spPr>
            <a:xfrm>
              <a:off x="3736848" y="5730240"/>
              <a:ext cx="999744" cy="487680"/>
            </a:xfrm>
            <a:prstGeom prst="line">
              <a:avLst/>
            </a:prstGeom>
            <a:ln w="38100"/>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16279406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35B36B43-34A2-435F-ADB5-9E180D6A916F}"/>
              </a:ext>
            </a:extLst>
          </p:cNvPr>
          <p:cNvSpPr>
            <a:spLocks noGrp="1"/>
          </p:cNvSpPr>
          <p:nvPr>
            <p:ph type="sldNum" idx="97"/>
          </p:nvPr>
        </p:nvSpPr>
        <p:spPr/>
        <p:txBody>
          <a:bodyPr/>
          <a:lstStyle/>
          <a:p>
            <a:fld id="{4037B1B0-0345-4E15-985A-6BECCDBE474F}" type="slidenum">
              <a:rPr lang="en-US" smtClean="0"/>
              <a:pPr/>
              <a:t>14</a:t>
            </a:fld>
            <a:endParaRPr lang="en-US" dirty="0"/>
          </a:p>
        </p:txBody>
      </p:sp>
      <p:sp>
        <p:nvSpPr>
          <p:cNvPr id="3" name="Title">
            <a:extLst>
              <a:ext uri="{FF2B5EF4-FFF2-40B4-BE49-F238E27FC236}">
                <a16:creationId xmlns:a16="http://schemas.microsoft.com/office/drawing/2014/main" id="{60C97355-D65D-4D1A-A324-A7F10F46A8EC}"/>
              </a:ext>
            </a:extLst>
          </p:cNvPr>
          <p:cNvSpPr>
            <a:spLocks noGrp="1"/>
          </p:cNvSpPr>
          <p:nvPr>
            <p:ph type="title" idx="1"/>
          </p:nvPr>
        </p:nvSpPr>
        <p:spPr/>
        <p:txBody>
          <a:bodyPr>
            <a:normAutofit/>
          </a:bodyPr>
          <a:lstStyle/>
          <a:p>
            <a:r>
              <a:rPr lang="en-US" dirty="0"/>
              <a:t>Using attribute-based access control (ABAC) </a:t>
            </a:r>
          </a:p>
        </p:txBody>
      </p:sp>
      <p:sp>
        <p:nvSpPr>
          <p:cNvPr id="52" name="Text Placeholder 51">
            <a:extLst>
              <a:ext uri="{FF2B5EF4-FFF2-40B4-BE49-F238E27FC236}">
                <a16:creationId xmlns:a16="http://schemas.microsoft.com/office/drawing/2014/main" id="{12A12A51-51D9-474E-9D06-DE654FD59072}"/>
              </a:ext>
            </a:extLst>
          </p:cNvPr>
          <p:cNvSpPr>
            <a:spLocks noGrp="1"/>
          </p:cNvSpPr>
          <p:nvPr>
            <p:ph type="body" idx="12"/>
          </p:nvPr>
        </p:nvSpPr>
        <p:spPr/>
        <p:txBody>
          <a:bodyPr/>
          <a:lstStyle/>
          <a:p>
            <a:r>
              <a:rPr lang="en-US" sz="2800" dirty="0"/>
              <a:t>ABAC</a:t>
            </a:r>
          </a:p>
        </p:txBody>
      </p:sp>
      <p:sp>
        <p:nvSpPr>
          <p:cNvPr id="44" name="Content Placeholder 43">
            <a:extLst>
              <a:ext uri="{FF2B5EF4-FFF2-40B4-BE49-F238E27FC236}">
                <a16:creationId xmlns:a16="http://schemas.microsoft.com/office/drawing/2014/main" id="{B8317D36-26F2-4FDC-9A50-EB632343AE56}"/>
              </a:ext>
            </a:extLst>
          </p:cNvPr>
          <p:cNvSpPr>
            <a:spLocks noGrp="1"/>
          </p:cNvSpPr>
          <p:nvPr>
            <p:ph idx="2"/>
          </p:nvPr>
        </p:nvSpPr>
        <p:spPr/>
        <p:txBody>
          <a:bodyPr/>
          <a:lstStyle/>
          <a:p>
            <a:r>
              <a:rPr lang="en-US" dirty="0"/>
              <a:t>This authorization strategy defines permissions based on attributes. </a:t>
            </a:r>
          </a:p>
          <a:p>
            <a:r>
              <a:rPr lang="en-US" dirty="0"/>
              <a:t>Attributes are a key or a key-value pair.</a:t>
            </a:r>
          </a:p>
          <a:p>
            <a:r>
              <a:rPr lang="en-US" dirty="0"/>
              <a:t>In AWS, these attributes are called tags.</a:t>
            </a:r>
          </a:p>
          <a:p>
            <a:r>
              <a:rPr lang="en-US" dirty="0"/>
              <a:t>Tags can apply to IAM resources (users or roles) and AWS resources.</a:t>
            </a:r>
          </a:p>
          <a:p>
            <a:pPr lvl="1"/>
            <a:endParaRPr lang="en-US" dirty="0"/>
          </a:p>
        </p:txBody>
      </p:sp>
      <p:sp>
        <p:nvSpPr>
          <p:cNvPr id="53" name="Text Placeholder 52">
            <a:extLst>
              <a:ext uri="{FF2B5EF4-FFF2-40B4-BE49-F238E27FC236}">
                <a16:creationId xmlns:a16="http://schemas.microsoft.com/office/drawing/2014/main" id="{1E819C30-2514-41E2-88F6-B275486AE5FF}"/>
              </a:ext>
            </a:extLst>
          </p:cNvPr>
          <p:cNvSpPr>
            <a:spLocks noGrp="1"/>
          </p:cNvSpPr>
          <p:nvPr>
            <p:ph type="body" idx="13"/>
          </p:nvPr>
        </p:nvSpPr>
        <p:spPr/>
        <p:txBody>
          <a:bodyPr/>
          <a:lstStyle/>
          <a:p>
            <a:r>
              <a:rPr lang="en-US" sz="2800" dirty="0"/>
              <a:t>Benefits</a:t>
            </a:r>
          </a:p>
        </p:txBody>
      </p:sp>
      <p:sp>
        <p:nvSpPr>
          <p:cNvPr id="51" name="Content Placeholder 50">
            <a:extLst>
              <a:ext uri="{FF2B5EF4-FFF2-40B4-BE49-F238E27FC236}">
                <a16:creationId xmlns:a16="http://schemas.microsoft.com/office/drawing/2014/main" id="{4E9B91BE-700C-450B-80D2-FD307D620870}"/>
              </a:ext>
            </a:extLst>
          </p:cNvPr>
          <p:cNvSpPr>
            <a:spLocks noGrp="1"/>
          </p:cNvSpPr>
          <p:nvPr>
            <p:ph idx="3"/>
          </p:nvPr>
        </p:nvSpPr>
        <p:spPr/>
        <p:txBody>
          <a:bodyPr/>
          <a:lstStyle/>
          <a:p>
            <a:pPr lvl="1"/>
            <a:r>
              <a:rPr lang="en-US" sz="2800" dirty="0"/>
              <a:t>It’s more flexible than policies that require you to list each individual resource.</a:t>
            </a:r>
          </a:p>
          <a:p>
            <a:pPr lvl="1"/>
            <a:r>
              <a:rPr lang="en-US" sz="2800" dirty="0"/>
              <a:t>Granular permissions are possible </a:t>
            </a:r>
            <a:r>
              <a:rPr lang="en-US" sz="2800" i="1" dirty="0"/>
              <a:t>without </a:t>
            </a:r>
            <a:r>
              <a:rPr lang="en-US" sz="2800" dirty="0"/>
              <a:t>a permissions update for every new user or resource.</a:t>
            </a:r>
          </a:p>
          <a:p>
            <a:pPr lvl="1"/>
            <a:r>
              <a:rPr lang="en-US" sz="2800" dirty="0"/>
              <a:t>It’s a highly scalable approach to access control. </a:t>
            </a:r>
          </a:p>
          <a:p>
            <a:pPr lvl="1"/>
            <a:r>
              <a:rPr lang="en-US" sz="2800" dirty="0"/>
              <a:t>It’s fully auditable.</a:t>
            </a:r>
            <a:endParaRPr lang="en-US" dirty="0"/>
          </a:p>
        </p:txBody>
      </p:sp>
    </p:spTree>
    <p:custDataLst>
      <p:tags r:id="rId1"/>
    </p:custDataLst>
    <p:extLst>
      <p:ext uri="{BB962C8B-B14F-4D97-AF65-F5344CB8AC3E}">
        <p14:creationId xmlns:p14="http://schemas.microsoft.com/office/powerpoint/2010/main" val="9269154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a:extLst>
              <a:ext uri="{FF2B5EF4-FFF2-40B4-BE49-F238E27FC236}">
                <a16:creationId xmlns:a16="http://schemas.microsoft.com/office/drawing/2014/main" id="{5AE8ACA1-4899-D449-A7E6-49EAF5DD1691}"/>
              </a:ext>
            </a:extLst>
          </p:cNvPr>
          <p:cNvSpPr>
            <a:spLocks noGrp="1"/>
          </p:cNvSpPr>
          <p:nvPr>
            <p:ph type="sldNum" idx="97"/>
          </p:nvPr>
        </p:nvSpPr>
        <p:spPr/>
        <p:txBody>
          <a:bodyPr/>
          <a:lstStyle/>
          <a:p>
            <a:pPr lvl="0"/>
            <a:fld id="{B6A95138-A96E-2F42-A959-2EFD44FE4AB7}" type="slidenum">
              <a:rPr lang="en-US" noProof="0" smtClean="0"/>
              <a:pPr lvl="0"/>
              <a:t>15</a:t>
            </a:fld>
            <a:endParaRPr lang="en-US" noProof="0" dirty="0"/>
          </a:p>
        </p:txBody>
      </p:sp>
      <p:sp>
        <p:nvSpPr>
          <p:cNvPr id="2" name="Title">
            <a:extLst>
              <a:ext uri="{FF2B5EF4-FFF2-40B4-BE49-F238E27FC236}">
                <a16:creationId xmlns:a16="http://schemas.microsoft.com/office/drawing/2014/main" id="{2F73FA3B-978E-5B48-9B2A-EC712393C79C}"/>
              </a:ext>
            </a:extLst>
          </p:cNvPr>
          <p:cNvSpPr>
            <a:spLocks noGrp="1"/>
          </p:cNvSpPr>
          <p:nvPr>
            <p:ph type="title" idx="1"/>
          </p:nvPr>
        </p:nvSpPr>
        <p:spPr/>
        <p:txBody>
          <a:bodyPr/>
          <a:lstStyle/>
          <a:p>
            <a:r>
              <a:rPr lang="en-US" dirty="0"/>
              <a:t>Tagging in AWS</a:t>
            </a:r>
          </a:p>
        </p:txBody>
      </p:sp>
      <p:sp>
        <p:nvSpPr>
          <p:cNvPr id="3" name="Content Placeholder 2">
            <a:extLst>
              <a:ext uri="{FF2B5EF4-FFF2-40B4-BE49-F238E27FC236}">
                <a16:creationId xmlns:a16="http://schemas.microsoft.com/office/drawing/2014/main" id="{CC3A50AB-28F8-5F40-92FE-FF1DCA4154C2}"/>
              </a:ext>
            </a:extLst>
          </p:cNvPr>
          <p:cNvSpPr>
            <a:spLocks noGrp="1"/>
          </p:cNvSpPr>
          <p:nvPr>
            <p:ph idx="2"/>
          </p:nvPr>
        </p:nvSpPr>
        <p:spPr>
          <a:xfrm>
            <a:off x="365760" y="1097280"/>
            <a:ext cx="5392103" cy="5330952"/>
          </a:xfrm>
        </p:spPr>
        <p:txBody>
          <a:bodyPr/>
          <a:lstStyle/>
          <a:p>
            <a:r>
              <a:rPr lang="en-US" sz="2400" dirty="0"/>
              <a:t>Tags are resource metadata consisting of a key/value pair.</a:t>
            </a:r>
          </a:p>
          <a:p>
            <a:r>
              <a:rPr lang="en-US" sz="2400" dirty="0"/>
              <a:t>Tags can apply to resources across AWS accounts and IAM users or roles.</a:t>
            </a:r>
          </a:p>
          <a:p>
            <a:r>
              <a:rPr lang="en-US" sz="2400" dirty="0"/>
              <a:t>Customers can create user-defined tags.</a:t>
            </a:r>
          </a:p>
          <a:p>
            <a:pPr marL="182880" lvl="1" indent="-182880">
              <a:spcAft>
                <a:spcPts val="600"/>
              </a:spcAft>
              <a:buFont typeface="Arial" panose="020B0604020202020204" pitchFamily="34" charset="0"/>
              <a:buChar char="•"/>
            </a:pPr>
            <a:r>
              <a:rPr lang="en-US" dirty="0"/>
              <a:t>Many different AWS API operations return tag keys and values.</a:t>
            </a:r>
          </a:p>
          <a:p>
            <a:pPr marL="182880" lvl="1" indent="-182880">
              <a:spcAft>
                <a:spcPts val="600"/>
              </a:spcAft>
              <a:buFont typeface="Arial" panose="020B0604020202020204" pitchFamily="34" charset="0"/>
              <a:buChar char="•"/>
            </a:pPr>
            <a:r>
              <a:rPr lang="en-US" sz="2400" dirty="0"/>
              <a:t>Tags have multiple practical uses like billing, filtered views, and access control.</a:t>
            </a:r>
          </a:p>
          <a:p>
            <a:pPr lvl="1"/>
            <a:endParaRPr lang="en-US" dirty="0"/>
          </a:p>
        </p:txBody>
      </p:sp>
      <p:graphicFrame>
        <p:nvGraphicFramePr>
          <p:cNvPr id="21" name="Content Placeholder 19">
            <a:extLst>
              <a:ext uri="{FF2B5EF4-FFF2-40B4-BE49-F238E27FC236}">
                <a16:creationId xmlns:a16="http://schemas.microsoft.com/office/drawing/2014/main" id="{47C10A96-FFAB-4993-B394-783709A882A9}"/>
              </a:ext>
            </a:extLst>
          </p:cNvPr>
          <p:cNvGraphicFramePr>
            <a:graphicFrameLocks/>
          </p:cNvGraphicFramePr>
          <p:nvPr>
            <p:extLst>
              <p:ext uri="{D42A27DB-BD31-4B8C-83A1-F6EECF244321}">
                <p14:modId xmlns:p14="http://schemas.microsoft.com/office/powerpoint/2010/main" val="1820525074"/>
              </p:ext>
            </p:extLst>
          </p:nvPr>
        </p:nvGraphicFramePr>
        <p:xfrm>
          <a:off x="6102983" y="1820470"/>
          <a:ext cx="5668964" cy="1483360"/>
        </p:xfrm>
        <a:graphic>
          <a:graphicData uri="http://schemas.openxmlformats.org/drawingml/2006/table">
            <a:tbl>
              <a:tblPr firstRow="1" bandRow="1">
                <a:tableStyleId>{5C22544A-7EE6-4342-B048-85BDC9FD1C3A}</a:tableStyleId>
              </a:tblPr>
              <a:tblGrid>
                <a:gridCol w="2834482">
                  <a:extLst>
                    <a:ext uri="{9D8B030D-6E8A-4147-A177-3AD203B41FA5}">
                      <a16:colId xmlns:a16="http://schemas.microsoft.com/office/drawing/2014/main" val="416619294"/>
                    </a:ext>
                  </a:extLst>
                </a:gridCol>
                <a:gridCol w="2834482">
                  <a:extLst>
                    <a:ext uri="{9D8B030D-6E8A-4147-A177-3AD203B41FA5}">
                      <a16:colId xmlns:a16="http://schemas.microsoft.com/office/drawing/2014/main" val="3018604392"/>
                    </a:ext>
                  </a:extLst>
                </a:gridCol>
              </a:tblGrid>
              <a:tr h="370840">
                <a:tc>
                  <a:txBody>
                    <a:bodyPr/>
                    <a:lstStyle/>
                    <a:p>
                      <a:r>
                        <a:rPr lang="en-US" dirty="0"/>
                        <a:t>Key</a:t>
                      </a:r>
                    </a:p>
                  </a:txBody>
                  <a:tcPr/>
                </a:tc>
                <a:tc>
                  <a:txBody>
                    <a:bodyPr/>
                    <a:lstStyle/>
                    <a:p>
                      <a:r>
                        <a:rPr lang="en-US" dirty="0"/>
                        <a:t>Value</a:t>
                      </a:r>
                    </a:p>
                  </a:txBody>
                  <a:tcPr/>
                </a:tc>
                <a:extLst>
                  <a:ext uri="{0D108BD9-81ED-4DB2-BD59-A6C34878D82A}">
                    <a16:rowId xmlns:a16="http://schemas.microsoft.com/office/drawing/2014/main" val="302796938"/>
                  </a:ext>
                </a:extLst>
              </a:tr>
              <a:tr h="370840">
                <a:tc>
                  <a:txBody>
                    <a:bodyPr/>
                    <a:lstStyle/>
                    <a:p>
                      <a:r>
                        <a:rPr lang="en-US" dirty="0"/>
                        <a:t>Name</a:t>
                      </a:r>
                    </a:p>
                  </a:txBody>
                  <a:tcPr/>
                </a:tc>
                <a:tc>
                  <a:txBody>
                    <a:bodyPr/>
                    <a:lstStyle/>
                    <a:p>
                      <a:r>
                        <a:rPr lang="en-US" dirty="0"/>
                        <a:t>Web server</a:t>
                      </a:r>
                    </a:p>
                  </a:txBody>
                  <a:tcPr/>
                </a:tc>
                <a:extLst>
                  <a:ext uri="{0D108BD9-81ED-4DB2-BD59-A6C34878D82A}">
                    <a16:rowId xmlns:a16="http://schemas.microsoft.com/office/drawing/2014/main" val="698256807"/>
                  </a:ext>
                </a:extLst>
              </a:tr>
              <a:tr h="370840">
                <a:tc>
                  <a:txBody>
                    <a:bodyPr/>
                    <a:lstStyle/>
                    <a:p>
                      <a:r>
                        <a:rPr lang="en-US" dirty="0"/>
                        <a:t>Project</a:t>
                      </a:r>
                    </a:p>
                  </a:txBody>
                  <a:tcPr/>
                </a:tc>
                <a:tc>
                  <a:txBody>
                    <a:bodyPr/>
                    <a:lstStyle/>
                    <a:p>
                      <a:r>
                        <a:rPr lang="en-US" dirty="0"/>
                        <a:t>Unicorn</a:t>
                      </a:r>
                    </a:p>
                  </a:txBody>
                  <a:tcPr/>
                </a:tc>
                <a:extLst>
                  <a:ext uri="{0D108BD9-81ED-4DB2-BD59-A6C34878D82A}">
                    <a16:rowId xmlns:a16="http://schemas.microsoft.com/office/drawing/2014/main" val="2245840299"/>
                  </a:ext>
                </a:extLst>
              </a:tr>
              <a:tr h="370840">
                <a:tc>
                  <a:txBody>
                    <a:bodyPr/>
                    <a:lstStyle/>
                    <a:p>
                      <a:r>
                        <a:rPr lang="en-US" dirty="0"/>
                        <a:t>Env</a:t>
                      </a:r>
                    </a:p>
                  </a:txBody>
                  <a:tcPr/>
                </a:tc>
                <a:tc>
                  <a:txBody>
                    <a:bodyPr/>
                    <a:lstStyle/>
                    <a:p>
                      <a:r>
                        <a:rPr lang="en-US" dirty="0"/>
                        <a:t>Dev</a:t>
                      </a:r>
                    </a:p>
                  </a:txBody>
                  <a:tcPr/>
                </a:tc>
                <a:extLst>
                  <a:ext uri="{0D108BD9-81ED-4DB2-BD59-A6C34878D82A}">
                    <a16:rowId xmlns:a16="http://schemas.microsoft.com/office/drawing/2014/main" val="615402545"/>
                  </a:ext>
                </a:extLst>
              </a:tr>
            </a:tbl>
          </a:graphicData>
        </a:graphic>
      </p:graphicFrame>
      <p:sp>
        <p:nvSpPr>
          <p:cNvPr id="23" name="Content Placeholder 22">
            <a:extLst>
              <a:ext uri="{FF2B5EF4-FFF2-40B4-BE49-F238E27FC236}">
                <a16:creationId xmlns:a16="http://schemas.microsoft.com/office/drawing/2014/main" id="{ED5DE9D1-91DF-4C9F-BD75-FF63EA202F1D}"/>
              </a:ext>
            </a:extLst>
          </p:cNvPr>
          <p:cNvSpPr>
            <a:spLocks noGrp="1"/>
          </p:cNvSpPr>
          <p:nvPr>
            <p:ph idx="3"/>
          </p:nvPr>
        </p:nvSpPr>
        <p:spPr>
          <a:xfrm>
            <a:off x="6035040" y="1097280"/>
            <a:ext cx="5797296" cy="602933"/>
          </a:xfrm>
        </p:spPr>
        <p:txBody>
          <a:bodyPr/>
          <a:lstStyle/>
          <a:p>
            <a:pPr marL="0" indent="0" algn="ctr">
              <a:buNone/>
            </a:pPr>
            <a:r>
              <a:rPr lang="en-US" sz="2400" dirty="0"/>
              <a:t>Example tags applied to an EC2 instance</a:t>
            </a:r>
          </a:p>
          <a:p>
            <a:endParaRPr lang="en-US" dirty="0"/>
          </a:p>
        </p:txBody>
      </p:sp>
    </p:spTree>
    <p:custDataLst>
      <p:tags r:id="rId1"/>
    </p:custDataLst>
    <p:extLst>
      <p:ext uri="{BB962C8B-B14F-4D97-AF65-F5344CB8AC3E}">
        <p14:creationId xmlns:p14="http://schemas.microsoft.com/office/powerpoint/2010/main" val="25893310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a:extLst>
              <a:ext uri="{FF2B5EF4-FFF2-40B4-BE49-F238E27FC236}">
                <a16:creationId xmlns:a16="http://schemas.microsoft.com/office/drawing/2014/main" id="{BCCF3BE0-26E3-AB4C-8558-FF0DFAF5B515}"/>
              </a:ext>
            </a:extLst>
          </p:cNvPr>
          <p:cNvSpPr>
            <a:spLocks noGrp="1"/>
          </p:cNvSpPr>
          <p:nvPr>
            <p:ph type="sldNum" idx="9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b="0" i="0" u="none" strike="noStrike" kern="1200" cap="none" spc="0" normalizeH="0" baseline="0" noProof="0" smtClean="0">
                <a:ln>
                  <a:noFill/>
                </a:ln>
                <a:solidFill>
                  <a:schemeClr val="tx1"/>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b="0" i="0" u="none" strike="noStrike" kern="1200" cap="none" spc="0" normalizeH="0" baseline="0" noProof="0" dirty="0">
              <a:ln>
                <a:noFill/>
              </a:ln>
              <a:solidFill>
                <a:schemeClr val="tx1"/>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 name="Title">
            <a:extLst>
              <a:ext uri="{FF2B5EF4-FFF2-40B4-BE49-F238E27FC236}">
                <a16:creationId xmlns:a16="http://schemas.microsoft.com/office/drawing/2014/main" id="{D931A2E3-7250-5046-AF58-4B8D875E6434}"/>
              </a:ext>
            </a:extLst>
          </p:cNvPr>
          <p:cNvSpPr>
            <a:spLocks noGrp="1"/>
          </p:cNvSpPr>
          <p:nvPr>
            <p:ph type="title" idx="1"/>
          </p:nvPr>
        </p:nvSpPr>
        <p:spPr/>
        <p:txBody>
          <a:bodyPr>
            <a:normAutofit fontScale="90000"/>
          </a:bodyPr>
          <a:lstStyle/>
          <a:p>
            <a:r>
              <a:rPr lang="en-US" dirty="0"/>
              <a:t>Example: Using ABAC to grant permissions in one policy</a:t>
            </a:r>
          </a:p>
        </p:txBody>
      </p:sp>
      <p:grpSp>
        <p:nvGrpSpPr>
          <p:cNvPr id="11" name="Group Attributes">
            <a:extLst>
              <a:ext uri="{FF2B5EF4-FFF2-40B4-BE49-F238E27FC236}">
                <a16:creationId xmlns:a16="http://schemas.microsoft.com/office/drawing/2014/main" id="{79FF581D-92FF-49B0-903E-847A9B67C366}"/>
              </a:ext>
            </a:extLst>
          </p:cNvPr>
          <p:cNvGrpSpPr/>
          <p:nvPr/>
        </p:nvGrpSpPr>
        <p:grpSpPr>
          <a:xfrm>
            <a:off x="4556157" y="1175027"/>
            <a:ext cx="2144129" cy="1785104"/>
            <a:chOff x="344427" y="1210357"/>
            <a:chExt cx="2144129" cy="1785104"/>
          </a:xfrm>
        </p:grpSpPr>
        <p:sp>
          <p:nvSpPr>
            <p:cNvPr id="24" name="Isosceles Triangle 23">
              <a:extLst>
                <a:ext uri="{FF2B5EF4-FFF2-40B4-BE49-F238E27FC236}">
                  <a16:creationId xmlns:a16="http://schemas.microsoft.com/office/drawing/2014/main" id="{9B6A8BB5-1F58-46A7-935E-9448B745D557}"/>
                </a:ext>
                <a:ext uri="{C183D7F6-B498-43B3-948B-1728B52AA6E4}">
                  <adec:decorative xmlns:adec="http://schemas.microsoft.com/office/drawing/2017/decorative" val="1"/>
                </a:ext>
              </a:extLst>
            </p:cNvPr>
            <p:cNvSpPr>
              <a:spLocks noChangeAspect="1"/>
            </p:cNvSpPr>
            <p:nvPr/>
          </p:nvSpPr>
          <p:spPr>
            <a:xfrm>
              <a:off x="2290581" y="1659631"/>
              <a:ext cx="197975" cy="18288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Diamond 24">
              <a:extLst>
                <a:ext uri="{FF2B5EF4-FFF2-40B4-BE49-F238E27FC236}">
                  <a16:creationId xmlns:a16="http://schemas.microsoft.com/office/drawing/2014/main" id="{572D80EA-C662-4DA2-A83A-6D1DCF00D26F}"/>
                </a:ext>
                <a:ext uri="{C183D7F6-B498-43B3-948B-1728B52AA6E4}">
                  <adec:decorative xmlns:adec="http://schemas.microsoft.com/office/drawing/2017/decorative" val="1"/>
                </a:ext>
              </a:extLst>
            </p:cNvPr>
            <p:cNvSpPr>
              <a:spLocks noChangeAspect="1"/>
            </p:cNvSpPr>
            <p:nvPr/>
          </p:nvSpPr>
          <p:spPr>
            <a:xfrm>
              <a:off x="2295941" y="2033803"/>
              <a:ext cx="190829" cy="182880"/>
            </a:xfrm>
            <a:prstGeom prst="diamond">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Trapezoid 25">
              <a:extLst>
                <a:ext uri="{FF2B5EF4-FFF2-40B4-BE49-F238E27FC236}">
                  <a16:creationId xmlns:a16="http://schemas.microsoft.com/office/drawing/2014/main" id="{2494F62A-3324-4666-AA40-4779E45A9050}"/>
                </a:ext>
                <a:ext uri="{C183D7F6-B498-43B3-948B-1728B52AA6E4}">
                  <adec:decorative xmlns:adec="http://schemas.microsoft.com/office/drawing/2017/decorative" val="1"/>
                </a:ext>
              </a:extLst>
            </p:cNvPr>
            <p:cNvSpPr>
              <a:spLocks noChangeAspect="1"/>
            </p:cNvSpPr>
            <p:nvPr/>
          </p:nvSpPr>
          <p:spPr>
            <a:xfrm>
              <a:off x="2301902" y="2376579"/>
              <a:ext cx="182880" cy="182880"/>
            </a:xfrm>
            <a:prstGeom prst="trapezoid">
              <a:avLst/>
            </a:prstGeom>
            <a:pattFill prst="pct60">
              <a:fgClr>
                <a:schemeClr val="accent4"/>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Hexagon 31">
              <a:extLst>
                <a:ext uri="{FF2B5EF4-FFF2-40B4-BE49-F238E27FC236}">
                  <a16:creationId xmlns:a16="http://schemas.microsoft.com/office/drawing/2014/main" id="{15822767-6D68-4FB2-AB11-42DACA5A66AF}"/>
                </a:ext>
                <a:ext uri="{C183D7F6-B498-43B3-948B-1728B52AA6E4}">
                  <adec:decorative xmlns:adec="http://schemas.microsoft.com/office/drawing/2017/decorative" val="1"/>
                </a:ext>
              </a:extLst>
            </p:cNvPr>
            <p:cNvSpPr>
              <a:spLocks noChangeAspect="1"/>
            </p:cNvSpPr>
            <p:nvPr/>
          </p:nvSpPr>
          <p:spPr>
            <a:xfrm>
              <a:off x="2301902" y="2700447"/>
              <a:ext cx="182880" cy="182880"/>
            </a:xfrm>
            <a:prstGeom prst="hexagon">
              <a:avLst/>
            </a:prstGeom>
            <a:pattFill prst="wdUpDiag">
              <a:fgClr>
                <a:schemeClr val="accent3"/>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8003F996-6DEC-4D48-BCED-F2C5461DBFF5}"/>
                </a:ext>
              </a:extLst>
            </p:cNvPr>
            <p:cNvSpPr txBox="1"/>
            <p:nvPr/>
          </p:nvSpPr>
          <p:spPr>
            <a:xfrm>
              <a:off x="344427" y="1210357"/>
              <a:ext cx="1988045" cy="1785104"/>
            </a:xfrm>
            <a:prstGeom prst="rect">
              <a:avLst/>
            </a:prstGeom>
            <a:noFill/>
          </p:spPr>
          <p:txBody>
            <a:bodyPr wrap="none" rtlCol="0">
              <a:spAutoFit/>
            </a:bodyPr>
            <a:lstStyle/>
            <a:p>
              <a:pPr algn="ctr">
                <a:spcAft>
                  <a:spcPts val="600"/>
                </a:spcAft>
              </a:pPr>
              <a:r>
                <a:rPr lang="en-US" b="1" dirty="0"/>
                <a:t>Attributes </a:t>
              </a:r>
            </a:p>
            <a:p>
              <a:pPr>
                <a:spcAft>
                  <a:spcPts val="600"/>
                </a:spcAft>
              </a:pPr>
              <a:r>
                <a:rPr lang="en-US" dirty="0"/>
                <a:t>Env = dev</a:t>
              </a:r>
            </a:p>
            <a:p>
              <a:pPr>
                <a:spcAft>
                  <a:spcPts val="600"/>
                </a:spcAft>
              </a:pPr>
              <a:r>
                <a:rPr lang="en-US" dirty="0"/>
                <a:t>Env =  test</a:t>
              </a:r>
            </a:p>
            <a:p>
              <a:pPr>
                <a:spcAft>
                  <a:spcPts val="600"/>
                </a:spcAft>
              </a:pPr>
              <a:r>
                <a:rPr lang="en-US" dirty="0"/>
                <a:t>Project = maint</a:t>
              </a:r>
            </a:p>
            <a:p>
              <a:pPr>
                <a:spcAft>
                  <a:spcPts val="600"/>
                </a:spcAft>
              </a:pPr>
              <a:r>
                <a:rPr lang="en-US" dirty="0"/>
                <a:t>Project = newdev</a:t>
              </a:r>
            </a:p>
          </p:txBody>
        </p:sp>
      </p:grpSp>
      <p:grpSp>
        <p:nvGrpSpPr>
          <p:cNvPr id="43" name="Flatten ABAC grant permissions" descr="Team and project attributes are associated to IAM roles and AWS resources and referenced in an IAM policy. See detail in notes.">
            <a:extLst>
              <a:ext uri="{FF2B5EF4-FFF2-40B4-BE49-F238E27FC236}">
                <a16:creationId xmlns:a16="http://schemas.microsoft.com/office/drawing/2014/main" id="{46D62233-1AC8-4A72-A992-BBD998FC6D41}"/>
              </a:ext>
            </a:extLst>
          </p:cNvPr>
          <p:cNvGrpSpPr/>
          <p:nvPr/>
        </p:nvGrpSpPr>
        <p:grpSpPr>
          <a:xfrm>
            <a:off x="476441" y="1883274"/>
            <a:ext cx="11516447" cy="4344592"/>
            <a:chOff x="476441" y="1883274"/>
            <a:chExt cx="11516447" cy="4344592"/>
          </a:xfrm>
        </p:grpSpPr>
        <p:grpSp>
          <p:nvGrpSpPr>
            <p:cNvPr id="106" name="Group 105">
              <a:extLst>
                <a:ext uri="{FF2B5EF4-FFF2-40B4-BE49-F238E27FC236}">
                  <a16:creationId xmlns:a16="http://schemas.microsoft.com/office/drawing/2014/main" id="{172CE1EA-5681-4F47-8B83-DAF0E4745EFB}"/>
                </a:ext>
              </a:extLst>
            </p:cNvPr>
            <p:cNvGrpSpPr/>
            <p:nvPr/>
          </p:nvGrpSpPr>
          <p:grpSpPr>
            <a:xfrm>
              <a:off x="476441" y="2209236"/>
              <a:ext cx="3038418" cy="4018630"/>
              <a:chOff x="2841993" y="2427890"/>
              <a:chExt cx="3038418" cy="4018630"/>
            </a:xfrm>
          </p:grpSpPr>
          <p:grpSp>
            <p:nvGrpSpPr>
              <p:cNvPr id="104" name="Group 103">
                <a:extLst>
                  <a:ext uri="{FF2B5EF4-FFF2-40B4-BE49-F238E27FC236}">
                    <a16:creationId xmlns:a16="http://schemas.microsoft.com/office/drawing/2014/main" id="{6C489E09-CFBC-4A56-AAFA-28DD390CBBA9}"/>
                  </a:ext>
                </a:extLst>
              </p:cNvPr>
              <p:cNvGrpSpPr/>
              <p:nvPr/>
            </p:nvGrpSpPr>
            <p:grpSpPr>
              <a:xfrm>
                <a:off x="2976962" y="2656147"/>
                <a:ext cx="2840223" cy="755846"/>
                <a:chOff x="2976962" y="1531546"/>
                <a:chExt cx="2840223" cy="755846"/>
              </a:xfrm>
            </p:grpSpPr>
            <p:sp>
              <p:nvSpPr>
                <p:cNvPr id="53" name="TextBox 52">
                  <a:extLst>
                    <a:ext uri="{FF2B5EF4-FFF2-40B4-BE49-F238E27FC236}">
                      <a16:creationId xmlns:a16="http://schemas.microsoft.com/office/drawing/2014/main" id="{CD08F235-21AB-4671-A7EA-9D01709FCD87}"/>
                    </a:ext>
                  </a:extLst>
                </p:cNvPr>
                <p:cNvSpPr txBox="1"/>
                <p:nvPr/>
              </p:nvSpPr>
              <p:spPr>
                <a:xfrm>
                  <a:off x="2976962" y="1948838"/>
                  <a:ext cx="2840223" cy="338554"/>
                </a:xfrm>
                <a:prstGeom prst="rect">
                  <a:avLst/>
                </a:prstGeom>
                <a:solidFill>
                  <a:schemeClr val="bg1"/>
                </a:solidFill>
              </p:spPr>
              <p:txBody>
                <a:bodyPr wrap="square" rtlCol="0">
                  <a:spAutoFit/>
                </a:bodyPr>
                <a:lstStyle/>
                <a:p>
                  <a:r>
                    <a:rPr lang="en-US" sz="1600" dirty="0"/>
                    <a:t>Developer on maint project</a:t>
                  </a:r>
                </a:p>
              </p:txBody>
            </p:sp>
            <p:grpSp>
              <p:nvGrpSpPr>
                <p:cNvPr id="97" name="Group 96">
                  <a:extLst>
                    <a:ext uri="{FF2B5EF4-FFF2-40B4-BE49-F238E27FC236}">
                      <a16:creationId xmlns:a16="http://schemas.microsoft.com/office/drawing/2014/main" id="{A91035F3-EEC7-41FB-9E4C-D7B390BB9C30}"/>
                    </a:ext>
                  </a:extLst>
                </p:cNvPr>
                <p:cNvGrpSpPr/>
                <p:nvPr/>
              </p:nvGrpSpPr>
              <p:grpSpPr>
                <a:xfrm>
                  <a:off x="3873375" y="1531546"/>
                  <a:ext cx="1047396" cy="548640"/>
                  <a:chOff x="3499205" y="1531546"/>
                  <a:chExt cx="1047396" cy="548640"/>
                </a:xfrm>
              </p:grpSpPr>
              <p:pic>
                <p:nvPicPr>
                  <p:cNvPr id="54" name="Role graphic">
                    <a:extLst>
                      <a:ext uri="{FF2B5EF4-FFF2-40B4-BE49-F238E27FC236}">
                        <a16:creationId xmlns:a16="http://schemas.microsoft.com/office/drawing/2014/main" id="{56345056-9EA0-4F62-9DFA-9FC82CFBB75F}"/>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499205" y="1531546"/>
                    <a:ext cx="548640" cy="548640"/>
                  </a:xfrm>
                  <a:prstGeom prst="rect">
                    <a:avLst/>
                  </a:prstGeom>
                </p:spPr>
              </p:pic>
              <p:sp>
                <p:nvSpPr>
                  <p:cNvPr id="75" name="Isosceles Triangle 74">
                    <a:extLst>
                      <a:ext uri="{FF2B5EF4-FFF2-40B4-BE49-F238E27FC236}">
                        <a16:creationId xmlns:a16="http://schemas.microsoft.com/office/drawing/2014/main" id="{1D8DFEC8-DA3E-491E-A27B-ABAFF25E69FB}"/>
                      </a:ext>
                    </a:extLst>
                  </p:cNvPr>
                  <p:cNvSpPr>
                    <a:spLocks noChangeAspect="1"/>
                  </p:cNvSpPr>
                  <p:nvPr/>
                </p:nvSpPr>
                <p:spPr>
                  <a:xfrm>
                    <a:off x="4072922" y="1706183"/>
                    <a:ext cx="197975" cy="18288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Trapezoid 75">
                    <a:extLst>
                      <a:ext uri="{FF2B5EF4-FFF2-40B4-BE49-F238E27FC236}">
                        <a16:creationId xmlns:a16="http://schemas.microsoft.com/office/drawing/2014/main" id="{1A415AEF-CE3A-4414-B1B3-AF4C4B19F96F}"/>
                      </a:ext>
                    </a:extLst>
                  </p:cNvPr>
                  <p:cNvSpPr>
                    <a:spLocks noChangeAspect="1"/>
                  </p:cNvSpPr>
                  <p:nvPr/>
                </p:nvSpPr>
                <p:spPr>
                  <a:xfrm>
                    <a:off x="4363721" y="1706183"/>
                    <a:ext cx="182880" cy="182880"/>
                  </a:xfrm>
                  <a:prstGeom prst="trapezoid">
                    <a:avLst/>
                  </a:prstGeom>
                  <a:pattFill prst="pct60">
                    <a:fgClr>
                      <a:schemeClr val="accent4"/>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103" name="Group 102">
                <a:extLst>
                  <a:ext uri="{FF2B5EF4-FFF2-40B4-BE49-F238E27FC236}">
                    <a16:creationId xmlns:a16="http://schemas.microsoft.com/office/drawing/2014/main" id="{8089C815-5925-4F56-9B88-C1B879CD9620}"/>
                  </a:ext>
                </a:extLst>
              </p:cNvPr>
              <p:cNvGrpSpPr/>
              <p:nvPr/>
            </p:nvGrpSpPr>
            <p:grpSpPr>
              <a:xfrm>
                <a:off x="2913737" y="3559007"/>
                <a:ext cx="2966673" cy="764484"/>
                <a:chOff x="2913737" y="2781245"/>
                <a:chExt cx="2966673" cy="764484"/>
              </a:xfrm>
            </p:grpSpPr>
            <p:sp>
              <p:nvSpPr>
                <p:cNvPr id="10" name="TextBox 9">
                  <a:extLst>
                    <a:ext uri="{FF2B5EF4-FFF2-40B4-BE49-F238E27FC236}">
                      <a16:creationId xmlns:a16="http://schemas.microsoft.com/office/drawing/2014/main" id="{3CCA3A0C-66D7-4C88-A166-A7482901EB25}"/>
                    </a:ext>
                  </a:extLst>
                </p:cNvPr>
                <p:cNvSpPr txBox="1"/>
                <p:nvPr/>
              </p:nvSpPr>
              <p:spPr>
                <a:xfrm>
                  <a:off x="2913737" y="3207175"/>
                  <a:ext cx="2966673" cy="338554"/>
                </a:xfrm>
                <a:prstGeom prst="rect">
                  <a:avLst/>
                </a:prstGeom>
                <a:solidFill>
                  <a:schemeClr val="bg1"/>
                </a:solidFill>
              </p:spPr>
              <p:txBody>
                <a:bodyPr wrap="square" rtlCol="0">
                  <a:spAutoFit/>
                </a:bodyPr>
                <a:lstStyle/>
                <a:p>
                  <a:r>
                    <a:rPr lang="en-US" sz="1600" dirty="0"/>
                    <a:t>Developer on newdev project</a:t>
                  </a:r>
                </a:p>
              </p:txBody>
            </p:sp>
            <p:grpSp>
              <p:nvGrpSpPr>
                <p:cNvPr id="98" name="Group 97">
                  <a:extLst>
                    <a:ext uri="{FF2B5EF4-FFF2-40B4-BE49-F238E27FC236}">
                      <a16:creationId xmlns:a16="http://schemas.microsoft.com/office/drawing/2014/main" id="{12DCA344-6FD4-4A50-96D8-68FE65070A1D}"/>
                    </a:ext>
                  </a:extLst>
                </p:cNvPr>
                <p:cNvGrpSpPr/>
                <p:nvPr/>
              </p:nvGrpSpPr>
              <p:grpSpPr>
                <a:xfrm>
                  <a:off x="3873375" y="2781245"/>
                  <a:ext cx="1047396" cy="548640"/>
                  <a:chOff x="3499205" y="2781245"/>
                  <a:chExt cx="1047396" cy="548640"/>
                </a:xfrm>
              </p:grpSpPr>
              <p:pic>
                <p:nvPicPr>
                  <p:cNvPr id="14" name="Role graphic">
                    <a:extLst>
                      <a:ext uri="{FF2B5EF4-FFF2-40B4-BE49-F238E27FC236}">
                        <a16:creationId xmlns:a16="http://schemas.microsoft.com/office/drawing/2014/main" id="{AA7ADF09-46FA-4813-A530-BBBF85B71090}"/>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499205" y="2781245"/>
                    <a:ext cx="548640" cy="548640"/>
                  </a:xfrm>
                  <a:prstGeom prst="rect">
                    <a:avLst/>
                  </a:prstGeom>
                </p:spPr>
              </p:pic>
              <p:sp>
                <p:nvSpPr>
                  <p:cNvPr id="77" name="Isosceles Triangle 76">
                    <a:extLst>
                      <a:ext uri="{FF2B5EF4-FFF2-40B4-BE49-F238E27FC236}">
                        <a16:creationId xmlns:a16="http://schemas.microsoft.com/office/drawing/2014/main" id="{2BF265AD-3BFD-475E-AF27-7FA487B524E4}"/>
                      </a:ext>
                    </a:extLst>
                  </p:cNvPr>
                  <p:cNvSpPr>
                    <a:spLocks noChangeAspect="1"/>
                  </p:cNvSpPr>
                  <p:nvPr/>
                </p:nvSpPr>
                <p:spPr>
                  <a:xfrm>
                    <a:off x="4072922" y="2921805"/>
                    <a:ext cx="197975" cy="18288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Hexagon 77">
                    <a:extLst>
                      <a:ext uri="{FF2B5EF4-FFF2-40B4-BE49-F238E27FC236}">
                        <a16:creationId xmlns:a16="http://schemas.microsoft.com/office/drawing/2014/main" id="{F2C21034-10BF-44AE-9FDF-077B2A3ACEAE}"/>
                      </a:ext>
                    </a:extLst>
                  </p:cNvPr>
                  <p:cNvSpPr>
                    <a:spLocks noChangeAspect="1"/>
                  </p:cNvSpPr>
                  <p:nvPr/>
                </p:nvSpPr>
                <p:spPr>
                  <a:xfrm>
                    <a:off x="4363721" y="2921805"/>
                    <a:ext cx="182880" cy="182880"/>
                  </a:xfrm>
                  <a:prstGeom prst="hexagon">
                    <a:avLst/>
                  </a:prstGeom>
                  <a:pattFill prst="wdUpDiag">
                    <a:fgClr>
                      <a:schemeClr val="accent3"/>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101" name="Group 100">
                <a:extLst>
                  <a:ext uri="{FF2B5EF4-FFF2-40B4-BE49-F238E27FC236}">
                    <a16:creationId xmlns:a16="http://schemas.microsoft.com/office/drawing/2014/main" id="{7C6AC95E-D9C2-4CB3-A612-4F667A1E13ED}"/>
                  </a:ext>
                </a:extLst>
              </p:cNvPr>
              <p:cNvGrpSpPr/>
              <p:nvPr/>
            </p:nvGrpSpPr>
            <p:grpSpPr>
              <a:xfrm>
                <a:off x="3153479" y="4438973"/>
                <a:ext cx="2487189" cy="803716"/>
                <a:chOff x="3153479" y="4039582"/>
                <a:chExt cx="2487189" cy="803716"/>
              </a:xfrm>
            </p:grpSpPr>
            <p:sp>
              <p:nvSpPr>
                <p:cNvPr id="9" name="TextBox 8">
                  <a:extLst>
                    <a:ext uri="{FF2B5EF4-FFF2-40B4-BE49-F238E27FC236}">
                      <a16:creationId xmlns:a16="http://schemas.microsoft.com/office/drawing/2014/main" id="{D9A03F68-5CBC-4706-8712-E9FD4CC187BA}"/>
                    </a:ext>
                  </a:extLst>
                </p:cNvPr>
                <p:cNvSpPr txBox="1"/>
                <p:nvPr/>
              </p:nvSpPr>
              <p:spPr>
                <a:xfrm>
                  <a:off x="3153479" y="4504744"/>
                  <a:ext cx="2487189" cy="338554"/>
                </a:xfrm>
                <a:prstGeom prst="rect">
                  <a:avLst/>
                </a:prstGeom>
                <a:solidFill>
                  <a:schemeClr val="bg1"/>
                </a:solidFill>
              </p:spPr>
              <p:txBody>
                <a:bodyPr wrap="square" rtlCol="0">
                  <a:spAutoFit/>
                </a:bodyPr>
                <a:lstStyle/>
                <a:p>
                  <a:pPr algn="ctr"/>
                  <a:r>
                    <a:rPr lang="en-US" sz="1600" dirty="0"/>
                    <a:t>Tester on maint project</a:t>
                  </a:r>
                </a:p>
              </p:txBody>
            </p:sp>
            <p:grpSp>
              <p:nvGrpSpPr>
                <p:cNvPr id="99" name="Group 98">
                  <a:extLst>
                    <a:ext uri="{FF2B5EF4-FFF2-40B4-BE49-F238E27FC236}">
                      <a16:creationId xmlns:a16="http://schemas.microsoft.com/office/drawing/2014/main" id="{BF975725-9D78-4E4C-B767-635EB5218767}"/>
                    </a:ext>
                  </a:extLst>
                </p:cNvPr>
                <p:cNvGrpSpPr/>
                <p:nvPr/>
              </p:nvGrpSpPr>
              <p:grpSpPr>
                <a:xfrm>
                  <a:off x="3873375" y="4039582"/>
                  <a:ext cx="1047396" cy="548640"/>
                  <a:chOff x="3499205" y="4039582"/>
                  <a:chExt cx="1047396" cy="548640"/>
                </a:xfrm>
              </p:grpSpPr>
              <p:pic>
                <p:nvPicPr>
                  <p:cNvPr id="13" name="Role graphic">
                    <a:extLst>
                      <a:ext uri="{FF2B5EF4-FFF2-40B4-BE49-F238E27FC236}">
                        <a16:creationId xmlns:a16="http://schemas.microsoft.com/office/drawing/2014/main" id="{2C515320-FE0A-4BBD-8092-25DB316DA046}"/>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499205" y="4039582"/>
                    <a:ext cx="548640" cy="548640"/>
                  </a:xfrm>
                  <a:prstGeom prst="rect">
                    <a:avLst/>
                  </a:prstGeom>
                </p:spPr>
              </p:pic>
              <p:sp>
                <p:nvSpPr>
                  <p:cNvPr id="79" name="Diamond 78">
                    <a:extLst>
                      <a:ext uri="{FF2B5EF4-FFF2-40B4-BE49-F238E27FC236}">
                        <a16:creationId xmlns:a16="http://schemas.microsoft.com/office/drawing/2014/main" id="{A94083B1-1196-4FAF-9EF7-FDF260ADD62F}"/>
                      </a:ext>
                    </a:extLst>
                  </p:cNvPr>
                  <p:cNvSpPr>
                    <a:spLocks noChangeAspect="1"/>
                  </p:cNvSpPr>
                  <p:nvPr/>
                </p:nvSpPr>
                <p:spPr>
                  <a:xfrm>
                    <a:off x="4078282" y="4195144"/>
                    <a:ext cx="190829" cy="182880"/>
                  </a:xfrm>
                  <a:prstGeom prst="diamond">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 name="Trapezoid 80">
                    <a:extLst>
                      <a:ext uri="{FF2B5EF4-FFF2-40B4-BE49-F238E27FC236}">
                        <a16:creationId xmlns:a16="http://schemas.microsoft.com/office/drawing/2014/main" id="{13863772-6F27-4812-B999-4F87908AAFC9}"/>
                      </a:ext>
                    </a:extLst>
                  </p:cNvPr>
                  <p:cNvSpPr>
                    <a:spLocks noChangeAspect="1"/>
                  </p:cNvSpPr>
                  <p:nvPr/>
                </p:nvSpPr>
                <p:spPr>
                  <a:xfrm>
                    <a:off x="4363721" y="4195144"/>
                    <a:ext cx="182880" cy="182880"/>
                  </a:xfrm>
                  <a:prstGeom prst="trapezoid">
                    <a:avLst/>
                  </a:prstGeom>
                  <a:pattFill prst="pct60">
                    <a:fgClr>
                      <a:schemeClr val="accent4"/>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102" name="Group 101">
                <a:extLst>
                  <a:ext uri="{FF2B5EF4-FFF2-40B4-BE49-F238E27FC236}">
                    <a16:creationId xmlns:a16="http://schemas.microsoft.com/office/drawing/2014/main" id="{3B624CA0-2F51-47EB-AB34-837D429F2A2D}"/>
                  </a:ext>
                </a:extLst>
              </p:cNvPr>
              <p:cNvGrpSpPr/>
              <p:nvPr/>
            </p:nvGrpSpPr>
            <p:grpSpPr>
              <a:xfrm>
                <a:off x="3126533" y="5431740"/>
                <a:ext cx="2541081" cy="787972"/>
                <a:chOff x="3126533" y="5347660"/>
                <a:chExt cx="2541081" cy="787972"/>
              </a:xfrm>
            </p:grpSpPr>
            <p:sp>
              <p:nvSpPr>
                <p:cNvPr id="55" name="TextBox 54">
                  <a:extLst>
                    <a:ext uri="{FF2B5EF4-FFF2-40B4-BE49-F238E27FC236}">
                      <a16:creationId xmlns:a16="http://schemas.microsoft.com/office/drawing/2014/main" id="{E93D362C-BBD1-4BE9-9D02-28CE242B1984}"/>
                    </a:ext>
                  </a:extLst>
                </p:cNvPr>
                <p:cNvSpPr txBox="1"/>
                <p:nvPr/>
              </p:nvSpPr>
              <p:spPr>
                <a:xfrm>
                  <a:off x="3126533" y="5797078"/>
                  <a:ext cx="2541081" cy="338554"/>
                </a:xfrm>
                <a:prstGeom prst="rect">
                  <a:avLst/>
                </a:prstGeom>
                <a:solidFill>
                  <a:schemeClr val="bg1"/>
                </a:solidFill>
              </p:spPr>
              <p:txBody>
                <a:bodyPr wrap="none" rtlCol="0">
                  <a:spAutoFit/>
                </a:bodyPr>
                <a:lstStyle/>
                <a:p>
                  <a:pPr algn="ctr"/>
                  <a:r>
                    <a:rPr lang="en-US" sz="1600" dirty="0"/>
                    <a:t>Tester on newdev project</a:t>
                  </a:r>
                </a:p>
              </p:txBody>
            </p:sp>
            <p:grpSp>
              <p:nvGrpSpPr>
                <p:cNvPr id="100" name="Group 99">
                  <a:extLst>
                    <a:ext uri="{FF2B5EF4-FFF2-40B4-BE49-F238E27FC236}">
                      <a16:creationId xmlns:a16="http://schemas.microsoft.com/office/drawing/2014/main" id="{81529FBD-A82D-458F-B3B5-8F576EC3C09C}"/>
                    </a:ext>
                  </a:extLst>
                </p:cNvPr>
                <p:cNvGrpSpPr/>
                <p:nvPr/>
              </p:nvGrpSpPr>
              <p:grpSpPr>
                <a:xfrm>
                  <a:off x="3873375" y="5347660"/>
                  <a:ext cx="1047396" cy="548640"/>
                  <a:chOff x="3499205" y="5347660"/>
                  <a:chExt cx="1047396" cy="548640"/>
                </a:xfrm>
              </p:grpSpPr>
              <p:pic>
                <p:nvPicPr>
                  <p:cNvPr id="56" name="Role graphic">
                    <a:extLst>
                      <a:ext uri="{FF2B5EF4-FFF2-40B4-BE49-F238E27FC236}">
                        <a16:creationId xmlns:a16="http://schemas.microsoft.com/office/drawing/2014/main" id="{1C52EB89-1FBA-4BCB-9DB9-7EFA1F393853}"/>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499205" y="5347660"/>
                    <a:ext cx="548640" cy="548640"/>
                  </a:xfrm>
                  <a:prstGeom prst="rect">
                    <a:avLst/>
                  </a:prstGeom>
                </p:spPr>
              </p:pic>
              <p:sp>
                <p:nvSpPr>
                  <p:cNvPr id="80" name="Diamond 79">
                    <a:extLst>
                      <a:ext uri="{FF2B5EF4-FFF2-40B4-BE49-F238E27FC236}">
                        <a16:creationId xmlns:a16="http://schemas.microsoft.com/office/drawing/2014/main" id="{E1BB48D0-BD97-4057-BFC2-3AFA9FE96D16}"/>
                      </a:ext>
                    </a:extLst>
                  </p:cNvPr>
                  <p:cNvSpPr>
                    <a:spLocks noChangeAspect="1"/>
                  </p:cNvSpPr>
                  <p:nvPr/>
                </p:nvSpPr>
                <p:spPr>
                  <a:xfrm>
                    <a:off x="4078282" y="5488500"/>
                    <a:ext cx="190829" cy="182880"/>
                  </a:xfrm>
                  <a:prstGeom prst="diamond">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 name="Hexagon 81">
                    <a:extLst>
                      <a:ext uri="{FF2B5EF4-FFF2-40B4-BE49-F238E27FC236}">
                        <a16:creationId xmlns:a16="http://schemas.microsoft.com/office/drawing/2014/main" id="{1E902523-57A3-47EA-9F50-F96969E9AD84}"/>
                      </a:ext>
                    </a:extLst>
                  </p:cNvPr>
                  <p:cNvSpPr>
                    <a:spLocks noChangeAspect="1"/>
                  </p:cNvSpPr>
                  <p:nvPr/>
                </p:nvSpPr>
                <p:spPr>
                  <a:xfrm>
                    <a:off x="4363721" y="5488500"/>
                    <a:ext cx="182880" cy="182880"/>
                  </a:xfrm>
                  <a:prstGeom prst="hexagon">
                    <a:avLst/>
                  </a:prstGeom>
                  <a:pattFill prst="wdUpDiag">
                    <a:fgClr>
                      <a:schemeClr val="accent3"/>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29" name="Rectangle 28">
                <a:extLst>
                  <a:ext uri="{FF2B5EF4-FFF2-40B4-BE49-F238E27FC236}">
                    <a16:creationId xmlns:a16="http://schemas.microsoft.com/office/drawing/2014/main" id="{1EF5B0DD-AC09-4890-846A-836DACD0BF0C}"/>
                  </a:ext>
                </a:extLst>
              </p:cNvPr>
              <p:cNvSpPr/>
              <p:nvPr/>
            </p:nvSpPr>
            <p:spPr>
              <a:xfrm>
                <a:off x="2841993" y="2427890"/>
                <a:ext cx="3038418" cy="4018630"/>
              </a:xfrm>
              <a:prstGeom prst="rect">
                <a:avLst/>
              </a:prstGeom>
              <a:noFill/>
              <a:ln w="38100">
                <a:solidFill>
                  <a:srgbClr val="B5335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2" name="Group 11">
              <a:extLst>
                <a:ext uri="{FF2B5EF4-FFF2-40B4-BE49-F238E27FC236}">
                  <a16:creationId xmlns:a16="http://schemas.microsoft.com/office/drawing/2014/main" id="{019FBC33-B7E8-4A46-B8ED-3B7171018358}"/>
                </a:ext>
              </a:extLst>
            </p:cNvPr>
            <p:cNvGrpSpPr/>
            <p:nvPr/>
          </p:nvGrpSpPr>
          <p:grpSpPr>
            <a:xfrm>
              <a:off x="7628229" y="1883274"/>
              <a:ext cx="4364659" cy="4344592"/>
              <a:chOff x="7553326" y="1469651"/>
              <a:chExt cx="4364659" cy="4344592"/>
            </a:xfrm>
          </p:grpSpPr>
          <p:sp>
            <p:nvSpPr>
              <p:cNvPr id="15" name="Rectangle 14">
                <a:extLst>
                  <a:ext uri="{FF2B5EF4-FFF2-40B4-BE49-F238E27FC236}">
                    <a16:creationId xmlns:a16="http://schemas.microsoft.com/office/drawing/2014/main" id="{F8781E87-085C-4F7E-9612-99B189B6082D}"/>
                  </a:ext>
                </a:extLst>
              </p:cNvPr>
              <p:cNvSpPr/>
              <p:nvPr/>
            </p:nvSpPr>
            <p:spPr>
              <a:xfrm>
                <a:off x="7946920" y="2026458"/>
                <a:ext cx="1518364" cy="646331"/>
              </a:xfrm>
              <a:prstGeom prst="rect">
                <a:avLst/>
              </a:prstGeom>
            </p:spPr>
            <p:txBody>
              <a:bodyPr wrap="none">
                <a:spAutoFit/>
              </a:bodyPr>
              <a:lstStyle/>
              <a:p>
                <a:pPr algn="ctr"/>
                <a:r>
                  <a:rPr lang="en-US" dirty="0"/>
                  <a:t>Maint </a:t>
                </a:r>
                <a:br>
                  <a:rPr lang="en-US" dirty="0"/>
                </a:br>
                <a:r>
                  <a:rPr lang="en-US" dirty="0"/>
                  <a:t>Dev Instance</a:t>
                </a:r>
              </a:p>
            </p:txBody>
          </p:sp>
          <p:sp>
            <p:nvSpPr>
              <p:cNvPr id="16" name="Rectangle 15">
                <a:extLst>
                  <a:ext uri="{FF2B5EF4-FFF2-40B4-BE49-F238E27FC236}">
                    <a16:creationId xmlns:a16="http://schemas.microsoft.com/office/drawing/2014/main" id="{D0C92C0B-A4CD-4399-B560-C757984EF884}"/>
                  </a:ext>
                </a:extLst>
              </p:cNvPr>
              <p:cNvSpPr/>
              <p:nvPr/>
            </p:nvSpPr>
            <p:spPr>
              <a:xfrm>
                <a:off x="9560302" y="4686033"/>
                <a:ext cx="2357683" cy="923330"/>
              </a:xfrm>
              <a:prstGeom prst="rect">
                <a:avLst/>
              </a:prstGeom>
            </p:spPr>
            <p:txBody>
              <a:bodyPr wrap="square">
                <a:spAutoFit/>
              </a:bodyPr>
              <a:lstStyle/>
              <a:p>
                <a:pPr algn="ctr"/>
                <a:r>
                  <a:rPr lang="en-US" dirty="0"/>
                  <a:t>Testers</a:t>
                </a:r>
                <a:br>
                  <a:rPr lang="en-US" dirty="0"/>
                </a:br>
                <a:r>
                  <a:rPr lang="en-US" dirty="0"/>
                  <a:t>Amazon S3 </a:t>
                </a:r>
                <a:br>
                  <a:rPr lang="en-US" dirty="0"/>
                </a:br>
                <a:r>
                  <a:rPr lang="en-US" dirty="0"/>
                  <a:t>bucket</a:t>
                </a:r>
              </a:p>
            </p:txBody>
          </p:sp>
          <p:sp>
            <p:nvSpPr>
              <p:cNvPr id="17" name="Rectangle 16">
                <a:extLst>
                  <a:ext uri="{FF2B5EF4-FFF2-40B4-BE49-F238E27FC236}">
                    <a16:creationId xmlns:a16="http://schemas.microsoft.com/office/drawing/2014/main" id="{D37A5B27-AC8E-4DEC-8026-1B62799B87E2}"/>
                  </a:ext>
                </a:extLst>
              </p:cNvPr>
              <p:cNvSpPr/>
              <p:nvPr/>
            </p:nvSpPr>
            <p:spPr>
              <a:xfrm>
                <a:off x="7634772" y="4726037"/>
                <a:ext cx="2179375" cy="923330"/>
              </a:xfrm>
              <a:prstGeom prst="rect">
                <a:avLst/>
              </a:prstGeom>
            </p:spPr>
            <p:txBody>
              <a:bodyPr wrap="square">
                <a:spAutoFit/>
              </a:bodyPr>
              <a:lstStyle/>
              <a:p>
                <a:pPr algn="ctr"/>
                <a:r>
                  <a:rPr lang="en-US" dirty="0"/>
                  <a:t>Developers</a:t>
                </a:r>
                <a:br>
                  <a:rPr lang="en-US" dirty="0"/>
                </a:br>
                <a:r>
                  <a:rPr lang="en-US" dirty="0"/>
                  <a:t>Amazon S3 </a:t>
                </a:r>
                <a:br>
                  <a:rPr lang="en-US" dirty="0"/>
                </a:br>
                <a:r>
                  <a:rPr lang="en-US" dirty="0"/>
                  <a:t>bucket</a:t>
                </a:r>
              </a:p>
            </p:txBody>
          </p:sp>
          <p:pic>
            <p:nvPicPr>
              <p:cNvPr id="22" name="Graphic 31">
                <a:extLst>
                  <a:ext uri="{FF2B5EF4-FFF2-40B4-BE49-F238E27FC236}">
                    <a16:creationId xmlns:a16="http://schemas.microsoft.com/office/drawing/2014/main" id="{ECAE45BD-53BB-4DF7-8D39-BBEA7FF4D499}"/>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10417294" y="4230395"/>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Graphic 22">
                <a:extLst>
                  <a:ext uri="{FF2B5EF4-FFF2-40B4-BE49-F238E27FC236}">
                    <a16:creationId xmlns:a16="http://schemas.microsoft.com/office/drawing/2014/main" id="{82319E5A-F89A-4173-A8BA-B21173E3CF7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477502" y="1586200"/>
                <a:ext cx="457200" cy="457200"/>
              </a:xfrm>
              <a:prstGeom prst="rect">
                <a:avLst/>
              </a:prstGeom>
            </p:spPr>
          </p:pic>
          <p:pic>
            <p:nvPicPr>
              <p:cNvPr id="28" name="Graphic 31">
                <a:extLst>
                  <a:ext uri="{FF2B5EF4-FFF2-40B4-BE49-F238E27FC236}">
                    <a16:creationId xmlns:a16="http://schemas.microsoft.com/office/drawing/2014/main" id="{5C434B0F-8F9F-498E-84F1-ABDC418632B4}"/>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8477502" y="4235667"/>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Rectangle 29">
                <a:extLst>
                  <a:ext uri="{FF2B5EF4-FFF2-40B4-BE49-F238E27FC236}">
                    <a16:creationId xmlns:a16="http://schemas.microsoft.com/office/drawing/2014/main" id="{39477C22-6E3C-4147-B68D-9F9B00168FB6}"/>
                  </a:ext>
                </a:extLst>
              </p:cNvPr>
              <p:cNvSpPr/>
              <p:nvPr/>
            </p:nvSpPr>
            <p:spPr>
              <a:xfrm>
                <a:off x="7553326" y="1469651"/>
                <a:ext cx="4328751" cy="4344592"/>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Rectangle 62">
                <a:extLst>
                  <a:ext uri="{FF2B5EF4-FFF2-40B4-BE49-F238E27FC236}">
                    <a16:creationId xmlns:a16="http://schemas.microsoft.com/office/drawing/2014/main" id="{827A2DBB-8BB3-4686-8CEA-60639787CCEB}"/>
                  </a:ext>
                </a:extLst>
              </p:cNvPr>
              <p:cNvSpPr/>
              <p:nvPr/>
            </p:nvSpPr>
            <p:spPr>
              <a:xfrm>
                <a:off x="9865072" y="2026458"/>
                <a:ext cx="1561645" cy="646331"/>
              </a:xfrm>
              <a:prstGeom prst="rect">
                <a:avLst/>
              </a:prstGeom>
            </p:spPr>
            <p:txBody>
              <a:bodyPr wrap="none">
                <a:spAutoFit/>
              </a:bodyPr>
              <a:lstStyle/>
              <a:p>
                <a:pPr algn="ctr"/>
                <a:r>
                  <a:rPr lang="en-US" dirty="0"/>
                  <a:t>Maint</a:t>
                </a:r>
                <a:br>
                  <a:rPr lang="en-US" dirty="0"/>
                </a:br>
                <a:r>
                  <a:rPr lang="en-US" dirty="0"/>
                  <a:t>Test Instance</a:t>
                </a:r>
              </a:p>
            </p:txBody>
          </p:sp>
          <p:pic>
            <p:nvPicPr>
              <p:cNvPr id="64" name="Graphic 63">
                <a:extLst>
                  <a:ext uri="{FF2B5EF4-FFF2-40B4-BE49-F238E27FC236}">
                    <a16:creationId xmlns:a16="http://schemas.microsoft.com/office/drawing/2014/main" id="{7B2D00A7-2FBA-47FB-95E5-94CF197157A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417294" y="1586200"/>
                <a:ext cx="457200" cy="457200"/>
              </a:xfrm>
              <a:prstGeom prst="rect">
                <a:avLst/>
              </a:prstGeom>
            </p:spPr>
          </p:pic>
          <p:sp>
            <p:nvSpPr>
              <p:cNvPr id="68" name="Rectangle 67">
                <a:extLst>
                  <a:ext uri="{FF2B5EF4-FFF2-40B4-BE49-F238E27FC236}">
                    <a16:creationId xmlns:a16="http://schemas.microsoft.com/office/drawing/2014/main" id="{F7AE990D-007C-4260-AF73-65060CB23237}"/>
                  </a:ext>
                </a:extLst>
              </p:cNvPr>
              <p:cNvSpPr/>
              <p:nvPr/>
            </p:nvSpPr>
            <p:spPr>
              <a:xfrm>
                <a:off x="7946920" y="3359120"/>
                <a:ext cx="1518364" cy="646331"/>
              </a:xfrm>
              <a:prstGeom prst="rect">
                <a:avLst/>
              </a:prstGeom>
            </p:spPr>
            <p:txBody>
              <a:bodyPr wrap="none">
                <a:spAutoFit/>
              </a:bodyPr>
              <a:lstStyle/>
              <a:p>
                <a:pPr algn="ctr"/>
                <a:r>
                  <a:rPr lang="en-US" dirty="0"/>
                  <a:t>Newdev </a:t>
                </a:r>
                <a:br>
                  <a:rPr lang="en-US" dirty="0"/>
                </a:br>
                <a:r>
                  <a:rPr lang="en-US" dirty="0"/>
                  <a:t>Dev Instance</a:t>
                </a:r>
              </a:p>
            </p:txBody>
          </p:sp>
          <p:pic>
            <p:nvPicPr>
              <p:cNvPr id="69" name="Graphic 68">
                <a:extLst>
                  <a:ext uri="{FF2B5EF4-FFF2-40B4-BE49-F238E27FC236}">
                    <a16:creationId xmlns:a16="http://schemas.microsoft.com/office/drawing/2014/main" id="{674B0D08-6A37-4E20-AC83-5B8ECCEEE35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477502" y="2859519"/>
                <a:ext cx="457200" cy="457200"/>
              </a:xfrm>
              <a:prstGeom prst="rect">
                <a:avLst/>
              </a:prstGeom>
            </p:spPr>
          </p:pic>
          <p:sp>
            <p:nvSpPr>
              <p:cNvPr id="70" name="Rectangle 69">
                <a:extLst>
                  <a:ext uri="{FF2B5EF4-FFF2-40B4-BE49-F238E27FC236}">
                    <a16:creationId xmlns:a16="http://schemas.microsoft.com/office/drawing/2014/main" id="{41D2923E-5CAC-43F6-9836-565DAB8E00E3}"/>
                  </a:ext>
                </a:extLst>
              </p:cNvPr>
              <p:cNvSpPr/>
              <p:nvPr/>
            </p:nvSpPr>
            <p:spPr>
              <a:xfrm>
                <a:off x="9865072" y="3293992"/>
                <a:ext cx="1561645" cy="646331"/>
              </a:xfrm>
              <a:prstGeom prst="rect">
                <a:avLst/>
              </a:prstGeom>
            </p:spPr>
            <p:txBody>
              <a:bodyPr wrap="none">
                <a:spAutoFit/>
              </a:bodyPr>
              <a:lstStyle/>
              <a:p>
                <a:pPr algn="ctr"/>
                <a:r>
                  <a:rPr lang="en-US" dirty="0"/>
                  <a:t>Newdev</a:t>
                </a:r>
                <a:br>
                  <a:rPr lang="en-US" dirty="0"/>
                </a:br>
                <a:r>
                  <a:rPr lang="en-US" dirty="0"/>
                  <a:t>Test Instance</a:t>
                </a:r>
              </a:p>
            </p:txBody>
          </p:sp>
          <p:pic>
            <p:nvPicPr>
              <p:cNvPr id="71" name="Graphic 70">
                <a:extLst>
                  <a:ext uri="{FF2B5EF4-FFF2-40B4-BE49-F238E27FC236}">
                    <a16:creationId xmlns:a16="http://schemas.microsoft.com/office/drawing/2014/main" id="{62A64989-24A4-425D-8829-993C7B17142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417294" y="2802776"/>
                <a:ext cx="457200" cy="457200"/>
              </a:xfrm>
              <a:prstGeom prst="rect">
                <a:avLst/>
              </a:prstGeom>
            </p:spPr>
          </p:pic>
          <p:sp>
            <p:nvSpPr>
              <p:cNvPr id="83" name="Isosceles Triangle 82">
                <a:extLst>
                  <a:ext uri="{FF2B5EF4-FFF2-40B4-BE49-F238E27FC236}">
                    <a16:creationId xmlns:a16="http://schemas.microsoft.com/office/drawing/2014/main" id="{4B9DC50A-0300-4AEB-A3A8-9C5A315CBB29}"/>
                  </a:ext>
                </a:extLst>
              </p:cNvPr>
              <p:cNvSpPr>
                <a:spLocks noChangeAspect="1"/>
              </p:cNvSpPr>
              <p:nvPr/>
            </p:nvSpPr>
            <p:spPr>
              <a:xfrm>
                <a:off x="8989129" y="1619120"/>
                <a:ext cx="197975" cy="18288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4" name="Isosceles Triangle 83">
                <a:extLst>
                  <a:ext uri="{FF2B5EF4-FFF2-40B4-BE49-F238E27FC236}">
                    <a16:creationId xmlns:a16="http://schemas.microsoft.com/office/drawing/2014/main" id="{9A1229E3-0B1D-4F61-83FE-845BF46A2C65}"/>
                  </a:ext>
                </a:extLst>
              </p:cNvPr>
              <p:cNvSpPr>
                <a:spLocks noChangeAspect="1"/>
              </p:cNvSpPr>
              <p:nvPr/>
            </p:nvSpPr>
            <p:spPr>
              <a:xfrm>
                <a:off x="8989129" y="2953912"/>
                <a:ext cx="197975" cy="18288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Isosceles Triangle 84">
                <a:extLst>
                  <a:ext uri="{FF2B5EF4-FFF2-40B4-BE49-F238E27FC236}">
                    <a16:creationId xmlns:a16="http://schemas.microsoft.com/office/drawing/2014/main" id="{5BB6867D-34FE-4FD3-BD84-130F265E0D2C}"/>
                  </a:ext>
                </a:extLst>
              </p:cNvPr>
              <p:cNvSpPr>
                <a:spLocks noChangeAspect="1"/>
              </p:cNvSpPr>
              <p:nvPr/>
            </p:nvSpPr>
            <p:spPr>
              <a:xfrm>
                <a:off x="8989129" y="4327107"/>
                <a:ext cx="197975" cy="18288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6" name="Diamond 85">
                <a:extLst>
                  <a:ext uri="{FF2B5EF4-FFF2-40B4-BE49-F238E27FC236}">
                    <a16:creationId xmlns:a16="http://schemas.microsoft.com/office/drawing/2014/main" id="{5D21A195-741E-412C-8489-A92B01CE5824}"/>
                  </a:ext>
                </a:extLst>
              </p:cNvPr>
              <p:cNvSpPr>
                <a:spLocks noChangeAspect="1"/>
              </p:cNvSpPr>
              <p:nvPr/>
            </p:nvSpPr>
            <p:spPr>
              <a:xfrm>
                <a:off x="11004889" y="4321546"/>
                <a:ext cx="190829" cy="182880"/>
              </a:xfrm>
              <a:prstGeom prst="diamond">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7" name="Diamond 86">
                <a:extLst>
                  <a:ext uri="{FF2B5EF4-FFF2-40B4-BE49-F238E27FC236}">
                    <a16:creationId xmlns:a16="http://schemas.microsoft.com/office/drawing/2014/main" id="{CC6A1BE6-37AF-4CE7-8E4F-0A4907D5C529}"/>
                  </a:ext>
                </a:extLst>
              </p:cNvPr>
              <p:cNvSpPr>
                <a:spLocks noChangeAspect="1"/>
              </p:cNvSpPr>
              <p:nvPr/>
            </p:nvSpPr>
            <p:spPr>
              <a:xfrm>
                <a:off x="10907709" y="2895899"/>
                <a:ext cx="190829" cy="182880"/>
              </a:xfrm>
              <a:prstGeom prst="diamond">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Diamond 87">
                <a:extLst>
                  <a:ext uri="{FF2B5EF4-FFF2-40B4-BE49-F238E27FC236}">
                    <a16:creationId xmlns:a16="http://schemas.microsoft.com/office/drawing/2014/main" id="{52BC03A4-5659-4A3D-96C5-7F1680B51A8E}"/>
                  </a:ext>
                </a:extLst>
              </p:cNvPr>
              <p:cNvSpPr>
                <a:spLocks noChangeAspect="1"/>
              </p:cNvSpPr>
              <p:nvPr/>
            </p:nvSpPr>
            <p:spPr>
              <a:xfrm>
                <a:off x="10912631" y="1669381"/>
                <a:ext cx="190829" cy="182880"/>
              </a:xfrm>
              <a:prstGeom prst="diamond">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9" name="Trapezoid 88">
                <a:extLst>
                  <a:ext uri="{FF2B5EF4-FFF2-40B4-BE49-F238E27FC236}">
                    <a16:creationId xmlns:a16="http://schemas.microsoft.com/office/drawing/2014/main" id="{7FCEC20E-99F0-475D-BE12-BCC68AAAFDCB}"/>
                  </a:ext>
                </a:extLst>
              </p:cNvPr>
              <p:cNvSpPr>
                <a:spLocks noChangeAspect="1"/>
              </p:cNvSpPr>
              <p:nvPr/>
            </p:nvSpPr>
            <p:spPr>
              <a:xfrm>
                <a:off x="9351924" y="1625440"/>
                <a:ext cx="182880" cy="182880"/>
              </a:xfrm>
              <a:prstGeom prst="trapezoid">
                <a:avLst/>
              </a:prstGeom>
              <a:pattFill prst="pct60">
                <a:fgClr>
                  <a:schemeClr val="accent4"/>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0" name="Trapezoid 89">
                <a:extLst>
                  <a:ext uri="{FF2B5EF4-FFF2-40B4-BE49-F238E27FC236}">
                    <a16:creationId xmlns:a16="http://schemas.microsoft.com/office/drawing/2014/main" id="{5E7A4063-4E20-40F4-B6E7-EB8E48453DAA}"/>
                  </a:ext>
                </a:extLst>
              </p:cNvPr>
              <p:cNvSpPr>
                <a:spLocks noChangeAspect="1"/>
              </p:cNvSpPr>
              <p:nvPr/>
            </p:nvSpPr>
            <p:spPr>
              <a:xfrm>
                <a:off x="11287089" y="1676821"/>
                <a:ext cx="182880" cy="182880"/>
              </a:xfrm>
              <a:prstGeom prst="trapezoid">
                <a:avLst/>
              </a:prstGeom>
              <a:pattFill prst="pct60">
                <a:fgClr>
                  <a:schemeClr val="accent4"/>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1" name="Hexagon 90">
                <a:extLst>
                  <a:ext uri="{FF2B5EF4-FFF2-40B4-BE49-F238E27FC236}">
                    <a16:creationId xmlns:a16="http://schemas.microsoft.com/office/drawing/2014/main" id="{4B6EADC4-5056-45C9-BAB0-361DDE9DCA4F}"/>
                  </a:ext>
                </a:extLst>
              </p:cNvPr>
              <p:cNvSpPr>
                <a:spLocks noChangeAspect="1"/>
              </p:cNvSpPr>
              <p:nvPr/>
            </p:nvSpPr>
            <p:spPr>
              <a:xfrm>
                <a:off x="9351924" y="2950959"/>
                <a:ext cx="182880" cy="182880"/>
              </a:xfrm>
              <a:prstGeom prst="hexagon">
                <a:avLst/>
              </a:prstGeom>
              <a:pattFill prst="wdUpDiag">
                <a:fgClr>
                  <a:schemeClr val="accent3"/>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2" name="Hexagon 91">
                <a:extLst>
                  <a:ext uri="{FF2B5EF4-FFF2-40B4-BE49-F238E27FC236}">
                    <a16:creationId xmlns:a16="http://schemas.microsoft.com/office/drawing/2014/main" id="{D781B1C0-8BB5-408D-8EDF-9F88DB803FB4}"/>
                  </a:ext>
                </a:extLst>
              </p:cNvPr>
              <p:cNvSpPr>
                <a:spLocks noChangeAspect="1"/>
              </p:cNvSpPr>
              <p:nvPr/>
            </p:nvSpPr>
            <p:spPr>
              <a:xfrm>
                <a:off x="11287089" y="2895899"/>
                <a:ext cx="182880" cy="182880"/>
              </a:xfrm>
              <a:prstGeom prst="hexagon">
                <a:avLst/>
              </a:prstGeom>
              <a:pattFill prst="wdUpDiag">
                <a:fgClr>
                  <a:schemeClr val="accent3"/>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34" name="Straight Arrow Connector 33">
              <a:extLst>
                <a:ext uri="{FF2B5EF4-FFF2-40B4-BE49-F238E27FC236}">
                  <a16:creationId xmlns:a16="http://schemas.microsoft.com/office/drawing/2014/main" id="{EA8B7DC1-49A7-4ADC-89FD-7AA0095215B8}"/>
                </a:ext>
              </a:extLst>
            </p:cNvPr>
            <p:cNvCxnSpPr>
              <a:cxnSpLocks/>
            </p:cNvCxnSpPr>
            <p:nvPr/>
          </p:nvCxnSpPr>
          <p:spPr>
            <a:xfrm>
              <a:off x="3568647" y="4732439"/>
              <a:ext cx="4038467" cy="0"/>
            </a:xfrm>
            <a:prstGeom prst="straightConnector1">
              <a:avLst/>
            </a:prstGeom>
            <a:ln w="44450">
              <a:solidFill>
                <a:srgbClr val="B5335C"/>
              </a:solidFill>
              <a:tailEnd type="arrow" w="lg"/>
            </a:ln>
            <a:effectLst>
              <a:outerShdw blurRad="63500" dist="53881" dir="2700016" rotWithShape="0">
                <a:scrgbClr r="0" g="0" b="0">
                  <a:alpha val="25000"/>
                </a:scrgbClr>
              </a:outerShdw>
            </a:effectLst>
          </p:spPr>
          <p:style>
            <a:lnRef idx="1">
              <a:schemeClr val="accent1"/>
            </a:lnRef>
            <a:fillRef idx="0">
              <a:schemeClr val="accent1"/>
            </a:fillRef>
            <a:effectRef idx="0">
              <a:schemeClr val="accent1"/>
            </a:effectRef>
            <a:fontRef idx="minor">
              <a:schemeClr val="tx1"/>
            </a:fontRef>
          </p:style>
        </p:cxnSp>
        <p:pic>
          <p:nvPicPr>
            <p:cNvPr id="1026" name="Picture 2" descr="C:\Users\patray\AppData\Local\Temp\SNAGHTMLa0a050c.PNG">
              <a:extLst>
                <a:ext uri="{FF2B5EF4-FFF2-40B4-BE49-F238E27FC236}">
                  <a16:creationId xmlns:a16="http://schemas.microsoft.com/office/drawing/2014/main" id="{E7858386-BCF5-403A-B252-B7E6DD55AE9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64030" y="4438333"/>
              <a:ext cx="647700" cy="657225"/>
            </a:xfrm>
            <a:prstGeom prst="rect">
              <a:avLst/>
            </a:prstGeom>
            <a:noFill/>
            <a:extLst>
              <a:ext uri="{909E8E84-426E-40DD-AFC4-6F175D3DCCD1}">
                <a14:hiddenFill xmlns:a14="http://schemas.microsoft.com/office/drawing/2010/main">
                  <a:solidFill>
                    <a:srgbClr val="FFFFFF"/>
                  </a:solidFill>
                </a14:hiddenFill>
              </a:ext>
            </a:extLst>
          </p:spPr>
        </p:pic>
      </p:grpSp>
      <p:sp>
        <p:nvSpPr>
          <p:cNvPr id="116" name="Callout: identities">
            <a:extLst>
              <a:ext uri="{FF2B5EF4-FFF2-40B4-BE49-F238E27FC236}">
                <a16:creationId xmlns:a16="http://schemas.microsoft.com/office/drawing/2014/main" id="{B2DD1956-5854-4D2A-8BA6-CB446D16B999}"/>
              </a:ext>
              <a:ext uri="{C183D7F6-B498-43B3-948B-1728B52AA6E4}">
                <adec:decorative xmlns:adec="http://schemas.microsoft.com/office/drawing/2017/decorative" val="0"/>
              </a:ext>
            </a:extLst>
          </p:cNvPr>
          <p:cNvSpPr/>
          <p:nvPr/>
        </p:nvSpPr>
        <p:spPr>
          <a:xfrm>
            <a:off x="452571" y="1331913"/>
            <a:ext cx="3086158" cy="584775"/>
          </a:xfrm>
          <a:prstGeom prst="borderCallout1">
            <a:avLst>
              <a:gd name="adj1" fmla="val 108763"/>
              <a:gd name="adj2" fmla="val 56202"/>
              <a:gd name="adj3" fmla="val 201381"/>
              <a:gd name="adj4" fmla="val 56187"/>
            </a:avLst>
          </a:prstGeom>
          <a:solidFill>
            <a:schemeClr val="accent5"/>
          </a:solidFill>
          <a:ln w="44450">
            <a:solidFill>
              <a:schemeClr val="accent2"/>
            </a:solidFill>
            <a:headEnd type="none" w="med" len="med"/>
            <a:tailEnd type="arrow" w="med" len="med"/>
          </a:ln>
          <a:effectLst>
            <a:outerShdw blurRad="63500" dist="53881" dir="2700016" rotWithShape="0">
              <a:scrgbClr r="0" g="0" b="0">
                <a:alpha val="25000"/>
              </a:scrgbClr>
            </a:outerShdw>
          </a:effectLst>
        </p:spPr>
        <p:style>
          <a:lnRef idx="3">
            <a:schemeClr val="lt1"/>
          </a:lnRef>
          <a:fillRef idx="1">
            <a:schemeClr val="accent6"/>
          </a:fillRef>
          <a:effectRef idx="1">
            <a:schemeClr val="accent6"/>
          </a:effectRef>
          <a:fontRef idx="minor">
            <a:schemeClr val="lt1"/>
          </a:fontRef>
        </p:style>
        <p:txBody>
          <a:bodyPr wrap="square" lIns="45720" rIns="45720" rtlCol="0" anchor="ctr">
            <a:spAutoFit/>
          </a:bodyPr>
          <a:lstStyle/>
          <a:p>
            <a:pPr lvl="0" algn="ctr">
              <a:defRPr/>
            </a:pPr>
            <a:r>
              <a:rPr lang="en-US" sz="1600" dirty="0">
                <a:solidFill>
                  <a:schemeClr val="bg1"/>
                </a:solidFill>
              </a:rPr>
              <a:t>Set access control attributes on identities</a:t>
            </a:r>
          </a:p>
        </p:txBody>
      </p:sp>
      <p:sp>
        <p:nvSpPr>
          <p:cNvPr id="115" name="Callout: resources">
            <a:extLst>
              <a:ext uri="{FF2B5EF4-FFF2-40B4-BE49-F238E27FC236}">
                <a16:creationId xmlns:a16="http://schemas.microsoft.com/office/drawing/2014/main" id="{1FAC8AAD-9593-4B6C-86B2-4238B8FFB0A7}"/>
              </a:ext>
              <a:ext uri="{C183D7F6-B498-43B3-948B-1728B52AA6E4}">
                <adec:decorative xmlns:adec="http://schemas.microsoft.com/office/drawing/2017/decorative" val="0"/>
              </a:ext>
            </a:extLst>
          </p:cNvPr>
          <p:cNvSpPr/>
          <p:nvPr/>
        </p:nvSpPr>
        <p:spPr>
          <a:xfrm>
            <a:off x="7593657" y="1334371"/>
            <a:ext cx="4328751" cy="338554"/>
          </a:xfrm>
          <a:prstGeom prst="borderCallout1">
            <a:avLst>
              <a:gd name="adj1" fmla="val 105626"/>
              <a:gd name="adj2" fmla="val 44156"/>
              <a:gd name="adj3" fmla="val 202376"/>
              <a:gd name="adj4" fmla="val 44437"/>
            </a:avLst>
          </a:prstGeom>
          <a:solidFill>
            <a:schemeClr val="accent5"/>
          </a:solidFill>
          <a:ln w="44450">
            <a:solidFill>
              <a:schemeClr val="accent2"/>
            </a:solidFill>
            <a:headEnd type="none" w="med" len="med"/>
            <a:tailEnd type="arrow" w="med" len="med"/>
          </a:ln>
          <a:effectLst>
            <a:outerShdw blurRad="63500" dist="53881" dir="2700016" rotWithShape="0">
              <a:scrgbClr r="0" g="0" b="0">
                <a:alpha val="25000"/>
              </a:scrgbClr>
            </a:outerShdw>
          </a:effectLst>
        </p:spPr>
        <p:style>
          <a:lnRef idx="3">
            <a:schemeClr val="lt1"/>
          </a:lnRef>
          <a:fillRef idx="1">
            <a:schemeClr val="accent6"/>
          </a:fillRef>
          <a:effectRef idx="1">
            <a:schemeClr val="accent6"/>
          </a:effectRef>
          <a:fontRef idx="minor">
            <a:schemeClr val="lt1"/>
          </a:fontRef>
        </p:style>
        <p:txBody>
          <a:bodyPr wrap="square" lIns="45720" rIns="45720" rtlCol="0" anchor="ctr">
            <a:spAutoFit/>
          </a:bodyPr>
          <a:lstStyle/>
          <a:p>
            <a:pPr lvl="0" algn="ctr">
              <a:defRPr/>
            </a:pPr>
            <a:r>
              <a:rPr lang="en-US" sz="1600" dirty="0">
                <a:solidFill>
                  <a:schemeClr val="bg1"/>
                </a:solidFill>
              </a:rPr>
              <a:t>Require attributes for new resources</a:t>
            </a:r>
          </a:p>
        </p:txBody>
      </p:sp>
      <p:sp>
        <p:nvSpPr>
          <p:cNvPr id="113" name="Callout: permissions">
            <a:extLst>
              <a:ext uri="{FF2B5EF4-FFF2-40B4-BE49-F238E27FC236}">
                <a16:creationId xmlns:a16="http://schemas.microsoft.com/office/drawing/2014/main" id="{CD951129-A253-406E-9B67-36B9FFCD657F}"/>
              </a:ext>
              <a:ext uri="{C183D7F6-B498-43B3-948B-1728B52AA6E4}">
                <adec:decorative xmlns:adec="http://schemas.microsoft.com/office/drawing/2017/decorative" val="0"/>
              </a:ext>
            </a:extLst>
          </p:cNvPr>
          <p:cNvSpPr/>
          <p:nvPr/>
        </p:nvSpPr>
        <p:spPr>
          <a:xfrm>
            <a:off x="4283665" y="3374597"/>
            <a:ext cx="2608430" cy="584775"/>
          </a:xfrm>
          <a:prstGeom prst="borderCallout1">
            <a:avLst>
              <a:gd name="adj1" fmla="val 106478"/>
              <a:gd name="adj2" fmla="val 49571"/>
              <a:gd name="adj3" fmla="val 181081"/>
              <a:gd name="adj4" fmla="val 49532"/>
            </a:avLst>
          </a:prstGeom>
          <a:solidFill>
            <a:schemeClr val="accent5"/>
          </a:solidFill>
          <a:ln w="44450">
            <a:solidFill>
              <a:schemeClr val="accent2"/>
            </a:solidFill>
            <a:headEnd type="none" w="med" len="med"/>
            <a:tailEnd type="arrow" w="med" len="med"/>
          </a:ln>
          <a:effectLst>
            <a:outerShdw blurRad="63500" dist="53881" dir="2700016" rotWithShape="0">
              <a:scrgbClr r="0" g="0" b="0">
                <a:alpha val="25000"/>
              </a:scrgbClr>
            </a:outerShdw>
          </a:effectLst>
        </p:spPr>
        <p:style>
          <a:lnRef idx="3">
            <a:schemeClr val="lt1"/>
          </a:lnRef>
          <a:fillRef idx="1">
            <a:schemeClr val="accent6"/>
          </a:fillRef>
          <a:effectRef idx="1">
            <a:schemeClr val="accent6"/>
          </a:effectRef>
          <a:fontRef idx="minor">
            <a:schemeClr val="lt1"/>
          </a:fontRef>
        </p:style>
        <p:txBody>
          <a:bodyPr wrap="square" lIns="45720" rIns="45720" rtlCol="0" anchor="ctr">
            <a:spAutoFit/>
          </a:bodyPr>
          <a:lstStyle/>
          <a:p>
            <a:pPr lvl="0" algn="ctr">
              <a:defRPr/>
            </a:pPr>
            <a:r>
              <a:rPr lang="en-US" sz="1600" dirty="0">
                <a:solidFill>
                  <a:schemeClr val="bg1"/>
                </a:solidFill>
              </a:rPr>
              <a:t>Configure permissions based on attributes</a:t>
            </a:r>
          </a:p>
        </p:txBody>
      </p:sp>
      <p:sp>
        <p:nvSpPr>
          <p:cNvPr id="7" name="TextBox 6">
            <a:extLst>
              <a:ext uri="{FF2B5EF4-FFF2-40B4-BE49-F238E27FC236}">
                <a16:creationId xmlns:a16="http://schemas.microsoft.com/office/drawing/2014/main" id="{E083D642-D1BD-4101-837F-9294C2FB1BC1}"/>
              </a:ext>
            </a:extLst>
          </p:cNvPr>
          <p:cNvSpPr txBox="1"/>
          <p:nvPr/>
        </p:nvSpPr>
        <p:spPr>
          <a:xfrm>
            <a:off x="3940658" y="5090613"/>
            <a:ext cx="3294445" cy="369332"/>
          </a:xfrm>
          <a:prstGeom prst="rect">
            <a:avLst/>
          </a:prstGeom>
          <a:noFill/>
        </p:spPr>
        <p:txBody>
          <a:bodyPr wrap="square" rtlCol="0">
            <a:spAutoFit/>
          </a:bodyPr>
          <a:lstStyle/>
          <a:p>
            <a:pPr algn="ctr"/>
            <a:r>
              <a:rPr lang="en-US" dirty="0"/>
              <a:t>One policy for all permissions</a:t>
            </a:r>
            <a:endParaRPr lang="en-US" u="sng" dirty="0"/>
          </a:p>
        </p:txBody>
      </p:sp>
      <p:cxnSp>
        <p:nvCxnSpPr>
          <p:cNvPr id="31" name="Connector: Elbow 30">
            <a:extLst>
              <a:ext uri="{FF2B5EF4-FFF2-40B4-BE49-F238E27FC236}">
                <a16:creationId xmlns:a16="http://schemas.microsoft.com/office/drawing/2014/main" id="{AA6D9A48-22B8-4C1E-AF7E-010E63DC1E3F}"/>
              </a:ext>
              <a:ext uri="{C183D7F6-B498-43B3-948B-1728B52AA6E4}">
                <adec:decorative xmlns:adec="http://schemas.microsoft.com/office/drawing/2017/decorative" val="1"/>
              </a:ext>
            </a:extLst>
          </p:cNvPr>
          <p:cNvCxnSpPr>
            <a:cxnSpLocks/>
          </p:cNvCxnSpPr>
          <p:nvPr/>
        </p:nvCxnSpPr>
        <p:spPr>
          <a:xfrm rot="10800000" flipV="1">
            <a:off x="3575872" y="1337546"/>
            <a:ext cx="1371600" cy="91440"/>
          </a:xfrm>
          <a:prstGeom prst="bentConnector3">
            <a:avLst/>
          </a:prstGeom>
          <a:ln w="12700">
            <a:solidFill>
              <a:srgbClr val="232F3E"/>
            </a:solidFill>
            <a:tailEnd type="arrow" w="lg"/>
          </a:ln>
        </p:spPr>
        <p:style>
          <a:lnRef idx="1">
            <a:schemeClr val="accent1"/>
          </a:lnRef>
          <a:fillRef idx="0">
            <a:schemeClr val="accent1"/>
          </a:fillRef>
          <a:effectRef idx="0">
            <a:schemeClr val="accent1"/>
          </a:effectRef>
          <a:fontRef idx="minor">
            <a:schemeClr val="tx1"/>
          </a:fontRef>
        </p:style>
      </p:cxnSp>
      <p:cxnSp>
        <p:nvCxnSpPr>
          <p:cNvPr id="35" name="Connector: Elbow 34">
            <a:extLst>
              <a:ext uri="{FF2B5EF4-FFF2-40B4-BE49-F238E27FC236}">
                <a16:creationId xmlns:a16="http://schemas.microsoft.com/office/drawing/2014/main" id="{ADE24A9A-D9FD-4843-ABA5-CF33E3832831}"/>
              </a:ext>
              <a:ext uri="{C183D7F6-B498-43B3-948B-1728B52AA6E4}">
                <adec:decorative xmlns:adec="http://schemas.microsoft.com/office/drawing/2017/decorative" val="1"/>
              </a:ext>
            </a:extLst>
          </p:cNvPr>
          <p:cNvCxnSpPr>
            <a:cxnSpLocks/>
          </p:cNvCxnSpPr>
          <p:nvPr/>
        </p:nvCxnSpPr>
        <p:spPr>
          <a:xfrm>
            <a:off x="6202766" y="1337546"/>
            <a:ext cx="1371600" cy="91440"/>
          </a:xfrm>
          <a:prstGeom prst="bentConnector3">
            <a:avLst/>
          </a:prstGeom>
          <a:ln w="12700">
            <a:solidFill>
              <a:srgbClr val="232F3E"/>
            </a:solidFill>
            <a:tailEnd type="arrow" w="lg"/>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BDC4A0D2-29C9-4C42-BF7B-2207E5D757F0}"/>
              </a:ext>
            </a:extLst>
          </p:cNvPr>
          <p:cNvCxnSpPr>
            <a:cxnSpLocks/>
          </p:cNvCxnSpPr>
          <p:nvPr/>
        </p:nvCxnSpPr>
        <p:spPr>
          <a:xfrm>
            <a:off x="5587880" y="2960131"/>
            <a:ext cx="0" cy="294106"/>
          </a:xfrm>
          <a:prstGeom prst="straightConnector1">
            <a:avLst/>
          </a:prstGeom>
          <a:ln w="12700">
            <a:solidFill>
              <a:srgbClr val="232F3E"/>
            </a:solidFill>
            <a:tailEnd type="arrow" w="lg"/>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8746323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BA39FD17-FF1D-49C8-B325-ED5597FB55C5}"/>
              </a:ext>
            </a:extLst>
          </p:cNvPr>
          <p:cNvSpPr>
            <a:spLocks noGrp="1"/>
          </p:cNvSpPr>
          <p:nvPr>
            <p:ph type="sldNum" idx="97"/>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834CDD4-D76F-4459-B025-0310E913C243}" type="slidenum">
              <a:rPr kumimoji="0" lang="en-US" sz="1100" b="0" i="0" u="none" strike="noStrike" kern="1200" cap="none" spc="0" normalizeH="0" baseline="0" noProof="0" smtClean="0">
                <a:ln>
                  <a:noFill/>
                </a:ln>
                <a:solidFill>
                  <a:srgbClr val="232F3E"/>
                </a:solidFill>
                <a:effectLst/>
                <a:uLnTx/>
                <a:uFillTx/>
                <a:latin typeface="Amazon Ember"/>
                <a:ea typeface="Amazon Ember" panose="020B0603020204020204" pitchFamily="34" charset="0"/>
                <a:cs typeface="Amazon Ember" panose="020B0603020204020204" pitchFamily="34" charset="0"/>
              </a:rPr>
              <a:pPr marL="0" marR="0" lvl="0" indent="0" algn="r" defTabSz="228600" rtl="0" eaLnBrk="1" fontAlgn="auto" latinLnBrk="0" hangingPunct="1">
                <a:lnSpc>
                  <a:spcPct val="100000"/>
                </a:lnSpc>
                <a:spcBef>
                  <a:spcPts val="0"/>
                </a:spcBef>
                <a:spcAft>
                  <a:spcPts val="0"/>
                </a:spcAft>
                <a:buClrTx/>
                <a:buSzTx/>
                <a:buFontTx/>
                <a:buNone/>
                <a:tabLst/>
                <a:defRPr/>
              </a:pPr>
              <a:t>17</a:t>
            </a:fld>
            <a:endParaRPr kumimoji="0" lang="en-US" sz="1100" b="0" i="0" u="none" strike="noStrike" kern="1200" cap="none" spc="0" normalizeH="0" baseline="0" noProof="0" dirty="0">
              <a:ln>
                <a:noFill/>
              </a:ln>
              <a:solidFill>
                <a:srgbClr val="232F3E"/>
              </a:solidFill>
              <a:effectLst/>
              <a:uLnTx/>
              <a:uFillTx/>
              <a:latin typeface="Amazon Ember"/>
              <a:ea typeface="Amazon Ember" panose="020B0603020204020204" pitchFamily="34" charset="0"/>
              <a:cs typeface="Amazon Ember" panose="020B0603020204020204" pitchFamily="34" charset="0"/>
            </a:endParaRPr>
          </a:p>
        </p:txBody>
      </p:sp>
      <p:sp>
        <p:nvSpPr>
          <p:cNvPr id="3" name="Title">
            <a:extLst>
              <a:ext uri="{FF2B5EF4-FFF2-40B4-BE49-F238E27FC236}">
                <a16:creationId xmlns:a16="http://schemas.microsoft.com/office/drawing/2014/main" id="{760DB9B4-29E1-4A1C-AA35-4F6A3D99AB9B}"/>
              </a:ext>
            </a:extLst>
          </p:cNvPr>
          <p:cNvSpPr>
            <a:spLocks noGrp="1"/>
          </p:cNvSpPr>
          <p:nvPr>
            <p:ph type="title" idx="1"/>
          </p:nvPr>
        </p:nvSpPr>
        <p:spPr/>
        <p:txBody>
          <a:bodyPr/>
          <a:lstStyle/>
          <a:p>
            <a:r>
              <a:rPr lang="en-US" dirty="0"/>
              <a:t>Key takeaways: Managing permissions</a:t>
            </a:r>
          </a:p>
        </p:txBody>
      </p:sp>
      <p:sp>
        <p:nvSpPr>
          <p:cNvPr id="4" name="Content Placeholder 3">
            <a:extLst>
              <a:ext uri="{FF2B5EF4-FFF2-40B4-BE49-F238E27FC236}">
                <a16:creationId xmlns:a16="http://schemas.microsoft.com/office/drawing/2014/main" id="{589A2A19-367C-4F43-80A7-1A7FE24BEBCB}"/>
              </a:ext>
            </a:extLst>
          </p:cNvPr>
          <p:cNvSpPr>
            <a:spLocks noGrp="1"/>
          </p:cNvSpPr>
          <p:nvPr>
            <p:ph type="body" idx="3"/>
          </p:nvPr>
        </p:nvSpPr>
        <p:spPr/>
        <p:txBody>
          <a:bodyPr>
            <a:normAutofit/>
          </a:bodyPr>
          <a:lstStyle/>
          <a:p>
            <a:r>
              <a:rPr lang="en-US" sz="2400" dirty="0">
                <a:solidFill>
                  <a:schemeClr val="tx1"/>
                </a:solidFill>
                <a:ea typeface="Amazon Ember" panose="020B0603020204020204" pitchFamily="34" charset="0"/>
                <a:cs typeface="Amazon Ember" panose="020B0603020204020204" pitchFamily="34" charset="0"/>
              </a:rPr>
              <a:t>Use IAM groups to grant the same access rights to multiple users. C</a:t>
            </a:r>
            <a:r>
              <a:rPr lang="en-US" sz="2400" dirty="0">
                <a:solidFill>
                  <a:schemeClr val="tx1"/>
                </a:solidFill>
              </a:rPr>
              <a:t>reate groups that reflect job functions.</a:t>
            </a:r>
          </a:p>
          <a:p>
            <a:r>
              <a:rPr lang="en-US" sz="2400" dirty="0">
                <a:solidFill>
                  <a:schemeClr val="tx1"/>
                </a:solidFill>
              </a:rPr>
              <a:t>Use ABAC rather than RBAC to scale permissions management.</a:t>
            </a:r>
          </a:p>
          <a:p>
            <a:r>
              <a:rPr lang="en-US" sz="2400" dirty="0">
                <a:solidFill>
                  <a:schemeClr val="tx1"/>
                </a:solidFill>
              </a:rPr>
              <a:t>ABAC is an authorization strategy that defines permissions based on attributes. It simplifies access control management by combining permissions into a single policy. </a:t>
            </a:r>
          </a:p>
          <a:p>
            <a:r>
              <a:rPr lang="en-US" sz="2400" dirty="0">
                <a:solidFill>
                  <a:schemeClr val="tx1"/>
                </a:solidFill>
              </a:rPr>
              <a:t>Attributes are key value pairs. AWS enables customers to assign attributes to their AWS resources and identities in the form of tags. </a:t>
            </a:r>
          </a:p>
          <a:p>
            <a:endParaRPr lang="en-US" sz="2400" dirty="0">
              <a:solidFill>
                <a:schemeClr val="tx1"/>
              </a:solidFill>
            </a:endParaRPr>
          </a:p>
          <a:p>
            <a:pPr marL="0" indent="0" defTabSz="457200">
              <a:spcBef>
                <a:spcPct val="20000"/>
              </a:spcBef>
              <a:spcAft>
                <a:spcPts val="0"/>
              </a:spcAft>
              <a:buNone/>
              <a:defRPr/>
            </a:pPr>
            <a:endParaRPr lang="en-US" sz="3200" strike="sngStrike" dirty="0">
              <a:solidFill>
                <a:schemeClr val="tx1"/>
              </a:solidFill>
              <a:ea typeface="Amazon Ember" panose="020B0603020204020204" pitchFamily="34" charset="0"/>
              <a:cs typeface="Amazon Ember" panose="020B0603020204020204" pitchFamily="34" charset="0"/>
            </a:endParaRPr>
          </a:p>
        </p:txBody>
      </p:sp>
      <p:pic>
        <p:nvPicPr>
          <p:cNvPr id="5" name="Content Placeholder 13">
            <a:extLst>
              <a:ext uri="{FF2B5EF4-FFF2-40B4-BE49-F238E27FC236}">
                <a16:creationId xmlns:a16="http://schemas.microsoft.com/office/drawing/2014/main" id="{C60E2301-BD08-4CA9-9B9E-97BF17A22633}"/>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8565" y="2892425"/>
            <a:ext cx="2511045" cy="2743200"/>
          </a:xfrm>
          <a:prstGeom prst="rect">
            <a:avLst/>
          </a:prstGeom>
        </p:spPr>
      </p:pic>
    </p:spTree>
    <p:custDataLst>
      <p:tags r:id="rId1"/>
    </p:custDataLst>
    <p:extLst>
      <p:ext uri="{BB962C8B-B14F-4D97-AF65-F5344CB8AC3E}">
        <p14:creationId xmlns:p14="http://schemas.microsoft.com/office/powerpoint/2010/main" val="38430396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a:extLst>
              <a:ext uri="{FF2B5EF4-FFF2-40B4-BE49-F238E27FC236}">
                <a16:creationId xmlns:a16="http://schemas.microsoft.com/office/drawing/2014/main" id="{9148E1F3-2048-469C-8AB8-91CC7CD22793}"/>
              </a:ext>
            </a:extLst>
          </p:cNvPr>
          <p:cNvSpPr>
            <a:spLocks noGrp="1"/>
          </p:cNvSpPr>
          <p:nvPr>
            <p:ph type="sldNum" idx="97"/>
          </p:nvPr>
        </p:nvSpPr>
        <p:spPr/>
        <p:txBody>
          <a:bodyPr/>
          <a:lstStyle/>
          <a:p>
            <a:fld id="{4037B1B0-0345-4E15-985A-6BECCDBE474F}" type="slidenum">
              <a:rPr lang="en-US" smtClean="0"/>
              <a:pPr/>
              <a:t>18</a:t>
            </a:fld>
            <a:endParaRPr lang="en-US" dirty="0"/>
          </a:p>
        </p:txBody>
      </p:sp>
      <p:sp>
        <p:nvSpPr>
          <p:cNvPr id="2" name="Title">
            <a:extLst>
              <a:ext uri="{FF2B5EF4-FFF2-40B4-BE49-F238E27FC236}">
                <a16:creationId xmlns:a16="http://schemas.microsoft.com/office/drawing/2014/main" id="{A172A253-7951-4FDC-8FD5-1D1FB8851F09}"/>
              </a:ext>
            </a:extLst>
          </p:cNvPr>
          <p:cNvSpPr>
            <a:spLocks noGrp="1"/>
          </p:cNvSpPr>
          <p:nvPr>
            <p:ph type="title" idx="1"/>
          </p:nvPr>
        </p:nvSpPr>
        <p:spPr/>
        <p:txBody>
          <a:bodyPr/>
          <a:lstStyle/>
          <a:p>
            <a:r>
              <a:rPr lang="en-US" dirty="0"/>
              <a:t>Federating users</a:t>
            </a:r>
            <a:endParaRPr lang="en-US" dirty="0">
              <a:solidFill>
                <a:srgbClr val="FF0000"/>
              </a:solidFill>
            </a:endParaRPr>
          </a:p>
        </p:txBody>
      </p:sp>
      <p:sp>
        <p:nvSpPr>
          <p:cNvPr id="3" name="Subtitle 2">
            <a:extLst>
              <a:ext uri="{FF2B5EF4-FFF2-40B4-BE49-F238E27FC236}">
                <a16:creationId xmlns:a16="http://schemas.microsoft.com/office/drawing/2014/main" id="{1FA371E5-44E3-4505-9B6C-F5E806BC0FB0}"/>
              </a:ext>
            </a:extLst>
          </p:cNvPr>
          <p:cNvSpPr>
            <a:spLocks noGrp="1"/>
          </p:cNvSpPr>
          <p:nvPr>
            <p:ph type="subTitle" idx="2"/>
          </p:nvPr>
        </p:nvSpPr>
        <p:spPr/>
        <p:txBody>
          <a:bodyPr/>
          <a:lstStyle/>
          <a:p>
            <a:r>
              <a:rPr lang="en-US" dirty="0"/>
              <a:t>Securing User, Application, and Data Access</a:t>
            </a:r>
          </a:p>
        </p:txBody>
      </p:sp>
    </p:spTree>
    <p:custDataLst>
      <p:tags r:id="rId1"/>
    </p:custDataLst>
    <p:extLst>
      <p:ext uri="{BB962C8B-B14F-4D97-AF65-F5344CB8AC3E}">
        <p14:creationId xmlns:p14="http://schemas.microsoft.com/office/powerpoint/2010/main" val="24329932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36E08203-91C4-4951-9DDB-99DF9E8E9B0E}"/>
              </a:ext>
            </a:extLst>
          </p:cNvPr>
          <p:cNvSpPr>
            <a:spLocks noGrp="1"/>
          </p:cNvSpPr>
          <p:nvPr>
            <p:ph type="sldNum" idx="97"/>
          </p:nvPr>
        </p:nvSpPr>
        <p:spPr/>
        <p:txBody>
          <a:bodyPr/>
          <a:lstStyle/>
          <a:p>
            <a:fld id="{4037B1B0-0345-4E15-985A-6BECCDBE474F}" type="slidenum">
              <a:rPr lang="en-US" smtClean="0"/>
              <a:pPr/>
              <a:t>19</a:t>
            </a:fld>
            <a:endParaRPr lang="en-US" dirty="0"/>
          </a:p>
        </p:txBody>
      </p:sp>
      <p:sp>
        <p:nvSpPr>
          <p:cNvPr id="5" name="Title">
            <a:extLst>
              <a:ext uri="{FF2B5EF4-FFF2-40B4-BE49-F238E27FC236}">
                <a16:creationId xmlns:a16="http://schemas.microsoft.com/office/drawing/2014/main" id="{76A8943B-9289-433D-B06F-846B5E554074}"/>
              </a:ext>
            </a:extLst>
          </p:cNvPr>
          <p:cNvSpPr>
            <a:spLocks noGrp="1"/>
          </p:cNvSpPr>
          <p:nvPr>
            <p:ph type="title" idx="1"/>
          </p:nvPr>
        </p:nvSpPr>
        <p:spPr/>
        <p:txBody>
          <a:bodyPr>
            <a:normAutofit/>
          </a:bodyPr>
          <a:lstStyle/>
          <a:p>
            <a:r>
              <a:rPr lang="en-US" dirty="0"/>
              <a:t>Identity federation</a:t>
            </a:r>
          </a:p>
        </p:txBody>
      </p:sp>
      <p:sp>
        <p:nvSpPr>
          <p:cNvPr id="8" name="Text Placeholder 7">
            <a:extLst>
              <a:ext uri="{FF2B5EF4-FFF2-40B4-BE49-F238E27FC236}">
                <a16:creationId xmlns:a16="http://schemas.microsoft.com/office/drawing/2014/main" id="{4FFCA636-3C5E-4424-A6A8-EC6F85A8DD96}"/>
              </a:ext>
            </a:extLst>
          </p:cNvPr>
          <p:cNvSpPr>
            <a:spLocks noGrp="1"/>
          </p:cNvSpPr>
          <p:nvPr>
            <p:ph type="body" idx="12"/>
          </p:nvPr>
        </p:nvSpPr>
        <p:spPr>
          <a:xfrm>
            <a:off x="365760" y="1053311"/>
            <a:ext cx="11460480" cy="948910"/>
          </a:xfrm>
        </p:spPr>
        <p:txBody>
          <a:bodyPr/>
          <a:lstStyle/>
          <a:p>
            <a:r>
              <a:rPr lang="en-US" dirty="0"/>
              <a:t>A system of trust between two parties to authenticate users and convey information that’s needed to authorize access to resources</a:t>
            </a:r>
          </a:p>
        </p:txBody>
      </p:sp>
      <p:sp>
        <p:nvSpPr>
          <p:cNvPr id="6" name="Content Placeholder 5">
            <a:extLst>
              <a:ext uri="{FF2B5EF4-FFF2-40B4-BE49-F238E27FC236}">
                <a16:creationId xmlns:a16="http://schemas.microsoft.com/office/drawing/2014/main" id="{51135FF6-26F7-4F94-AE1E-6C3B7913FA47}"/>
              </a:ext>
            </a:extLst>
          </p:cNvPr>
          <p:cNvSpPr>
            <a:spLocks noGrp="1"/>
          </p:cNvSpPr>
          <p:nvPr>
            <p:ph idx="2"/>
          </p:nvPr>
        </p:nvSpPr>
        <p:spPr>
          <a:xfrm>
            <a:off x="365760" y="2147454"/>
            <a:ext cx="6098102" cy="4289921"/>
          </a:xfrm>
        </p:spPr>
        <p:txBody>
          <a:bodyPr/>
          <a:lstStyle/>
          <a:p>
            <a:r>
              <a:rPr lang="en-US" dirty="0"/>
              <a:t>Identity provider (IdP) is responsible for user authentication.</a:t>
            </a:r>
          </a:p>
          <a:p>
            <a:r>
              <a:rPr lang="en-US" dirty="0"/>
              <a:t>Examples:</a:t>
            </a:r>
          </a:p>
          <a:p>
            <a:pPr lvl="1"/>
            <a:r>
              <a:rPr lang="en-US" dirty="0"/>
              <a:t>OpenID connect (OIDC) IdPs like Login with Amazon, Facebook, and Google</a:t>
            </a:r>
          </a:p>
          <a:p>
            <a:pPr lvl="1"/>
            <a:r>
              <a:rPr lang="en-US" dirty="0"/>
              <a:t>Security Assertion Markup Language (SAML) IdPs like Shibboleth or Active Directory Federation Services</a:t>
            </a:r>
          </a:p>
        </p:txBody>
      </p:sp>
      <p:sp>
        <p:nvSpPr>
          <p:cNvPr id="9" name="Text Placeholder 8">
            <a:extLst>
              <a:ext uri="{FF2B5EF4-FFF2-40B4-BE49-F238E27FC236}">
                <a16:creationId xmlns:a16="http://schemas.microsoft.com/office/drawing/2014/main" id="{45168364-5911-4614-BE55-05782DCF8F7A}"/>
              </a:ext>
            </a:extLst>
          </p:cNvPr>
          <p:cNvSpPr>
            <a:spLocks noGrp="1"/>
          </p:cNvSpPr>
          <p:nvPr>
            <p:ph idx="3"/>
          </p:nvPr>
        </p:nvSpPr>
        <p:spPr>
          <a:xfrm>
            <a:off x="6589986" y="2147454"/>
            <a:ext cx="5242350" cy="4289921"/>
          </a:xfrm>
        </p:spPr>
        <p:txBody>
          <a:bodyPr/>
          <a:lstStyle/>
          <a:p>
            <a:r>
              <a:rPr lang="en-US" dirty="0"/>
              <a:t>Service provider (SP) is responsible for controlling access to its resources.</a:t>
            </a:r>
          </a:p>
          <a:p>
            <a:r>
              <a:rPr lang="en-US" dirty="0"/>
              <a:t>Examples</a:t>
            </a:r>
          </a:p>
          <a:p>
            <a:pPr lvl="1"/>
            <a:r>
              <a:rPr lang="en-US" dirty="0"/>
              <a:t>AWS services </a:t>
            </a:r>
          </a:p>
          <a:p>
            <a:pPr lvl="1"/>
            <a:r>
              <a:rPr lang="en-US" dirty="0"/>
              <a:t>Social media platforms</a:t>
            </a:r>
          </a:p>
          <a:p>
            <a:pPr lvl="1"/>
            <a:r>
              <a:rPr lang="en-US" dirty="0"/>
              <a:t>Online bank</a:t>
            </a:r>
          </a:p>
        </p:txBody>
      </p:sp>
    </p:spTree>
    <p:custDataLst>
      <p:tags r:id="rId1"/>
    </p:custDataLst>
    <p:extLst>
      <p:ext uri="{BB962C8B-B14F-4D97-AF65-F5344CB8AC3E}">
        <p14:creationId xmlns:p14="http://schemas.microsoft.com/office/powerpoint/2010/main" val="15204239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F152FD85-B3BB-4A1E-972F-4287A00E97A8}"/>
              </a:ext>
            </a:extLst>
          </p:cNvPr>
          <p:cNvSpPr>
            <a:spLocks noGrp="1"/>
          </p:cNvSpPr>
          <p:nvPr>
            <p:ph type="sldNum" idx="97"/>
          </p:nvPr>
        </p:nvSpPr>
        <p:spPr/>
        <p:txBody>
          <a:bodyPr/>
          <a:lstStyle/>
          <a:p>
            <a:fld id="{4037B1B0-0345-4E15-985A-6BECCDBE474F}" type="slidenum">
              <a:rPr lang="en-US" smtClean="0"/>
              <a:pPr/>
              <a:t>20</a:t>
            </a:fld>
            <a:endParaRPr lang="en-US" dirty="0"/>
          </a:p>
        </p:txBody>
      </p:sp>
      <p:sp>
        <p:nvSpPr>
          <p:cNvPr id="5" name="Title">
            <a:extLst>
              <a:ext uri="{FF2B5EF4-FFF2-40B4-BE49-F238E27FC236}">
                <a16:creationId xmlns:a16="http://schemas.microsoft.com/office/drawing/2014/main" id="{61B2852F-3CB2-4FA5-90C3-56B685DDF97F}"/>
              </a:ext>
            </a:extLst>
          </p:cNvPr>
          <p:cNvSpPr>
            <a:spLocks noGrp="1"/>
          </p:cNvSpPr>
          <p:nvPr>
            <p:ph type="title" idx="1"/>
          </p:nvPr>
        </p:nvSpPr>
        <p:spPr/>
        <p:txBody>
          <a:bodyPr>
            <a:normAutofit/>
          </a:bodyPr>
          <a:lstStyle/>
          <a:p>
            <a:r>
              <a:rPr lang="en-US" dirty="0"/>
              <a:t>AWS services that support identity federation</a:t>
            </a:r>
          </a:p>
        </p:txBody>
      </p:sp>
      <p:sp>
        <p:nvSpPr>
          <p:cNvPr id="6" name="Content Placeholder 5">
            <a:extLst>
              <a:ext uri="{FF2B5EF4-FFF2-40B4-BE49-F238E27FC236}">
                <a16:creationId xmlns:a16="http://schemas.microsoft.com/office/drawing/2014/main" id="{48908B4A-FEAA-4A96-A1A6-D4C4377E509F}"/>
              </a:ext>
            </a:extLst>
          </p:cNvPr>
          <p:cNvSpPr>
            <a:spLocks noGrp="1"/>
          </p:cNvSpPr>
          <p:nvPr>
            <p:ph idx="2"/>
          </p:nvPr>
        </p:nvSpPr>
        <p:spPr>
          <a:xfrm>
            <a:off x="1384952" y="1097280"/>
            <a:ext cx="10260296" cy="5330952"/>
          </a:xfrm>
        </p:spPr>
        <p:txBody>
          <a:bodyPr/>
          <a:lstStyle/>
          <a:p>
            <a:pPr>
              <a:spcAft>
                <a:spcPts val="4800"/>
              </a:spcAft>
            </a:pPr>
            <a:r>
              <a:rPr lang="en-US" dirty="0"/>
              <a:t>AWS Identity and Access Management (IAM) </a:t>
            </a:r>
          </a:p>
          <a:p>
            <a:pPr>
              <a:spcAft>
                <a:spcPts val="4800"/>
              </a:spcAft>
            </a:pPr>
            <a:r>
              <a:rPr lang="en-US" dirty="0">
                <a:cs typeface="Arial" panose="020B0604020202020204" pitchFamily="34" charset="0"/>
              </a:rPr>
              <a:t>AWS IAM Identity Center (successor to AWS Single Sign-On)</a:t>
            </a:r>
            <a:endParaRPr lang="en-US" dirty="0"/>
          </a:p>
          <a:p>
            <a:pPr>
              <a:spcAft>
                <a:spcPts val="4800"/>
              </a:spcAft>
            </a:pPr>
            <a:r>
              <a:rPr lang="en-US" dirty="0"/>
              <a:t>AWS Security Token Service (AWS STS)</a:t>
            </a:r>
          </a:p>
          <a:p>
            <a:pPr>
              <a:spcAft>
                <a:spcPts val="4800"/>
              </a:spcAft>
            </a:pPr>
            <a:r>
              <a:rPr lang="en-US" dirty="0"/>
              <a:t>Amazon Cognito</a:t>
            </a:r>
          </a:p>
          <a:p>
            <a:pPr>
              <a:spcAft>
                <a:spcPts val="3600"/>
              </a:spcAft>
            </a:pPr>
            <a:endParaRPr lang="en-US" altLang="en-US" dirty="0">
              <a:ea typeface="Amazon Ember" panose="020B0603020204020204" pitchFamily="34" charset="0"/>
              <a:cs typeface="Arial" panose="020B0604020202020204" pitchFamily="34" charset="0"/>
            </a:endParaRPr>
          </a:p>
        </p:txBody>
      </p:sp>
      <p:pic>
        <p:nvPicPr>
          <p:cNvPr id="15" name="Graphic 19">
            <a:extLst>
              <a:ext uri="{FF2B5EF4-FFF2-40B4-BE49-F238E27FC236}">
                <a16:creationId xmlns:a16="http://schemas.microsoft.com/office/drawing/2014/main" id="{FC44632F-C6B6-4D42-A610-B5077184F31F}"/>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6752" y="1225688"/>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Graphic 6">
            <a:extLst>
              <a:ext uri="{FF2B5EF4-FFF2-40B4-BE49-F238E27FC236}">
                <a16:creationId xmlns:a16="http://schemas.microsoft.com/office/drawing/2014/main" id="{A9054063-C753-43C7-A224-0D24E1BF7E15}"/>
              </a:ext>
              <a:ext uri="{C183D7F6-B498-43B3-948B-1728B52AA6E4}">
                <adec:decorative xmlns:adec="http://schemas.microsoft.com/office/drawing/2017/decorative" val="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6752" y="2228088"/>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Placeholder 18">
            <a:extLst>
              <a:ext uri="{FF2B5EF4-FFF2-40B4-BE49-F238E27FC236}">
                <a16:creationId xmlns:a16="http://schemas.microsoft.com/office/drawing/2014/main" id="{95F40F22-150E-4149-B796-A9985A9AE869}"/>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a:off x="470552" y="3217755"/>
            <a:ext cx="914400" cy="914400"/>
          </a:xfrm>
          <a:prstGeom prst="rect">
            <a:avLst/>
          </a:prstGeom>
        </p:spPr>
      </p:pic>
      <p:pic>
        <p:nvPicPr>
          <p:cNvPr id="10" name="Graphic 17">
            <a:extLst>
              <a:ext uri="{FF2B5EF4-FFF2-40B4-BE49-F238E27FC236}">
                <a16:creationId xmlns:a16="http://schemas.microsoft.com/office/drawing/2014/main" id="{880F6437-E28E-4B4A-8CA5-7F08145D5D0D}"/>
              </a:ext>
              <a:ext uri="{C183D7F6-B498-43B3-948B-1728B52AA6E4}">
                <adec:decorative xmlns:adec="http://schemas.microsoft.com/office/drawing/2017/decorative" val="1"/>
              </a:ext>
            </a:extLst>
          </p:cNvPr>
          <p:cNvPicPr>
            <a:picLocks noChangeAspect="1" noChangeArrowheads="1"/>
          </p:cNvPicPr>
          <p:nvPr/>
        </p:nvPicPr>
        <p:blipFill>
          <a:blip r:embed="rId8">
            <a:extLst>
              <a:ext uri="{96DAC541-7B7A-43D3-8B79-37D633B846F1}">
                <asvg:svgBlip xmlns:asvg="http://schemas.microsoft.com/office/drawing/2016/SVG/main" r:embed="rId9"/>
              </a:ext>
            </a:extLst>
          </a:blip>
          <a:srcRect/>
          <a:stretch/>
        </p:blipFill>
        <p:spPr bwMode="auto">
          <a:xfrm>
            <a:off x="546752" y="4251960"/>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7014916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A21DD4CC-01FF-4BFF-827F-379512B1B769}"/>
              </a:ext>
            </a:extLst>
          </p:cNvPr>
          <p:cNvSpPr>
            <a:spLocks noGrp="1"/>
          </p:cNvSpPr>
          <p:nvPr>
            <p:ph type="sldNum" idx="97"/>
          </p:nvPr>
        </p:nvSpPr>
        <p:spPr/>
        <p:txBody>
          <a:bodyPr/>
          <a:lstStyle/>
          <a:p>
            <a:fld id="{930176A1-BCF0-4712-97A6-6B495F55390B}" type="slidenum">
              <a:rPr lang="en-US" smtClean="0"/>
              <a:pPr/>
              <a:t>21</a:t>
            </a:fld>
            <a:endParaRPr lang="en-US" dirty="0"/>
          </a:p>
        </p:txBody>
      </p:sp>
      <p:sp>
        <p:nvSpPr>
          <p:cNvPr id="4" name="Title">
            <a:extLst>
              <a:ext uri="{FF2B5EF4-FFF2-40B4-BE49-F238E27FC236}">
                <a16:creationId xmlns:a16="http://schemas.microsoft.com/office/drawing/2014/main" id="{185385AE-B784-4E69-9861-B3CC47DCD307}"/>
              </a:ext>
            </a:extLst>
          </p:cNvPr>
          <p:cNvSpPr>
            <a:spLocks noGrp="1"/>
          </p:cNvSpPr>
          <p:nvPr>
            <p:ph type="title" idx="1"/>
          </p:nvPr>
        </p:nvSpPr>
        <p:spPr/>
        <p:txBody>
          <a:bodyPr/>
          <a:lstStyle/>
          <a:p>
            <a:r>
              <a:rPr lang="en-US" dirty="0"/>
              <a:t>Workforce identity federation</a:t>
            </a:r>
          </a:p>
        </p:txBody>
      </p:sp>
      <p:grpSp>
        <p:nvGrpSpPr>
          <p:cNvPr id="2" name="Flatten IdentityFedGroup" descr="Diagram of workforce identity federation. See notes for additional details. ">
            <a:extLst>
              <a:ext uri="{FF2B5EF4-FFF2-40B4-BE49-F238E27FC236}">
                <a16:creationId xmlns:a16="http://schemas.microsoft.com/office/drawing/2014/main" id="{8AABC60D-7438-4299-A3B3-730C73C8B3CD}"/>
              </a:ext>
            </a:extLst>
          </p:cNvPr>
          <p:cNvGrpSpPr/>
          <p:nvPr/>
        </p:nvGrpSpPr>
        <p:grpSpPr>
          <a:xfrm>
            <a:off x="1117497" y="1356782"/>
            <a:ext cx="10051642" cy="5030955"/>
            <a:chOff x="424771" y="1356782"/>
            <a:chExt cx="10051642" cy="5030955"/>
          </a:xfrm>
        </p:grpSpPr>
        <p:sp>
          <p:nvSpPr>
            <p:cNvPr id="20" name="Rectangle: Rounded Corners 19" descr="&#10;&#10;">
              <a:extLst>
                <a:ext uri="{FF2B5EF4-FFF2-40B4-BE49-F238E27FC236}">
                  <a16:creationId xmlns:a16="http://schemas.microsoft.com/office/drawing/2014/main" id="{D5681A1D-2812-452A-9CA8-898FEE0F83F2}"/>
                </a:ext>
              </a:extLst>
            </p:cNvPr>
            <p:cNvSpPr/>
            <p:nvPr/>
          </p:nvSpPr>
          <p:spPr>
            <a:xfrm>
              <a:off x="6283235" y="1397726"/>
              <a:ext cx="4193178" cy="4990011"/>
            </a:xfrm>
            <a:prstGeom prst="roundRect">
              <a:avLst>
                <a:gd name="adj" fmla="val 9434"/>
              </a:avLst>
            </a:prstGeom>
            <a:solidFill>
              <a:srgbClr val="E6E6E6"/>
            </a:solidFill>
            <a:ln w="38100">
              <a:solidFill>
                <a:srgbClr val="0052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Rounded Corners 22">
              <a:extLst>
                <a:ext uri="{FF2B5EF4-FFF2-40B4-BE49-F238E27FC236}">
                  <a16:creationId xmlns:a16="http://schemas.microsoft.com/office/drawing/2014/main" id="{CB56DA48-7DE0-4DF6-A370-D3B757CDCF1B}"/>
                </a:ext>
              </a:extLst>
            </p:cNvPr>
            <p:cNvSpPr/>
            <p:nvPr/>
          </p:nvSpPr>
          <p:spPr>
            <a:xfrm>
              <a:off x="424771" y="1356782"/>
              <a:ext cx="4193178" cy="4990011"/>
            </a:xfrm>
            <a:prstGeom prst="roundRect">
              <a:avLst>
                <a:gd name="adj" fmla="val 9434"/>
              </a:avLst>
            </a:prstGeom>
            <a:solidFill>
              <a:srgbClr val="E6E6E6"/>
            </a:solidFill>
            <a:ln w="38100">
              <a:solidFill>
                <a:srgbClr val="0052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Rounded Corners 21">
              <a:extLst>
                <a:ext uri="{FF2B5EF4-FFF2-40B4-BE49-F238E27FC236}">
                  <a16:creationId xmlns:a16="http://schemas.microsoft.com/office/drawing/2014/main" id="{63037CFD-5451-4B0C-BC5F-D936537AABE7}"/>
                </a:ext>
              </a:extLst>
            </p:cNvPr>
            <p:cNvSpPr/>
            <p:nvPr/>
          </p:nvSpPr>
          <p:spPr>
            <a:xfrm>
              <a:off x="646840" y="1888004"/>
              <a:ext cx="3709851" cy="4153988"/>
            </a:xfrm>
            <a:prstGeom prst="roundRect">
              <a:avLst>
                <a:gd name="adj" fmla="val 9434"/>
              </a:avLst>
            </a:prstGeom>
            <a:solidFill>
              <a:schemeClr val="bg1"/>
            </a:solidFill>
            <a:ln w="12700">
              <a:solidFill>
                <a:srgbClr val="0052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User</a:t>
              </a:r>
            </a:p>
          </p:txBody>
        </p:sp>
        <p:sp>
          <p:nvSpPr>
            <p:cNvPr id="19" name="Rectangle: Rounded Corners 18">
              <a:extLst>
                <a:ext uri="{FF2B5EF4-FFF2-40B4-BE49-F238E27FC236}">
                  <a16:creationId xmlns:a16="http://schemas.microsoft.com/office/drawing/2014/main" id="{0EBC5068-A9F3-4CF9-BC36-89E42CF0B669}"/>
                </a:ext>
              </a:extLst>
            </p:cNvPr>
            <p:cNvSpPr/>
            <p:nvPr/>
          </p:nvSpPr>
          <p:spPr>
            <a:xfrm>
              <a:off x="6505303" y="1946366"/>
              <a:ext cx="3709851" cy="4153988"/>
            </a:xfrm>
            <a:prstGeom prst="roundRect">
              <a:avLst>
                <a:gd name="adj" fmla="val 9434"/>
              </a:avLst>
            </a:prstGeom>
            <a:solidFill>
              <a:schemeClr val="bg1"/>
            </a:solidFill>
            <a:ln>
              <a:solidFill>
                <a:srgbClr val="0052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oup graphic">
              <a:extLst>
                <a:ext uri="{FF2B5EF4-FFF2-40B4-BE49-F238E27FC236}">
                  <a16:creationId xmlns:a16="http://schemas.microsoft.com/office/drawing/2014/main" id="{5DE6090C-E7E9-4F73-992E-DD860B657267}"/>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818689" y="3254991"/>
              <a:ext cx="978673" cy="950976"/>
            </a:xfrm>
            <a:prstGeom prst="rect">
              <a:avLst/>
            </a:prstGeom>
          </p:spPr>
        </p:pic>
        <p:pic>
          <p:nvPicPr>
            <p:cNvPr id="12" name="Graphic 11">
              <a:extLst>
                <a:ext uri="{FF2B5EF4-FFF2-40B4-BE49-F238E27FC236}">
                  <a16:creationId xmlns:a16="http://schemas.microsoft.com/office/drawing/2014/main" id="{51606EF0-1408-49C5-BCBA-18EB13175344}"/>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984207" y="4765594"/>
              <a:ext cx="548640" cy="548640"/>
            </a:xfrm>
            <a:prstGeom prst="rect">
              <a:avLst/>
            </a:prstGeom>
          </p:spPr>
        </p:pic>
        <p:pic>
          <p:nvPicPr>
            <p:cNvPr id="13" name="Graphic 12">
              <a:extLst>
                <a:ext uri="{FF2B5EF4-FFF2-40B4-BE49-F238E27FC236}">
                  <a16:creationId xmlns:a16="http://schemas.microsoft.com/office/drawing/2014/main" id="{17E2C999-5C24-426B-ABD9-87C3A396AB02}"/>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109694" y="4765594"/>
              <a:ext cx="548640" cy="548640"/>
            </a:xfrm>
            <a:prstGeom prst="rect">
              <a:avLst/>
            </a:prstGeom>
          </p:spPr>
        </p:pic>
        <p:pic>
          <p:nvPicPr>
            <p:cNvPr id="14" name="Graphic 13">
              <a:extLst>
                <a:ext uri="{FF2B5EF4-FFF2-40B4-BE49-F238E27FC236}">
                  <a16:creationId xmlns:a16="http://schemas.microsoft.com/office/drawing/2014/main" id="{09E1FB97-06EB-4392-AA09-09F6DC5C365D}"/>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235182" y="4765594"/>
              <a:ext cx="548640" cy="548640"/>
            </a:xfrm>
            <a:prstGeom prst="rect">
              <a:avLst/>
            </a:prstGeom>
          </p:spPr>
        </p:pic>
        <p:sp>
          <p:nvSpPr>
            <p:cNvPr id="15" name="TextBox 14">
              <a:extLst>
                <a:ext uri="{FF2B5EF4-FFF2-40B4-BE49-F238E27FC236}">
                  <a16:creationId xmlns:a16="http://schemas.microsoft.com/office/drawing/2014/main" id="{1689B47A-15A3-48E1-BC51-ED76A821FD85}"/>
                </a:ext>
              </a:extLst>
            </p:cNvPr>
            <p:cNvSpPr txBox="1"/>
            <p:nvPr/>
          </p:nvSpPr>
          <p:spPr>
            <a:xfrm>
              <a:off x="7586908" y="4386507"/>
              <a:ext cx="1728358" cy="369332"/>
            </a:xfrm>
            <a:prstGeom prst="rect">
              <a:avLst/>
            </a:prstGeom>
            <a:noFill/>
          </p:spPr>
          <p:txBody>
            <a:bodyPr wrap="none" rtlCol="0">
              <a:spAutoFit/>
            </a:bodyPr>
            <a:lstStyle/>
            <a:p>
              <a:r>
                <a:rPr lang="en-US" dirty="0"/>
                <a:t>AWS resources</a:t>
              </a:r>
            </a:p>
          </p:txBody>
        </p:sp>
        <p:sp>
          <p:nvSpPr>
            <p:cNvPr id="16" name="TextBox 12">
              <a:extLst>
                <a:ext uri="{FF2B5EF4-FFF2-40B4-BE49-F238E27FC236}">
                  <a16:creationId xmlns:a16="http://schemas.microsoft.com/office/drawing/2014/main" id="{C35B6091-8E0B-4765-A399-0D42BCDE0731}"/>
                </a:ext>
              </a:extLst>
            </p:cNvPr>
            <p:cNvSpPr txBox="1">
              <a:spLocks noChangeArrowheads="1"/>
            </p:cNvSpPr>
            <p:nvPr/>
          </p:nvSpPr>
          <p:spPr bwMode="auto">
            <a:xfrm>
              <a:off x="6639053" y="5386459"/>
              <a:ext cx="122437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mn-lt"/>
                  <a:ea typeface="Amazon Ember" panose="020B0603020204020204" pitchFamily="34" charset="0"/>
                  <a:cs typeface="Arial" panose="020B0604020202020204" pitchFamily="34" charset="0"/>
                </a:rPr>
                <a:t>Amazon DynamoDB</a:t>
              </a:r>
            </a:p>
          </p:txBody>
        </p:sp>
        <p:sp>
          <p:nvSpPr>
            <p:cNvPr id="17" name="Rectangle 16">
              <a:extLst>
                <a:ext uri="{FF2B5EF4-FFF2-40B4-BE49-F238E27FC236}">
                  <a16:creationId xmlns:a16="http://schemas.microsoft.com/office/drawing/2014/main" id="{A5AB27AF-E4B2-4F9E-BC46-668E020E4C58}"/>
                </a:ext>
              </a:extLst>
            </p:cNvPr>
            <p:cNvSpPr/>
            <p:nvPr/>
          </p:nvSpPr>
          <p:spPr>
            <a:xfrm>
              <a:off x="7925765" y="5386459"/>
              <a:ext cx="957537" cy="584775"/>
            </a:xfrm>
            <a:prstGeom prst="rect">
              <a:avLst/>
            </a:prstGeom>
          </p:spPr>
          <p:txBody>
            <a:bodyPr wrap="square">
              <a:spAutoFit/>
            </a:bodyPr>
            <a:lstStyle/>
            <a:p>
              <a:pPr algn="ctr"/>
              <a:r>
                <a:rPr lang="en-US" altLang="en-US" sz="1600" dirty="0">
                  <a:ea typeface="Amazon Ember" panose="020B0603020204020204" pitchFamily="34" charset="0"/>
                  <a:cs typeface="Arial" panose="020B0604020202020204" pitchFamily="34" charset="0"/>
                </a:rPr>
                <a:t>Amazon </a:t>
              </a:r>
            </a:p>
            <a:p>
              <a:pPr algn="ctr"/>
              <a:r>
                <a:rPr lang="en-US" altLang="en-US" sz="1600" dirty="0">
                  <a:ea typeface="Amazon Ember" panose="020B0603020204020204" pitchFamily="34" charset="0"/>
                  <a:cs typeface="Arial" panose="020B0604020202020204" pitchFamily="34" charset="0"/>
                </a:rPr>
                <a:t>EC2</a:t>
              </a:r>
              <a:endParaRPr lang="en-US" sz="1600" dirty="0"/>
            </a:p>
          </p:txBody>
        </p:sp>
        <p:sp>
          <p:nvSpPr>
            <p:cNvPr id="18" name="Rectangle 17">
              <a:extLst>
                <a:ext uri="{FF2B5EF4-FFF2-40B4-BE49-F238E27FC236}">
                  <a16:creationId xmlns:a16="http://schemas.microsoft.com/office/drawing/2014/main" id="{7211020E-F008-4A96-8810-72B7D0A7D6EA}"/>
                </a:ext>
              </a:extLst>
            </p:cNvPr>
            <p:cNvSpPr/>
            <p:nvPr/>
          </p:nvSpPr>
          <p:spPr>
            <a:xfrm>
              <a:off x="9037079" y="5386459"/>
              <a:ext cx="997389" cy="584775"/>
            </a:xfrm>
            <a:prstGeom prst="rect">
              <a:avLst/>
            </a:prstGeom>
          </p:spPr>
          <p:txBody>
            <a:bodyPr wrap="none">
              <a:spAutoFit/>
            </a:bodyPr>
            <a:lstStyle/>
            <a:p>
              <a:r>
                <a:rPr lang="en-US" altLang="en-US" sz="1600" dirty="0">
                  <a:ea typeface="Amazon Ember" panose="020B0603020204020204" pitchFamily="34" charset="0"/>
                  <a:cs typeface="Arial" panose="020B0604020202020204" pitchFamily="34" charset="0"/>
                </a:rPr>
                <a:t>Amazon </a:t>
              </a:r>
            </a:p>
            <a:p>
              <a:pPr algn="ctr"/>
              <a:r>
                <a:rPr lang="en-US" altLang="en-US" sz="1600" dirty="0">
                  <a:ea typeface="Amazon Ember" panose="020B0603020204020204" pitchFamily="34" charset="0"/>
                  <a:cs typeface="Arial" panose="020B0604020202020204" pitchFamily="34" charset="0"/>
                </a:rPr>
                <a:t>S3</a:t>
              </a:r>
              <a:endParaRPr lang="en-US" sz="1600" dirty="0"/>
            </a:p>
          </p:txBody>
        </p:sp>
        <p:sp>
          <p:nvSpPr>
            <p:cNvPr id="21" name="TextBox 20">
              <a:extLst>
                <a:ext uri="{FF2B5EF4-FFF2-40B4-BE49-F238E27FC236}">
                  <a16:creationId xmlns:a16="http://schemas.microsoft.com/office/drawing/2014/main" id="{92C0B965-5A5B-4C5E-BF2F-8E25B9686E19}"/>
                </a:ext>
              </a:extLst>
            </p:cNvPr>
            <p:cNvSpPr txBox="1"/>
            <p:nvPr/>
          </p:nvSpPr>
          <p:spPr>
            <a:xfrm>
              <a:off x="7511143" y="1496118"/>
              <a:ext cx="1749197" cy="400110"/>
            </a:xfrm>
            <a:prstGeom prst="rect">
              <a:avLst/>
            </a:prstGeom>
            <a:noFill/>
          </p:spPr>
          <p:txBody>
            <a:bodyPr wrap="none" rtlCol="0">
              <a:spAutoFit/>
            </a:bodyPr>
            <a:lstStyle/>
            <a:p>
              <a:r>
                <a:rPr lang="en-US" sz="2000" dirty="0"/>
                <a:t>AWS Account</a:t>
              </a:r>
            </a:p>
          </p:txBody>
        </p:sp>
        <p:sp>
          <p:nvSpPr>
            <p:cNvPr id="24" name="TextBox 23">
              <a:extLst>
                <a:ext uri="{FF2B5EF4-FFF2-40B4-BE49-F238E27FC236}">
                  <a16:creationId xmlns:a16="http://schemas.microsoft.com/office/drawing/2014/main" id="{82DA3F2F-E4F8-49C5-A21C-5F2191FAF934}"/>
                </a:ext>
              </a:extLst>
            </p:cNvPr>
            <p:cNvSpPr txBox="1"/>
            <p:nvPr/>
          </p:nvSpPr>
          <p:spPr>
            <a:xfrm>
              <a:off x="1286919" y="1496118"/>
              <a:ext cx="2624436" cy="400110"/>
            </a:xfrm>
            <a:prstGeom prst="rect">
              <a:avLst/>
            </a:prstGeom>
            <a:noFill/>
          </p:spPr>
          <p:txBody>
            <a:bodyPr wrap="none" rtlCol="0">
              <a:spAutoFit/>
            </a:bodyPr>
            <a:lstStyle/>
            <a:p>
              <a:r>
                <a:rPr lang="en-US" sz="2000" dirty="0"/>
                <a:t>Outside organization</a:t>
              </a:r>
            </a:p>
          </p:txBody>
        </p:sp>
        <p:cxnSp>
          <p:nvCxnSpPr>
            <p:cNvPr id="26" name="Straight Arrow Connector 25">
              <a:extLst>
                <a:ext uri="{FF2B5EF4-FFF2-40B4-BE49-F238E27FC236}">
                  <a16:creationId xmlns:a16="http://schemas.microsoft.com/office/drawing/2014/main" id="{AF4B6E98-63D5-4536-ACDA-F0A1545A9E02}"/>
                </a:ext>
              </a:extLst>
            </p:cNvPr>
            <p:cNvCxnSpPr/>
            <p:nvPr/>
          </p:nvCxnSpPr>
          <p:spPr>
            <a:xfrm flipH="1">
              <a:off x="1910687" y="3521122"/>
              <a:ext cx="736979" cy="0"/>
            </a:xfrm>
            <a:prstGeom prst="straightConnector1">
              <a:avLst/>
            </a:prstGeom>
            <a:ln w="38100">
              <a:solidFill>
                <a:srgbClr val="005276"/>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7811BFAA-81BA-4560-A58C-EF11A70B4B71}"/>
                </a:ext>
              </a:extLst>
            </p:cNvPr>
            <p:cNvCxnSpPr>
              <a:cxnSpLocks/>
            </p:cNvCxnSpPr>
            <p:nvPr/>
          </p:nvCxnSpPr>
          <p:spPr>
            <a:xfrm>
              <a:off x="1910687" y="3862316"/>
              <a:ext cx="750626" cy="0"/>
            </a:xfrm>
            <a:prstGeom prst="straightConnector1">
              <a:avLst/>
            </a:prstGeom>
            <a:ln w="38100">
              <a:solidFill>
                <a:srgbClr val="005276"/>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054CF444-892A-4351-B020-B7F0919B0FEA}"/>
                </a:ext>
              </a:extLst>
            </p:cNvPr>
            <p:cNvCxnSpPr>
              <a:cxnSpLocks/>
            </p:cNvCxnSpPr>
            <p:nvPr/>
          </p:nvCxnSpPr>
          <p:spPr>
            <a:xfrm>
              <a:off x="4059936" y="3163642"/>
              <a:ext cx="3105138" cy="0"/>
            </a:xfrm>
            <a:prstGeom prst="straightConnector1">
              <a:avLst/>
            </a:prstGeom>
            <a:ln w="38100">
              <a:solidFill>
                <a:srgbClr val="005276"/>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52011E05-3713-4E8B-A9DE-F1000739BFE5}"/>
                </a:ext>
              </a:extLst>
            </p:cNvPr>
            <p:cNvCxnSpPr>
              <a:cxnSpLocks/>
            </p:cNvCxnSpPr>
            <p:nvPr/>
          </p:nvCxnSpPr>
          <p:spPr>
            <a:xfrm flipH="1">
              <a:off x="4047286" y="4088423"/>
              <a:ext cx="3184479" cy="0"/>
            </a:xfrm>
            <a:prstGeom prst="straightConnector1">
              <a:avLst/>
            </a:prstGeom>
            <a:ln w="38100">
              <a:solidFill>
                <a:srgbClr val="005276"/>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A1A20D48-24A5-441C-B9E5-E1D92BAF73B9}"/>
                </a:ext>
              </a:extLst>
            </p:cNvPr>
            <p:cNvCxnSpPr>
              <a:cxnSpLocks/>
            </p:cNvCxnSpPr>
            <p:nvPr/>
          </p:nvCxnSpPr>
          <p:spPr>
            <a:xfrm>
              <a:off x="4041648" y="5196430"/>
              <a:ext cx="2893689" cy="0"/>
            </a:xfrm>
            <a:prstGeom prst="straightConnector1">
              <a:avLst/>
            </a:prstGeom>
            <a:ln w="38100">
              <a:solidFill>
                <a:srgbClr val="005276"/>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6A9EDF87-309F-46BD-8E0E-79F2FCFF16B7}"/>
                </a:ext>
              </a:extLst>
            </p:cNvPr>
            <p:cNvSpPr txBox="1"/>
            <p:nvPr/>
          </p:nvSpPr>
          <p:spPr>
            <a:xfrm>
              <a:off x="2958353" y="5199529"/>
              <a:ext cx="655949" cy="369332"/>
            </a:xfrm>
            <a:prstGeom prst="rect">
              <a:avLst/>
            </a:prstGeom>
            <a:noFill/>
          </p:spPr>
          <p:txBody>
            <a:bodyPr wrap="none" rtlCol="0">
              <a:spAutoFit/>
            </a:bodyPr>
            <a:lstStyle/>
            <a:p>
              <a:r>
                <a:rPr lang="en-US" dirty="0"/>
                <a:t>User</a:t>
              </a:r>
            </a:p>
          </p:txBody>
        </p:sp>
        <p:sp>
          <p:nvSpPr>
            <p:cNvPr id="40" name="TextBox 39">
              <a:extLst>
                <a:ext uri="{FF2B5EF4-FFF2-40B4-BE49-F238E27FC236}">
                  <a16:creationId xmlns:a16="http://schemas.microsoft.com/office/drawing/2014/main" id="{71461C7A-F8E3-45CB-837B-F436788C6212}"/>
                </a:ext>
              </a:extLst>
            </p:cNvPr>
            <p:cNvSpPr txBox="1"/>
            <p:nvPr/>
          </p:nvSpPr>
          <p:spPr>
            <a:xfrm>
              <a:off x="717177" y="4285128"/>
              <a:ext cx="1120820" cy="646331"/>
            </a:xfrm>
            <a:prstGeom prst="rect">
              <a:avLst/>
            </a:prstGeom>
            <a:noFill/>
          </p:spPr>
          <p:txBody>
            <a:bodyPr wrap="none" rtlCol="0">
              <a:spAutoFit/>
            </a:bodyPr>
            <a:lstStyle/>
            <a:p>
              <a:pPr algn="ctr"/>
              <a:r>
                <a:rPr lang="en-US" dirty="0"/>
                <a:t>External</a:t>
              </a:r>
            </a:p>
            <a:p>
              <a:pPr algn="ctr"/>
              <a:r>
                <a:rPr lang="en-US" dirty="0"/>
                <a:t>directory</a:t>
              </a:r>
            </a:p>
          </p:txBody>
        </p:sp>
        <p:pic>
          <p:nvPicPr>
            <p:cNvPr id="34" name="Graphic 33">
              <a:extLst>
                <a:ext uri="{FF2B5EF4-FFF2-40B4-BE49-F238E27FC236}">
                  <a16:creationId xmlns:a16="http://schemas.microsoft.com/office/drawing/2014/main" id="{5F280EF3-6368-441E-9815-89CC87E3BDBA}"/>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907460" y="2697336"/>
              <a:ext cx="2679336" cy="2679336"/>
            </a:xfrm>
            <a:prstGeom prst="rect">
              <a:avLst/>
            </a:prstGeom>
          </p:spPr>
        </p:pic>
        <p:pic>
          <p:nvPicPr>
            <p:cNvPr id="36" name="Graphic 16">
              <a:extLst>
                <a:ext uri="{FF2B5EF4-FFF2-40B4-BE49-F238E27FC236}">
                  <a16:creationId xmlns:a16="http://schemas.microsoft.com/office/drawing/2014/main" id="{CFDED7E5-79C2-4A7F-9A15-3958F797A2CE}"/>
                </a:ext>
              </a:extLst>
            </p:cNvPr>
            <p:cNvPicPr>
              <a:picLocks noChangeAspect="1" noChangeArrowheads="1"/>
            </p:cNvPicPr>
            <p:nvPr/>
          </p:nvPicPr>
          <p:blipFill>
            <a:blip r:embed="rId14">
              <a:extLst>
                <a:ext uri="{96DAC541-7B7A-43D3-8B79-37D633B846F1}">
                  <asvg:svgBlip xmlns:asvg="http://schemas.microsoft.com/office/drawing/2016/SVG/main" r:embed="rId15"/>
                </a:ext>
              </a:extLst>
            </a:blip>
            <a:srcRect/>
            <a:stretch/>
          </p:blipFill>
          <p:spPr bwMode="auto">
            <a:xfrm>
              <a:off x="5491057" y="337291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DA2C19EA-8753-4B46-A101-2A848AC0E787}"/>
                </a:ext>
              </a:extLst>
            </p:cNvPr>
            <p:cNvSpPr txBox="1"/>
            <p:nvPr/>
          </p:nvSpPr>
          <p:spPr>
            <a:xfrm>
              <a:off x="4987434" y="3752542"/>
              <a:ext cx="1361270" cy="369332"/>
            </a:xfrm>
            <a:prstGeom prst="rect">
              <a:avLst/>
            </a:prstGeom>
            <a:noFill/>
          </p:spPr>
          <p:txBody>
            <a:bodyPr wrap="none" rtlCol="0">
              <a:spAutoFit/>
            </a:bodyPr>
            <a:lstStyle/>
            <a:p>
              <a:r>
                <a:rPr lang="en-US" dirty="0"/>
                <a:t>Credentials</a:t>
              </a:r>
            </a:p>
          </p:txBody>
        </p:sp>
        <p:pic>
          <p:nvPicPr>
            <p:cNvPr id="45" name="Graphic 16">
              <a:extLst>
                <a:ext uri="{FF2B5EF4-FFF2-40B4-BE49-F238E27FC236}">
                  <a16:creationId xmlns:a16="http://schemas.microsoft.com/office/drawing/2014/main" id="{5101E7D2-8831-47D5-A04A-5E0DBC0D3FC6}"/>
                </a:ext>
              </a:extLst>
            </p:cNvPr>
            <p:cNvPicPr>
              <a:picLocks noChangeAspect="1" noChangeArrowheads="1"/>
            </p:cNvPicPr>
            <p:nvPr/>
          </p:nvPicPr>
          <p:blipFill>
            <a:blip r:embed="rId14">
              <a:extLst>
                <a:ext uri="{96DAC541-7B7A-43D3-8B79-37D633B846F1}">
                  <asvg:svgBlip xmlns:asvg="http://schemas.microsoft.com/office/drawing/2016/SVG/main" r:embed="rId15"/>
                </a:ext>
              </a:extLst>
            </a:blip>
            <a:srcRect/>
            <a:stretch/>
          </p:blipFill>
          <p:spPr bwMode="auto">
            <a:xfrm>
              <a:off x="5491057" y="4501578"/>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 name="TextBox 45">
              <a:extLst>
                <a:ext uri="{FF2B5EF4-FFF2-40B4-BE49-F238E27FC236}">
                  <a16:creationId xmlns:a16="http://schemas.microsoft.com/office/drawing/2014/main" id="{71868445-03B1-4774-A824-CA655ADFB935}"/>
                </a:ext>
              </a:extLst>
            </p:cNvPr>
            <p:cNvSpPr txBox="1"/>
            <p:nvPr/>
          </p:nvSpPr>
          <p:spPr>
            <a:xfrm>
              <a:off x="4987434" y="4862922"/>
              <a:ext cx="1361270" cy="369332"/>
            </a:xfrm>
            <a:prstGeom prst="rect">
              <a:avLst/>
            </a:prstGeom>
            <a:noFill/>
          </p:spPr>
          <p:txBody>
            <a:bodyPr wrap="none" rtlCol="0">
              <a:spAutoFit/>
            </a:bodyPr>
            <a:lstStyle/>
            <a:p>
              <a:r>
                <a:rPr lang="en-US" dirty="0"/>
                <a:t>Credentials</a:t>
              </a:r>
            </a:p>
          </p:txBody>
        </p:sp>
        <p:sp>
          <p:nvSpPr>
            <p:cNvPr id="47" name="Oval 46">
              <a:extLst>
                <a:ext uri="{FF2B5EF4-FFF2-40B4-BE49-F238E27FC236}">
                  <a16:creationId xmlns:a16="http://schemas.microsoft.com/office/drawing/2014/main" id="{93F6B05C-44E7-4D0A-9F47-58C9599F97CF}"/>
                </a:ext>
                <a:ext uri="{C183D7F6-B498-43B3-948B-1728B52AA6E4}">
                  <adec:decorative xmlns:adec="http://schemas.microsoft.com/office/drawing/2017/decorative" val="0"/>
                </a:ext>
              </a:extLst>
            </p:cNvPr>
            <p:cNvSpPr>
              <a:spLocks noChangeAspect="1"/>
            </p:cNvSpPr>
            <p:nvPr/>
          </p:nvSpPr>
          <p:spPr>
            <a:xfrm>
              <a:off x="2042660" y="2609866"/>
              <a:ext cx="491871" cy="491871"/>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lIns="45720" rIns="45720" rtlCol="0" anchor="ctr"/>
            <a:lstStyle/>
            <a:p>
              <a:pPr algn="ctr"/>
              <a:r>
                <a:rPr lang="en-US" sz="1600" dirty="0">
                  <a:solidFill>
                    <a:schemeClr val="bg1"/>
                  </a:solidFill>
                </a:rPr>
                <a:t>1</a:t>
              </a:r>
            </a:p>
          </p:txBody>
        </p:sp>
        <p:sp>
          <p:nvSpPr>
            <p:cNvPr id="48" name="Oval 47">
              <a:extLst>
                <a:ext uri="{FF2B5EF4-FFF2-40B4-BE49-F238E27FC236}">
                  <a16:creationId xmlns:a16="http://schemas.microsoft.com/office/drawing/2014/main" id="{E47ACA9B-5C4C-4CFE-8C65-C35EA3A57364}"/>
                </a:ext>
                <a:ext uri="{C183D7F6-B498-43B3-948B-1728B52AA6E4}">
                  <adec:decorative xmlns:adec="http://schemas.microsoft.com/office/drawing/2017/decorative" val="0"/>
                </a:ext>
              </a:extLst>
            </p:cNvPr>
            <p:cNvSpPr>
              <a:spLocks noChangeAspect="1"/>
            </p:cNvSpPr>
            <p:nvPr/>
          </p:nvSpPr>
          <p:spPr>
            <a:xfrm>
              <a:off x="6442030" y="2613507"/>
              <a:ext cx="491871" cy="491871"/>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lIns="45720" rIns="45720" rtlCol="0" anchor="ctr"/>
            <a:lstStyle/>
            <a:p>
              <a:pPr algn="ctr"/>
              <a:r>
                <a:rPr lang="en-US" sz="1600" dirty="0">
                  <a:solidFill>
                    <a:schemeClr val="bg1"/>
                  </a:solidFill>
                </a:rPr>
                <a:t>2</a:t>
              </a:r>
            </a:p>
          </p:txBody>
        </p:sp>
        <p:sp>
          <p:nvSpPr>
            <p:cNvPr id="49" name="Oval 48">
              <a:extLst>
                <a:ext uri="{FF2B5EF4-FFF2-40B4-BE49-F238E27FC236}">
                  <a16:creationId xmlns:a16="http://schemas.microsoft.com/office/drawing/2014/main" id="{EEAD2B74-B745-4C16-9193-0585EDBDC3B5}"/>
                </a:ext>
                <a:ext uri="{C183D7F6-B498-43B3-948B-1728B52AA6E4}">
                  <adec:decorative xmlns:adec="http://schemas.microsoft.com/office/drawing/2017/decorative" val="0"/>
                </a:ext>
              </a:extLst>
            </p:cNvPr>
            <p:cNvSpPr>
              <a:spLocks noChangeAspect="1"/>
            </p:cNvSpPr>
            <p:nvPr/>
          </p:nvSpPr>
          <p:spPr>
            <a:xfrm>
              <a:off x="4187194" y="3484543"/>
              <a:ext cx="491871" cy="491871"/>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lIns="45720" rIns="45720" rtlCol="0" anchor="ctr"/>
            <a:lstStyle/>
            <a:p>
              <a:pPr algn="ctr"/>
              <a:r>
                <a:rPr lang="en-US" sz="1600" dirty="0">
                  <a:solidFill>
                    <a:schemeClr val="bg1"/>
                  </a:solidFill>
                </a:rPr>
                <a:t>3</a:t>
              </a:r>
            </a:p>
          </p:txBody>
        </p:sp>
        <p:sp>
          <p:nvSpPr>
            <p:cNvPr id="50" name="Oval 49">
              <a:extLst>
                <a:ext uri="{FF2B5EF4-FFF2-40B4-BE49-F238E27FC236}">
                  <a16:creationId xmlns:a16="http://schemas.microsoft.com/office/drawing/2014/main" id="{DC527B7B-11AB-44A8-8DA3-C4F1B2F42541}"/>
                </a:ext>
                <a:ext uri="{C183D7F6-B498-43B3-948B-1728B52AA6E4}">
                  <adec:decorative xmlns:adec="http://schemas.microsoft.com/office/drawing/2017/decorative" val="0"/>
                </a:ext>
              </a:extLst>
            </p:cNvPr>
            <p:cNvSpPr>
              <a:spLocks noChangeAspect="1"/>
            </p:cNvSpPr>
            <p:nvPr/>
          </p:nvSpPr>
          <p:spPr>
            <a:xfrm>
              <a:off x="6442030" y="4571173"/>
              <a:ext cx="491871" cy="491871"/>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lIns="45720" rIns="45720" rtlCol="0" anchor="ctr"/>
            <a:lstStyle/>
            <a:p>
              <a:pPr algn="ctr"/>
              <a:r>
                <a:rPr lang="en-US" sz="1600" dirty="0">
                  <a:solidFill>
                    <a:schemeClr val="bg1"/>
                  </a:solidFill>
                </a:rPr>
                <a:t>4</a:t>
              </a:r>
            </a:p>
          </p:txBody>
        </p:sp>
        <p:sp>
          <p:nvSpPr>
            <p:cNvPr id="8" name="Rectangle 7">
              <a:extLst>
                <a:ext uri="{FF2B5EF4-FFF2-40B4-BE49-F238E27FC236}">
                  <a16:creationId xmlns:a16="http://schemas.microsoft.com/office/drawing/2014/main" id="{9E5E62A4-8D14-4B4D-BA42-3F49E386A641}"/>
                </a:ext>
              </a:extLst>
            </p:cNvPr>
            <p:cNvSpPr/>
            <p:nvPr/>
          </p:nvSpPr>
          <p:spPr>
            <a:xfrm>
              <a:off x="8554031" y="2988302"/>
              <a:ext cx="1595309" cy="1200329"/>
            </a:xfrm>
            <a:prstGeom prst="rect">
              <a:avLst/>
            </a:prstGeom>
          </p:spPr>
          <p:txBody>
            <a:bodyPr wrap="none">
              <a:spAutoFit/>
            </a:bodyPr>
            <a:lstStyle/>
            <a:p>
              <a:pPr algn="ctr"/>
              <a:r>
                <a:rPr lang="en-US" altLang="en-US" dirty="0">
                  <a:latin typeface="Arial" panose="020B0604020202020204" pitchFamily="34" charset="0"/>
                  <a:ea typeface="Amazon Ember" panose="020B0603020204020204" pitchFamily="34" charset="0"/>
                  <a:cs typeface="Arial" panose="020B0604020202020204" pitchFamily="34" charset="0"/>
                </a:rPr>
                <a:t>AWS Identity </a:t>
              </a:r>
              <a:br>
                <a:rPr lang="en-US" altLang="en-US" dirty="0">
                  <a:latin typeface="Arial" panose="020B0604020202020204" pitchFamily="34" charset="0"/>
                  <a:ea typeface="Amazon Ember" panose="020B0603020204020204" pitchFamily="34" charset="0"/>
                  <a:cs typeface="Arial" panose="020B0604020202020204" pitchFamily="34" charset="0"/>
                </a:rPr>
              </a:br>
              <a:r>
                <a:rPr lang="en-US" altLang="en-US" dirty="0">
                  <a:latin typeface="Arial" panose="020B0604020202020204" pitchFamily="34" charset="0"/>
                  <a:ea typeface="Amazon Ember" panose="020B0603020204020204" pitchFamily="34" charset="0"/>
                  <a:cs typeface="Arial" panose="020B0604020202020204" pitchFamily="34" charset="0"/>
                </a:rPr>
                <a:t>and Access </a:t>
              </a:r>
              <a:br>
                <a:rPr lang="en-US" altLang="en-US" dirty="0">
                  <a:latin typeface="Arial" panose="020B0604020202020204" pitchFamily="34" charset="0"/>
                  <a:ea typeface="Amazon Ember" panose="020B0603020204020204" pitchFamily="34" charset="0"/>
                  <a:cs typeface="Arial" panose="020B0604020202020204" pitchFamily="34" charset="0"/>
                </a:rPr>
              </a:br>
              <a:r>
                <a:rPr lang="en-US" altLang="en-US" dirty="0">
                  <a:latin typeface="Arial" panose="020B0604020202020204" pitchFamily="34" charset="0"/>
                  <a:ea typeface="Amazon Ember" panose="020B0603020204020204" pitchFamily="34" charset="0"/>
                  <a:cs typeface="Arial" panose="020B0604020202020204" pitchFamily="34" charset="0"/>
                </a:rPr>
                <a:t>Management </a:t>
              </a:r>
              <a:br>
                <a:rPr lang="en-US" altLang="en-US" dirty="0">
                  <a:latin typeface="Arial" panose="020B0604020202020204" pitchFamily="34" charset="0"/>
                  <a:ea typeface="Amazon Ember" panose="020B0603020204020204" pitchFamily="34" charset="0"/>
                  <a:cs typeface="Arial" panose="020B0604020202020204" pitchFamily="34" charset="0"/>
                </a:rPr>
              </a:br>
              <a:r>
                <a:rPr lang="en-US" altLang="en-US" dirty="0">
                  <a:latin typeface="Arial" panose="020B0604020202020204" pitchFamily="34" charset="0"/>
                  <a:ea typeface="Amazon Ember" panose="020B0603020204020204" pitchFamily="34" charset="0"/>
                  <a:cs typeface="Arial" panose="020B0604020202020204" pitchFamily="34" charset="0"/>
                </a:rPr>
                <a:t>(IAM)</a:t>
              </a:r>
            </a:p>
          </p:txBody>
        </p:sp>
        <p:pic>
          <p:nvPicPr>
            <p:cNvPr id="53" name="Graphic 19">
              <a:extLst>
                <a:ext uri="{FF2B5EF4-FFF2-40B4-BE49-F238E27FC236}">
                  <a16:creationId xmlns:a16="http://schemas.microsoft.com/office/drawing/2014/main" id="{FA10E332-DB9E-450C-B984-6649D1FCCAC3}"/>
                </a:ext>
              </a:extLst>
            </p:cNvPr>
            <p:cNvPicPr>
              <a:picLocks noChangeAspect="1" noChangeArrowheads="1"/>
            </p:cNvPicPr>
            <p:nvPr/>
          </p:nvPicPr>
          <p:blipFill>
            <a:blip r:embed="rId16">
              <a:extLst>
                <a:ext uri="{96DAC541-7B7A-43D3-8B79-37D633B846F1}">
                  <asvg:svgBlip xmlns:asvg="http://schemas.microsoft.com/office/drawing/2016/SVG/main" r:embed="rId17"/>
                </a:ext>
              </a:extLst>
            </a:blip>
            <a:srcRect/>
            <a:stretch/>
          </p:blipFill>
          <p:spPr bwMode="auto">
            <a:xfrm>
              <a:off x="7316406" y="3031362"/>
              <a:ext cx="1138301" cy="1138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ustDataLst>
      <p:tags r:id="rId1"/>
    </p:custDataLst>
    <p:extLst>
      <p:ext uri="{BB962C8B-B14F-4D97-AF65-F5344CB8AC3E}">
        <p14:creationId xmlns:p14="http://schemas.microsoft.com/office/powerpoint/2010/main" val="10373735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84969B59-E4C6-4C2B-A891-F5496B0C4A5C}"/>
              </a:ext>
            </a:extLst>
          </p:cNvPr>
          <p:cNvSpPr>
            <a:spLocks noGrp="1"/>
          </p:cNvSpPr>
          <p:nvPr>
            <p:ph type="sldNum" idx="97"/>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834CDD4-D76F-4459-B025-0310E913C243}" type="slidenum">
              <a:rPr kumimoji="0" lang="en-US" b="0" i="0" u="none" strike="noStrike" kern="1200" cap="none" spc="0" normalizeH="0" baseline="0" noProof="0" smtClean="0">
                <a:ln>
                  <a:noFill/>
                </a:ln>
                <a:solidFill>
                  <a:schemeClr val="tx1"/>
                </a:solidFill>
                <a:effectLst/>
                <a:uLnTx/>
                <a:uFillTx/>
                <a:latin typeface="Amazon Ember"/>
                <a:ea typeface="Amazon Ember" panose="020B0603020204020204" pitchFamily="34" charset="0"/>
                <a:cs typeface="Amazon Ember" panose="020B0603020204020204" pitchFamily="34" charset="0"/>
              </a:rPr>
              <a:pPr marL="0" marR="0" lvl="0" indent="0" algn="r" defTabSz="228600" rtl="0" eaLnBrk="1" fontAlgn="auto" latinLnBrk="0" hangingPunct="1">
                <a:lnSpc>
                  <a:spcPct val="100000"/>
                </a:lnSpc>
                <a:spcBef>
                  <a:spcPts val="0"/>
                </a:spcBef>
                <a:spcAft>
                  <a:spcPts val="0"/>
                </a:spcAft>
                <a:buClrTx/>
                <a:buSzTx/>
                <a:buFontTx/>
                <a:buNone/>
                <a:tabLst/>
                <a:defRPr/>
              </a:pPr>
              <a:t>22</a:t>
            </a:fld>
            <a:endParaRPr kumimoji="0" lang="en-US" b="0" i="0" u="none" strike="noStrike" kern="1200" cap="none" spc="0" normalizeH="0" baseline="0" noProof="0" dirty="0">
              <a:ln>
                <a:noFill/>
              </a:ln>
              <a:solidFill>
                <a:schemeClr val="tx1"/>
              </a:solidFill>
              <a:effectLst/>
              <a:uLnTx/>
              <a:uFillTx/>
              <a:latin typeface="Amazon Ember"/>
              <a:ea typeface="Amazon Ember" panose="020B0603020204020204" pitchFamily="34" charset="0"/>
              <a:cs typeface="Amazon Ember" panose="020B0603020204020204" pitchFamily="34" charset="0"/>
            </a:endParaRPr>
          </a:p>
        </p:txBody>
      </p:sp>
      <p:sp>
        <p:nvSpPr>
          <p:cNvPr id="14" name="Title">
            <a:extLst>
              <a:ext uri="{FF2B5EF4-FFF2-40B4-BE49-F238E27FC236}">
                <a16:creationId xmlns:a16="http://schemas.microsoft.com/office/drawing/2014/main" id="{33BF6FFA-AA35-4DCC-BC6E-4993A6F44058}"/>
              </a:ext>
            </a:extLst>
          </p:cNvPr>
          <p:cNvSpPr>
            <a:spLocks noGrp="1"/>
          </p:cNvSpPr>
          <p:nvPr>
            <p:ph type="title" idx="1"/>
          </p:nvPr>
        </p:nvSpPr>
        <p:spPr/>
        <p:txBody>
          <a:bodyPr>
            <a:normAutofit/>
          </a:bodyPr>
          <a:lstStyle/>
          <a:p>
            <a:r>
              <a:rPr lang="en-US" dirty="0">
                <a:solidFill>
                  <a:schemeClr val="tx1"/>
                </a:solidFill>
              </a:rPr>
              <a:t>AWS IAM Identity Center</a:t>
            </a:r>
            <a:endParaRPr lang="en-US" dirty="0"/>
          </a:p>
        </p:txBody>
      </p:sp>
      <p:pic>
        <p:nvPicPr>
          <p:cNvPr id="19" name="Picture Placeholder 18">
            <a:extLst>
              <a:ext uri="{FF2B5EF4-FFF2-40B4-BE49-F238E27FC236}">
                <a16:creationId xmlns:a16="http://schemas.microsoft.com/office/drawing/2014/main" id="{CBA63652-C075-432D-853E-75DC2895E906}"/>
              </a:ext>
              <a:ext uri="{C183D7F6-B498-43B3-948B-1728B52AA6E4}">
                <adec:decorative xmlns:adec="http://schemas.microsoft.com/office/drawing/2017/decorative" val="1"/>
              </a:ext>
            </a:extLst>
          </p:cNvPr>
          <p:cNvPicPr>
            <a:picLocks noGrp="1" noChangeAspect="1"/>
          </p:cNvPicPr>
          <p:nvPr>
            <p:ph type="pic" idx="3"/>
          </p:nvPr>
        </p:nvPicPr>
        <p:blipFill>
          <a:blip r:embed="rId4">
            <a:extLst>
              <a:ext uri="{28A0092B-C50C-407E-A947-70E740481C1C}">
                <a14:useLocalDpi xmlns:a14="http://schemas.microsoft.com/office/drawing/2010/main" val="0"/>
              </a:ext>
            </a:extLst>
          </a:blip>
          <a:srcRect/>
          <a:stretch>
            <a:fillRect/>
          </a:stretch>
        </p:blipFill>
        <p:spPr/>
      </p:pic>
      <p:sp>
        <p:nvSpPr>
          <p:cNvPr id="6" name="Text Placeholder 5">
            <a:extLst>
              <a:ext uri="{FF2B5EF4-FFF2-40B4-BE49-F238E27FC236}">
                <a16:creationId xmlns:a16="http://schemas.microsoft.com/office/drawing/2014/main" id="{2AD6C46F-3505-47AA-8227-E4D7453108E9}"/>
              </a:ext>
              <a:ext uri="{C183D7F6-B498-43B3-948B-1728B52AA6E4}">
                <adec:decorative xmlns:adec="http://schemas.microsoft.com/office/drawing/2017/decorative" val="1"/>
              </a:ext>
            </a:extLst>
          </p:cNvPr>
          <p:cNvSpPr>
            <a:spLocks noGrp="1"/>
          </p:cNvSpPr>
          <p:nvPr>
            <p:ph type="body" idx="4"/>
          </p:nvPr>
        </p:nvSpPr>
        <p:spPr>
          <a:xfrm>
            <a:off x="531884" y="4508261"/>
            <a:ext cx="2286001" cy="914400"/>
          </a:xfrm>
        </p:spPr>
        <p:txBody>
          <a:bodyPr/>
          <a:lstStyle/>
          <a:p>
            <a:r>
              <a:rPr lang="en-US" sz="1600" dirty="0">
                <a:latin typeface="+mn-lt"/>
                <a:cs typeface="Arial" panose="020B0604020202020204" pitchFamily="34" charset="0"/>
              </a:rPr>
              <a:t>IAM Identity Center</a:t>
            </a:r>
            <a:endParaRPr lang="en-US" altLang="en-US" sz="1600" dirty="0">
              <a:latin typeface="+mn-lt"/>
              <a:ea typeface="Amazon Ember" panose="020B0603020204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3F87F27D-0C9E-4CFA-ABDC-52642D2A6DC8}"/>
              </a:ext>
            </a:extLst>
          </p:cNvPr>
          <p:cNvSpPr/>
          <p:nvPr/>
        </p:nvSpPr>
        <p:spPr>
          <a:xfrm>
            <a:off x="3149600" y="1302380"/>
            <a:ext cx="8737600" cy="3970318"/>
          </a:xfrm>
          <a:prstGeom prst="rect">
            <a:avLst/>
          </a:prstGeom>
        </p:spPr>
        <p:txBody>
          <a:bodyPr wrap="square">
            <a:spAutoFit/>
          </a:bodyPr>
          <a:lstStyle/>
          <a:p>
            <a:pPr marL="342900" indent="-342900">
              <a:spcAft>
                <a:spcPts val="1800"/>
              </a:spcAft>
              <a:buFont typeface="Arial" panose="020B0604020202020204" pitchFamily="34" charset="0"/>
              <a:buChar char="•"/>
            </a:pPr>
            <a:r>
              <a:rPr lang="en-US" sz="2400" dirty="0">
                <a:cs typeface="Arial" panose="020B0604020202020204" pitchFamily="34" charset="0"/>
              </a:rPr>
              <a:t>Successor to AWS Single Sign-On</a:t>
            </a:r>
          </a:p>
          <a:p>
            <a:pPr marL="342900" indent="-342900">
              <a:spcAft>
                <a:spcPts val="1800"/>
              </a:spcAft>
              <a:buFont typeface="Arial" panose="020B0604020202020204" pitchFamily="34" charset="0"/>
              <a:buChar char="•"/>
            </a:pPr>
            <a:r>
              <a:rPr lang="en-US" sz="2400" dirty="0"/>
              <a:t>Can create or connect identities once and manage access centrally across your AWS accounts</a:t>
            </a:r>
          </a:p>
          <a:p>
            <a:pPr marL="342900" indent="-342900">
              <a:spcAft>
                <a:spcPts val="1800"/>
              </a:spcAft>
              <a:buFont typeface="Arial" panose="020B0604020202020204" pitchFamily="34" charset="0"/>
              <a:buChar char="•"/>
            </a:pPr>
            <a:r>
              <a:rPr lang="en-US" sz="2400" dirty="0"/>
              <a:t>Provides a unified administration experience to define, customize, and assign fine-grained access</a:t>
            </a:r>
          </a:p>
          <a:p>
            <a:pPr marL="342900" indent="-342900">
              <a:spcAft>
                <a:spcPts val="1800"/>
              </a:spcAft>
              <a:buFont typeface="Arial" panose="020B0604020202020204" pitchFamily="34" charset="0"/>
              <a:buChar char="•"/>
            </a:pPr>
            <a:r>
              <a:rPr lang="en-US" sz="2400" dirty="0"/>
              <a:t>Provides a user portal to access all assigned AWS accounts or cloud applications</a:t>
            </a:r>
          </a:p>
          <a:p>
            <a:pPr marL="342900" indent="-342900">
              <a:spcAft>
                <a:spcPts val="1800"/>
              </a:spcAft>
              <a:buFont typeface="Arial" panose="020B0604020202020204" pitchFamily="34" charset="0"/>
              <a:buChar char="•"/>
            </a:pPr>
            <a:r>
              <a:rPr lang="en-US" sz="2400" dirty="0">
                <a:solidFill>
                  <a:srgbClr val="000000"/>
                </a:solidFill>
              </a:rPr>
              <a:t>Used optionally in conjunction with IAM</a:t>
            </a:r>
          </a:p>
        </p:txBody>
      </p:sp>
    </p:spTree>
    <p:custDataLst>
      <p:tags r:id="rId1"/>
    </p:custDataLst>
    <p:extLst>
      <p:ext uri="{BB962C8B-B14F-4D97-AF65-F5344CB8AC3E}">
        <p14:creationId xmlns:p14="http://schemas.microsoft.com/office/powerpoint/2010/main" val="836373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C6448B13-BB7B-5645-B36C-92A5E3EA45D5}"/>
              </a:ext>
            </a:extLst>
          </p:cNvPr>
          <p:cNvSpPr>
            <a:spLocks noGrp="1"/>
          </p:cNvSpPr>
          <p:nvPr>
            <p:ph type="sldNum" idx="9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b="0" i="0" u="none" strike="noStrike" kern="1200" cap="none" spc="0" normalizeH="0" baseline="0" noProof="0" smtClean="0">
                <a:ln>
                  <a:noFill/>
                </a:ln>
                <a:solidFill>
                  <a:schemeClr val="tx1"/>
                </a:solidFill>
                <a:effectLst/>
                <a:uLnTx/>
                <a:uFillTx/>
                <a:ea typeface="Amazon Ember Light" panose="020B0403020204020204" pitchFamily="34" charset="0"/>
                <a:cs typeface="Amazon Ember Light" panose="020B04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b="0" i="0" u="none" strike="noStrike" kern="1200" cap="none" spc="0" normalizeH="0" baseline="0" noProof="0" dirty="0">
              <a:ln>
                <a:noFill/>
              </a:ln>
              <a:solidFill>
                <a:schemeClr val="tx1"/>
              </a:solidFill>
              <a:effectLst/>
              <a:uLnTx/>
              <a:uFillTx/>
              <a:ea typeface="Amazon Ember Light" panose="020B0403020204020204" pitchFamily="34" charset="0"/>
              <a:cs typeface="Amazon Ember Light" panose="020B0403020204020204" pitchFamily="34" charset="0"/>
            </a:endParaRPr>
          </a:p>
        </p:txBody>
      </p:sp>
      <p:sp>
        <p:nvSpPr>
          <p:cNvPr id="5" name="Title">
            <a:extLst>
              <a:ext uri="{FF2B5EF4-FFF2-40B4-BE49-F238E27FC236}">
                <a16:creationId xmlns:a16="http://schemas.microsoft.com/office/drawing/2014/main" id="{21AF8794-A796-1D4E-9160-505D5F4C2717}"/>
              </a:ext>
            </a:extLst>
          </p:cNvPr>
          <p:cNvSpPr>
            <a:spLocks noGrp="1"/>
          </p:cNvSpPr>
          <p:nvPr>
            <p:ph type="title" idx="1"/>
          </p:nvPr>
        </p:nvSpPr>
        <p:spPr/>
        <p:txBody>
          <a:bodyPr>
            <a:normAutofit/>
          </a:bodyPr>
          <a:lstStyle/>
          <a:p>
            <a:pPr>
              <a:spcBef>
                <a:spcPts val="1200"/>
              </a:spcBef>
              <a:spcAft>
                <a:spcPts val="1200"/>
              </a:spcAft>
              <a:buClr>
                <a:schemeClr val="tx1"/>
              </a:buClr>
            </a:pPr>
            <a:r>
              <a:rPr lang="en-US" dirty="0"/>
              <a:t>AWS Security Token Service (AWS STS)</a:t>
            </a:r>
          </a:p>
        </p:txBody>
      </p:sp>
      <p:pic>
        <p:nvPicPr>
          <p:cNvPr id="19" name="Picture Placeholder 18">
            <a:extLst>
              <a:ext uri="{FF2B5EF4-FFF2-40B4-BE49-F238E27FC236}">
                <a16:creationId xmlns:a16="http://schemas.microsoft.com/office/drawing/2014/main" id="{42CBC033-D2FA-4C11-912A-69ADFDA49220}"/>
              </a:ext>
              <a:ext uri="{C183D7F6-B498-43B3-948B-1728B52AA6E4}">
                <adec:decorative xmlns:adec="http://schemas.microsoft.com/office/drawing/2017/decorative" val="1"/>
              </a:ext>
            </a:extLst>
          </p:cNvPr>
          <p:cNvPicPr>
            <a:picLocks noGrp="1" noChangeAspect="1"/>
          </p:cNvPicPr>
          <p:nvPr>
            <p:ph type="pic" idx="3"/>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p:pic>
      <p:sp>
        <p:nvSpPr>
          <p:cNvPr id="11" name="Text Placeholder 10">
            <a:extLst>
              <a:ext uri="{FF2B5EF4-FFF2-40B4-BE49-F238E27FC236}">
                <a16:creationId xmlns:a16="http://schemas.microsoft.com/office/drawing/2014/main" id="{B37E273C-9D27-4C36-917A-6D0A2BF37A3D}"/>
              </a:ext>
              <a:ext uri="{C183D7F6-B498-43B3-948B-1728B52AA6E4}">
                <adec:decorative xmlns:adec="http://schemas.microsoft.com/office/drawing/2017/decorative" val="1"/>
              </a:ext>
            </a:extLst>
          </p:cNvPr>
          <p:cNvSpPr>
            <a:spLocks noGrp="1"/>
          </p:cNvSpPr>
          <p:nvPr>
            <p:ph type="body" idx="4"/>
          </p:nvPr>
        </p:nvSpPr>
        <p:spPr/>
        <p:txBody>
          <a:bodyPr/>
          <a:lstStyle/>
          <a:p>
            <a:r>
              <a:rPr lang="en-US"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AWS STS</a:t>
            </a:r>
            <a:endParaRPr lang="en-US" dirty="0">
              <a:solidFill>
                <a:srgbClr val="000000"/>
              </a:solidFill>
              <a:latin typeface="Amazon Ember Light"/>
            </a:endParaRPr>
          </a:p>
        </p:txBody>
      </p:sp>
      <p:sp>
        <p:nvSpPr>
          <p:cNvPr id="4" name="Rectangle 3">
            <a:extLst>
              <a:ext uri="{FF2B5EF4-FFF2-40B4-BE49-F238E27FC236}">
                <a16:creationId xmlns:a16="http://schemas.microsoft.com/office/drawing/2014/main" id="{0E39FE21-BDC5-4212-AC45-CE89BF854D87}"/>
              </a:ext>
            </a:extLst>
          </p:cNvPr>
          <p:cNvSpPr/>
          <p:nvPr/>
        </p:nvSpPr>
        <p:spPr>
          <a:xfrm>
            <a:off x="3101009" y="1685029"/>
            <a:ext cx="8693426" cy="1877437"/>
          </a:xfrm>
          <a:prstGeom prst="rect">
            <a:avLst/>
          </a:prstGeom>
        </p:spPr>
        <p:txBody>
          <a:bodyPr wrap="square">
            <a:spAutoFit/>
          </a:bodyPr>
          <a:lstStyle/>
          <a:p>
            <a:pPr marL="742950" lvl="1" indent="-285750">
              <a:spcBef>
                <a:spcPts val="1200"/>
              </a:spcBef>
              <a:spcAft>
                <a:spcPts val="1200"/>
              </a:spcAft>
              <a:buClr>
                <a:schemeClr val="tx1"/>
              </a:buClr>
              <a:buFont typeface="Arial" panose="020B0604020202020204" pitchFamily="34" charset="0"/>
              <a:buChar char="•"/>
            </a:pPr>
            <a:r>
              <a:rPr lang="en-US" sz="2400" dirty="0"/>
              <a:t>AWS STS is a web service (API) that enables you to request temporary, limited-privilege credentials. </a:t>
            </a:r>
          </a:p>
          <a:p>
            <a:pPr marL="742950" lvl="1" indent="-285750">
              <a:spcBef>
                <a:spcPts val="1200"/>
              </a:spcBef>
              <a:spcAft>
                <a:spcPts val="1200"/>
              </a:spcAft>
              <a:buClr>
                <a:schemeClr val="tx1"/>
              </a:buClr>
              <a:buFont typeface="Arial" panose="020B0604020202020204" pitchFamily="34" charset="0"/>
              <a:buChar char="•"/>
            </a:pPr>
            <a:r>
              <a:rPr lang="en-US" sz="2400" dirty="0"/>
              <a:t>The credentials can be used by IAM users, federated users, or applications.</a:t>
            </a:r>
          </a:p>
        </p:txBody>
      </p:sp>
    </p:spTree>
    <p:custDataLst>
      <p:tags r:id="rId1"/>
    </p:custDataLst>
    <p:extLst>
      <p:ext uri="{BB962C8B-B14F-4D97-AF65-F5344CB8AC3E}">
        <p14:creationId xmlns:p14="http://schemas.microsoft.com/office/powerpoint/2010/main" val="23880749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3B02FDFC-2B06-42BD-A0B8-1AC1DB2882B9}"/>
              </a:ext>
            </a:extLst>
          </p:cNvPr>
          <p:cNvSpPr>
            <a:spLocks noGrp="1"/>
          </p:cNvSpPr>
          <p:nvPr>
            <p:ph type="sldNum" idx="97"/>
          </p:nvPr>
        </p:nvSpPr>
        <p:spPr/>
        <p:txBody>
          <a:bodyPr/>
          <a:lstStyle/>
          <a:p>
            <a:fld id="{930176A1-BCF0-4712-97A6-6B495F55390B}" type="slidenum">
              <a:rPr lang="en-US" smtClean="0">
                <a:solidFill>
                  <a:schemeClr val="tx1"/>
                </a:solidFill>
              </a:rPr>
              <a:pPr/>
              <a:t>24</a:t>
            </a:fld>
            <a:endParaRPr lang="en-US" dirty="0">
              <a:solidFill>
                <a:schemeClr val="tx1"/>
              </a:solidFill>
            </a:endParaRPr>
          </a:p>
        </p:txBody>
      </p:sp>
      <p:sp>
        <p:nvSpPr>
          <p:cNvPr id="5" name="Title">
            <a:extLst>
              <a:ext uri="{FF2B5EF4-FFF2-40B4-BE49-F238E27FC236}">
                <a16:creationId xmlns:a16="http://schemas.microsoft.com/office/drawing/2014/main" id="{1268D4E9-0C9F-40D4-B018-1ED3098E907B}"/>
              </a:ext>
            </a:extLst>
          </p:cNvPr>
          <p:cNvSpPr>
            <a:spLocks noGrp="1"/>
          </p:cNvSpPr>
          <p:nvPr>
            <p:ph type="title" idx="1"/>
          </p:nvPr>
        </p:nvSpPr>
        <p:spPr/>
        <p:txBody>
          <a:bodyPr>
            <a:normAutofit/>
          </a:bodyPr>
          <a:lstStyle/>
          <a:p>
            <a:r>
              <a:rPr lang="en-US" dirty="0"/>
              <a:t>Identity federation to AWS with an identity broker</a:t>
            </a:r>
          </a:p>
        </p:txBody>
      </p:sp>
      <p:sp>
        <p:nvSpPr>
          <p:cNvPr id="8" name="Text Placeholder 7">
            <a:extLst>
              <a:ext uri="{FF2B5EF4-FFF2-40B4-BE49-F238E27FC236}">
                <a16:creationId xmlns:a16="http://schemas.microsoft.com/office/drawing/2014/main" id="{F8071DBB-02B1-4A1B-953F-CB94603A98A9}"/>
              </a:ext>
            </a:extLst>
          </p:cNvPr>
          <p:cNvSpPr>
            <a:spLocks noGrp="1"/>
          </p:cNvSpPr>
          <p:nvPr>
            <p:ph type="body" idx="12"/>
          </p:nvPr>
        </p:nvSpPr>
        <p:spPr>
          <a:xfrm>
            <a:off x="365760" y="1051560"/>
            <a:ext cx="2788920" cy="925830"/>
          </a:xfrm>
        </p:spPr>
        <p:txBody>
          <a:bodyPr/>
          <a:lstStyle/>
          <a:p>
            <a:r>
              <a:rPr lang="en-US" sz="1800" dirty="0"/>
              <a:t>User signs in with existing credentials for their IdP</a:t>
            </a:r>
          </a:p>
        </p:txBody>
      </p:sp>
      <p:sp>
        <p:nvSpPr>
          <p:cNvPr id="2" name="Content Placeholder 1">
            <a:extLst>
              <a:ext uri="{FF2B5EF4-FFF2-40B4-BE49-F238E27FC236}">
                <a16:creationId xmlns:a16="http://schemas.microsoft.com/office/drawing/2014/main" id="{DDD87516-7C2F-489F-81D7-62FFB3CD68C9}"/>
              </a:ext>
            </a:extLst>
          </p:cNvPr>
          <p:cNvSpPr>
            <a:spLocks noGrp="1"/>
          </p:cNvSpPr>
          <p:nvPr>
            <p:ph type="body" idx="2"/>
          </p:nvPr>
        </p:nvSpPr>
        <p:spPr>
          <a:xfrm>
            <a:off x="365760" y="2091690"/>
            <a:ext cx="2788920" cy="4354830"/>
          </a:xfrm>
        </p:spPr>
        <p:txBody>
          <a:bodyPr/>
          <a:lstStyle/>
          <a:p>
            <a:r>
              <a:rPr lang="en-US" sz="2000" dirty="0"/>
              <a:t>Users sign in using an identity that is already known by an IdP (for example their Amazon.com ID or a corporate login).</a:t>
            </a:r>
          </a:p>
        </p:txBody>
      </p:sp>
      <p:sp>
        <p:nvSpPr>
          <p:cNvPr id="9" name="Text Placeholder 8">
            <a:extLst>
              <a:ext uri="{FF2B5EF4-FFF2-40B4-BE49-F238E27FC236}">
                <a16:creationId xmlns:a16="http://schemas.microsoft.com/office/drawing/2014/main" id="{B24923FD-FCC0-4CA2-BCD3-803444B147CC}"/>
              </a:ext>
            </a:extLst>
          </p:cNvPr>
          <p:cNvSpPr>
            <a:spLocks noGrp="1"/>
          </p:cNvSpPr>
          <p:nvPr>
            <p:ph type="body" idx="13"/>
          </p:nvPr>
        </p:nvSpPr>
        <p:spPr>
          <a:xfrm>
            <a:off x="3264408" y="1051560"/>
            <a:ext cx="2788920" cy="925830"/>
          </a:xfrm>
        </p:spPr>
        <p:txBody>
          <a:bodyPr/>
          <a:lstStyle/>
          <a:p>
            <a:r>
              <a:rPr lang="en-US" sz="1800" dirty="0"/>
              <a:t>Identity broker acts as an intermediary between IdP and SP</a:t>
            </a:r>
          </a:p>
        </p:txBody>
      </p:sp>
      <p:sp>
        <p:nvSpPr>
          <p:cNvPr id="4" name="Text Placeholder 3">
            <a:extLst>
              <a:ext uri="{FF2B5EF4-FFF2-40B4-BE49-F238E27FC236}">
                <a16:creationId xmlns:a16="http://schemas.microsoft.com/office/drawing/2014/main" id="{4B905137-21C7-4A27-AF81-0D50D5619946}"/>
              </a:ext>
            </a:extLst>
          </p:cNvPr>
          <p:cNvSpPr>
            <a:spLocks noGrp="1"/>
          </p:cNvSpPr>
          <p:nvPr>
            <p:ph type="body" idx="3"/>
          </p:nvPr>
        </p:nvSpPr>
        <p:spPr>
          <a:xfrm>
            <a:off x="3264408" y="2091690"/>
            <a:ext cx="2788920" cy="4354830"/>
          </a:xfrm>
        </p:spPr>
        <p:txBody>
          <a:bodyPr/>
          <a:lstStyle/>
          <a:p>
            <a:r>
              <a:rPr lang="en-US" sz="2000" dirty="0">
                <a:latin typeface="+mn-lt"/>
              </a:rPr>
              <a:t>The identity broker requests temporary credentials from AWS STS.</a:t>
            </a:r>
          </a:p>
          <a:p>
            <a:endParaRPr lang="en-US" sz="3200" dirty="0">
              <a:latin typeface="+mn-lt"/>
            </a:endParaRPr>
          </a:p>
        </p:txBody>
      </p:sp>
      <p:sp>
        <p:nvSpPr>
          <p:cNvPr id="10" name="Text Placeholder 9">
            <a:extLst>
              <a:ext uri="{FF2B5EF4-FFF2-40B4-BE49-F238E27FC236}">
                <a16:creationId xmlns:a16="http://schemas.microsoft.com/office/drawing/2014/main" id="{46A7D530-D12D-41E5-B6D3-31CE2B3ABAF7}"/>
              </a:ext>
            </a:extLst>
          </p:cNvPr>
          <p:cNvSpPr>
            <a:spLocks noGrp="1"/>
          </p:cNvSpPr>
          <p:nvPr>
            <p:ph type="body" idx="14"/>
          </p:nvPr>
        </p:nvSpPr>
        <p:spPr>
          <a:xfrm>
            <a:off x="6163056" y="1051560"/>
            <a:ext cx="2788920" cy="925830"/>
          </a:xfrm>
        </p:spPr>
        <p:txBody>
          <a:bodyPr/>
          <a:lstStyle/>
          <a:p>
            <a:r>
              <a:rPr lang="en-US" sz="1800" dirty="0"/>
              <a:t>AWS STS generates temporary credentials dynamically</a:t>
            </a:r>
          </a:p>
        </p:txBody>
      </p:sp>
      <p:sp>
        <p:nvSpPr>
          <p:cNvPr id="6" name="Text Placeholder 5">
            <a:extLst>
              <a:ext uri="{FF2B5EF4-FFF2-40B4-BE49-F238E27FC236}">
                <a16:creationId xmlns:a16="http://schemas.microsoft.com/office/drawing/2014/main" id="{0AE4F6EF-0FE8-46B2-A005-B1AC2DE0AE1F}"/>
              </a:ext>
            </a:extLst>
          </p:cNvPr>
          <p:cNvSpPr>
            <a:spLocks noGrp="1"/>
          </p:cNvSpPr>
          <p:nvPr>
            <p:ph type="body" idx="4"/>
          </p:nvPr>
        </p:nvSpPr>
        <p:spPr>
          <a:xfrm>
            <a:off x="6163056" y="2091690"/>
            <a:ext cx="2788920" cy="4354830"/>
          </a:xfrm>
        </p:spPr>
        <p:txBody>
          <a:bodyPr/>
          <a:lstStyle/>
          <a:p>
            <a:r>
              <a:rPr lang="en-US" sz="2000" dirty="0"/>
              <a:t>The credentials last from a few minutes to several hours and are not recognized after the credentials expire.</a:t>
            </a:r>
          </a:p>
        </p:txBody>
      </p:sp>
      <p:sp>
        <p:nvSpPr>
          <p:cNvPr id="12" name="Text Placeholder 11">
            <a:extLst>
              <a:ext uri="{FF2B5EF4-FFF2-40B4-BE49-F238E27FC236}">
                <a16:creationId xmlns:a16="http://schemas.microsoft.com/office/drawing/2014/main" id="{01B68325-D296-4B0B-A183-E6F62B7FE491}"/>
              </a:ext>
            </a:extLst>
          </p:cNvPr>
          <p:cNvSpPr>
            <a:spLocks noGrp="1"/>
          </p:cNvSpPr>
          <p:nvPr>
            <p:ph type="body" idx="15"/>
          </p:nvPr>
        </p:nvSpPr>
        <p:spPr>
          <a:xfrm>
            <a:off x="9061704" y="1051560"/>
            <a:ext cx="2788920" cy="925830"/>
          </a:xfrm>
        </p:spPr>
        <p:txBody>
          <a:bodyPr/>
          <a:lstStyle/>
          <a:p>
            <a:r>
              <a:rPr lang="en-US" sz="1800" dirty="0"/>
              <a:t>Identity broker passes temporary credentials to application</a:t>
            </a:r>
          </a:p>
        </p:txBody>
      </p:sp>
      <p:sp>
        <p:nvSpPr>
          <p:cNvPr id="7" name="Text Placeholder 6">
            <a:extLst>
              <a:ext uri="{FF2B5EF4-FFF2-40B4-BE49-F238E27FC236}">
                <a16:creationId xmlns:a16="http://schemas.microsoft.com/office/drawing/2014/main" id="{2AC28ADC-DA66-4622-A2ED-B263DD1049CA}"/>
              </a:ext>
            </a:extLst>
          </p:cNvPr>
          <p:cNvSpPr>
            <a:spLocks noGrp="1"/>
          </p:cNvSpPr>
          <p:nvPr>
            <p:ph type="body" idx="5"/>
          </p:nvPr>
        </p:nvSpPr>
        <p:spPr>
          <a:xfrm>
            <a:off x="9061704" y="2091690"/>
            <a:ext cx="2788920" cy="4354830"/>
          </a:xfrm>
        </p:spPr>
        <p:txBody>
          <a:bodyPr/>
          <a:lstStyle/>
          <a:p>
            <a:r>
              <a:rPr lang="en-US" sz="2000" dirty="0"/>
              <a:t>AWS STS returns the temporary credentials to the identity broker.</a:t>
            </a:r>
          </a:p>
          <a:p>
            <a:r>
              <a:rPr lang="en-US" sz="2000" dirty="0"/>
              <a:t>The identity broker passes them to the application for the user. </a:t>
            </a:r>
          </a:p>
        </p:txBody>
      </p:sp>
    </p:spTree>
    <p:custDataLst>
      <p:tags r:id="rId1"/>
    </p:custDataLst>
    <p:extLst>
      <p:ext uri="{BB962C8B-B14F-4D97-AF65-F5344CB8AC3E}">
        <p14:creationId xmlns:p14="http://schemas.microsoft.com/office/powerpoint/2010/main" val="24044766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a:extLst>
              <a:ext uri="{FF2B5EF4-FFF2-40B4-BE49-F238E27FC236}">
                <a16:creationId xmlns:a16="http://schemas.microsoft.com/office/drawing/2014/main" id="{407F113D-E765-7049-AF62-548C550B6C7F}"/>
              </a:ext>
            </a:extLst>
          </p:cNvPr>
          <p:cNvSpPr>
            <a:spLocks noGrp="1"/>
          </p:cNvSpPr>
          <p:nvPr>
            <p:ph type="sldNum" idx="9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b="0" i="0" u="none" strike="noStrike" kern="1200" cap="none" spc="0" normalizeH="0" baseline="0" noProof="0" smtClean="0">
                <a:ln>
                  <a:noFill/>
                </a:ln>
                <a:solidFill>
                  <a:schemeClr val="tx1"/>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b="0" i="0" u="none" strike="noStrike" kern="1200" cap="none" spc="0" normalizeH="0" baseline="0" noProof="0" dirty="0">
              <a:ln>
                <a:noFill/>
              </a:ln>
              <a:solidFill>
                <a:schemeClr val="tx1"/>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2" name="Title">
            <a:extLst>
              <a:ext uri="{FF2B5EF4-FFF2-40B4-BE49-F238E27FC236}">
                <a16:creationId xmlns:a16="http://schemas.microsoft.com/office/drawing/2014/main" id="{FFF2AB46-B581-AD44-A0DB-BEDD5F1011F5}"/>
              </a:ext>
            </a:extLst>
          </p:cNvPr>
          <p:cNvSpPr>
            <a:spLocks noGrp="1"/>
          </p:cNvSpPr>
          <p:nvPr>
            <p:ph type="title" idx="1"/>
          </p:nvPr>
        </p:nvSpPr>
        <p:spPr/>
        <p:txBody>
          <a:bodyPr>
            <a:normAutofit fontScale="90000"/>
          </a:bodyPr>
          <a:lstStyle/>
          <a:p>
            <a:r>
              <a:rPr lang="en-US" sz="3600" dirty="0"/>
              <a:t>Example: Identity federation for AWS Management Console access</a:t>
            </a:r>
          </a:p>
        </p:txBody>
      </p:sp>
      <p:grpSp>
        <p:nvGrpSpPr>
          <p:cNvPr id="57" name="Flatten IdentityFedAWSConsole" descr="Detailed diagram with labeled sequence of actions that lead to a successful login. See description in the student notes.">
            <a:extLst>
              <a:ext uri="{FF2B5EF4-FFF2-40B4-BE49-F238E27FC236}">
                <a16:creationId xmlns:a16="http://schemas.microsoft.com/office/drawing/2014/main" id="{03613FCA-3A8F-4B86-A8B2-E731B03A9E99}"/>
              </a:ext>
            </a:extLst>
          </p:cNvPr>
          <p:cNvGrpSpPr/>
          <p:nvPr/>
        </p:nvGrpSpPr>
        <p:grpSpPr>
          <a:xfrm>
            <a:off x="276163" y="1460412"/>
            <a:ext cx="11639674" cy="4558765"/>
            <a:chOff x="293284" y="1453370"/>
            <a:chExt cx="11639674" cy="4558765"/>
          </a:xfrm>
        </p:grpSpPr>
        <p:grpSp>
          <p:nvGrpSpPr>
            <p:cNvPr id="58" name="Group 57" descr="detailed diagram with labeled sequence of actions the lead to a successful login. Details in the notes below the slide.">
              <a:extLst>
                <a:ext uri="{FF2B5EF4-FFF2-40B4-BE49-F238E27FC236}">
                  <a16:creationId xmlns:a16="http://schemas.microsoft.com/office/drawing/2014/main" id="{19CA67F0-FCA1-47FF-AA97-DD67E715B2DB}"/>
                </a:ext>
              </a:extLst>
            </p:cNvPr>
            <p:cNvGrpSpPr/>
            <p:nvPr/>
          </p:nvGrpSpPr>
          <p:grpSpPr>
            <a:xfrm>
              <a:off x="293284" y="1453370"/>
              <a:ext cx="11639674" cy="4558765"/>
              <a:chOff x="117443" y="1691909"/>
              <a:chExt cx="11639674" cy="4558765"/>
            </a:xfrm>
          </p:grpSpPr>
          <p:sp>
            <p:nvSpPr>
              <p:cNvPr id="63" name="Rectangle 62">
                <a:extLst>
                  <a:ext uri="{FF2B5EF4-FFF2-40B4-BE49-F238E27FC236}">
                    <a16:creationId xmlns:a16="http://schemas.microsoft.com/office/drawing/2014/main" id="{372537B2-EBC3-4090-8A36-7EF7C316C00A}"/>
                  </a:ext>
                </a:extLst>
              </p:cNvPr>
              <p:cNvSpPr/>
              <p:nvPr/>
            </p:nvSpPr>
            <p:spPr>
              <a:xfrm>
                <a:off x="6777056" y="4210969"/>
                <a:ext cx="1334398" cy="1903228"/>
              </a:xfrm>
              <a:prstGeom prst="rect">
                <a:avLst/>
              </a:prstGeom>
              <a:solidFill>
                <a:srgbClr val="5A6B86">
                  <a:alpha val="9804"/>
                </a:srgbClr>
              </a:solidFill>
              <a:ln w="38100">
                <a:solidFill>
                  <a:srgbClr val="007FAA"/>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ea typeface="+mn-ea"/>
                  <a:cs typeface="+mn-cs"/>
                </a:endParaRPr>
              </a:p>
            </p:txBody>
          </p:sp>
          <p:sp>
            <p:nvSpPr>
              <p:cNvPr id="64" name="Rectangle 63">
                <a:extLst>
                  <a:ext uri="{FF2B5EF4-FFF2-40B4-BE49-F238E27FC236}">
                    <a16:creationId xmlns:a16="http://schemas.microsoft.com/office/drawing/2014/main" id="{ED0556E9-0A7D-4847-A4CC-18CF1F6A60F7}"/>
                  </a:ext>
                </a:extLst>
              </p:cNvPr>
              <p:cNvSpPr/>
              <p:nvPr/>
            </p:nvSpPr>
            <p:spPr>
              <a:xfrm>
                <a:off x="6559895" y="1691910"/>
                <a:ext cx="5197222" cy="4558764"/>
              </a:xfrm>
              <a:prstGeom prst="rect">
                <a:avLst/>
              </a:prstGeom>
              <a:noFill/>
              <a:ln w="38100">
                <a:solidFill>
                  <a:srgbClr val="007FA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ea typeface="+mn-ea"/>
                    <a:cs typeface="+mn-cs"/>
                  </a:rPr>
                  <a:t>AWS Cloud</a:t>
                </a:r>
              </a:p>
            </p:txBody>
          </p:sp>
          <p:pic>
            <p:nvPicPr>
              <p:cNvPr id="65" name="Graphic 64">
                <a:extLst>
                  <a:ext uri="{FF2B5EF4-FFF2-40B4-BE49-F238E27FC236}">
                    <a16:creationId xmlns:a16="http://schemas.microsoft.com/office/drawing/2014/main" id="{B938DA51-CDB9-4153-8B3F-4ACDEC1E4D8E}"/>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575135" y="1691911"/>
                <a:ext cx="330200" cy="330200"/>
              </a:xfrm>
              <a:prstGeom prst="rect">
                <a:avLst/>
              </a:prstGeom>
            </p:spPr>
          </p:pic>
          <p:pic>
            <p:nvPicPr>
              <p:cNvPr id="66" name="Picture 65">
                <a:extLst>
                  <a:ext uri="{FF2B5EF4-FFF2-40B4-BE49-F238E27FC236}">
                    <a16:creationId xmlns:a16="http://schemas.microsoft.com/office/drawing/2014/main" id="{9A60D3D8-8471-48A1-98D2-AF36442C2F36}"/>
                  </a:ext>
                  <a:ext uri="{C183D7F6-B498-43B3-948B-1728B52AA6E4}">
                    <adec:decorative xmlns:adec="http://schemas.microsoft.com/office/drawing/2017/decorative" val="1"/>
                  </a:ext>
                </a:extLst>
              </p:cNvPr>
              <p:cNvPicPr>
                <a:picLocks noChangeAspect="1"/>
              </p:cNvPicPr>
              <p:nvPr/>
            </p:nvPicPr>
            <p:blipFill>
              <a:blip r:embed="rId6" cstate="hqprint">
                <a:extLst>
                  <a:ext uri="{28A0092B-C50C-407E-A947-70E740481C1C}">
                    <a14:useLocalDpi xmlns:a14="http://schemas.microsoft.com/office/drawing/2010/main"/>
                  </a:ext>
                </a:extLst>
              </a:blip>
              <a:stretch>
                <a:fillRect/>
              </a:stretch>
            </p:blipFill>
            <p:spPr>
              <a:xfrm>
                <a:off x="8313584" y="3413621"/>
                <a:ext cx="3286261" cy="1903228"/>
              </a:xfrm>
              <a:prstGeom prst="rect">
                <a:avLst/>
              </a:prstGeom>
              <a:ln>
                <a:solidFill>
                  <a:schemeClr val="bg1">
                    <a:lumMod val="50000"/>
                  </a:schemeClr>
                </a:solidFill>
              </a:ln>
            </p:spPr>
          </p:pic>
          <p:pic>
            <p:nvPicPr>
              <p:cNvPr id="67" name="Graphic 66">
                <a:extLst>
                  <a:ext uri="{FF2B5EF4-FFF2-40B4-BE49-F238E27FC236}">
                    <a16:creationId xmlns:a16="http://schemas.microsoft.com/office/drawing/2014/main" id="{B3E153D4-AFBB-4C90-82AE-5218D4866B8E}"/>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502707" y="2180762"/>
                <a:ext cx="537769" cy="537769"/>
              </a:xfrm>
              <a:prstGeom prst="rect">
                <a:avLst/>
              </a:prstGeom>
            </p:spPr>
          </p:pic>
          <p:pic>
            <p:nvPicPr>
              <p:cNvPr id="68" name="Graphic 67">
                <a:extLst>
                  <a:ext uri="{FF2B5EF4-FFF2-40B4-BE49-F238E27FC236}">
                    <a16:creationId xmlns:a16="http://schemas.microsoft.com/office/drawing/2014/main" id="{D210B8E0-2492-498E-9393-4E92E7848A47}"/>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597429" y="2180762"/>
                <a:ext cx="537769" cy="537769"/>
              </a:xfrm>
              <a:prstGeom prst="rect">
                <a:avLst/>
              </a:prstGeom>
            </p:spPr>
          </p:pic>
          <p:pic>
            <p:nvPicPr>
              <p:cNvPr id="69" name="Graphic 68">
                <a:extLst>
                  <a:ext uri="{FF2B5EF4-FFF2-40B4-BE49-F238E27FC236}">
                    <a16:creationId xmlns:a16="http://schemas.microsoft.com/office/drawing/2014/main" id="{04CC7161-4148-4B53-8816-15B8FB6F8EBB}"/>
                  </a:ext>
                  <a:ext uri="{C183D7F6-B498-43B3-948B-1728B52AA6E4}">
                    <adec:decorative xmlns:adec="http://schemas.microsoft.com/office/drawing/2017/decorative" val="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692152" y="2180762"/>
                <a:ext cx="537770" cy="537770"/>
              </a:xfrm>
              <a:prstGeom prst="rect">
                <a:avLst/>
              </a:prstGeom>
            </p:spPr>
          </p:pic>
          <p:sp>
            <p:nvSpPr>
              <p:cNvPr id="70" name="Rectangle 69">
                <a:extLst>
                  <a:ext uri="{FF2B5EF4-FFF2-40B4-BE49-F238E27FC236}">
                    <a16:creationId xmlns:a16="http://schemas.microsoft.com/office/drawing/2014/main" id="{AF15FF34-17C5-48B2-B939-CC0C8E682E42}"/>
                  </a:ext>
                </a:extLst>
              </p:cNvPr>
              <p:cNvSpPr/>
              <p:nvPr/>
            </p:nvSpPr>
            <p:spPr>
              <a:xfrm>
                <a:off x="8218479" y="1895060"/>
                <a:ext cx="3294097" cy="1305339"/>
              </a:xfrm>
              <a:prstGeom prst="rect">
                <a:avLst/>
              </a:prstGeom>
              <a:noFill/>
              <a:ln w="38100">
                <a:solidFill>
                  <a:srgbClr val="5A6B8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19594E"/>
                  </a:solidFill>
                  <a:effectLst/>
                  <a:uLnTx/>
                  <a:uFillTx/>
                  <a:ea typeface="+mn-ea"/>
                  <a:cs typeface="+mn-cs"/>
                </a:endParaRPr>
              </a:p>
            </p:txBody>
          </p:sp>
          <p:pic>
            <p:nvPicPr>
              <p:cNvPr id="71" name="Graphic 70" descr="Laptop">
                <a:extLst>
                  <a:ext uri="{FF2B5EF4-FFF2-40B4-BE49-F238E27FC236}">
                    <a16:creationId xmlns:a16="http://schemas.microsoft.com/office/drawing/2014/main" id="{8555AC7C-7989-431E-9394-1561CBF06D5B}"/>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297158" y="2019375"/>
                <a:ext cx="822177" cy="822177"/>
              </a:xfrm>
              <a:prstGeom prst="rect">
                <a:avLst/>
              </a:prstGeom>
            </p:spPr>
          </p:pic>
          <p:sp>
            <p:nvSpPr>
              <p:cNvPr id="72" name="Rectangle 71">
                <a:extLst>
                  <a:ext uri="{FF2B5EF4-FFF2-40B4-BE49-F238E27FC236}">
                    <a16:creationId xmlns:a16="http://schemas.microsoft.com/office/drawing/2014/main" id="{FF6AFB77-6076-428B-9D9B-E9C05C390AC3}"/>
                  </a:ext>
                </a:extLst>
              </p:cNvPr>
              <p:cNvSpPr/>
              <p:nvPr/>
            </p:nvSpPr>
            <p:spPr>
              <a:xfrm>
                <a:off x="179148" y="1691909"/>
                <a:ext cx="3266616" cy="4558764"/>
              </a:xfrm>
              <a:prstGeom prst="rect">
                <a:avLst/>
              </a:prstGeom>
              <a:noFill/>
              <a:ln w="38100">
                <a:solidFill>
                  <a:srgbClr val="007FA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ea typeface="+mn-ea"/>
                    <a:cs typeface="+mn-cs"/>
                  </a:rPr>
                  <a:t>Customer</a:t>
                </a:r>
              </a:p>
            </p:txBody>
          </p:sp>
          <p:pic>
            <p:nvPicPr>
              <p:cNvPr id="73" name="Graphic 72">
                <a:extLst>
                  <a:ext uri="{FF2B5EF4-FFF2-40B4-BE49-F238E27FC236}">
                    <a16:creationId xmlns:a16="http://schemas.microsoft.com/office/drawing/2014/main" id="{07AB4BAC-50FE-4361-BBE6-7FED7712A5EA}"/>
                  </a:ext>
                  <a:ext uri="{C183D7F6-B498-43B3-948B-1728B52AA6E4}">
                    <adec:decorative xmlns:adec="http://schemas.microsoft.com/office/drawing/2017/decorative" val="1"/>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86595" y="1691909"/>
                <a:ext cx="330200" cy="330200"/>
              </a:xfrm>
              <a:prstGeom prst="rect">
                <a:avLst/>
              </a:prstGeom>
            </p:spPr>
          </p:pic>
          <p:pic>
            <p:nvPicPr>
              <p:cNvPr id="74" name="Graphic 73">
                <a:extLst>
                  <a:ext uri="{FF2B5EF4-FFF2-40B4-BE49-F238E27FC236}">
                    <a16:creationId xmlns:a16="http://schemas.microsoft.com/office/drawing/2014/main" id="{DCAD56F6-49B1-40C4-AD11-E6F68B21A565}"/>
                  </a:ext>
                  <a:ext uri="{C183D7F6-B498-43B3-948B-1728B52AA6E4}">
                    <adec:decorative xmlns:adec="http://schemas.microsoft.com/office/drawing/2017/decorative" val="1"/>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683717" y="2168217"/>
                <a:ext cx="469900" cy="469900"/>
              </a:xfrm>
              <a:prstGeom prst="rect">
                <a:avLst/>
              </a:prstGeom>
            </p:spPr>
          </p:pic>
          <p:sp>
            <p:nvSpPr>
              <p:cNvPr id="75" name="TextBox 74">
                <a:extLst>
                  <a:ext uri="{FF2B5EF4-FFF2-40B4-BE49-F238E27FC236}">
                    <a16:creationId xmlns:a16="http://schemas.microsoft.com/office/drawing/2014/main" id="{E861B3C5-FA97-47C0-B769-717C0142431B}"/>
                  </a:ext>
                </a:extLst>
              </p:cNvPr>
              <p:cNvSpPr txBox="1"/>
              <p:nvPr/>
            </p:nvSpPr>
            <p:spPr>
              <a:xfrm>
                <a:off x="2168570" y="1862677"/>
                <a:ext cx="1242648"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effectLst/>
                    <a:uLnTx/>
                    <a:uFillTx/>
                    <a:ea typeface="Amazon Ember Light" panose="020B0403020204020204" pitchFamily="34" charset="0"/>
                    <a:cs typeface="Amazon Ember Light" panose="020B0403020204020204" pitchFamily="34" charset="0"/>
                  </a:rPr>
                  <a:t>Application</a:t>
                </a:r>
              </a:p>
            </p:txBody>
          </p:sp>
          <p:sp>
            <p:nvSpPr>
              <p:cNvPr id="76" name="Oval 75">
                <a:extLst>
                  <a:ext uri="{FF2B5EF4-FFF2-40B4-BE49-F238E27FC236}">
                    <a16:creationId xmlns:a16="http://schemas.microsoft.com/office/drawing/2014/main" id="{0697BE5D-7163-405A-8189-726567DD0A1C}"/>
                  </a:ext>
                </a:extLst>
              </p:cNvPr>
              <p:cNvSpPr/>
              <p:nvPr/>
            </p:nvSpPr>
            <p:spPr>
              <a:xfrm>
                <a:off x="418052" y="2237539"/>
                <a:ext cx="270164" cy="274320"/>
              </a:xfrm>
              <a:prstGeom prst="ellipse">
                <a:avLst/>
              </a:prstGeom>
              <a:solidFill>
                <a:srgbClr val="19594E"/>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ea typeface="+mn-ea"/>
                    <a:cs typeface="+mn-cs"/>
                  </a:rPr>
                  <a:t>1</a:t>
                </a:r>
              </a:p>
            </p:txBody>
          </p:sp>
          <p:sp>
            <p:nvSpPr>
              <p:cNvPr id="77" name="Oval 76">
                <a:extLst>
                  <a:ext uri="{FF2B5EF4-FFF2-40B4-BE49-F238E27FC236}">
                    <a16:creationId xmlns:a16="http://schemas.microsoft.com/office/drawing/2014/main" id="{BA4EC46B-FEB9-4786-9CED-94FE4FF1F518}"/>
                  </a:ext>
                </a:extLst>
              </p:cNvPr>
              <p:cNvSpPr/>
              <p:nvPr/>
            </p:nvSpPr>
            <p:spPr>
              <a:xfrm>
                <a:off x="1159680" y="3697678"/>
                <a:ext cx="270164" cy="274320"/>
              </a:xfrm>
              <a:prstGeom prst="ellipse">
                <a:avLst/>
              </a:prstGeom>
              <a:solidFill>
                <a:srgbClr val="19594E"/>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ea typeface="+mn-ea"/>
                    <a:cs typeface="+mn-cs"/>
                  </a:rPr>
                  <a:t>2</a:t>
                </a:r>
              </a:p>
            </p:txBody>
          </p:sp>
          <p:sp>
            <p:nvSpPr>
              <p:cNvPr id="78" name="Oval 77">
                <a:extLst>
                  <a:ext uri="{FF2B5EF4-FFF2-40B4-BE49-F238E27FC236}">
                    <a16:creationId xmlns:a16="http://schemas.microsoft.com/office/drawing/2014/main" id="{14841222-3EBF-49C4-B69C-C2C5BE013EF1}"/>
                  </a:ext>
                </a:extLst>
              </p:cNvPr>
              <p:cNvSpPr/>
              <p:nvPr/>
            </p:nvSpPr>
            <p:spPr>
              <a:xfrm>
                <a:off x="3120393" y="3966425"/>
                <a:ext cx="270164" cy="274320"/>
              </a:xfrm>
              <a:prstGeom prst="ellipse">
                <a:avLst/>
              </a:prstGeom>
              <a:solidFill>
                <a:srgbClr val="19594E"/>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ea typeface="+mn-ea"/>
                    <a:cs typeface="+mn-cs"/>
                  </a:rPr>
                  <a:t>3</a:t>
                </a:r>
              </a:p>
            </p:txBody>
          </p:sp>
          <p:sp>
            <p:nvSpPr>
              <p:cNvPr id="79" name="Oval 78">
                <a:extLst>
                  <a:ext uri="{FF2B5EF4-FFF2-40B4-BE49-F238E27FC236}">
                    <a16:creationId xmlns:a16="http://schemas.microsoft.com/office/drawing/2014/main" id="{23B60C27-BA1E-407D-8493-FB1993D1D22D}"/>
                  </a:ext>
                </a:extLst>
              </p:cNvPr>
              <p:cNvSpPr/>
              <p:nvPr/>
            </p:nvSpPr>
            <p:spPr>
              <a:xfrm>
                <a:off x="3733930" y="2742007"/>
                <a:ext cx="270164" cy="274320"/>
              </a:xfrm>
              <a:prstGeom prst="ellipse">
                <a:avLst/>
              </a:prstGeom>
              <a:solidFill>
                <a:srgbClr val="19594E"/>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ea typeface="+mn-ea"/>
                    <a:cs typeface="+mn-cs"/>
                  </a:rPr>
                  <a:t>4</a:t>
                </a:r>
              </a:p>
            </p:txBody>
          </p:sp>
          <p:cxnSp>
            <p:nvCxnSpPr>
              <p:cNvPr id="80" name="Straight Arrow Connector 79">
                <a:extLst>
                  <a:ext uri="{FF2B5EF4-FFF2-40B4-BE49-F238E27FC236}">
                    <a16:creationId xmlns:a16="http://schemas.microsoft.com/office/drawing/2014/main" id="{06C8D4FC-5446-44E4-93B5-6A58EFC1C21F}"/>
                  </a:ext>
                </a:extLst>
              </p:cNvPr>
              <p:cNvCxnSpPr>
                <a:cxnSpLocks/>
              </p:cNvCxnSpPr>
              <p:nvPr/>
            </p:nvCxnSpPr>
            <p:spPr>
              <a:xfrm>
                <a:off x="3068911" y="2417667"/>
                <a:ext cx="5114592" cy="0"/>
              </a:xfrm>
              <a:prstGeom prst="straightConnector1">
                <a:avLst/>
              </a:prstGeom>
              <a:ln w="38100">
                <a:solidFill>
                  <a:srgbClr val="005276"/>
                </a:solidFill>
                <a:tailEnd type="triangle"/>
              </a:ln>
            </p:spPr>
            <p:style>
              <a:lnRef idx="2">
                <a:schemeClr val="accent1"/>
              </a:lnRef>
              <a:fillRef idx="0">
                <a:schemeClr val="accent1"/>
              </a:fillRef>
              <a:effectRef idx="1">
                <a:schemeClr val="accent1"/>
              </a:effectRef>
              <a:fontRef idx="minor">
                <a:schemeClr val="tx1"/>
              </a:fontRef>
            </p:style>
          </p:cxnSp>
          <p:sp>
            <p:nvSpPr>
              <p:cNvPr id="81" name="TextBox 37">
                <a:extLst>
                  <a:ext uri="{FF2B5EF4-FFF2-40B4-BE49-F238E27FC236}">
                    <a16:creationId xmlns:a16="http://schemas.microsoft.com/office/drawing/2014/main" id="{BEE38756-C0AE-4837-864E-19EE32B35038}"/>
                  </a:ext>
                </a:extLst>
              </p:cNvPr>
              <p:cNvSpPr txBox="1">
                <a:spLocks noChangeArrowheads="1"/>
              </p:cNvSpPr>
              <p:nvPr/>
            </p:nvSpPr>
            <p:spPr bwMode="auto">
              <a:xfrm>
                <a:off x="3918012" y="2618547"/>
                <a:ext cx="2003339" cy="584775"/>
              </a:xfrm>
              <a:prstGeom prst="rect">
                <a:avLst/>
              </a:prstGeom>
              <a:noFill/>
              <a:ln w="9525">
                <a:noFill/>
                <a:miter lim="800000"/>
                <a:headEnd/>
                <a:tailEnd/>
              </a:ln>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effectLst/>
                    <a:uLnTx/>
                    <a:uFillTx/>
                    <a:ea typeface="Amazon Ember" panose="020B0603020204020204" pitchFamily="34" charset="0"/>
                    <a:cs typeface="Amazon Ember" panose="020B0603020204020204" pitchFamily="34" charset="0"/>
                  </a:rPr>
                  <a:t>User accesses AWS services or console</a:t>
                </a:r>
              </a:p>
            </p:txBody>
          </p:sp>
          <p:sp>
            <p:nvSpPr>
              <p:cNvPr id="82" name="TextBox 37">
                <a:extLst>
                  <a:ext uri="{FF2B5EF4-FFF2-40B4-BE49-F238E27FC236}">
                    <a16:creationId xmlns:a16="http://schemas.microsoft.com/office/drawing/2014/main" id="{44AA326D-DE5C-4690-A818-5A1A5F00AA47}"/>
                  </a:ext>
                </a:extLst>
              </p:cNvPr>
              <p:cNvSpPr txBox="1">
                <a:spLocks noChangeArrowheads="1"/>
              </p:cNvSpPr>
              <p:nvPr/>
            </p:nvSpPr>
            <p:spPr bwMode="auto">
              <a:xfrm>
                <a:off x="3479924" y="3742066"/>
                <a:ext cx="3117100" cy="830997"/>
              </a:xfrm>
              <a:prstGeom prst="rect">
                <a:avLst/>
              </a:prstGeom>
              <a:noFill/>
              <a:ln w="9525">
                <a:noFill/>
                <a:miter lim="800000"/>
                <a:headEnd/>
                <a:tailEnd/>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effectLst/>
                    <a:uLnTx/>
                    <a:uFillTx/>
                    <a:ea typeface="Amazon Ember" panose="020B0603020204020204" pitchFamily="34" charset="0"/>
                    <a:cs typeface="Amazon Ember" panose="020B0603020204020204" pitchFamily="34" charset="0"/>
                  </a:rPr>
                  <a:t>Broker retrieves temporary security credentials from STS, passes them to user application</a:t>
                </a:r>
              </a:p>
            </p:txBody>
          </p:sp>
          <p:sp>
            <p:nvSpPr>
              <p:cNvPr id="83" name="TextBox 37">
                <a:extLst>
                  <a:ext uri="{FF2B5EF4-FFF2-40B4-BE49-F238E27FC236}">
                    <a16:creationId xmlns:a16="http://schemas.microsoft.com/office/drawing/2014/main" id="{541D469F-82E0-49A5-A098-76E3889E5C44}"/>
                  </a:ext>
                </a:extLst>
              </p:cNvPr>
              <p:cNvSpPr txBox="1">
                <a:spLocks noChangeArrowheads="1"/>
              </p:cNvSpPr>
              <p:nvPr/>
            </p:nvSpPr>
            <p:spPr bwMode="auto">
              <a:xfrm>
                <a:off x="665622" y="2132845"/>
                <a:ext cx="1021508" cy="830997"/>
              </a:xfrm>
              <a:prstGeom prst="rect">
                <a:avLst/>
              </a:prstGeom>
              <a:noFill/>
              <a:ln w="9525">
                <a:noFill/>
                <a:miter lim="800000"/>
                <a:headEnd/>
                <a:tailEnd/>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panose="020B0603020204020204" pitchFamily="34" charset="0"/>
                    <a:cs typeface="Amazon Ember" panose="020B0603020204020204" pitchFamily="34" charset="0"/>
                  </a:rPr>
                  <a:t>User accesses broker</a:t>
                </a:r>
              </a:p>
            </p:txBody>
          </p:sp>
          <p:sp>
            <p:nvSpPr>
              <p:cNvPr id="84" name="TextBox 83">
                <a:extLst>
                  <a:ext uri="{FF2B5EF4-FFF2-40B4-BE49-F238E27FC236}">
                    <a16:creationId xmlns:a16="http://schemas.microsoft.com/office/drawing/2014/main" id="{9C15062C-B848-4181-BEE1-06960DC570BE}"/>
                  </a:ext>
                </a:extLst>
              </p:cNvPr>
              <p:cNvSpPr txBox="1"/>
              <p:nvPr/>
            </p:nvSpPr>
            <p:spPr>
              <a:xfrm>
                <a:off x="6793155" y="4971708"/>
                <a:ext cx="1318298"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mn-ea"/>
                    <a:cs typeface="+mn-cs"/>
                  </a:rPr>
                  <a:t>AWS STS</a:t>
                </a:r>
              </a:p>
            </p:txBody>
          </p:sp>
          <p:pic>
            <p:nvPicPr>
              <p:cNvPr id="85" name="Graphic 84">
                <a:extLst>
                  <a:ext uri="{FF2B5EF4-FFF2-40B4-BE49-F238E27FC236}">
                    <a16:creationId xmlns:a16="http://schemas.microsoft.com/office/drawing/2014/main" id="{FBFA0D01-76EA-496C-82CA-D456A1A5D9CE}"/>
                  </a:ext>
                  <a:ext uri="{C183D7F6-B498-43B3-948B-1728B52AA6E4}">
                    <adec:decorative xmlns:adec="http://schemas.microsoft.com/office/drawing/2017/decorative" val="1"/>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7217354" y="4594569"/>
                <a:ext cx="469900" cy="469900"/>
              </a:xfrm>
              <a:prstGeom prst="rect">
                <a:avLst/>
              </a:prstGeom>
            </p:spPr>
          </p:pic>
          <p:sp>
            <p:nvSpPr>
              <p:cNvPr id="86" name="Rectangle 85">
                <a:extLst>
                  <a:ext uri="{FF2B5EF4-FFF2-40B4-BE49-F238E27FC236}">
                    <a16:creationId xmlns:a16="http://schemas.microsoft.com/office/drawing/2014/main" id="{7636FA05-2E74-4D9A-957F-2C8363F7E226}"/>
                  </a:ext>
                </a:extLst>
              </p:cNvPr>
              <p:cNvSpPr/>
              <p:nvPr/>
            </p:nvSpPr>
            <p:spPr>
              <a:xfrm>
                <a:off x="1606375" y="1827865"/>
                <a:ext cx="1769367" cy="976614"/>
              </a:xfrm>
              <a:prstGeom prst="rect">
                <a:avLst/>
              </a:prstGeom>
              <a:noFill/>
              <a:ln w="38100">
                <a:solidFill>
                  <a:srgbClr val="00527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A6B86"/>
                  </a:solidFill>
                  <a:effectLst/>
                  <a:uLnTx/>
                  <a:uFillTx/>
                  <a:ea typeface="+mn-ea"/>
                  <a:cs typeface="+mn-cs"/>
                </a:endParaRPr>
              </a:p>
            </p:txBody>
          </p:sp>
          <p:pic>
            <p:nvPicPr>
              <p:cNvPr id="87" name="Graphic 86" descr="Server">
                <a:extLst>
                  <a:ext uri="{FF2B5EF4-FFF2-40B4-BE49-F238E27FC236}">
                    <a16:creationId xmlns:a16="http://schemas.microsoft.com/office/drawing/2014/main" id="{337D517F-8935-4DF7-96DF-10CDF38C0968}"/>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2300416" y="4449505"/>
                <a:ext cx="699205" cy="699205"/>
              </a:xfrm>
              <a:prstGeom prst="rect">
                <a:avLst/>
              </a:prstGeom>
            </p:spPr>
          </p:pic>
          <p:pic>
            <p:nvPicPr>
              <p:cNvPr id="88" name="Graphic 87" descr="Database">
                <a:extLst>
                  <a:ext uri="{FF2B5EF4-FFF2-40B4-BE49-F238E27FC236}">
                    <a16:creationId xmlns:a16="http://schemas.microsoft.com/office/drawing/2014/main" id="{BE0CD47C-407F-471F-A567-66F8B0DB6EE7}"/>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456463" y="4454067"/>
                <a:ext cx="699206" cy="699206"/>
              </a:xfrm>
              <a:prstGeom prst="rect">
                <a:avLst/>
              </a:prstGeom>
            </p:spPr>
          </p:pic>
          <p:sp>
            <p:nvSpPr>
              <p:cNvPr id="89" name="TextBox 88">
                <a:extLst>
                  <a:ext uri="{FF2B5EF4-FFF2-40B4-BE49-F238E27FC236}">
                    <a16:creationId xmlns:a16="http://schemas.microsoft.com/office/drawing/2014/main" id="{6AA0A013-B5A4-4BC4-8B89-D8FA016EA269}"/>
                  </a:ext>
                </a:extLst>
              </p:cNvPr>
              <p:cNvSpPr txBox="1"/>
              <p:nvPr/>
            </p:nvSpPr>
            <p:spPr>
              <a:xfrm>
                <a:off x="6946220" y="4230244"/>
                <a:ext cx="586765"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effectLst/>
                    <a:uLnTx/>
                    <a:uFillTx/>
                    <a:ea typeface="+mn-ea"/>
                    <a:cs typeface="+mn-cs"/>
                  </a:rPr>
                  <a:t>IAM</a:t>
                </a:r>
              </a:p>
            </p:txBody>
          </p:sp>
          <p:pic>
            <p:nvPicPr>
              <p:cNvPr id="90" name="Graphic 89">
                <a:extLst>
                  <a:ext uri="{FF2B5EF4-FFF2-40B4-BE49-F238E27FC236}">
                    <a16:creationId xmlns:a16="http://schemas.microsoft.com/office/drawing/2014/main" id="{2F0EAF28-BE6D-4645-A783-658116A40C30}"/>
                  </a:ext>
                  <a:ext uri="{C183D7F6-B498-43B3-948B-1728B52AA6E4}">
                    <adec:decorative xmlns:adec="http://schemas.microsoft.com/office/drawing/2017/decorative" val="1"/>
                  </a:ext>
                </a:extLst>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6808364" y="4243789"/>
                <a:ext cx="230604" cy="230604"/>
              </a:xfrm>
              <a:prstGeom prst="rect">
                <a:avLst/>
              </a:prstGeom>
            </p:spPr>
          </p:pic>
          <p:sp>
            <p:nvSpPr>
              <p:cNvPr id="91" name="TextBox 90">
                <a:extLst>
                  <a:ext uri="{FF2B5EF4-FFF2-40B4-BE49-F238E27FC236}">
                    <a16:creationId xmlns:a16="http://schemas.microsoft.com/office/drawing/2014/main" id="{FA917D5A-68A9-4D50-9322-16F3D8335CA8}"/>
                  </a:ext>
                </a:extLst>
              </p:cNvPr>
              <p:cNvSpPr txBox="1"/>
              <p:nvPr/>
            </p:nvSpPr>
            <p:spPr>
              <a:xfrm>
                <a:off x="1963682" y="5123064"/>
                <a:ext cx="1318298"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effectLst/>
                    <a:uLnTx/>
                    <a:uFillTx/>
                    <a:ea typeface="+mn-ea"/>
                    <a:cs typeface="+mn-cs"/>
                  </a:rPr>
                  <a:t>Identity broker</a:t>
                </a:r>
              </a:p>
            </p:txBody>
          </p:sp>
          <p:sp>
            <p:nvSpPr>
              <p:cNvPr id="92" name="TextBox 91">
                <a:extLst>
                  <a:ext uri="{FF2B5EF4-FFF2-40B4-BE49-F238E27FC236}">
                    <a16:creationId xmlns:a16="http://schemas.microsoft.com/office/drawing/2014/main" id="{A52D3DC2-49FD-43C2-9ADB-536D41869F07}"/>
                  </a:ext>
                </a:extLst>
              </p:cNvPr>
              <p:cNvSpPr txBox="1"/>
              <p:nvPr/>
            </p:nvSpPr>
            <p:spPr>
              <a:xfrm>
                <a:off x="117443" y="5138418"/>
                <a:ext cx="1527004"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effectLst/>
                    <a:uLnTx/>
                    <a:uFillTx/>
                    <a:ea typeface="+mn-ea"/>
                    <a:cs typeface="+mn-cs"/>
                  </a:rPr>
                  <a:t>Corporate identity store</a:t>
                </a:r>
              </a:p>
            </p:txBody>
          </p:sp>
          <p:cxnSp>
            <p:nvCxnSpPr>
              <p:cNvPr id="93" name="Straight Arrow Connector 92">
                <a:extLst>
                  <a:ext uri="{FF2B5EF4-FFF2-40B4-BE49-F238E27FC236}">
                    <a16:creationId xmlns:a16="http://schemas.microsoft.com/office/drawing/2014/main" id="{8B3FE7A8-45DB-4617-9BE1-5DC229E13DAA}"/>
                  </a:ext>
                </a:extLst>
              </p:cNvPr>
              <p:cNvCxnSpPr>
                <a:cxnSpLocks/>
              </p:cNvCxnSpPr>
              <p:nvPr/>
            </p:nvCxnSpPr>
            <p:spPr>
              <a:xfrm>
                <a:off x="2559333" y="2891740"/>
                <a:ext cx="0" cy="1463040"/>
              </a:xfrm>
              <a:prstGeom prst="straightConnector1">
                <a:avLst/>
              </a:prstGeom>
              <a:ln w="38100">
                <a:solidFill>
                  <a:srgbClr val="005276"/>
                </a:solidFill>
                <a:tailEnd type="triangle"/>
              </a:ln>
            </p:spPr>
            <p:style>
              <a:lnRef idx="2">
                <a:schemeClr val="accent1"/>
              </a:lnRef>
              <a:fillRef idx="0">
                <a:schemeClr val="accent1"/>
              </a:fillRef>
              <a:effectRef idx="1">
                <a:schemeClr val="accent1"/>
              </a:effectRef>
              <a:fontRef idx="minor">
                <a:schemeClr val="tx1"/>
              </a:fontRef>
            </p:style>
          </p:cxnSp>
          <p:cxnSp>
            <p:nvCxnSpPr>
              <p:cNvPr id="94" name="Straight Arrow Connector 93">
                <a:extLst>
                  <a:ext uri="{FF2B5EF4-FFF2-40B4-BE49-F238E27FC236}">
                    <a16:creationId xmlns:a16="http://schemas.microsoft.com/office/drawing/2014/main" id="{5A8F8713-4B75-4C59-A923-CE8975F9F0DF}"/>
                  </a:ext>
                </a:extLst>
              </p:cNvPr>
              <p:cNvCxnSpPr>
                <a:cxnSpLocks/>
              </p:cNvCxnSpPr>
              <p:nvPr/>
            </p:nvCxnSpPr>
            <p:spPr>
              <a:xfrm flipV="1">
                <a:off x="2745721" y="2891740"/>
                <a:ext cx="0" cy="1463040"/>
              </a:xfrm>
              <a:prstGeom prst="straightConnector1">
                <a:avLst/>
              </a:prstGeom>
              <a:ln w="38100">
                <a:solidFill>
                  <a:srgbClr val="005276"/>
                </a:solidFill>
                <a:tailEnd type="triangle"/>
              </a:ln>
            </p:spPr>
            <p:style>
              <a:lnRef idx="2">
                <a:schemeClr val="accent1"/>
              </a:lnRef>
              <a:fillRef idx="0">
                <a:schemeClr val="accent1"/>
              </a:fillRef>
              <a:effectRef idx="1">
                <a:schemeClr val="accent1"/>
              </a:effectRef>
              <a:fontRef idx="minor">
                <a:schemeClr val="tx1"/>
              </a:fontRef>
            </p:style>
          </p:cxnSp>
          <p:cxnSp>
            <p:nvCxnSpPr>
              <p:cNvPr id="95" name="Straight Arrow Connector 94">
                <a:extLst>
                  <a:ext uri="{FF2B5EF4-FFF2-40B4-BE49-F238E27FC236}">
                    <a16:creationId xmlns:a16="http://schemas.microsoft.com/office/drawing/2014/main" id="{C128A48A-6CC4-4D14-9424-43B5E0539DEF}"/>
                  </a:ext>
                </a:extLst>
              </p:cNvPr>
              <p:cNvCxnSpPr>
                <a:cxnSpLocks/>
              </p:cNvCxnSpPr>
              <p:nvPr/>
            </p:nvCxnSpPr>
            <p:spPr>
              <a:xfrm>
                <a:off x="1172600" y="4908210"/>
                <a:ext cx="1097280" cy="3779"/>
              </a:xfrm>
              <a:prstGeom prst="straightConnector1">
                <a:avLst/>
              </a:prstGeom>
              <a:ln w="38100">
                <a:solidFill>
                  <a:srgbClr val="005276"/>
                </a:solidFill>
                <a:tailEnd type="triangle"/>
              </a:ln>
            </p:spPr>
            <p:style>
              <a:lnRef idx="2">
                <a:schemeClr val="accent1"/>
              </a:lnRef>
              <a:fillRef idx="0">
                <a:schemeClr val="accent1"/>
              </a:fillRef>
              <a:effectRef idx="1">
                <a:schemeClr val="accent1"/>
              </a:effectRef>
              <a:fontRef idx="minor">
                <a:schemeClr val="tx1"/>
              </a:fontRef>
            </p:style>
          </p:cxnSp>
          <p:cxnSp>
            <p:nvCxnSpPr>
              <p:cNvPr id="96" name="Straight Arrow Connector 95">
                <a:extLst>
                  <a:ext uri="{FF2B5EF4-FFF2-40B4-BE49-F238E27FC236}">
                    <a16:creationId xmlns:a16="http://schemas.microsoft.com/office/drawing/2014/main" id="{EAE207D8-60F1-4A66-BAC5-B78075ACDF90}"/>
                  </a:ext>
                </a:extLst>
              </p:cNvPr>
              <p:cNvCxnSpPr>
                <a:cxnSpLocks/>
              </p:cNvCxnSpPr>
              <p:nvPr/>
            </p:nvCxnSpPr>
            <p:spPr>
              <a:xfrm flipH="1">
                <a:off x="1153635" y="4695852"/>
                <a:ext cx="1097280" cy="0"/>
              </a:xfrm>
              <a:prstGeom prst="straightConnector1">
                <a:avLst/>
              </a:prstGeom>
              <a:ln w="38100">
                <a:solidFill>
                  <a:srgbClr val="005276"/>
                </a:solidFill>
                <a:tailEnd type="triangle"/>
              </a:ln>
            </p:spPr>
            <p:style>
              <a:lnRef idx="2">
                <a:schemeClr val="accent1"/>
              </a:lnRef>
              <a:fillRef idx="0">
                <a:schemeClr val="accent1"/>
              </a:fillRef>
              <a:effectRef idx="1">
                <a:schemeClr val="accent1"/>
              </a:effectRef>
              <a:fontRef idx="minor">
                <a:schemeClr val="tx1"/>
              </a:fontRef>
            </p:style>
          </p:cxnSp>
          <p:sp>
            <p:nvSpPr>
              <p:cNvPr id="97" name="TextBox 37">
                <a:extLst>
                  <a:ext uri="{FF2B5EF4-FFF2-40B4-BE49-F238E27FC236}">
                    <a16:creationId xmlns:a16="http://schemas.microsoft.com/office/drawing/2014/main" id="{2DADC83F-7588-4156-BB58-A8BD71DBF09B}"/>
                  </a:ext>
                </a:extLst>
              </p:cNvPr>
              <p:cNvSpPr txBox="1">
                <a:spLocks noChangeArrowheads="1"/>
              </p:cNvSpPr>
              <p:nvPr/>
            </p:nvSpPr>
            <p:spPr bwMode="auto">
              <a:xfrm>
                <a:off x="1004083" y="4026700"/>
                <a:ext cx="1580259" cy="584775"/>
              </a:xfrm>
              <a:prstGeom prst="rect">
                <a:avLst/>
              </a:prstGeom>
              <a:noFill/>
              <a:ln w="9525">
                <a:noFill/>
                <a:miter lim="800000"/>
                <a:headEnd/>
                <a:tailEnd/>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panose="020B0603020204020204" pitchFamily="34" charset="0"/>
                    <a:cs typeface="Amazon Ember" panose="020B0603020204020204" pitchFamily="34" charset="0"/>
                  </a:rPr>
                  <a:t>User authenticated</a:t>
                </a:r>
              </a:p>
            </p:txBody>
          </p:sp>
          <p:cxnSp>
            <p:nvCxnSpPr>
              <p:cNvPr id="98" name="Straight Arrow Connector 97">
                <a:extLst>
                  <a:ext uri="{FF2B5EF4-FFF2-40B4-BE49-F238E27FC236}">
                    <a16:creationId xmlns:a16="http://schemas.microsoft.com/office/drawing/2014/main" id="{B730267C-D010-484C-8E4D-9CD84CF0ECFA}"/>
                  </a:ext>
                </a:extLst>
              </p:cNvPr>
              <p:cNvCxnSpPr>
                <a:cxnSpLocks/>
              </p:cNvCxnSpPr>
              <p:nvPr/>
            </p:nvCxnSpPr>
            <p:spPr>
              <a:xfrm>
                <a:off x="3031488" y="4929418"/>
                <a:ext cx="4061199" cy="0"/>
              </a:xfrm>
              <a:prstGeom prst="straightConnector1">
                <a:avLst/>
              </a:prstGeom>
              <a:ln w="38100">
                <a:solidFill>
                  <a:srgbClr val="005276"/>
                </a:solidFill>
                <a:tailEnd type="triangle"/>
              </a:ln>
            </p:spPr>
            <p:style>
              <a:lnRef idx="2">
                <a:schemeClr val="accent1"/>
              </a:lnRef>
              <a:fillRef idx="0">
                <a:schemeClr val="accent1"/>
              </a:fillRef>
              <a:effectRef idx="1">
                <a:schemeClr val="accent1"/>
              </a:effectRef>
              <a:fontRef idx="minor">
                <a:schemeClr val="tx1"/>
              </a:fontRef>
            </p:style>
          </p:cxnSp>
          <p:cxnSp>
            <p:nvCxnSpPr>
              <p:cNvPr id="99" name="Straight Arrow Connector 98">
                <a:extLst>
                  <a:ext uri="{FF2B5EF4-FFF2-40B4-BE49-F238E27FC236}">
                    <a16:creationId xmlns:a16="http://schemas.microsoft.com/office/drawing/2014/main" id="{EAC4CB4F-C2B2-4EC9-AAA3-6B0D4B2EA324}"/>
                  </a:ext>
                </a:extLst>
              </p:cNvPr>
              <p:cNvCxnSpPr>
                <a:cxnSpLocks/>
              </p:cNvCxnSpPr>
              <p:nvPr/>
            </p:nvCxnSpPr>
            <p:spPr>
              <a:xfrm flipH="1">
                <a:off x="3031488" y="4724698"/>
                <a:ext cx="4061199" cy="0"/>
              </a:xfrm>
              <a:prstGeom prst="straightConnector1">
                <a:avLst/>
              </a:prstGeom>
              <a:ln w="38100">
                <a:solidFill>
                  <a:srgbClr val="005276"/>
                </a:solidFill>
                <a:tailEnd type="triangle"/>
              </a:ln>
            </p:spPr>
            <p:style>
              <a:lnRef idx="2">
                <a:schemeClr val="accent1"/>
              </a:lnRef>
              <a:fillRef idx="0">
                <a:schemeClr val="accent1"/>
              </a:fillRef>
              <a:effectRef idx="1">
                <a:schemeClr val="accent1"/>
              </a:effectRef>
              <a:fontRef idx="minor">
                <a:schemeClr val="tx1"/>
              </a:fontRef>
            </p:style>
          </p:cxnSp>
          <p:cxnSp>
            <p:nvCxnSpPr>
              <p:cNvPr id="100" name="Straight Arrow Connector 69">
                <a:extLst>
                  <a:ext uri="{FF2B5EF4-FFF2-40B4-BE49-F238E27FC236}">
                    <a16:creationId xmlns:a16="http://schemas.microsoft.com/office/drawing/2014/main" id="{E17A0452-7409-4291-A99A-2CA0332ABA1B}"/>
                  </a:ext>
                </a:extLst>
              </p:cNvPr>
              <p:cNvCxnSpPr>
                <a:cxnSpLocks/>
              </p:cNvCxnSpPr>
              <p:nvPr/>
            </p:nvCxnSpPr>
            <p:spPr>
              <a:xfrm>
                <a:off x="3068911" y="2417667"/>
                <a:ext cx="5063251" cy="1194099"/>
              </a:xfrm>
              <a:prstGeom prst="bentConnector3">
                <a:avLst>
                  <a:gd name="adj1" fmla="val 60512"/>
                </a:avLst>
              </a:prstGeom>
              <a:ln w="38100">
                <a:solidFill>
                  <a:srgbClr val="005276"/>
                </a:solidFill>
                <a:tailEnd type="triangle"/>
              </a:ln>
            </p:spPr>
            <p:style>
              <a:lnRef idx="2">
                <a:schemeClr val="accent1"/>
              </a:lnRef>
              <a:fillRef idx="0">
                <a:schemeClr val="accent1"/>
              </a:fillRef>
              <a:effectRef idx="1">
                <a:schemeClr val="accent1"/>
              </a:effectRef>
              <a:fontRef idx="minor">
                <a:schemeClr val="tx1"/>
              </a:fontRef>
            </p:style>
          </p:cxnSp>
          <p:sp>
            <p:nvSpPr>
              <p:cNvPr id="101" name="TextBox 100">
                <a:extLst>
                  <a:ext uri="{FF2B5EF4-FFF2-40B4-BE49-F238E27FC236}">
                    <a16:creationId xmlns:a16="http://schemas.microsoft.com/office/drawing/2014/main" id="{55771BA7-0B17-4C93-B009-CCC1C6CEACDB}"/>
                  </a:ext>
                </a:extLst>
              </p:cNvPr>
              <p:cNvSpPr txBox="1"/>
              <p:nvPr/>
            </p:nvSpPr>
            <p:spPr>
              <a:xfrm>
                <a:off x="6599586" y="3240034"/>
                <a:ext cx="1568058" cy="686150"/>
              </a:xfrm>
              <a:prstGeom prst="rect">
                <a:avLst/>
              </a:prstGeom>
              <a:noFill/>
            </p:spPr>
            <p:txBody>
              <a:bodyPr wrap="none" rtlCol="0">
                <a:spAutoFit/>
              </a:bodyPr>
              <a:lstStyle/>
              <a:p>
                <a:pPr marL="0" marR="0" lvl="0" indent="0" algn="ctr" defTabSz="914400" rtl="0" eaLnBrk="1" fontAlgn="auto" latinLnBrk="0" hangingPunct="1">
                  <a:lnSpc>
                    <a:spcPts val="2400"/>
                  </a:lnSpc>
                  <a:spcBef>
                    <a:spcPts val="0"/>
                  </a:spcBef>
                  <a:spcAft>
                    <a:spcPts val="0"/>
                  </a:spcAft>
                  <a:buClrTx/>
                  <a:buSzTx/>
                  <a:buFontTx/>
                  <a:buNone/>
                  <a:tabLst/>
                  <a:defRPr/>
                </a:pPr>
                <a:r>
                  <a:rPr kumimoji="0" lang="en-US" sz="1600" b="0" i="0" u="none" strike="noStrike" kern="1200" cap="none" spc="0" normalizeH="0" baseline="0" noProof="0" dirty="0">
                    <a:ln>
                      <a:noFill/>
                    </a:ln>
                    <a:effectLst/>
                    <a:uLnTx/>
                    <a:uFillTx/>
                    <a:ea typeface="Amazon Ember Light" panose="020B0403020204020204" pitchFamily="34" charset="0"/>
                    <a:cs typeface="Amazon Ember Light" panose="020B0403020204020204" pitchFamily="34" charset="0"/>
                  </a:rPr>
                  <a:t>Single sign-on </a:t>
                </a:r>
                <a:br>
                  <a:rPr kumimoji="0" lang="en-US" sz="1600" b="0" i="0" u="none" strike="noStrike" kern="1200" cap="none" spc="0" normalizeH="0" baseline="0" noProof="0" dirty="0">
                    <a:ln>
                      <a:noFill/>
                    </a:ln>
                    <a:effectLst/>
                    <a:uLnTx/>
                    <a:uFillTx/>
                    <a:ea typeface="Amazon Ember Light" panose="020B0403020204020204" pitchFamily="34" charset="0"/>
                    <a:cs typeface="Amazon Ember Light" panose="020B0403020204020204" pitchFamily="34" charset="0"/>
                  </a:rPr>
                </a:br>
                <a:r>
                  <a:rPr kumimoji="0" lang="en-US" sz="1600" b="0" i="0" u="none" strike="noStrike" kern="1200" cap="none" spc="0" normalizeH="0" baseline="0" noProof="0" dirty="0">
                    <a:ln>
                      <a:noFill/>
                    </a:ln>
                    <a:effectLst/>
                    <a:uLnTx/>
                    <a:uFillTx/>
                    <a:ea typeface="Amazon Ember Light" panose="020B0403020204020204" pitchFamily="34" charset="0"/>
                    <a:cs typeface="Amazon Ember Light" panose="020B0403020204020204" pitchFamily="34" charset="0"/>
                  </a:rPr>
                  <a:t>(SSO)</a:t>
                </a:r>
              </a:p>
            </p:txBody>
          </p:sp>
          <p:pic>
            <p:nvPicPr>
              <p:cNvPr id="102" name="Graphic 101">
                <a:extLst>
                  <a:ext uri="{FF2B5EF4-FFF2-40B4-BE49-F238E27FC236}">
                    <a16:creationId xmlns:a16="http://schemas.microsoft.com/office/drawing/2014/main" id="{B2CDF75B-EB79-4CD0-A16B-E20A1B038F45}"/>
                  </a:ext>
                  <a:ext uri="{C183D7F6-B498-43B3-948B-1728B52AA6E4}">
                    <adec:decorative xmlns:adec="http://schemas.microsoft.com/office/drawing/2017/decorative" val="1"/>
                  </a:ext>
                </a:extLst>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2796153" y="3388071"/>
                <a:ext cx="339939" cy="339939"/>
              </a:xfrm>
              <a:prstGeom prst="rect">
                <a:avLst/>
              </a:prstGeom>
            </p:spPr>
          </p:pic>
          <p:pic>
            <p:nvPicPr>
              <p:cNvPr id="103" name="Graphic 102">
                <a:extLst>
                  <a:ext uri="{FF2B5EF4-FFF2-40B4-BE49-F238E27FC236}">
                    <a16:creationId xmlns:a16="http://schemas.microsoft.com/office/drawing/2014/main" id="{41CE16A1-F3A8-4E40-92F4-69358A5E257E}"/>
                  </a:ext>
                  <a:ext uri="{C183D7F6-B498-43B3-948B-1728B52AA6E4}">
                    <adec:decorative xmlns:adec="http://schemas.microsoft.com/office/drawing/2017/decorative" val="1"/>
                  </a:ext>
                </a:extLst>
              </p:cNvPr>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6931197" y="5467424"/>
                <a:ext cx="348292" cy="348292"/>
              </a:xfrm>
              <a:prstGeom prst="rect">
                <a:avLst/>
              </a:prstGeom>
            </p:spPr>
          </p:pic>
          <p:pic>
            <p:nvPicPr>
              <p:cNvPr id="104" name="Graphic 103">
                <a:extLst>
                  <a:ext uri="{FF2B5EF4-FFF2-40B4-BE49-F238E27FC236}">
                    <a16:creationId xmlns:a16="http://schemas.microsoft.com/office/drawing/2014/main" id="{0418798B-1560-48E6-AFFE-8E0477FE5798}"/>
                  </a:ext>
                  <a:ext uri="{C183D7F6-B498-43B3-948B-1728B52AA6E4}">
                    <adec:decorative xmlns:adec="http://schemas.microsoft.com/office/drawing/2017/decorative" val="1"/>
                  </a:ext>
                </a:extLst>
              </p:cNvPr>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7514488" y="5484205"/>
                <a:ext cx="385552" cy="385552"/>
              </a:xfrm>
              <a:prstGeom prst="rect">
                <a:avLst/>
              </a:prstGeom>
            </p:spPr>
          </p:pic>
          <p:sp>
            <p:nvSpPr>
              <p:cNvPr id="105" name="TextBox 104">
                <a:extLst>
                  <a:ext uri="{FF2B5EF4-FFF2-40B4-BE49-F238E27FC236}">
                    <a16:creationId xmlns:a16="http://schemas.microsoft.com/office/drawing/2014/main" id="{E01E5A68-945E-4693-816A-C443FCA3ABB6}"/>
                  </a:ext>
                </a:extLst>
              </p:cNvPr>
              <p:cNvSpPr txBox="1"/>
              <p:nvPr/>
            </p:nvSpPr>
            <p:spPr>
              <a:xfrm>
                <a:off x="6799121" y="5765901"/>
                <a:ext cx="612444"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mn-ea"/>
                    <a:cs typeface="+mn-cs"/>
                  </a:rPr>
                  <a:t>Role</a:t>
                </a:r>
              </a:p>
            </p:txBody>
          </p:sp>
          <p:sp>
            <p:nvSpPr>
              <p:cNvPr id="106" name="TextBox 105">
                <a:extLst>
                  <a:ext uri="{FF2B5EF4-FFF2-40B4-BE49-F238E27FC236}">
                    <a16:creationId xmlns:a16="http://schemas.microsoft.com/office/drawing/2014/main" id="{6ADAF1D5-8AB6-4569-AD0A-5E78F87B44D5}"/>
                  </a:ext>
                </a:extLst>
              </p:cNvPr>
              <p:cNvSpPr txBox="1"/>
              <p:nvPr/>
            </p:nvSpPr>
            <p:spPr>
              <a:xfrm>
                <a:off x="7344021" y="5765901"/>
                <a:ext cx="78925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mn-ea"/>
                    <a:cs typeface="+mn-cs"/>
                  </a:rPr>
                  <a:t>Policy</a:t>
                </a:r>
              </a:p>
            </p:txBody>
          </p:sp>
          <p:sp>
            <p:nvSpPr>
              <p:cNvPr id="107" name="Rectangle 106">
                <a:extLst>
                  <a:ext uri="{FF2B5EF4-FFF2-40B4-BE49-F238E27FC236}">
                    <a16:creationId xmlns:a16="http://schemas.microsoft.com/office/drawing/2014/main" id="{C31AAB51-AF5D-41AA-84E4-40CDD12C59AF}"/>
                  </a:ext>
                </a:extLst>
              </p:cNvPr>
              <p:cNvSpPr/>
              <p:nvPr/>
            </p:nvSpPr>
            <p:spPr>
              <a:xfrm>
                <a:off x="4888863" y="2317374"/>
                <a:ext cx="313756" cy="2088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ea typeface="+mn-ea"/>
                  <a:cs typeface="+mn-cs"/>
                </a:endParaRPr>
              </a:p>
            </p:txBody>
          </p:sp>
          <p:pic>
            <p:nvPicPr>
              <p:cNvPr id="108" name="Graphic 107">
                <a:extLst>
                  <a:ext uri="{FF2B5EF4-FFF2-40B4-BE49-F238E27FC236}">
                    <a16:creationId xmlns:a16="http://schemas.microsoft.com/office/drawing/2014/main" id="{79DCE476-374D-4A09-83CD-8F502AFDC2F9}"/>
                  </a:ext>
                  <a:ext uri="{C183D7F6-B498-43B3-948B-1728B52AA6E4}">
                    <adec:decorative xmlns:adec="http://schemas.microsoft.com/office/drawing/2017/decorative" val="1"/>
                  </a:ext>
                </a:extLst>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4884266" y="2221322"/>
                <a:ext cx="387965" cy="387965"/>
              </a:xfrm>
              <a:prstGeom prst="rect">
                <a:avLst/>
              </a:prstGeom>
            </p:spPr>
          </p:pic>
          <p:sp>
            <p:nvSpPr>
              <p:cNvPr id="109" name="Rectangle 108">
                <a:extLst>
                  <a:ext uri="{FF2B5EF4-FFF2-40B4-BE49-F238E27FC236}">
                    <a16:creationId xmlns:a16="http://schemas.microsoft.com/office/drawing/2014/main" id="{6195A224-865D-4C00-8670-21E8112A1089}"/>
                  </a:ext>
                </a:extLst>
              </p:cNvPr>
              <p:cNvSpPr/>
              <p:nvPr/>
            </p:nvSpPr>
            <p:spPr>
              <a:xfrm>
                <a:off x="4888863" y="4612820"/>
                <a:ext cx="313756" cy="2088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ea typeface="+mn-ea"/>
                  <a:cs typeface="+mn-cs"/>
                </a:endParaRPr>
              </a:p>
            </p:txBody>
          </p:sp>
          <p:pic>
            <p:nvPicPr>
              <p:cNvPr id="110" name="Graphic 109">
                <a:extLst>
                  <a:ext uri="{FF2B5EF4-FFF2-40B4-BE49-F238E27FC236}">
                    <a16:creationId xmlns:a16="http://schemas.microsoft.com/office/drawing/2014/main" id="{49FC22D9-A378-4394-802B-9BCFFABA2264}"/>
                  </a:ext>
                  <a:ext uri="{C183D7F6-B498-43B3-948B-1728B52AA6E4}">
                    <adec:decorative xmlns:adec="http://schemas.microsoft.com/office/drawing/2017/decorative" val="1"/>
                  </a:ext>
                </a:extLst>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4886722" y="4534936"/>
                <a:ext cx="384048" cy="384048"/>
              </a:xfrm>
              <a:prstGeom prst="rect">
                <a:avLst/>
              </a:prstGeom>
            </p:spPr>
          </p:pic>
        </p:grpSp>
        <p:sp>
          <p:nvSpPr>
            <p:cNvPr id="59" name="TextBox 12">
              <a:extLst>
                <a:ext uri="{FF2B5EF4-FFF2-40B4-BE49-F238E27FC236}">
                  <a16:creationId xmlns:a16="http://schemas.microsoft.com/office/drawing/2014/main" id="{306FC058-7DF3-4B5C-85F8-185F68B93094}"/>
                </a:ext>
              </a:extLst>
            </p:cNvPr>
            <p:cNvSpPr txBox="1">
              <a:spLocks noChangeArrowheads="1"/>
            </p:cNvSpPr>
            <p:nvPr/>
          </p:nvSpPr>
          <p:spPr bwMode="auto">
            <a:xfrm>
              <a:off x="8386764" y="2469081"/>
              <a:ext cx="122437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mn-lt"/>
                  <a:ea typeface="Amazon Ember" panose="020B0603020204020204" pitchFamily="34" charset="0"/>
                  <a:cs typeface="Arial" panose="020B0604020202020204" pitchFamily="34" charset="0"/>
                </a:rPr>
                <a:t>DynamoDB</a:t>
              </a:r>
            </a:p>
          </p:txBody>
        </p:sp>
        <p:sp>
          <p:nvSpPr>
            <p:cNvPr id="60" name="Rectangle 59">
              <a:extLst>
                <a:ext uri="{FF2B5EF4-FFF2-40B4-BE49-F238E27FC236}">
                  <a16:creationId xmlns:a16="http://schemas.microsoft.com/office/drawing/2014/main" id="{FBB14636-F8DA-48C2-B1B1-9460F8ACF353}"/>
                </a:ext>
              </a:extLst>
            </p:cNvPr>
            <p:cNvSpPr/>
            <p:nvPr/>
          </p:nvSpPr>
          <p:spPr>
            <a:xfrm>
              <a:off x="9604711" y="2439263"/>
              <a:ext cx="957537" cy="584775"/>
            </a:xfrm>
            <a:prstGeom prst="rect">
              <a:avLst/>
            </a:prstGeom>
          </p:spPr>
          <p:txBody>
            <a:bodyPr wrap="square">
              <a:spAutoFit/>
            </a:bodyPr>
            <a:lstStyle/>
            <a:p>
              <a:pPr algn="ctr"/>
              <a:r>
                <a:rPr lang="en-US" altLang="en-US" sz="1600" dirty="0">
                  <a:ea typeface="Amazon Ember" panose="020B0603020204020204" pitchFamily="34" charset="0"/>
                  <a:cs typeface="Arial" panose="020B0604020202020204" pitchFamily="34" charset="0"/>
                </a:rPr>
                <a:t>Amazon </a:t>
              </a:r>
            </a:p>
            <a:p>
              <a:pPr algn="ctr"/>
              <a:r>
                <a:rPr lang="en-US" altLang="en-US" sz="1600" dirty="0">
                  <a:ea typeface="Amazon Ember" panose="020B0603020204020204" pitchFamily="34" charset="0"/>
                  <a:cs typeface="Arial" panose="020B0604020202020204" pitchFamily="34" charset="0"/>
                </a:rPr>
                <a:t>EC2</a:t>
              </a:r>
              <a:endParaRPr lang="en-US" sz="1600" dirty="0"/>
            </a:p>
          </p:txBody>
        </p:sp>
        <p:sp>
          <p:nvSpPr>
            <p:cNvPr id="61" name="Rectangle 60">
              <a:extLst>
                <a:ext uri="{FF2B5EF4-FFF2-40B4-BE49-F238E27FC236}">
                  <a16:creationId xmlns:a16="http://schemas.microsoft.com/office/drawing/2014/main" id="{5301739E-D8CD-4797-B246-0465BC502676}"/>
                </a:ext>
              </a:extLst>
            </p:cNvPr>
            <p:cNvSpPr/>
            <p:nvPr/>
          </p:nvSpPr>
          <p:spPr>
            <a:xfrm>
              <a:off x="10555820" y="2429324"/>
              <a:ext cx="997389" cy="584775"/>
            </a:xfrm>
            <a:prstGeom prst="rect">
              <a:avLst/>
            </a:prstGeom>
          </p:spPr>
          <p:txBody>
            <a:bodyPr wrap="none">
              <a:spAutoFit/>
            </a:bodyPr>
            <a:lstStyle/>
            <a:p>
              <a:r>
                <a:rPr lang="en-US" altLang="en-US" sz="1600" dirty="0">
                  <a:ea typeface="Amazon Ember" panose="020B0603020204020204" pitchFamily="34" charset="0"/>
                  <a:cs typeface="Arial" panose="020B0604020202020204" pitchFamily="34" charset="0"/>
                </a:rPr>
                <a:t>Amazon </a:t>
              </a:r>
            </a:p>
            <a:p>
              <a:pPr algn="ctr"/>
              <a:r>
                <a:rPr lang="en-US" altLang="en-US" sz="1600" dirty="0">
                  <a:ea typeface="Amazon Ember" panose="020B0603020204020204" pitchFamily="34" charset="0"/>
                  <a:cs typeface="Arial" panose="020B0604020202020204" pitchFamily="34" charset="0"/>
                </a:rPr>
                <a:t>S3</a:t>
              </a:r>
              <a:endParaRPr lang="en-US" sz="1600" dirty="0"/>
            </a:p>
          </p:txBody>
        </p:sp>
        <p:sp>
          <p:nvSpPr>
            <p:cNvPr id="62" name="Rectangle 61">
              <a:extLst>
                <a:ext uri="{FF2B5EF4-FFF2-40B4-BE49-F238E27FC236}">
                  <a16:creationId xmlns:a16="http://schemas.microsoft.com/office/drawing/2014/main" id="{3AE78823-9484-4362-B0D9-CDFEAA71F484}"/>
                </a:ext>
              </a:extLst>
            </p:cNvPr>
            <p:cNvSpPr/>
            <p:nvPr/>
          </p:nvSpPr>
          <p:spPr>
            <a:xfrm>
              <a:off x="9245942" y="1634195"/>
              <a:ext cx="1552027" cy="369332"/>
            </a:xfrm>
            <a:prstGeom prst="rect">
              <a:avLst/>
            </a:prstGeom>
          </p:spPr>
          <p:txBody>
            <a:bodyPr wrap="none">
              <a:spAutoFit/>
            </a:bodyPr>
            <a:lstStyle/>
            <a:p>
              <a:pPr lvl="0" algn="ctr">
                <a:defRPr/>
              </a:pPr>
              <a:r>
                <a:rPr lang="en-US" dirty="0">
                  <a:solidFill>
                    <a:srgbClr val="19594E"/>
                  </a:solidFill>
                </a:rPr>
                <a:t>AWS services</a:t>
              </a:r>
            </a:p>
          </p:txBody>
        </p:sp>
      </p:grpSp>
    </p:spTree>
    <p:custDataLst>
      <p:tags r:id="rId1"/>
    </p:custDataLst>
    <p:extLst>
      <p:ext uri="{BB962C8B-B14F-4D97-AF65-F5344CB8AC3E}">
        <p14:creationId xmlns:p14="http://schemas.microsoft.com/office/powerpoint/2010/main" val="38639901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a:extLst>
              <a:ext uri="{FF2B5EF4-FFF2-40B4-BE49-F238E27FC236}">
                <a16:creationId xmlns:a16="http://schemas.microsoft.com/office/drawing/2014/main" id="{407F113D-E765-7049-AF62-548C550B6C7F}"/>
              </a:ext>
            </a:extLst>
          </p:cNvPr>
          <p:cNvSpPr>
            <a:spLocks noGrp="1"/>
          </p:cNvSpPr>
          <p:nvPr>
            <p:ph type="sldNum" idx="9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b="0" i="0" u="none" strike="noStrike" kern="1200" cap="none" spc="0" normalizeH="0" baseline="0" noProof="0" smtClean="0">
                <a:ln>
                  <a:noFill/>
                </a:ln>
                <a:solidFill>
                  <a:schemeClr val="tx1"/>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b="0" i="0" u="none" strike="noStrike" kern="1200" cap="none" spc="0" normalizeH="0" baseline="0" noProof="0" dirty="0">
              <a:ln>
                <a:noFill/>
              </a:ln>
              <a:solidFill>
                <a:schemeClr val="tx1"/>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2" name="Title">
            <a:extLst>
              <a:ext uri="{FF2B5EF4-FFF2-40B4-BE49-F238E27FC236}">
                <a16:creationId xmlns:a16="http://schemas.microsoft.com/office/drawing/2014/main" id="{FFF2AB46-B581-AD44-A0DB-BEDD5F1011F5}"/>
              </a:ext>
            </a:extLst>
          </p:cNvPr>
          <p:cNvSpPr>
            <a:spLocks noGrp="1"/>
          </p:cNvSpPr>
          <p:nvPr>
            <p:ph type="title" idx="1"/>
          </p:nvPr>
        </p:nvSpPr>
        <p:spPr/>
        <p:txBody>
          <a:bodyPr>
            <a:normAutofit fontScale="90000"/>
          </a:bodyPr>
          <a:lstStyle/>
          <a:p>
            <a:r>
              <a:rPr lang="en-US" sz="3600" dirty="0"/>
              <a:t>Example: Identity federation for AWS Management </a:t>
            </a:r>
            <a:r>
              <a:rPr lang="en-US" dirty="0"/>
              <a:t>C</a:t>
            </a:r>
            <a:r>
              <a:rPr lang="en-US" sz="3600" dirty="0"/>
              <a:t>onsole using SAML</a:t>
            </a:r>
          </a:p>
        </p:txBody>
      </p:sp>
      <p:grpSp>
        <p:nvGrpSpPr>
          <p:cNvPr id="57" name="Flatten IdentityFedSAML" descr="Detailed diagram with labeled sequence of actions that lead to a successful login using SAML. See description in the student notes.">
            <a:extLst>
              <a:ext uri="{FF2B5EF4-FFF2-40B4-BE49-F238E27FC236}">
                <a16:creationId xmlns:a16="http://schemas.microsoft.com/office/drawing/2014/main" id="{2D20F911-E35F-4CFD-A279-CEEDF69856B1}"/>
              </a:ext>
            </a:extLst>
          </p:cNvPr>
          <p:cNvGrpSpPr/>
          <p:nvPr/>
        </p:nvGrpSpPr>
        <p:grpSpPr>
          <a:xfrm>
            <a:off x="191180" y="1425320"/>
            <a:ext cx="11809639" cy="4684343"/>
            <a:chOff x="165751" y="1672008"/>
            <a:chExt cx="11809639" cy="4684343"/>
          </a:xfrm>
        </p:grpSpPr>
        <p:sp>
          <p:nvSpPr>
            <p:cNvPr id="58" name="TextBox 37">
              <a:extLst>
                <a:ext uri="{FF2B5EF4-FFF2-40B4-BE49-F238E27FC236}">
                  <a16:creationId xmlns:a16="http://schemas.microsoft.com/office/drawing/2014/main" id="{16D05922-C4EE-456A-82B9-DB92D17DFD8B}"/>
                </a:ext>
              </a:extLst>
            </p:cNvPr>
            <p:cNvSpPr txBox="1">
              <a:spLocks noChangeArrowheads="1"/>
            </p:cNvSpPr>
            <p:nvPr/>
          </p:nvSpPr>
          <p:spPr bwMode="auto">
            <a:xfrm>
              <a:off x="4095230" y="3057516"/>
              <a:ext cx="1538232" cy="584775"/>
            </a:xfrm>
            <a:prstGeom prst="rect">
              <a:avLst/>
            </a:prstGeom>
            <a:noFill/>
            <a:ln w="9525">
              <a:noFill/>
              <a:miter lim="800000"/>
              <a:headEnd/>
              <a:tailEnd/>
            </a:ln>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panose="020B0603020204020204" pitchFamily="34" charset="0"/>
                  <a:cs typeface="Amazon Ember" panose="020B0603020204020204" pitchFamily="34" charset="0"/>
                </a:rPr>
                <a:t>Redirected to the console</a:t>
              </a:r>
            </a:p>
          </p:txBody>
        </p:sp>
        <p:sp>
          <p:nvSpPr>
            <p:cNvPr id="59" name="Rectangle 58">
              <a:extLst>
                <a:ext uri="{FF2B5EF4-FFF2-40B4-BE49-F238E27FC236}">
                  <a16:creationId xmlns:a16="http://schemas.microsoft.com/office/drawing/2014/main" id="{48B01693-FD68-4970-80BE-9F5A1A214783}"/>
                </a:ext>
              </a:extLst>
            </p:cNvPr>
            <p:cNvSpPr/>
            <p:nvPr/>
          </p:nvSpPr>
          <p:spPr>
            <a:xfrm>
              <a:off x="7088603" y="1691910"/>
              <a:ext cx="4886787" cy="4664441"/>
            </a:xfrm>
            <a:prstGeom prst="rect">
              <a:avLst/>
            </a:prstGeom>
            <a:noFill/>
            <a:ln w="38100">
              <a:solidFill>
                <a:srgbClr val="007FA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ysClr val="windowText" lastClr="000000"/>
                  </a:solidFill>
                  <a:effectLst/>
                  <a:uLnTx/>
                  <a:uFillTx/>
                  <a:ea typeface="+mn-ea"/>
                  <a:cs typeface="+mn-cs"/>
                </a:rPr>
                <a:t>AWS Cloud</a:t>
              </a:r>
            </a:p>
          </p:txBody>
        </p:sp>
        <p:pic>
          <p:nvPicPr>
            <p:cNvPr id="60" name="Graphic 59">
              <a:extLst>
                <a:ext uri="{FF2B5EF4-FFF2-40B4-BE49-F238E27FC236}">
                  <a16:creationId xmlns:a16="http://schemas.microsoft.com/office/drawing/2014/main" id="{0D039214-ABA0-4DCF-B168-FBB76B41D633}"/>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098543" y="1700791"/>
              <a:ext cx="330200" cy="330200"/>
            </a:xfrm>
            <a:prstGeom prst="rect">
              <a:avLst/>
            </a:prstGeom>
          </p:spPr>
        </p:pic>
        <p:grpSp>
          <p:nvGrpSpPr>
            <p:cNvPr id="61" name="Group 60">
              <a:extLst>
                <a:ext uri="{FF2B5EF4-FFF2-40B4-BE49-F238E27FC236}">
                  <a16:creationId xmlns:a16="http://schemas.microsoft.com/office/drawing/2014/main" id="{B4E9EBB0-9CB3-4516-AD91-AB12EDE290D5}"/>
                </a:ext>
              </a:extLst>
            </p:cNvPr>
            <p:cNvGrpSpPr/>
            <p:nvPr/>
          </p:nvGrpSpPr>
          <p:grpSpPr>
            <a:xfrm>
              <a:off x="7842117" y="3736009"/>
              <a:ext cx="3709670" cy="2148444"/>
              <a:chOff x="7005557" y="3682974"/>
              <a:chExt cx="3709670" cy="2148444"/>
            </a:xfrm>
          </p:grpSpPr>
          <p:pic>
            <p:nvPicPr>
              <p:cNvPr id="108" name="Picture 107">
                <a:extLst>
                  <a:ext uri="{FF2B5EF4-FFF2-40B4-BE49-F238E27FC236}">
                    <a16:creationId xmlns:a16="http://schemas.microsoft.com/office/drawing/2014/main" id="{AAC14DDD-3313-4C39-BE61-E65FCE0B1AA9}"/>
                  </a:ext>
                  <a:ext uri="{C183D7F6-B498-43B3-948B-1728B52AA6E4}">
                    <adec:decorative xmlns:adec="http://schemas.microsoft.com/office/drawing/2017/decorative" val="1"/>
                  </a:ext>
                </a:extLst>
              </p:cNvPr>
              <p:cNvPicPr>
                <a:picLocks noChangeAspect="1"/>
              </p:cNvPicPr>
              <p:nvPr/>
            </p:nvPicPr>
            <p:blipFill>
              <a:blip r:embed="rId6" cstate="hqprint">
                <a:extLst>
                  <a:ext uri="{28A0092B-C50C-407E-A947-70E740481C1C}">
                    <a14:useLocalDpi xmlns:a14="http://schemas.microsoft.com/office/drawing/2010/main"/>
                  </a:ext>
                </a:extLst>
              </a:blip>
              <a:stretch>
                <a:fillRect/>
              </a:stretch>
            </p:blipFill>
            <p:spPr>
              <a:xfrm>
                <a:off x="7005557" y="3682974"/>
                <a:ext cx="3709670" cy="2148444"/>
              </a:xfrm>
              <a:prstGeom prst="rect">
                <a:avLst/>
              </a:prstGeom>
              <a:ln>
                <a:solidFill>
                  <a:schemeClr val="bg1">
                    <a:lumMod val="50000"/>
                  </a:schemeClr>
                </a:solidFill>
              </a:ln>
            </p:spPr>
          </p:pic>
          <p:sp>
            <p:nvSpPr>
              <p:cNvPr id="109" name="Rectangle 108">
                <a:extLst>
                  <a:ext uri="{FF2B5EF4-FFF2-40B4-BE49-F238E27FC236}">
                    <a16:creationId xmlns:a16="http://schemas.microsoft.com/office/drawing/2014/main" id="{49C88CCF-48A5-4FEA-8654-B5230780ADDB}"/>
                  </a:ext>
                </a:extLst>
              </p:cNvPr>
              <p:cNvSpPr/>
              <p:nvPr/>
            </p:nvSpPr>
            <p:spPr>
              <a:xfrm>
                <a:off x="9342060" y="3765266"/>
                <a:ext cx="655254" cy="807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ea typeface="+mn-ea"/>
                  <a:cs typeface="+mn-cs"/>
                </a:endParaRPr>
              </a:p>
            </p:txBody>
          </p:sp>
        </p:grpSp>
        <p:pic>
          <p:nvPicPr>
            <p:cNvPr id="62" name="Graphic 61" descr="Laptop">
              <a:extLst>
                <a:ext uri="{FF2B5EF4-FFF2-40B4-BE49-F238E27FC236}">
                  <a16:creationId xmlns:a16="http://schemas.microsoft.com/office/drawing/2014/main" id="{38AA49D4-AEFC-487A-BA4E-93BC861963A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461406" y="1992079"/>
              <a:ext cx="822177" cy="822177"/>
            </a:xfrm>
            <a:prstGeom prst="rect">
              <a:avLst/>
            </a:prstGeom>
          </p:spPr>
        </p:pic>
        <p:sp>
          <p:nvSpPr>
            <p:cNvPr id="63" name="Rectangle 62">
              <a:extLst>
                <a:ext uri="{FF2B5EF4-FFF2-40B4-BE49-F238E27FC236}">
                  <a16:creationId xmlns:a16="http://schemas.microsoft.com/office/drawing/2014/main" id="{3E5C2E8A-FEBB-4AB2-AD00-57557A59C123}"/>
                </a:ext>
              </a:extLst>
            </p:cNvPr>
            <p:cNvSpPr/>
            <p:nvPr/>
          </p:nvSpPr>
          <p:spPr>
            <a:xfrm>
              <a:off x="165751" y="1691909"/>
              <a:ext cx="3683787" cy="4664441"/>
            </a:xfrm>
            <a:prstGeom prst="rect">
              <a:avLst/>
            </a:prstGeom>
            <a:noFill/>
            <a:ln w="28575">
              <a:solidFill>
                <a:srgbClr val="007FA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ea typeface="+mn-ea"/>
                  <a:cs typeface="+mn-cs"/>
                </a:rPr>
                <a:t>Customer</a:t>
              </a:r>
            </a:p>
          </p:txBody>
        </p:sp>
        <p:pic>
          <p:nvPicPr>
            <p:cNvPr id="64" name="Graphic 63">
              <a:extLst>
                <a:ext uri="{FF2B5EF4-FFF2-40B4-BE49-F238E27FC236}">
                  <a16:creationId xmlns:a16="http://schemas.microsoft.com/office/drawing/2014/main" id="{B13BF465-E14B-48BF-BFBD-3B8E1FBDBD67}"/>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72947" y="1691909"/>
              <a:ext cx="330200" cy="330200"/>
            </a:xfrm>
            <a:prstGeom prst="rect">
              <a:avLst/>
            </a:prstGeom>
          </p:spPr>
        </p:pic>
        <p:pic>
          <p:nvPicPr>
            <p:cNvPr id="65" name="Graphic 64">
              <a:extLst>
                <a:ext uri="{FF2B5EF4-FFF2-40B4-BE49-F238E27FC236}">
                  <a16:creationId xmlns:a16="http://schemas.microsoft.com/office/drawing/2014/main" id="{A2FCAFCF-D797-4249-B034-462470836841}"/>
                </a:ext>
                <a:ext uri="{C183D7F6-B498-43B3-948B-1728B52AA6E4}">
                  <adec:decorative xmlns:adec="http://schemas.microsoft.com/office/drawing/2017/decorative" val="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792901" y="2168217"/>
              <a:ext cx="469900" cy="469900"/>
            </a:xfrm>
            <a:prstGeom prst="rect">
              <a:avLst/>
            </a:prstGeom>
          </p:spPr>
        </p:pic>
        <p:sp>
          <p:nvSpPr>
            <p:cNvPr id="66" name="Oval 65">
              <a:extLst>
                <a:ext uri="{FF2B5EF4-FFF2-40B4-BE49-F238E27FC236}">
                  <a16:creationId xmlns:a16="http://schemas.microsoft.com/office/drawing/2014/main" id="{BFA879B6-6303-4E3D-B8AE-16952534CB6A}"/>
                </a:ext>
              </a:extLst>
            </p:cNvPr>
            <p:cNvSpPr/>
            <p:nvPr/>
          </p:nvSpPr>
          <p:spPr>
            <a:xfrm>
              <a:off x="316288" y="2207722"/>
              <a:ext cx="270164" cy="27432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ea typeface="+mn-ea"/>
                  <a:cs typeface="+mn-cs"/>
                </a:rPr>
                <a:t>1</a:t>
              </a:r>
            </a:p>
          </p:txBody>
        </p:sp>
        <p:sp>
          <p:nvSpPr>
            <p:cNvPr id="67" name="Oval 66">
              <a:extLst>
                <a:ext uri="{FF2B5EF4-FFF2-40B4-BE49-F238E27FC236}">
                  <a16:creationId xmlns:a16="http://schemas.microsoft.com/office/drawing/2014/main" id="{05464E22-7E1F-4CD7-99B9-87CE8B6811CA}"/>
                </a:ext>
              </a:extLst>
            </p:cNvPr>
            <p:cNvSpPr/>
            <p:nvPr/>
          </p:nvSpPr>
          <p:spPr>
            <a:xfrm>
              <a:off x="1197361" y="3517531"/>
              <a:ext cx="270164" cy="27432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ea typeface="+mn-ea"/>
                  <a:cs typeface="+mn-cs"/>
                </a:rPr>
                <a:t>2</a:t>
              </a:r>
            </a:p>
          </p:txBody>
        </p:sp>
        <p:sp>
          <p:nvSpPr>
            <p:cNvPr id="68" name="Oval 67">
              <a:extLst>
                <a:ext uri="{FF2B5EF4-FFF2-40B4-BE49-F238E27FC236}">
                  <a16:creationId xmlns:a16="http://schemas.microsoft.com/office/drawing/2014/main" id="{2394A483-5B67-43BE-9D00-7B2CBC204070}"/>
                </a:ext>
              </a:extLst>
            </p:cNvPr>
            <p:cNvSpPr/>
            <p:nvPr/>
          </p:nvSpPr>
          <p:spPr>
            <a:xfrm>
              <a:off x="3154318" y="3414218"/>
              <a:ext cx="270164" cy="27432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ea typeface="+mn-ea"/>
                  <a:cs typeface="+mn-cs"/>
                </a:rPr>
                <a:t>3</a:t>
              </a:r>
            </a:p>
          </p:txBody>
        </p:sp>
        <p:sp>
          <p:nvSpPr>
            <p:cNvPr id="69" name="Oval 68">
              <a:extLst>
                <a:ext uri="{FF2B5EF4-FFF2-40B4-BE49-F238E27FC236}">
                  <a16:creationId xmlns:a16="http://schemas.microsoft.com/office/drawing/2014/main" id="{98EB2E0C-3DFA-4E62-B74A-61BE2AD9EDFA}"/>
                </a:ext>
              </a:extLst>
            </p:cNvPr>
            <p:cNvSpPr/>
            <p:nvPr/>
          </p:nvSpPr>
          <p:spPr>
            <a:xfrm>
              <a:off x="3946166" y="1876435"/>
              <a:ext cx="270164" cy="27596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ea typeface="+mn-ea"/>
                  <a:cs typeface="+mn-cs"/>
                </a:rPr>
                <a:t>4</a:t>
              </a:r>
            </a:p>
          </p:txBody>
        </p:sp>
        <p:cxnSp>
          <p:nvCxnSpPr>
            <p:cNvPr id="70" name="Straight Arrow Connector 69">
              <a:extLst>
                <a:ext uri="{FF2B5EF4-FFF2-40B4-BE49-F238E27FC236}">
                  <a16:creationId xmlns:a16="http://schemas.microsoft.com/office/drawing/2014/main" id="{2B7363B6-314E-4E31-9FE8-6E55F16400FB}"/>
                </a:ext>
              </a:extLst>
            </p:cNvPr>
            <p:cNvCxnSpPr>
              <a:cxnSpLocks/>
            </p:cNvCxnSpPr>
            <p:nvPr/>
          </p:nvCxnSpPr>
          <p:spPr>
            <a:xfrm>
              <a:off x="3278937" y="2323505"/>
              <a:ext cx="4485796" cy="0"/>
            </a:xfrm>
            <a:prstGeom prst="straightConnector1">
              <a:avLst/>
            </a:prstGeom>
            <a:ln w="38100">
              <a:solidFill>
                <a:srgbClr val="005276"/>
              </a:solidFill>
              <a:tailEnd type="triangle"/>
            </a:ln>
          </p:spPr>
          <p:style>
            <a:lnRef idx="2">
              <a:schemeClr val="accent1"/>
            </a:lnRef>
            <a:fillRef idx="0">
              <a:schemeClr val="accent1"/>
            </a:fillRef>
            <a:effectRef idx="1">
              <a:schemeClr val="accent1"/>
            </a:effectRef>
            <a:fontRef idx="minor">
              <a:schemeClr val="tx1"/>
            </a:fontRef>
          </p:style>
        </p:cxnSp>
        <p:sp>
          <p:nvSpPr>
            <p:cNvPr id="71" name="TextBox 37">
              <a:extLst>
                <a:ext uri="{FF2B5EF4-FFF2-40B4-BE49-F238E27FC236}">
                  <a16:creationId xmlns:a16="http://schemas.microsoft.com/office/drawing/2014/main" id="{A550B272-3F0B-48B6-ADE7-056B7898D347}"/>
                </a:ext>
              </a:extLst>
            </p:cNvPr>
            <p:cNvSpPr txBox="1">
              <a:spLocks noChangeArrowheads="1"/>
            </p:cNvSpPr>
            <p:nvPr/>
          </p:nvSpPr>
          <p:spPr bwMode="auto">
            <a:xfrm>
              <a:off x="4160634" y="1672008"/>
              <a:ext cx="2425337" cy="584775"/>
            </a:xfrm>
            <a:prstGeom prst="rect">
              <a:avLst/>
            </a:prstGeom>
            <a:noFill/>
            <a:ln w="9525">
              <a:noFill/>
              <a:miter lim="800000"/>
              <a:headEnd/>
              <a:tailEnd/>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panose="020B0603020204020204" pitchFamily="34" charset="0"/>
                  <a:cs typeface="Amazon Ember" panose="020B0603020204020204" pitchFamily="34" charset="0"/>
                </a:rPr>
                <a:t>Assertion posted to sign in endpoint for SAML</a:t>
              </a:r>
            </a:p>
          </p:txBody>
        </p:sp>
        <p:sp>
          <p:nvSpPr>
            <p:cNvPr id="72" name="TextBox 37">
              <a:extLst>
                <a:ext uri="{FF2B5EF4-FFF2-40B4-BE49-F238E27FC236}">
                  <a16:creationId xmlns:a16="http://schemas.microsoft.com/office/drawing/2014/main" id="{98E576F8-2BE6-4AEA-A8A0-26F114F53F30}"/>
                </a:ext>
              </a:extLst>
            </p:cNvPr>
            <p:cNvSpPr txBox="1">
              <a:spLocks noChangeArrowheads="1"/>
            </p:cNvSpPr>
            <p:nvPr/>
          </p:nvSpPr>
          <p:spPr bwMode="auto">
            <a:xfrm>
              <a:off x="2696076" y="3662241"/>
              <a:ext cx="1274367" cy="830997"/>
            </a:xfrm>
            <a:prstGeom prst="rect">
              <a:avLst/>
            </a:prstGeom>
            <a:noFill/>
            <a:ln w="9525">
              <a:noFill/>
              <a:miter lim="800000"/>
              <a:headEnd/>
              <a:tailEnd/>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panose="020B0603020204020204" pitchFamily="34" charset="0"/>
                  <a:cs typeface="Amazon Ember" panose="020B0603020204020204" pitchFamily="34" charset="0"/>
                </a:rPr>
                <a:t>IdP returns </a:t>
              </a:r>
              <a:r>
                <a:rPr kumimoji="0" lang="en-US" sz="1600" b="0" i="0" u="none" strike="noStrike" kern="1200" cap="none" spc="0" normalizeH="0" baseline="0" noProof="0" dirty="0">
                  <a:ln>
                    <a:noFill/>
                  </a:ln>
                  <a:solidFill>
                    <a:srgbClr val="19594E"/>
                  </a:solidFill>
                  <a:effectLst/>
                  <a:uLnTx/>
                  <a:uFillTx/>
                  <a:ea typeface="Amazon Ember" panose="020B0603020204020204" pitchFamily="34" charset="0"/>
                  <a:cs typeface="Amazon Ember" panose="020B0603020204020204" pitchFamily="34" charset="0"/>
                </a:rPr>
                <a:t>SAML assertion</a:t>
              </a:r>
            </a:p>
          </p:txBody>
        </p:sp>
        <p:sp>
          <p:nvSpPr>
            <p:cNvPr id="73" name="TextBox 37">
              <a:extLst>
                <a:ext uri="{FF2B5EF4-FFF2-40B4-BE49-F238E27FC236}">
                  <a16:creationId xmlns:a16="http://schemas.microsoft.com/office/drawing/2014/main" id="{BF0DBCD2-D1F9-4DE3-BE43-00DAFF6693B7}"/>
                </a:ext>
              </a:extLst>
            </p:cNvPr>
            <p:cNvSpPr txBox="1">
              <a:spLocks noChangeArrowheads="1"/>
            </p:cNvSpPr>
            <p:nvPr/>
          </p:nvSpPr>
          <p:spPr bwMode="auto">
            <a:xfrm>
              <a:off x="583736" y="2132845"/>
              <a:ext cx="1076974" cy="830997"/>
            </a:xfrm>
            <a:prstGeom prst="rect">
              <a:avLst/>
            </a:prstGeom>
            <a:noFill/>
            <a:ln w="9525">
              <a:noFill/>
              <a:miter lim="800000"/>
              <a:headEnd/>
              <a:tailEnd/>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panose="020B0603020204020204" pitchFamily="34" charset="0"/>
                  <a:cs typeface="Amazon Ember" panose="020B0603020204020204" pitchFamily="34" charset="0"/>
                </a:rPr>
                <a:t>User navigates to a URL</a:t>
              </a:r>
            </a:p>
          </p:txBody>
        </p:sp>
        <p:sp>
          <p:nvSpPr>
            <p:cNvPr id="74" name="Rectangle 73">
              <a:extLst>
                <a:ext uri="{FF2B5EF4-FFF2-40B4-BE49-F238E27FC236}">
                  <a16:creationId xmlns:a16="http://schemas.microsoft.com/office/drawing/2014/main" id="{23218FC8-8972-4C6C-91EB-C42F251636F3}"/>
                </a:ext>
              </a:extLst>
            </p:cNvPr>
            <p:cNvSpPr/>
            <p:nvPr/>
          </p:nvSpPr>
          <p:spPr>
            <a:xfrm>
              <a:off x="1760682" y="2065815"/>
              <a:ext cx="1777784" cy="738664"/>
            </a:xfrm>
            <a:prstGeom prst="rect">
              <a:avLst/>
            </a:prstGeom>
            <a:noFill/>
            <a:ln w="38100">
              <a:solidFill>
                <a:srgbClr val="00527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A6B86"/>
                </a:solidFill>
                <a:effectLst/>
                <a:uLnTx/>
                <a:uFillTx/>
                <a:ea typeface="+mn-ea"/>
                <a:cs typeface="+mn-cs"/>
              </a:endParaRPr>
            </a:p>
          </p:txBody>
        </p:sp>
        <p:pic>
          <p:nvPicPr>
            <p:cNvPr id="75" name="Graphic 74" descr="Server">
              <a:extLst>
                <a:ext uri="{FF2B5EF4-FFF2-40B4-BE49-F238E27FC236}">
                  <a16:creationId xmlns:a16="http://schemas.microsoft.com/office/drawing/2014/main" id="{E09B6734-FA83-4D3B-8B76-4612EC4F0FB6}"/>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341360" y="4449505"/>
              <a:ext cx="699205" cy="699205"/>
            </a:xfrm>
            <a:prstGeom prst="rect">
              <a:avLst/>
            </a:prstGeom>
          </p:spPr>
        </p:pic>
        <p:pic>
          <p:nvPicPr>
            <p:cNvPr id="76" name="Graphic 75" descr="Database">
              <a:extLst>
                <a:ext uri="{FF2B5EF4-FFF2-40B4-BE49-F238E27FC236}">
                  <a16:creationId xmlns:a16="http://schemas.microsoft.com/office/drawing/2014/main" id="{99BE6B35-151B-4EDD-8D38-1EB0B5FD74D0}"/>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82610" y="4454067"/>
              <a:ext cx="699206" cy="699206"/>
            </a:xfrm>
            <a:prstGeom prst="rect">
              <a:avLst/>
            </a:prstGeom>
          </p:spPr>
        </p:pic>
        <p:sp>
          <p:nvSpPr>
            <p:cNvPr id="77" name="TextBox 76">
              <a:extLst>
                <a:ext uri="{FF2B5EF4-FFF2-40B4-BE49-F238E27FC236}">
                  <a16:creationId xmlns:a16="http://schemas.microsoft.com/office/drawing/2014/main" id="{3366A1A6-7C6E-4393-9378-1C4D3B235708}"/>
                </a:ext>
              </a:extLst>
            </p:cNvPr>
            <p:cNvSpPr txBox="1"/>
            <p:nvPr/>
          </p:nvSpPr>
          <p:spPr>
            <a:xfrm>
              <a:off x="2072866" y="5123064"/>
              <a:ext cx="1318298"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mn-ea"/>
                  <a:cs typeface="+mn-cs"/>
                </a:rPr>
                <a:t>Portal (IdP)</a:t>
              </a:r>
            </a:p>
          </p:txBody>
        </p:sp>
        <p:sp>
          <p:nvSpPr>
            <p:cNvPr id="78" name="TextBox 77">
              <a:extLst>
                <a:ext uri="{FF2B5EF4-FFF2-40B4-BE49-F238E27FC236}">
                  <a16:creationId xmlns:a16="http://schemas.microsoft.com/office/drawing/2014/main" id="{976610DE-84CB-4A40-85EB-C61B01601448}"/>
                </a:ext>
              </a:extLst>
            </p:cNvPr>
            <p:cNvSpPr txBox="1"/>
            <p:nvPr/>
          </p:nvSpPr>
          <p:spPr>
            <a:xfrm>
              <a:off x="173353" y="5119123"/>
              <a:ext cx="1963827"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mn-ea"/>
                  <a:cs typeface="+mn-cs"/>
                </a:rPr>
                <a:t>Identity store (LDAP or Microsoft Active Directory)</a:t>
              </a:r>
            </a:p>
          </p:txBody>
        </p:sp>
        <p:cxnSp>
          <p:nvCxnSpPr>
            <p:cNvPr id="79" name="Straight Arrow Connector 78">
              <a:extLst>
                <a:ext uri="{FF2B5EF4-FFF2-40B4-BE49-F238E27FC236}">
                  <a16:creationId xmlns:a16="http://schemas.microsoft.com/office/drawing/2014/main" id="{F686C62C-8A91-40DF-B23F-BD86A93D680A}"/>
                </a:ext>
              </a:extLst>
            </p:cNvPr>
            <p:cNvCxnSpPr>
              <a:cxnSpLocks/>
            </p:cNvCxnSpPr>
            <p:nvPr/>
          </p:nvCxnSpPr>
          <p:spPr>
            <a:xfrm>
              <a:off x="2572981" y="2891740"/>
              <a:ext cx="0" cy="1463040"/>
            </a:xfrm>
            <a:prstGeom prst="straightConnector1">
              <a:avLst/>
            </a:prstGeom>
            <a:ln w="38100">
              <a:solidFill>
                <a:srgbClr val="005276"/>
              </a:solidFill>
              <a:tailEnd type="triangle"/>
            </a:ln>
          </p:spPr>
          <p:style>
            <a:lnRef idx="2">
              <a:schemeClr val="accent1"/>
            </a:lnRef>
            <a:fillRef idx="0">
              <a:schemeClr val="accent1"/>
            </a:fillRef>
            <a:effectRef idx="1">
              <a:schemeClr val="accent1"/>
            </a:effectRef>
            <a:fontRef idx="minor">
              <a:schemeClr val="tx1"/>
            </a:fontRef>
          </p:style>
        </p:cxnSp>
        <p:cxnSp>
          <p:nvCxnSpPr>
            <p:cNvPr id="80" name="Straight Arrow Connector 79">
              <a:extLst>
                <a:ext uri="{FF2B5EF4-FFF2-40B4-BE49-F238E27FC236}">
                  <a16:creationId xmlns:a16="http://schemas.microsoft.com/office/drawing/2014/main" id="{41923BB9-9F92-4F0E-965D-201E1B5EF45B}"/>
                </a:ext>
              </a:extLst>
            </p:cNvPr>
            <p:cNvCxnSpPr>
              <a:cxnSpLocks/>
            </p:cNvCxnSpPr>
            <p:nvPr/>
          </p:nvCxnSpPr>
          <p:spPr>
            <a:xfrm flipV="1">
              <a:off x="2699409" y="2891740"/>
              <a:ext cx="0" cy="1463040"/>
            </a:xfrm>
            <a:prstGeom prst="straightConnector1">
              <a:avLst/>
            </a:prstGeom>
            <a:ln w="38100">
              <a:solidFill>
                <a:srgbClr val="005276"/>
              </a:solidFill>
              <a:tailEnd type="triangle"/>
            </a:ln>
          </p:spPr>
          <p:style>
            <a:lnRef idx="2">
              <a:schemeClr val="accent1"/>
            </a:lnRef>
            <a:fillRef idx="0">
              <a:schemeClr val="accent1"/>
            </a:fillRef>
            <a:effectRef idx="1">
              <a:schemeClr val="accent1"/>
            </a:effectRef>
            <a:fontRef idx="minor">
              <a:schemeClr val="tx1"/>
            </a:fontRef>
          </p:style>
        </p:cxnSp>
        <p:cxnSp>
          <p:nvCxnSpPr>
            <p:cNvPr id="81" name="Straight Arrow Connector 80">
              <a:extLst>
                <a:ext uri="{FF2B5EF4-FFF2-40B4-BE49-F238E27FC236}">
                  <a16:creationId xmlns:a16="http://schemas.microsoft.com/office/drawing/2014/main" id="{9C731AAC-9749-4D70-90B5-EDE78EAABE76}"/>
                </a:ext>
              </a:extLst>
            </p:cNvPr>
            <p:cNvCxnSpPr>
              <a:cxnSpLocks/>
            </p:cNvCxnSpPr>
            <p:nvPr/>
          </p:nvCxnSpPr>
          <p:spPr>
            <a:xfrm>
              <a:off x="1281784" y="4908210"/>
              <a:ext cx="1097280" cy="3779"/>
            </a:xfrm>
            <a:prstGeom prst="straightConnector1">
              <a:avLst/>
            </a:prstGeom>
            <a:ln w="38100">
              <a:solidFill>
                <a:srgbClr val="005276"/>
              </a:solidFill>
              <a:tailEnd type="triangle"/>
            </a:ln>
          </p:spPr>
          <p:style>
            <a:lnRef idx="2">
              <a:schemeClr val="accent1"/>
            </a:lnRef>
            <a:fillRef idx="0">
              <a:schemeClr val="accent1"/>
            </a:fillRef>
            <a:effectRef idx="1">
              <a:schemeClr val="accent1"/>
            </a:effectRef>
            <a:fontRef idx="minor">
              <a:schemeClr val="tx1"/>
            </a:fontRef>
          </p:style>
        </p:cxnSp>
        <p:cxnSp>
          <p:nvCxnSpPr>
            <p:cNvPr id="82" name="Straight Arrow Connector 81">
              <a:extLst>
                <a:ext uri="{FF2B5EF4-FFF2-40B4-BE49-F238E27FC236}">
                  <a16:creationId xmlns:a16="http://schemas.microsoft.com/office/drawing/2014/main" id="{3AEAA765-7082-40EF-B083-1BD786F1ADB3}"/>
                </a:ext>
              </a:extLst>
            </p:cNvPr>
            <p:cNvCxnSpPr>
              <a:cxnSpLocks/>
            </p:cNvCxnSpPr>
            <p:nvPr/>
          </p:nvCxnSpPr>
          <p:spPr>
            <a:xfrm flipH="1">
              <a:off x="1262819" y="4695852"/>
              <a:ext cx="1097280" cy="0"/>
            </a:xfrm>
            <a:prstGeom prst="straightConnector1">
              <a:avLst/>
            </a:prstGeom>
            <a:ln w="38100">
              <a:solidFill>
                <a:srgbClr val="005276"/>
              </a:solidFill>
              <a:tailEnd type="triangle"/>
            </a:ln>
          </p:spPr>
          <p:style>
            <a:lnRef idx="2">
              <a:schemeClr val="accent1"/>
            </a:lnRef>
            <a:fillRef idx="0">
              <a:schemeClr val="accent1"/>
            </a:fillRef>
            <a:effectRef idx="1">
              <a:schemeClr val="accent1"/>
            </a:effectRef>
            <a:fontRef idx="minor">
              <a:schemeClr val="tx1"/>
            </a:fontRef>
          </p:style>
        </p:cxnSp>
        <p:sp>
          <p:nvSpPr>
            <p:cNvPr id="83" name="TextBox 37">
              <a:extLst>
                <a:ext uri="{FF2B5EF4-FFF2-40B4-BE49-F238E27FC236}">
                  <a16:creationId xmlns:a16="http://schemas.microsoft.com/office/drawing/2014/main" id="{85862513-3277-46BD-8967-F6A8ABEB11B2}"/>
                </a:ext>
              </a:extLst>
            </p:cNvPr>
            <p:cNvSpPr txBox="1">
              <a:spLocks noChangeArrowheads="1"/>
            </p:cNvSpPr>
            <p:nvPr/>
          </p:nvSpPr>
          <p:spPr bwMode="auto">
            <a:xfrm>
              <a:off x="1124998" y="3791851"/>
              <a:ext cx="1486648" cy="830997"/>
            </a:xfrm>
            <a:prstGeom prst="rect">
              <a:avLst/>
            </a:prstGeom>
            <a:noFill/>
            <a:ln w="9525">
              <a:noFill/>
              <a:miter lim="800000"/>
              <a:headEnd/>
              <a:tailEnd/>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panose="020B0603020204020204" pitchFamily="34" charset="0"/>
                  <a:cs typeface="Amazon Ember" panose="020B0603020204020204" pitchFamily="34" charset="0"/>
                </a:rPr>
                <a:t>IdP authenticates user</a:t>
              </a:r>
            </a:p>
          </p:txBody>
        </p:sp>
        <p:cxnSp>
          <p:nvCxnSpPr>
            <p:cNvPr id="84" name="Straight Arrow Connector 69">
              <a:extLst>
                <a:ext uri="{FF2B5EF4-FFF2-40B4-BE49-F238E27FC236}">
                  <a16:creationId xmlns:a16="http://schemas.microsoft.com/office/drawing/2014/main" id="{CC2A319A-1403-4017-9DC4-F38399AFE03E}"/>
                </a:ext>
              </a:extLst>
            </p:cNvPr>
            <p:cNvCxnSpPr>
              <a:cxnSpLocks/>
            </p:cNvCxnSpPr>
            <p:nvPr/>
          </p:nvCxnSpPr>
          <p:spPr>
            <a:xfrm>
              <a:off x="3278937" y="2610113"/>
              <a:ext cx="4485796" cy="1618219"/>
            </a:xfrm>
            <a:prstGeom prst="bentConnector3">
              <a:avLst>
                <a:gd name="adj1" fmla="val 54564"/>
              </a:avLst>
            </a:prstGeom>
            <a:ln w="38100">
              <a:solidFill>
                <a:srgbClr val="005276"/>
              </a:solidFill>
              <a:tailEnd type="triangle"/>
            </a:ln>
          </p:spPr>
          <p:style>
            <a:lnRef idx="2">
              <a:schemeClr val="accent1"/>
            </a:lnRef>
            <a:fillRef idx="0">
              <a:schemeClr val="accent1"/>
            </a:fillRef>
            <a:effectRef idx="1">
              <a:schemeClr val="accent1"/>
            </a:effectRef>
            <a:fontRef idx="minor">
              <a:schemeClr val="tx1"/>
            </a:fontRef>
          </p:style>
        </p:cxnSp>
        <p:pic>
          <p:nvPicPr>
            <p:cNvPr id="85" name="Graphic 84">
              <a:extLst>
                <a:ext uri="{FF2B5EF4-FFF2-40B4-BE49-F238E27FC236}">
                  <a16:creationId xmlns:a16="http://schemas.microsoft.com/office/drawing/2014/main" id="{86B4F340-A5D9-4EEE-A671-5E4956774D5A}"/>
                </a:ext>
                <a:ext uri="{C183D7F6-B498-43B3-948B-1728B52AA6E4}">
                  <adec:decorative xmlns:adec="http://schemas.microsoft.com/office/drawing/2017/decorative" val="1"/>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2755581" y="2885919"/>
              <a:ext cx="414356" cy="414356"/>
            </a:xfrm>
            <a:prstGeom prst="rect">
              <a:avLst/>
            </a:prstGeom>
          </p:spPr>
        </p:pic>
        <p:pic>
          <p:nvPicPr>
            <p:cNvPr id="86" name="Graphic 85">
              <a:extLst>
                <a:ext uri="{FF2B5EF4-FFF2-40B4-BE49-F238E27FC236}">
                  <a16:creationId xmlns:a16="http://schemas.microsoft.com/office/drawing/2014/main" id="{165769BA-E89A-4329-87CF-01447B479B63}"/>
                </a:ext>
                <a:ext uri="{C183D7F6-B498-43B3-948B-1728B52AA6E4}">
                  <adec:decorative xmlns:adec="http://schemas.microsoft.com/office/drawing/2017/decorative" val="1"/>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6549408" y="1856841"/>
              <a:ext cx="414356" cy="414356"/>
            </a:xfrm>
            <a:prstGeom prst="rect">
              <a:avLst/>
            </a:prstGeom>
          </p:spPr>
        </p:pic>
        <p:sp>
          <p:nvSpPr>
            <p:cNvPr id="87" name="Oval 86">
              <a:extLst>
                <a:ext uri="{FF2B5EF4-FFF2-40B4-BE49-F238E27FC236}">
                  <a16:creationId xmlns:a16="http://schemas.microsoft.com/office/drawing/2014/main" id="{99571E50-7127-4CDF-AAFC-5F961E5E2663}"/>
                </a:ext>
              </a:extLst>
            </p:cNvPr>
            <p:cNvSpPr/>
            <p:nvPr/>
          </p:nvSpPr>
          <p:spPr>
            <a:xfrm>
              <a:off x="4009049" y="3358383"/>
              <a:ext cx="270164" cy="27432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ea typeface="+mn-ea"/>
                  <a:cs typeface="+mn-cs"/>
                </a:rPr>
                <a:t>5</a:t>
              </a:r>
            </a:p>
          </p:txBody>
        </p:sp>
        <p:pic>
          <p:nvPicPr>
            <p:cNvPr id="88" name="Graphic 87">
              <a:extLst>
                <a:ext uri="{FF2B5EF4-FFF2-40B4-BE49-F238E27FC236}">
                  <a16:creationId xmlns:a16="http://schemas.microsoft.com/office/drawing/2014/main" id="{71769E0C-0F37-4594-96F3-1BDA3D0F2545}"/>
                </a:ext>
                <a:ext uri="{C183D7F6-B498-43B3-948B-1728B52AA6E4}">
                  <adec:decorative xmlns:adec="http://schemas.microsoft.com/office/drawing/2017/decorative" val="1"/>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7854433" y="2200645"/>
              <a:ext cx="362885" cy="362885"/>
            </a:xfrm>
            <a:prstGeom prst="rect">
              <a:avLst/>
            </a:prstGeom>
          </p:spPr>
        </p:pic>
        <p:sp>
          <p:nvSpPr>
            <p:cNvPr id="89" name="TextBox 88">
              <a:extLst>
                <a:ext uri="{FF2B5EF4-FFF2-40B4-BE49-F238E27FC236}">
                  <a16:creationId xmlns:a16="http://schemas.microsoft.com/office/drawing/2014/main" id="{64D407EA-96A4-43A0-BFEB-C977151869A4}"/>
                </a:ext>
              </a:extLst>
            </p:cNvPr>
            <p:cNvSpPr txBox="1"/>
            <p:nvPr/>
          </p:nvSpPr>
          <p:spPr>
            <a:xfrm>
              <a:off x="7088603" y="2534713"/>
              <a:ext cx="1794978"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mn-ea"/>
                  <a:cs typeface="+mn-cs"/>
                </a:rPr>
                <a:t>Sign-in endpoint for </a:t>
              </a:r>
              <a:r>
                <a:rPr kumimoji="0" lang="en-US" sz="1600" b="0" i="0" u="none" strike="noStrike" kern="1200" cap="none" spc="0" normalizeH="0" baseline="0" noProof="0" dirty="0">
                  <a:ln>
                    <a:noFill/>
                  </a:ln>
                  <a:solidFill>
                    <a:srgbClr val="19594E"/>
                  </a:solidFill>
                  <a:effectLst/>
                  <a:uLnTx/>
                  <a:uFillTx/>
                  <a:ea typeface="Amazon Ember" panose="020B0603020204020204" pitchFamily="34" charset="0"/>
                  <a:cs typeface="Amazon Ember" panose="020B0603020204020204" pitchFamily="34" charset="0"/>
                </a:rPr>
                <a:t>SAML</a:t>
              </a:r>
            </a:p>
          </p:txBody>
        </p:sp>
        <p:sp>
          <p:nvSpPr>
            <p:cNvPr id="90" name="Rectangle 89">
              <a:extLst>
                <a:ext uri="{FF2B5EF4-FFF2-40B4-BE49-F238E27FC236}">
                  <a16:creationId xmlns:a16="http://schemas.microsoft.com/office/drawing/2014/main" id="{97EECE53-7FA2-473F-96D0-5CEA8FEB78CB}"/>
                </a:ext>
              </a:extLst>
            </p:cNvPr>
            <p:cNvSpPr/>
            <p:nvPr/>
          </p:nvSpPr>
          <p:spPr>
            <a:xfrm>
              <a:off x="9212056" y="1826788"/>
              <a:ext cx="2565268" cy="1056479"/>
            </a:xfrm>
            <a:prstGeom prst="rect">
              <a:avLst/>
            </a:prstGeom>
            <a:solidFill>
              <a:srgbClr val="5A6B86">
                <a:alpha val="9804"/>
              </a:srgbClr>
            </a:solidFill>
            <a:ln w="38100">
              <a:solidFill>
                <a:srgbClr val="00527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ea typeface="+mn-ea"/>
                <a:cs typeface="+mn-cs"/>
              </a:endParaRPr>
            </a:p>
          </p:txBody>
        </p:sp>
        <p:sp>
          <p:nvSpPr>
            <p:cNvPr id="91" name="TextBox 90">
              <a:extLst>
                <a:ext uri="{FF2B5EF4-FFF2-40B4-BE49-F238E27FC236}">
                  <a16:creationId xmlns:a16="http://schemas.microsoft.com/office/drawing/2014/main" id="{CAB38DEB-C7A9-4C52-B594-488DE03D05F0}"/>
                </a:ext>
              </a:extLst>
            </p:cNvPr>
            <p:cNvSpPr txBox="1"/>
            <p:nvPr/>
          </p:nvSpPr>
          <p:spPr>
            <a:xfrm>
              <a:off x="9148790" y="2509622"/>
              <a:ext cx="1318298"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mn-ea"/>
                  <a:cs typeface="+mn-cs"/>
                </a:rPr>
                <a:t>AWS STS</a:t>
              </a:r>
            </a:p>
          </p:txBody>
        </p:sp>
        <p:pic>
          <p:nvPicPr>
            <p:cNvPr id="92" name="Graphic 91">
              <a:extLst>
                <a:ext uri="{FF2B5EF4-FFF2-40B4-BE49-F238E27FC236}">
                  <a16:creationId xmlns:a16="http://schemas.microsoft.com/office/drawing/2014/main" id="{9C12ECD0-1D94-4A3F-AF0F-20C678E572A3}"/>
                </a:ext>
                <a:ext uri="{C183D7F6-B498-43B3-948B-1728B52AA6E4}">
                  <adec:decorative xmlns:adec="http://schemas.microsoft.com/office/drawing/2017/decorative" val="1"/>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9572989" y="2132483"/>
              <a:ext cx="469900" cy="469900"/>
            </a:xfrm>
            <a:prstGeom prst="rect">
              <a:avLst/>
            </a:prstGeom>
          </p:spPr>
        </p:pic>
        <p:sp>
          <p:nvSpPr>
            <p:cNvPr id="93" name="TextBox 92">
              <a:extLst>
                <a:ext uri="{FF2B5EF4-FFF2-40B4-BE49-F238E27FC236}">
                  <a16:creationId xmlns:a16="http://schemas.microsoft.com/office/drawing/2014/main" id="{9D0F1FB8-E271-4AF3-9081-94B856AB2082}"/>
                </a:ext>
              </a:extLst>
            </p:cNvPr>
            <p:cNvSpPr txBox="1"/>
            <p:nvPr/>
          </p:nvSpPr>
          <p:spPr>
            <a:xfrm>
              <a:off x="9428397" y="1799492"/>
              <a:ext cx="548844"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mn-ea"/>
                  <a:cs typeface="+mn-cs"/>
                </a:rPr>
                <a:t>IAM</a:t>
              </a:r>
            </a:p>
          </p:txBody>
        </p:sp>
        <p:pic>
          <p:nvPicPr>
            <p:cNvPr id="94" name="Graphic 93">
              <a:extLst>
                <a:ext uri="{FF2B5EF4-FFF2-40B4-BE49-F238E27FC236}">
                  <a16:creationId xmlns:a16="http://schemas.microsoft.com/office/drawing/2014/main" id="{0DDA5C00-553D-4372-BAA9-34FFF952B9BD}"/>
                </a:ext>
                <a:ext uri="{C183D7F6-B498-43B3-948B-1728B52AA6E4}">
                  <adec:decorative xmlns:adec="http://schemas.microsoft.com/office/drawing/2017/decorative" val="1"/>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9240330" y="1867166"/>
              <a:ext cx="230604" cy="230604"/>
            </a:xfrm>
            <a:prstGeom prst="rect">
              <a:avLst/>
            </a:prstGeom>
          </p:spPr>
        </p:pic>
        <p:cxnSp>
          <p:nvCxnSpPr>
            <p:cNvPr id="95" name="Straight Arrow Connector 94">
              <a:extLst>
                <a:ext uri="{FF2B5EF4-FFF2-40B4-BE49-F238E27FC236}">
                  <a16:creationId xmlns:a16="http://schemas.microsoft.com/office/drawing/2014/main" id="{FC27AED5-E585-4CD9-AC6C-DB25F2B29D04}"/>
                </a:ext>
              </a:extLst>
            </p:cNvPr>
            <p:cNvCxnSpPr>
              <a:cxnSpLocks/>
            </p:cNvCxnSpPr>
            <p:nvPr/>
          </p:nvCxnSpPr>
          <p:spPr>
            <a:xfrm>
              <a:off x="8288242" y="2330766"/>
              <a:ext cx="1221708" cy="0"/>
            </a:xfrm>
            <a:prstGeom prst="straightConnector1">
              <a:avLst/>
            </a:prstGeom>
            <a:ln w="38100">
              <a:solidFill>
                <a:srgbClr val="005276"/>
              </a:solidFill>
              <a:tailEnd type="triangle"/>
            </a:ln>
          </p:spPr>
          <p:style>
            <a:lnRef idx="2">
              <a:schemeClr val="accent1"/>
            </a:lnRef>
            <a:fillRef idx="0">
              <a:schemeClr val="accent1"/>
            </a:fillRef>
            <a:effectRef idx="1">
              <a:schemeClr val="accent1"/>
            </a:effectRef>
            <a:fontRef idx="minor">
              <a:schemeClr val="tx1"/>
            </a:fontRef>
          </p:style>
        </p:cxnSp>
        <p:cxnSp>
          <p:nvCxnSpPr>
            <p:cNvPr id="96" name="Straight Arrow Connector 95">
              <a:extLst>
                <a:ext uri="{FF2B5EF4-FFF2-40B4-BE49-F238E27FC236}">
                  <a16:creationId xmlns:a16="http://schemas.microsoft.com/office/drawing/2014/main" id="{205AC815-F439-4090-9BAA-7B2A08B0F4EE}"/>
                </a:ext>
              </a:extLst>
            </p:cNvPr>
            <p:cNvCxnSpPr>
              <a:cxnSpLocks/>
            </p:cNvCxnSpPr>
            <p:nvPr/>
          </p:nvCxnSpPr>
          <p:spPr>
            <a:xfrm flipH="1">
              <a:off x="8288242" y="2508190"/>
              <a:ext cx="1221708" cy="0"/>
            </a:xfrm>
            <a:prstGeom prst="straightConnector1">
              <a:avLst/>
            </a:prstGeom>
            <a:ln w="38100">
              <a:solidFill>
                <a:srgbClr val="005276"/>
              </a:solidFill>
              <a:tailEnd type="triangle"/>
            </a:ln>
          </p:spPr>
          <p:style>
            <a:lnRef idx="2">
              <a:schemeClr val="accent1"/>
            </a:lnRef>
            <a:fillRef idx="0">
              <a:schemeClr val="accent1"/>
            </a:fillRef>
            <a:effectRef idx="1">
              <a:schemeClr val="accent1"/>
            </a:effectRef>
            <a:fontRef idx="minor">
              <a:schemeClr val="tx1"/>
            </a:fontRef>
          </p:style>
        </p:cxnSp>
        <p:cxnSp>
          <p:nvCxnSpPr>
            <p:cNvPr id="97" name="Straight Arrow Connector 96">
              <a:extLst>
                <a:ext uri="{FF2B5EF4-FFF2-40B4-BE49-F238E27FC236}">
                  <a16:creationId xmlns:a16="http://schemas.microsoft.com/office/drawing/2014/main" id="{CCA2C997-0299-47E2-86B9-431890F5455C}"/>
                </a:ext>
              </a:extLst>
            </p:cNvPr>
            <p:cNvCxnSpPr>
              <a:cxnSpLocks/>
            </p:cNvCxnSpPr>
            <p:nvPr/>
          </p:nvCxnSpPr>
          <p:spPr>
            <a:xfrm flipH="1">
              <a:off x="3278937" y="2459985"/>
              <a:ext cx="4485796" cy="0"/>
            </a:xfrm>
            <a:prstGeom prst="straightConnector1">
              <a:avLst/>
            </a:prstGeom>
            <a:ln w="38100">
              <a:solidFill>
                <a:srgbClr val="005276"/>
              </a:solidFill>
              <a:tailEnd type="triangle"/>
            </a:ln>
          </p:spPr>
          <p:style>
            <a:lnRef idx="2">
              <a:schemeClr val="accent1"/>
            </a:lnRef>
            <a:fillRef idx="0">
              <a:schemeClr val="accent1"/>
            </a:fillRef>
            <a:effectRef idx="1">
              <a:schemeClr val="accent1"/>
            </a:effectRef>
            <a:fontRef idx="minor">
              <a:schemeClr val="tx1"/>
            </a:fontRef>
          </p:style>
        </p:cxnSp>
        <p:pic>
          <p:nvPicPr>
            <p:cNvPr id="98" name="Graphic 97">
              <a:extLst>
                <a:ext uri="{FF2B5EF4-FFF2-40B4-BE49-F238E27FC236}">
                  <a16:creationId xmlns:a16="http://schemas.microsoft.com/office/drawing/2014/main" id="{99CA4FA8-A42F-4031-A1A3-75B957CDD360}"/>
                </a:ext>
                <a:ext uri="{C183D7F6-B498-43B3-948B-1728B52AA6E4}">
                  <adec:decorative xmlns:adec="http://schemas.microsoft.com/office/drawing/2017/decorative" val="1"/>
                </a:ext>
              </a:extLst>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10647447" y="2406872"/>
              <a:ext cx="348292" cy="348292"/>
            </a:xfrm>
            <a:prstGeom prst="rect">
              <a:avLst/>
            </a:prstGeom>
          </p:spPr>
        </p:pic>
        <p:pic>
          <p:nvPicPr>
            <p:cNvPr id="99" name="Graphic 98">
              <a:extLst>
                <a:ext uri="{FF2B5EF4-FFF2-40B4-BE49-F238E27FC236}">
                  <a16:creationId xmlns:a16="http://schemas.microsoft.com/office/drawing/2014/main" id="{8F14D92D-C7ED-4BD1-A249-53F4CB30316C}"/>
                </a:ext>
                <a:ext uri="{C183D7F6-B498-43B3-948B-1728B52AA6E4}">
                  <adec:decorative xmlns:adec="http://schemas.microsoft.com/office/drawing/2017/decorative" val="1"/>
                </a:ext>
              </a:extLst>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10605660" y="1902348"/>
              <a:ext cx="385552" cy="385552"/>
            </a:xfrm>
            <a:prstGeom prst="rect">
              <a:avLst/>
            </a:prstGeom>
          </p:spPr>
        </p:pic>
        <p:sp>
          <p:nvSpPr>
            <p:cNvPr id="100" name="TextBox 99">
              <a:extLst>
                <a:ext uri="{FF2B5EF4-FFF2-40B4-BE49-F238E27FC236}">
                  <a16:creationId xmlns:a16="http://schemas.microsoft.com/office/drawing/2014/main" id="{2983C650-B1E7-451A-8EEA-3AB440EF6048}"/>
                </a:ext>
              </a:extLst>
            </p:cNvPr>
            <p:cNvSpPr txBox="1"/>
            <p:nvPr/>
          </p:nvSpPr>
          <p:spPr>
            <a:xfrm>
              <a:off x="10879932" y="1941326"/>
              <a:ext cx="763982"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mn-ea"/>
                  <a:cs typeface="+mn-cs"/>
                </a:rPr>
                <a:t>Role</a:t>
              </a:r>
            </a:p>
          </p:txBody>
        </p:sp>
        <p:sp>
          <p:nvSpPr>
            <p:cNvPr id="101" name="TextBox 100">
              <a:extLst>
                <a:ext uri="{FF2B5EF4-FFF2-40B4-BE49-F238E27FC236}">
                  <a16:creationId xmlns:a16="http://schemas.microsoft.com/office/drawing/2014/main" id="{0EBE21E1-5A2F-4C5D-AA42-A2C164117FAA}"/>
                </a:ext>
              </a:extLst>
            </p:cNvPr>
            <p:cNvSpPr txBox="1"/>
            <p:nvPr/>
          </p:nvSpPr>
          <p:spPr>
            <a:xfrm>
              <a:off x="10901862" y="2429607"/>
              <a:ext cx="848792"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mn-ea"/>
                  <a:cs typeface="+mn-cs"/>
                </a:rPr>
                <a:t>Policy</a:t>
              </a:r>
            </a:p>
          </p:txBody>
        </p:sp>
        <p:sp>
          <p:nvSpPr>
            <p:cNvPr id="102" name="Rectangle 101">
              <a:extLst>
                <a:ext uri="{FF2B5EF4-FFF2-40B4-BE49-F238E27FC236}">
                  <a16:creationId xmlns:a16="http://schemas.microsoft.com/office/drawing/2014/main" id="{0F62B5A3-9353-4DEE-993A-8DFC2D71B145}"/>
                </a:ext>
              </a:extLst>
            </p:cNvPr>
            <p:cNvSpPr/>
            <p:nvPr/>
          </p:nvSpPr>
          <p:spPr>
            <a:xfrm>
              <a:off x="5962608" y="2385353"/>
              <a:ext cx="245599" cy="2126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ea typeface="+mn-ea"/>
                <a:cs typeface="+mn-cs"/>
              </a:endParaRPr>
            </a:p>
          </p:txBody>
        </p:sp>
        <p:pic>
          <p:nvPicPr>
            <p:cNvPr id="103" name="Graphic 102">
              <a:extLst>
                <a:ext uri="{FF2B5EF4-FFF2-40B4-BE49-F238E27FC236}">
                  <a16:creationId xmlns:a16="http://schemas.microsoft.com/office/drawing/2014/main" id="{9AD40C1E-AAE3-4874-848F-BB1BDAE0097C}"/>
                </a:ext>
                <a:ext uri="{C183D7F6-B498-43B3-948B-1728B52AA6E4}">
                  <adec:decorative xmlns:adec="http://schemas.microsoft.com/office/drawing/2017/decorative" val="1"/>
                </a:ext>
              </a:extLst>
            </p:cNvPr>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5951152" y="2409727"/>
              <a:ext cx="289465" cy="289465"/>
            </a:xfrm>
            <a:prstGeom prst="rect">
              <a:avLst/>
            </a:prstGeom>
          </p:spPr>
        </p:pic>
        <p:sp>
          <p:nvSpPr>
            <p:cNvPr id="104" name="Rectangle 103">
              <a:extLst>
                <a:ext uri="{FF2B5EF4-FFF2-40B4-BE49-F238E27FC236}">
                  <a16:creationId xmlns:a16="http://schemas.microsoft.com/office/drawing/2014/main" id="{94820C0D-BF42-4AA3-951C-4A124710A0F8}"/>
                </a:ext>
              </a:extLst>
            </p:cNvPr>
            <p:cNvSpPr/>
            <p:nvPr/>
          </p:nvSpPr>
          <p:spPr>
            <a:xfrm>
              <a:off x="6165720" y="4150772"/>
              <a:ext cx="295448" cy="2439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ea typeface="+mn-ea"/>
                <a:cs typeface="+mn-cs"/>
              </a:endParaRPr>
            </a:p>
          </p:txBody>
        </p:sp>
        <p:pic>
          <p:nvPicPr>
            <p:cNvPr id="105" name="Graphic 104">
              <a:extLst>
                <a:ext uri="{FF2B5EF4-FFF2-40B4-BE49-F238E27FC236}">
                  <a16:creationId xmlns:a16="http://schemas.microsoft.com/office/drawing/2014/main" id="{2C72EA13-9011-4734-A5E3-FA0BBC98F048}"/>
                </a:ext>
                <a:ext uri="{C183D7F6-B498-43B3-948B-1728B52AA6E4}">
                  <adec:decorative xmlns:adec="http://schemas.microsoft.com/office/drawing/2017/decorative" val="1"/>
                </a:ext>
              </a:extLst>
            </p:cNvPr>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6175778" y="4148640"/>
              <a:ext cx="289465" cy="289465"/>
            </a:xfrm>
            <a:prstGeom prst="rect">
              <a:avLst/>
            </a:prstGeom>
          </p:spPr>
        </p:pic>
        <p:sp>
          <p:nvSpPr>
            <p:cNvPr id="106" name="Rectangle 105">
              <a:extLst>
                <a:ext uri="{FF2B5EF4-FFF2-40B4-BE49-F238E27FC236}">
                  <a16:creationId xmlns:a16="http://schemas.microsoft.com/office/drawing/2014/main" id="{7F20CA71-005C-43A4-9EC4-6866B670758B}"/>
                </a:ext>
              </a:extLst>
            </p:cNvPr>
            <p:cNvSpPr/>
            <p:nvPr/>
          </p:nvSpPr>
          <p:spPr>
            <a:xfrm>
              <a:off x="8855239" y="2429608"/>
              <a:ext cx="324109" cy="29020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ea typeface="+mn-ea"/>
                <a:cs typeface="+mn-cs"/>
              </a:endParaRPr>
            </a:p>
          </p:txBody>
        </p:sp>
        <p:pic>
          <p:nvPicPr>
            <p:cNvPr id="107" name="Graphic 106">
              <a:extLst>
                <a:ext uri="{FF2B5EF4-FFF2-40B4-BE49-F238E27FC236}">
                  <a16:creationId xmlns:a16="http://schemas.microsoft.com/office/drawing/2014/main" id="{8B6A0ECF-57B3-4CAD-8DD5-478A211EEE5E}"/>
                </a:ext>
                <a:ext uri="{C183D7F6-B498-43B3-948B-1728B52AA6E4}">
                  <adec:decorative xmlns:adec="http://schemas.microsoft.com/office/drawing/2017/decorative" val="1"/>
                </a:ext>
              </a:extLst>
            </p:cNvPr>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8869274" y="2430346"/>
              <a:ext cx="289465" cy="289465"/>
            </a:xfrm>
            <a:prstGeom prst="rect">
              <a:avLst/>
            </a:prstGeom>
          </p:spPr>
        </p:pic>
      </p:grpSp>
    </p:spTree>
    <p:custDataLst>
      <p:tags r:id="rId1"/>
    </p:custDataLst>
    <p:extLst>
      <p:ext uri="{BB962C8B-B14F-4D97-AF65-F5344CB8AC3E}">
        <p14:creationId xmlns:p14="http://schemas.microsoft.com/office/powerpoint/2010/main" val="1764907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C6448B13-BB7B-5645-B36C-92A5E3EA45D5}"/>
              </a:ext>
            </a:extLst>
          </p:cNvPr>
          <p:cNvSpPr>
            <a:spLocks noGrp="1"/>
          </p:cNvSpPr>
          <p:nvPr>
            <p:ph type="sldNum" idx="9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b="0" i="0" u="none" strike="noStrike" kern="1200" cap="none" spc="0" normalizeH="0" baseline="0" noProof="0" smtClean="0">
                <a:ln>
                  <a:noFill/>
                </a:ln>
                <a:solidFill>
                  <a:srgbClr val="000000">
                    <a:tint val="75000"/>
                  </a:srgbClr>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b="0" i="0" u="none" strike="noStrike" kern="1200" cap="none" spc="0" normalizeH="0" baseline="0" noProof="0" dirty="0">
              <a:ln>
                <a:noFill/>
              </a:ln>
              <a:solidFill>
                <a:srgbClr val="000000">
                  <a:tint val="75000"/>
                </a:srgbClr>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sp>
        <p:nvSpPr>
          <p:cNvPr id="5" name="Title">
            <a:extLst>
              <a:ext uri="{FF2B5EF4-FFF2-40B4-BE49-F238E27FC236}">
                <a16:creationId xmlns:a16="http://schemas.microsoft.com/office/drawing/2014/main" id="{21AF8794-A796-1D4E-9160-505D5F4C2717}"/>
              </a:ext>
            </a:extLst>
          </p:cNvPr>
          <p:cNvSpPr>
            <a:spLocks noGrp="1"/>
          </p:cNvSpPr>
          <p:nvPr>
            <p:ph type="title" idx="1"/>
          </p:nvPr>
        </p:nvSpPr>
        <p:spPr/>
        <p:txBody>
          <a:bodyPr/>
          <a:lstStyle/>
          <a:p>
            <a:r>
              <a:rPr lang="en-US" dirty="0"/>
              <a:t>Amazon Cognito</a:t>
            </a:r>
            <a:endParaRPr lang="en-US" sz="3600" dirty="0"/>
          </a:p>
        </p:txBody>
      </p:sp>
      <p:pic>
        <p:nvPicPr>
          <p:cNvPr id="36" name="Picture Placeholder 35">
            <a:extLst>
              <a:ext uri="{FF2B5EF4-FFF2-40B4-BE49-F238E27FC236}">
                <a16:creationId xmlns:a16="http://schemas.microsoft.com/office/drawing/2014/main" id="{7ABE1B00-FD71-48F8-8F30-9846EC01403D}"/>
              </a:ext>
              <a:ext uri="{C183D7F6-B498-43B3-948B-1728B52AA6E4}">
                <adec:decorative xmlns:adec="http://schemas.microsoft.com/office/drawing/2017/decorative" val="1"/>
              </a:ext>
            </a:extLst>
          </p:cNvPr>
          <p:cNvPicPr>
            <a:picLocks noGrp="1" noChangeAspect="1"/>
          </p:cNvPicPr>
          <p:nvPr>
            <p:ph type="pic" idx="3"/>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p:pic>
      <p:sp>
        <p:nvSpPr>
          <p:cNvPr id="11" name="Text Placeholder 10">
            <a:extLst>
              <a:ext uri="{FF2B5EF4-FFF2-40B4-BE49-F238E27FC236}">
                <a16:creationId xmlns:a16="http://schemas.microsoft.com/office/drawing/2014/main" id="{B37E273C-9D27-4C36-917A-6D0A2BF37A3D}"/>
              </a:ext>
              <a:ext uri="{C183D7F6-B498-43B3-948B-1728B52AA6E4}">
                <adec:decorative xmlns:adec="http://schemas.microsoft.com/office/drawing/2017/decorative" val="1"/>
              </a:ext>
            </a:extLst>
          </p:cNvPr>
          <p:cNvSpPr>
            <a:spLocks noGrp="1"/>
          </p:cNvSpPr>
          <p:nvPr>
            <p:ph type="body" idx="4"/>
          </p:nvPr>
        </p:nvSpPr>
        <p:spPr/>
        <p:txBody>
          <a:bodyPr/>
          <a:lstStyle/>
          <a:p>
            <a:r>
              <a:rPr lang="en-US" dirty="0">
                <a:solidFill>
                  <a:srgbClr val="000000"/>
                </a:solidFill>
                <a:latin typeface="+mn-lt"/>
              </a:rPr>
              <a:t>Amazon Cognito</a:t>
            </a:r>
          </a:p>
        </p:txBody>
      </p:sp>
      <p:sp>
        <p:nvSpPr>
          <p:cNvPr id="4" name="Content Placeholder 3">
            <a:extLst>
              <a:ext uri="{FF2B5EF4-FFF2-40B4-BE49-F238E27FC236}">
                <a16:creationId xmlns:a16="http://schemas.microsoft.com/office/drawing/2014/main" id="{67FC1165-2262-41DE-B144-878A9313B23D}"/>
              </a:ext>
            </a:extLst>
          </p:cNvPr>
          <p:cNvSpPr>
            <a:spLocks noGrp="1"/>
          </p:cNvSpPr>
          <p:nvPr>
            <p:ph idx="2"/>
          </p:nvPr>
        </p:nvSpPr>
        <p:spPr/>
        <p:txBody>
          <a:bodyPr>
            <a:normAutofit lnSpcReduction="10000"/>
          </a:bodyPr>
          <a:lstStyle/>
          <a:p>
            <a:pPr marL="0" lvl="0" indent="0">
              <a:buNone/>
              <a:defRPr/>
            </a:pPr>
            <a:r>
              <a:rPr lang="en-US" dirty="0">
                <a:ea typeface="Amazon Ember" panose="020B0603020204020204" pitchFamily="34" charset="0"/>
                <a:cs typeface="Amazon Ember" panose="020B0603020204020204" pitchFamily="34" charset="0"/>
              </a:rPr>
              <a:t>A fully managed service that provides the following services and features: </a:t>
            </a:r>
          </a:p>
          <a:p>
            <a:pPr marL="571500" lvl="1" indent="-342900">
              <a:buFont typeface="Arial" panose="020B0604020202020204" pitchFamily="34" charset="0"/>
              <a:buChar char="•"/>
              <a:defRPr/>
            </a:pPr>
            <a:r>
              <a:rPr lang="en-US" dirty="0">
                <a:ea typeface="Amazon Ember" panose="020B0603020204020204" pitchFamily="34" charset="0"/>
                <a:cs typeface="Amazon Ember" panose="020B0603020204020204" pitchFamily="34" charset="0"/>
              </a:rPr>
              <a:t>Authentication, authorization, and user management for web and mobile applications</a:t>
            </a:r>
          </a:p>
          <a:p>
            <a:pPr marL="571500" indent="-342900">
              <a:buFont typeface="Arial" panose="020B0604020202020204" pitchFamily="34" charset="0"/>
              <a:buChar char="•"/>
              <a:defRPr/>
            </a:pPr>
            <a:r>
              <a:rPr lang="en-US" sz="2800" dirty="0">
                <a:ea typeface="Amazon Ember Light" panose="020B0403020204020204" pitchFamily="34" charset="0"/>
                <a:cs typeface="Amazon Ember Light" panose="020B0403020204020204" pitchFamily="34" charset="0"/>
              </a:rPr>
              <a:t>Federated identities for s</a:t>
            </a:r>
            <a:r>
              <a:rPr lang="en-US" sz="2800" dirty="0">
                <a:ea typeface="Amazon Ember" panose="020B0603020204020204" pitchFamily="34" charset="0"/>
                <a:cs typeface="Amazon Ember" panose="020B0603020204020204" pitchFamily="34" charset="0"/>
              </a:rPr>
              <a:t>ign in with social identity providers (Amazon, Facebook, Google) or with SAML</a:t>
            </a:r>
          </a:p>
          <a:p>
            <a:pPr marL="571500" indent="-342900">
              <a:buFont typeface="Arial" panose="020B0604020202020204" pitchFamily="34" charset="0"/>
              <a:buChar char="•"/>
              <a:defRPr/>
            </a:pPr>
            <a:r>
              <a:rPr lang="en-US" sz="2800" dirty="0">
                <a:ea typeface="Amazon Ember Light" panose="020B0403020204020204" pitchFamily="34" charset="0"/>
                <a:cs typeface="Amazon Ember Light" panose="020B0403020204020204" pitchFamily="34" charset="0"/>
              </a:rPr>
              <a:t>User pools that maintain a directory with user profiles authentication tokens</a:t>
            </a:r>
          </a:p>
          <a:p>
            <a:pPr marL="571500" indent="-342900">
              <a:buFont typeface="Arial" panose="020B0604020202020204" pitchFamily="34" charset="0"/>
              <a:buChar char="•"/>
              <a:defRPr/>
            </a:pPr>
            <a:r>
              <a:rPr lang="en-US" sz="2800" dirty="0"/>
              <a:t>Identity pools that enable the creation of unique identities and permissions assignment for users</a:t>
            </a:r>
            <a:endParaRPr lang="en-US" sz="2800" dirty="0">
              <a:ea typeface="Amazon Ember Light" panose="020B0403020204020204" pitchFamily="34" charset="0"/>
              <a:cs typeface="Amazon Ember Light" panose="020B0403020204020204" pitchFamily="34" charset="0"/>
            </a:endParaRPr>
          </a:p>
        </p:txBody>
      </p:sp>
    </p:spTree>
    <p:custDataLst>
      <p:tags r:id="rId1"/>
    </p:custDataLst>
    <p:extLst>
      <p:ext uri="{BB962C8B-B14F-4D97-AF65-F5344CB8AC3E}">
        <p14:creationId xmlns:p14="http://schemas.microsoft.com/office/powerpoint/2010/main" val="31267303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B50BF374-4598-40C6-B6CF-8A9A720C2BA1}"/>
              </a:ext>
            </a:extLst>
          </p:cNvPr>
          <p:cNvSpPr>
            <a:spLocks noGrp="1"/>
          </p:cNvSpPr>
          <p:nvPr>
            <p:ph type="sldNum" idx="97"/>
          </p:nvPr>
        </p:nvSpPr>
        <p:spPr/>
        <p:txBody>
          <a:bodyPr/>
          <a:lstStyle/>
          <a:p>
            <a:fld id="{4037B1B0-0345-4E15-985A-6BECCDBE474F}" type="slidenum">
              <a:rPr lang="en-US" smtClean="0"/>
              <a:pPr/>
              <a:t>28</a:t>
            </a:fld>
            <a:endParaRPr lang="en-US" dirty="0"/>
          </a:p>
        </p:txBody>
      </p:sp>
      <p:sp>
        <p:nvSpPr>
          <p:cNvPr id="7" name="Title">
            <a:extLst>
              <a:ext uri="{FF2B5EF4-FFF2-40B4-BE49-F238E27FC236}">
                <a16:creationId xmlns:a16="http://schemas.microsoft.com/office/drawing/2014/main" id="{3F4F9F01-58B4-4655-9251-06050360C118}"/>
              </a:ext>
            </a:extLst>
          </p:cNvPr>
          <p:cNvSpPr>
            <a:spLocks noGrp="1"/>
          </p:cNvSpPr>
          <p:nvPr>
            <p:ph type="title" idx="1"/>
          </p:nvPr>
        </p:nvSpPr>
        <p:spPr/>
        <p:txBody>
          <a:bodyPr/>
          <a:lstStyle/>
          <a:p>
            <a:r>
              <a:rPr lang="en-US" dirty="0"/>
              <a:t>Application access identity federation</a:t>
            </a:r>
          </a:p>
        </p:txBody>
      </p:sp>
      <p:grpSp>
        <p:nvGrpSpPr>
          <p:cNvPr id="17" name="Flatten AppAccessGroup" descr="Diagram with labeled sequence to access server-side resources with a user pool. See description in the student notes.">
            <a:extLst>
              <a:ext uri="{FF2B5EF4-FFF2-40B4-BE49-F238E27FC236}">
                <a16:creationId xmlns:a16="http://schemas.microsoft.com/office/drawing/2014/main" id="{F99271A0-0AA2-435F-91EB-ACD7358B10AB}"/>
              </a:ext>
            </a:extLst>
          </p:cNvPr>
          <p:cNvGrpSpPr/>
          <p:nvPr/>
        </p:nvGrpSpPr>
        <p:grpSpPr>
          <a:xfrm>
            <a:off x="1990920" y="1765250"/>
            <a:ext cx="7626567" cy="3949090"/>
            <a:chOff x="1187356" y="1951630"/>
            <a:chExt cx="7626567" cy="3949090"/>
          </a:xfrm>
        </p:grpSpPr>
        <p:sp>
          <p:nvSpPr>
            <p:cNvPr id="4" name="Rectangle: Rounded Corners 3">
              <a:extLst>
                <a:ext uri="{FF2B5EF4-FFF2-40B4-BE49-F238E27FC236}">
                  <a16:creationId xmlns:a16="http://schemas.microsoft.com/office/drawing/2014/main" id="{37C80358-9CD3-4E83-BB08-AD1DA83E2957}"/>
                </a:ext>
              </a:extLst>
            </p:cNvPr>
            <p:cNvSpPr/>
            <p:nvPr/>
          </p:nvSpPr>
          <p:spPr>
            <a:xfrm>
              <a:off x="1187356" y="2347415"/>
              <a:ext cx="2429301" cy="3057098"/>
            </a:xfrm>
            <a:prstGeom prst="roundRect">
              <a:avLst/>
            </a:prstGeom>
            <a:noFill/>
            <a:ln w="38100">
              <a:solidFill>
                <a:srgbClr val="0052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pic>
          <p:nvPicPr>
            <p:cNvPr id="11" name="Graphic 10">
              <a:extLst>
                <a:ext uri="{FF2B5EF4-FFF2-40B4-BE49-F238E27FC236}">
                  <a16:creationId xmlns:a16="http://schemas.microsoft.com/office/drawing/2014/main" id="{472F872A-D631-4338-92AF-9712FA9486E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537372" y="4114162"/>
              <a:ext cx="1276551" cy="1276551"/>
            </a:xfrm>
            <a:prstGeom prst="rect">
              <a:avLst/>
            </a:prstGeom>
          </p:spPr>
        </p:pic>
        <p:pic>
          <p:nvPicPr>
            <p:cNvPr id="12" name="Graphic 11">
              <a:extLst>
                <a:ext uri="{FF2B5EF4-FFF2-40B4-BE49-F238E27FC236}">
                  <a16:creationId xmlns:a16="http://schemas.microsoft.com/office/drawing/2014/main" id="{A77CECEA-B44A-4B96-A454-D953F82534F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45860" y="4053602"/>
              <a:ext cx="1258103" cy="1258103"/>
            </a:xfrm>
            <a:prstGeom prst="rect">
              <a:avLst/>
            </a:prstGeom>
          </p:spPr>
        </p:pic>
        <p:pic>
          <p:nvPicPr>
            <p:cNvPr id="13" name="Graphic 12">
              <a:extLst>
                <a:ext uri="{FF2B5EF4-FFF2-40B4-BE49-F238E27FC236}">
                  <a16:creationId xmlns:a16="http://schemas.microsoft.com/office/drawing/2014/main" id="{301410E7-C7E0-4918-A670-3D343EBA2F3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flipH="1">
              <a:off x="1656934" y="2686160"/>
              <a:ext cx="1591260" cy="1351243"/>
            </a:xfrm>
            <a:prstGeom prst="rect">
              <a:avLst/>
            </a:prstGeom>
          </p:spPr>
        </p:pic>
        <p:pic>
          <p:nvPicPr>
            <p:cNvPr id="14" name="Picture 13">
              <a:extLst>
                <a:ext uri="{FF2B5EF4-FFF2-40B4-BE49-F238E27FC236}">
                  <a16:creationId xmlns:a16="http://schemas.microsoft.com/office/drawing/2014/main" id="{DB437528-7CCF-42B5-A716-2B4B277D281B}"/>
                </a:ext>
              </a:extLst>
            </p:cNvPr>
            <p:cNvPicPr>
              <a:picLocks noChangeAspect="1"/>
            </p:cNvPicPr>
            <p:nvPr/>
          </p:nvPicPr>
          <p:blipFill>
            <a:blip r:embed="rId10"/>
            <a:stretch>
              <a:fillRect/>
            </a:stretch>
          </p:blipFill>
          <p:spPr>
            <a:xfrm>
              <a:off x="4891967" y="2613058"/>
              <a:ext cx="534992" cy="534992"/>
            </a:xfrm>
            <a:prstGeom prst="rect">
              <a:avLst/>
            </a:prstGeom>
          </p:spPr>
        </p:pic>
        <p:pic>
          <p:nvPicPr>
            <p:cNvPr id="15" name="Picture 14">
              <a:extLst>
                <a:ext uri="{FF2B5EF4-FFF2-40B4-BE49-F238E27FC236}">
                  <a16:creationId xmlns:a16="http://schemas.microsoft.com/office/drawing/2014/main" id="{0CB9A0D6-8AD8-4FBD-8515-EAFADB9B7D72}"/>
                </a:ext>
              </a:extLst>
            </p:cNvPr>
            <p:cNvPicPr>
              <a:picLocks noChangeAspect="1"/>
            </p:cNvPicPr>
            <p:nvPr/>
          </p:nvPicPr>
          <p:blipFill>
            <a:blip r:embed="rId10"/>
            <a:stretch>
              <a:fillRect/>
            </a:stretch>
          </p:blipFill>
          <p:spPr>
            <a:xfrm>
              <a:off x="4891967" y="4455501"/>
              <a:ext cx="534992" cy="534992"/>
            </a:xfrm>
            <a:prstGeom prst="rect">
              <a:avLst/>
            </a:prstGeom>
          </p:spPr>
        </p:pic>
        <p:sp>
          <p:nvSpPr>
            <p:cNvPr id="3" name="TextBox 2">
              <a:extLst>
                <a:ext uri="{FF2B5EF4-FFF2-40B4-BE49-F238E27FC236}">
                  <a16:creationId xmlns:a16="http://schemas.microsoft.com/office/drawing/2014/main" id="{DE5E69A3-E31C-4AFF-BB30-7863E74EA501}"/>
                </a:ext>
              </a:extLst>
            </p:cNvPr>
            <p:cNvSpPr txBox="1"/>
            <p:nvPr/>
          </p:nvSpPr>
          <p:spPr>
            <a:xfrm>
              <a:off x="2059197" y="4054283"/>
              <a:ext cx="604653" cy="369332"/>
            </a:xfrm>
            <a:prstGeom prst="rect">
              <a:avLst/>
            </a:prstGeom>
            <a:noFill/>
          </p:spPr>
          <p:txBody>
            <a:bodyPr wrap="none" rtlCol="0">
              <a:spAutoFit/>
            </a:bodyPr>
            <a:lstStyle/>
            <a:p>
              <a:r>
                <a:rPr lang="en-US" dirty="0"/>
                <a:t>App</a:t>
              </a:r>
            </a:p>
          </p:txBody>
        </p:sp>
        <p:sp>
          <p:nvSpPr>
            <p:cNvPr id="5" name="TextBox 4">
              <a:extLst>
                <a:ext uri="{FF2B5EF4-FFF2-40B4-BE49-F238E27FC236}">
                  <a16:creationId xmlns:a16="http://schemas.microsoft.com/office/drawing/2014/main" id="{B9A2DAC1-7CDB-4B7D-81CA-BA7468186D9B}"/>
                </a:ext>
              </a:extLst>
            </p:cNvPr>
            <p:cNvSpPr txBox="1"/>
            <p:nvPr/>
          </p:nvSpPr>
          <p:spPr>
            <a:xfrm>
              <a:off x="6896214" y="3440055"/>
              <a:ext cx="1157689" cy="369332"/>
            </a:xfrm>
            <a:prstGeom prst="rect">
              <a:avLst/>
            </a:prstGeom>
            <a:noFill/>
          </p:spPr>
          <p:txBody>
            <a:bodyPr wrap="none" rtlCol="0">
              <a:spAutoFit/>
            </a:bodyPr>
            <a:lstStyle/>
            <a:p>
              <a:r>
                <a:rPr lang="en-US" dirty="0"/>
                <a:t>user pool</a:t>
              </a:r>
            </a:p>
          </p:txBody>
        </p:sp>
        <p:sp>
          <p:nvSpPr>
            <p:cNvPr id="16" name="TextBox 15">
              <a:extLst>
                <a:ext uri="{FF2B5EF4-FFF2-40B4-BE49-F238E27FC236}">
                  <a16:creationId xmlns:a16="http://schemas.microsoft.com/office/drawing/2014/main" id="{F453FC65-FBED-4142-82FF-74757DD2F0B2}"/>
                </a:ext>
              </a:extLst>
            </p:cNvPr>
            <p:cNvSpPr txBox="1"/>
            <p:nvPr/>
          </p:nvSpPr>
          <p:spPr>
            <a:xfrm>
              <a:off x="6892123" y="5254389"/>
              <a:ext cx="1680268" cy="646331"/>
            </a:xfrm>
            <a:prstGeom prst="rect">
              <a:avLst/>
            </a:prstGeom>
            <a:noFill/>
          </p:spPr>
          <p:txBody>
            <a:bodyPr wrap="none" rtlCol="0">
              <a:spAutoFit/>
            </a:bodyPr>
            <a:lstStyle/>
            <a:p>
              <a:pPr algn="ctr"/>
              <a:r>
                <a:rPr lang="en-US" dirty="0"/>
                <a:t>Your backend </a:t>
              </a:r>
              <a:br>
                <a:rPr lang="en-US" dirty="0"/>
              </a:br>
              <a:r>
                <a:rPr lang="en-US" dirty="0"/>
                <a:t>resources</a:t>
              </a:r>
            </a:p>
          </p:txBody>
        </p:sp>
        <p:cxnSp>
          <p:nvCxnSpPr>
            <p:cNvPr id="18" name="Straight Arrow Connector 17">
              <a:extLst>
                <a:ext uri="{FF2B5EF4-FFF2-40B4-BE49-F238E27FC236}">
                  <a16:creationId xmlns:a16="http://schemas.microsoft.com/office/drawing/2014/main" id="{00CCC48C-073D-4854-98D7-0C0161BA90FB}"/>
                </a:ext>
              </a:extLst>
            </p:cNvPr>
            <p:cNvCxnSpPr/>
            <p:nvPr/>
          </p:nvCxnSpPr>
          <p:spPr>
            <a:xfrm flipH="1" flipV="1">
              <a:off x="3841087" y="4735773"/>
              <a:ext cx="968992" cy="872"/>
            </a:xfrm>
            <a:prstGeom prst="straightConnector1">
              <a:avLst/>
            </a:prstGeom>
            <a:ln w="38100">
              <a:solidFill>
                <a:srgbClr val="005276"/>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1441A3CC-C8EF-40EF-9797-AF55DDCC6D10}"/>
                </a:ext>
              </a:extLst>
            </p:cNvPr>
            <p:cNvCxnSpPr/>
            <p:nvPr/>
          </p:nvCxnSpPr>
          <p:spPr>
            <a:xfrm>
              <a:off x="5533409" y="4722125"/>
              <a:ext cx="1105469" cy="0"/>
            </a:xfrm>
            <a:prstGeom prst="straightConnector1">
              <a:avLst/>
            </a:prstGeom>
            <a:ln w="38100">
              <a:solidFill>
                <a:srgbClr val="005276"/>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DABA73FA-480B-4688-9FBF-005BC2E44D8F}"/>
                </a:ext>
              </a:extLst>
            </p:cNvPr>
            <p:cNvCxnSpPr/>
            <p:nvPr/>
          </p:nvCxnSpPr>
          <p:spPr>
            <a:xfrm flipH="1" flipV="1">
              <a:off x="3841087" y="2936543"/>
              <a:ext cx="968992" cy="872"/>
            </a:xfrm>
            <a:prstGeom prst="straightConnector1">
              <a:avLst/>
            </a:prstGeom>
            <a:ln w="38100">
              <a:solidFill>
                <a:srgbClr val="005276"/>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C0CEBC3C-BEE7-42AA-807F-1773C489A9D1}"/>
                </a:ext>
              </a:extLst>
            </p:cNvPr>
            <p:cNvCxnSpPr/>
            <p:nvPr/>
          </p:nvCxnSpPr>
          <p:spPr>
            <a:xfrm>
              <a:off x="5426501" y="2909248"/>
              <a:ext cx="1105469" cy="0"/>
            </a:xfrm>
            <a:prstGeom prst="straightConnector1">
              <a:avLst/>
            </a:prstGeom>
            <a:ln w="38100">
              <a:solidFill>
                <a:srgbClr val="005276"/>
              </a:solidFill>
              <a:tailEnd type="triangle"/>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5B4AFBF1-B151-4DEE-8965-508F570F7DA0}"/>
                </a:ext>
              </a:extLst>
            </p:cNvPr>
            <p:cNvSpPr/>
            <p:nvPr/>
          </p:nvSpPr>
          <p:spPr>
            <a:xfrm>
              <a:off x="4059827" y="2073820"/>
              <a:ext cx="270164" cy="27432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ea typeface="+mn-ea"/>
                  <a:cs typeface="+mn-cs"/>
                </a:rPr>
                <a:t>1</a:t>
              </a:r>
            </a:p>
          </p:txBody>
        </p:sp>
        <p:sp>
          <p:nvSpPr>
            <p:cNvPr id="24" name="TextBox 23">
              <a:extLst>
                <a:ext uri="{FF2B5EF4-FFF2-40B4-BE49-F238E27FC236}">
                  <a16:creationId xmlns:a16="http://schemas.microsoft.com/office/drawing/2014/main" id="{5FCB54D5-AA77-43A9-B205-D7AA354EBF21}"/>
                </a:ext>
              </a:extLst>
            </p:cNvPr>
            <p:cNvSpPr txBox="1"/>
            <p:nvPr/>
          </p:nvSpPr>
          <p:spPr>
            <a:xfrm>
              <a:off x="4291464" y="1951630"/>
              <a:ext cx="1924334" cy="646331"/>
            </a:xfrm>
            <a:prstGeom prst="rect">
              <a:avLst/>
            </a:prstGeom>
            <a:noFill/>
          </p:spPr>
          <p:txBody>
            <a:bodyPr wrap="square" rtlCol="0">
              <a:spAutoFit/>
            </a:bodyPr>
            <a:lstStyle/>
            <a:p>
              <a:pPr algn="ctr"/>
              <a:r>
                <a:rPr lang="en-US" dirty="0"/>
                <a:t>Authenticate and get tokens</a:t>
              </a:r>
            </a:p>
          </p:txBody>
        </p:sp>
        <p:sp>
          <p:nvSpPr>
            <p:cNvPr id="25" name="Oval 24">
              <a:extLst>
                <a:ext uri="{FF2B5EF4-FFF2-40B4-BE49-F238E27FC236}">
                  <a16:creationId xmlns:a16="http://schemas.microsoft.com/office/drawing/2014/main" id="{077BF7DB-06AA-4024-9CC3-18F1307ABD14}"/>
                </a:ext>
              </a:extLst>
            </p:cNvPr>
            <p:cNvSpPr/>
            <p:nvPr/>
          </p:nvSpPr>
          <p:spPr>
            <a:xfrm>
              <a:off x="4073476" y="3957211"/>
              <a:ext cx="270164" cy="27432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rgbClr val="FFFFFF"/>
                  </a:solidFill>
                </a:rPr>
                <a:t>2</a:t>
              </a:r>
              <a:endParaRPr kumimoji="0" lang="en-US" sz="1800" b="0" i="0" u="none" strike="noStrike" kern="1200" cap="none" spc="0" normalizeH="0" baseline="0" noProof="0" dirty="0">
                <a:ln>
                  <a:noFill/>
                </a:ln>
                <a:solidFill>
                  <a:srgbClr val="FFFFFF"/>
                </a:solidFill>
                <a:effectLst/>
                <a:uLnTx/>
                <a:uFillTx/>
              </a:endParaRPr>
            </a:p>
          </p:txBody>
        </p:sp>
        <p:sp>
          <p:nvSpPr>
            <p:cNvPr id="26" name="TextBox 25">
              <a:extLst>
                <a:ext uri="{FF2B5EF4-FFF2-40B4-BE49-F238E27FC236}">
                  <a16:creationId xmlns:a16="http://schemas.microsoft.com/office/drawing/2014/main" id="{93322D7D-B290-43EC-A554-E7FC404A22A2}"/>
                </a:ext>
              </a:extLst>
            </p:cNvPr>
            <p:cNvSpPr txBox="1"/>
            <p:nvPr/>
          </p:nvSpPr>
          <p:spPr>
            <a:xfrm>
              <a:off x="4318760" y="3794078"/>
              <a:ext cx="1801503" cy="646331"/>
            </a:xfrm>
            <a:prstGeom prst="rect">
              <a:avLst/>
            </a:prstGeom>
            <a:noFill/>
          </p:spPr>
          <p:txBody>
            <a:bodyPr wrap="square" rtlCol="0">
              <a:spAutoFit/>
            </a:bodyPr>
            <a:lstStyle/>
            <a:p>
              <a:pPr algn="ctr"/>
              <a:r>
                <a:rPr lang="en-US" dirty="0"/>
                <a:t>Access your own resources</a:t>
              </a:r>
            </a:p>
          </p:txBody>
        </p:sp>
        <p:pic>
          <p:nvPicPr>
            <p:cNvPr id="27" name="Graphic 17">
              <a:extLst>
                <a:ext uri="{FF2B5EF4-FFF2-40B4-BE49-F238E27FC236}">
                  <a16:creationId xmlns:a16="http://schemas.microsoft.com/office/drawing/2014/main" id="{EB94F636-08F8-4312-A6F4-807965A9C043}"/>
                </a:ext>
              </a:extLst>
            </p:cNvPr>
            <p:cNvPicPr>
              <a:picLocks noChangeAspect="1" noChangeArrowheads="1"/>
            </p:cNvPicPr>
            <p:nvPr/>
          </p:nvPicPr>
          <p:blipFill>
            <a:blip r:embed="rId11">
              <a:extLst>
                <a:ext uri="{96DAC541-7B7A-43D3-8B79-37D633B846F1}">
                  <asvg:svgBlip xmlns:asvg="http://schemas.microsoft.com/office/drawing/2016/SVG/main" r:embed="rId12"/>
                </a:ext>
              </a:extLst>
            </a:blip>
            <a:srcRect/>
            <a:stretch/>
          </p:blipFill>
          <p:spPr bwMode="auto">
            <a:xfrm>
              <a:off x="7055611" y="2190114"/>
              <a:ext cx="991997" cy="991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9">
              <a:extLst>
                <a:ext uri="{FF2B5EF4-FFF2-40B4-BE49-F238E27FC236}">
                  <a16:creationId xmlns:a16="http://schemas.microsoft.com/office/drawing/2014/main" id="{9A5762A3-345F-4245-80D5-D465E25547D4}"/>
                </a:ext>
              </a:extLst>
            </p:cNvPr>
            <p:cNvSpPr/>
            <p:nvPr/>
          </p:nvSpPr>
          <p:spPr>
            <a:xfrm>
              <a:off x="6648735" y="3171182"/>
              <a:ext cx="1930337" cy="369332"/>
            </a:xfrm>
            <a:prstGeom prst="rect">
              <a:avLst/>
            </a:prstGeom>
          </p:spPr>
          <p:txBody>
            <a:bodyPr wrap="none">
              <a:spAutoFit/>
            </a:bodyPr>
            <a:lstStyle/>
            <a:p>
              <a:pPr algn="ctr"/>
              <a:r>
                <a:rPr lang="en-US" altLang="en-US" dirty="0">
                  <a:ea typeface="Amazon Ember" panose="020B0603020204020204" pitchFamily="34" charset="0"/>
                  <a:cs typeface="Arial" panose="020B0604020202020204" pitchFamily="34" charset="0"/>
                </a:rPr>
                <a:t>Amazon Cognito</a:t>
              </a:r>
            </a:p>
          </p:txBody>
        </p:sp>
      </p:grpSp>
    </p:spTree>
    <p:custDataLst>
      <p:tags r:id="rId1"/>
    </p:custDataLst>
    <p:extLst>
      <p:ext uri="{BB962C8B-B14F-4D97-AF65-F5344CB8AC3E}">
        <p14:creationId xmlns:p14="http://schemas.microsoft.com/office/powerpoint/2010/main" val="9125900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a:extLst>
              <a:ext uri="{FF2B5EF4-FFF2-40B4-BE49-F238E27FC236}">
                <a16:creationId xmlns:a16="http://schemas.microsoft.com/office/drawing/2014/main" id="{407F113D-E765-7049-AF62-548C550B6C7F}"/>
              </a:ext>
            </a:extLst>
          </p:cNvPr>
          <p:cNvSpPr>
            <a:spLocks noGrp="1"/>
          </p:cNvSpPr>
          <p:nvPr>
            <p:ph type="sldNum" idx="97"/>
          </p:nvPr>
        </p:nvSpPr>
        <p:spPr>
          <a:xfrm>
            <a:off x="11347704" y="6446520"/>
            <a:ext cx="484632" cy="22860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b="0" i="0" u="none" strike="noStrike" kern="1200" cap="none" spc="0" normalizeH="0" baseline="0" noProof="0" smtClean="0">
                <a:ln>
                  <a:noFill/>
                </a:ln>
                <a:solidFill>
                  <a:schemeClr val="tx1"/>
                </a:solidFill>
                <a:effectLst/>
                <a:uLnTx/>
                <a:uFillTx/>
                <a:ea typeface="Amazon Ember Light" panose="020B0403020204020204" pitchFamily="34" charset="0"/>
                <a:cs typeface="Amazon Ember Light" panose="020B04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b="0" i="0" u="none" strike="noStrike" kern="1200" cap="none" spc="0" normalizeH="0" baseline="0" noProof="0" dirty="0">
              <a:ln>
                <a:noFill/>
              </a:ln>
              <a:solidFill>
                <a:schemeClr val="tx1"/>
              </a:solidFill>
              <a:effectLst/>
              <a:uLnTx/>
              <a:uFillTx/>
              <a:ea typeface="Amazon Ember Light" panose="020B0403020204020204" pitchFamily="34" charset="0"/>
              <a:cs typeface="Amazon Ember Light" panose="020B0403020204020204" pitchFamily="34" charset="0"/>
            </a:endParaRPr>
          </a:p>
        </p:txBody>
      </p:sp>
      <p:sp>
        <p:nvSpPr>
          <p:cNvPr id="2" name="Title">
            <a:extLst>
              <a:ext uri="{FF2B5EF4-FFF2-40B4-BE49-F238E27FC236}">
                <a16:creationId xmlns:a16="http://schemas.microsoft.com/office/drawing/2014/main" id="{FFF2AB46-B581-AD44-A0DB-BEDD5F1011F5}"/>
              </a:ext>
            </a:extLst>
          </p:cNvPr>
          <p:cNvSpPr>
            <a:spLocks noGrp="1"/>
          </p:cNvSpPr>
          <p:nvPr>
            <p:ph type="title" idx="1"/>
          </p:nvPr>
        </p:nvSpPr>
        <p:spPr/>
        <p:txBody>
          <a:bodyPr>
            <a:normAutofit/>
          </a:bodyPr>
          <a:lstStyle/>
          <a:p>
            <a:r>
              <a:rPr lang="en-US" sz="3600" dirty="0"/>
              <a:t>Amazon Cognito example  </a:t>
            </a:r>
          </a:p>
        </p:txBody>
      </p:sp>
      <p:grpSp>
        <p:nvGrpSpPr>
          <p:cNvPr id="51" name="Flatten CognitoExample" descr="Detailed diagram with labeled sequence of actions that lead to a successful login using Amazon Cognito. See description in the student notes.">
            <a:extLst>
              <a:ext uri="{FF2B5EF4-FFF2-40B4-BE49-F238E27FC236}">
                <a16:creationId xmlns:a16="http://schemas.microsoft.com/office/drawing/2014/main" id="{9AF1A822-D0DF-47F3-A832-DB8D966D9F26}"/>
              </a:ext>
            </a:extLst>
          </p:cNvPr>
          <p:cNvGrpSpPr/>
          <p:nvPr/>
        </p:nvGrpSpPr>
        <p:grpSpPr>
          <a:xfrm>
            <a:off x="365760" y="1451248"/>
            <a:ext cx="11506266" cy="4634812"/>
            <a:chOff x="652868" y="2042783"/>
            <a:chExt cx="11506266" cy="4634812"/>
          </a:xfrm>
        </p:grpSpPr>
        <p:grpSp>
          <p:nvGrpSpPr>
            <p:cNvPr id="52" name="Group 51">
              <a:extLst>
                <a:ext uri="{FF2B5EF4-FFF2-40B4-BE49-F238E27FC236}">
                  <a16:creationId xmlns:a16="http://schemas.microsoft.com/office/drawing/2014/main" id="{9C1D59A6-FCB8-4887-A277-26B32938BB4A}"/>
                </a:ext>
              </a:extLst>
            </p:cNvPr>
            <p:cNvGrpSpPr/>
            <p:nvPr/>
          </p:nvGrpSpPr>
          <p:grpSpPr>
            <a:xfrm>
              <a:off x="10795743" y="2218983"/>
              <a:ext cx="964763" cy="964763"/>
              <a:chOff x="10795743" y="2218983"/>
              <a:chExt cx="964763" cy="964763"/>
            </a:xfrm>
          </p:grpSpPr>
          <p:pic>
            <p:nvPicPr>
              <p:cNvPr id="94" name="Graphic 93">
                <a:extLst>
                  <a:ext uri="{FF2B5EF4-FFF2-40B4-BE49-F238E27FC236}">
                    <a16:creationId xmlns:a16="http://schemas.microsoft.com/office/drawing/2014/main" id="{07CC802D-C512-4712-8EB0-E616444C8F9B}"/>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795743" y="2218983"/>
                <a:ext cx="964763" cy="964763"/>
              </a:xfrm>
              <a:prstGeom prst="rect">
                <a:avLst/>
              </a:prstGeom>
            </p:spPr>
          </p:pic>
          <p:sp>
            <p:nvSpPr>
              <p:cNvPr id="95" name="Rectangle 94">
                <a:extLst>
                  <a:ext uri="{FF2B5EF4-FFF2-40B4-BE49-F238E27FC236}">
                    <a16:creationId xmlns:a16="http://schemas.microsoft.com/office/drawing/2014/main" id="{41316871-4F4E-46C8-B0D8-AABD1A32949D}"/>
                  </a:ext>
                </a:extLst>
              </p:cNvPr>
              <p:cNvSpPr/>
              <p:nvPr/>
            </p:nvSpPr>
            <p:spPr>
              <a:xfrm>
                <a:off x="11043913" y="2569495"/>
                <a:ext cx="442738" cy="3296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ea typeface="+mn-ea"/>
                  <a:cs typeface="+mn-cs"/>
                </a:endParaRPr>
              </a:p>
            </p:txBody>
          </p:sp>
        </p:grpSp>
        <p:sp>
          <p:nvSpPr>
            <p:cNvPr id="53" name="Rectangle 52">
              <a:extLst>
                <a:ext uri="{FF2B5EF4-FFF2-40B4-BE49-F238E27FC236}">
                  <a16:creationId xmlns:a16="http://schemas.microsoft.com/office/drawing/2014/main" id="{BA826543-4F74-4806-A668-88FABDF732B5}"/>
                </a:ext>
              </a:extLst>
            </p:cNvPr>
            <p:cNvSpPr/>
            <p:nvPr/>
          </p:nvSpPr>
          <p:spPr>
            <a:xfrm>
              <a:off x="5886870" y="2042783"/>
              <a:ext cx="4547631" cy="4634812"/>
            </a:xfrm>
            <a:prstGeom prst="rect">
              <a:avLst/>
            </a:prstGeom>
            <a:noFill/>
            <a:ln w="38100">
              <a:solidFill>
                <a:srgbClr val="007FA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ysClr val="windowText" lastClr="000000"/>
                  </a:solidFill>
                  <a:effectLst/>
                  <a:uLnTx/>
                  <a:uFillTx/>
                  <a:ea typeface="+mn-ea"/>
                  <a:cs typeface="+mn-cs"/>
                </a:rPr>
                <a:t>AWS Cloud</a:t>
              </a:r>
            </a:p>
          </p:txBody>
        </p:sp>
        <p:pic>
          <p:nvPicPr>
            <p:cNvPr id="54" name="Graphic 53">
              <a:extLst>
                <a:ext uri="{FF2B5EF4-FFF2-40B4-BE49-F238E27FC236}">
                  <a16:creationId xmlns:a16="http://schemas.microsoft.com/office/drawing/2014/main" id="{CE12ACB2-02F0-4276-B955-771BD047AAF8}"/>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886870" y="2042784"/>
              <a:ext cx="330200" cy="330200"/>
            </a:xfrm>
            <a:prstGeom prst="rect">
              <a:avLst/>
            </a:prstGeom>
          </p:spPr>
        </p:pic>
        <p:pic>
          <p:nvPicPr>
            <p:cNvPr id="55" name="Graphic 54">
              <a:extLst>
                <a:ext uri="{FF2B5EF4-FFF2-40B4-BE49-F238E27FC236}">
                  <a16:creationId xmlns:a16="http://schemas.microsoft.com/office/drawing/2014/main" id="{22B24EDD-B4D2-419E-81FD-57FF2F47A718}"/>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361670" y="5341602"/>
              <a:ext cx="548640" cy="548640"/>
            </a:xfrm>
            <a:prstGeom prst="rect">
              <a:avLst/>
            </a:prstGeom>
          </p:spPr>
        </p:pic>
        <p:pic>
          <p:nvPicPr>
            <p:cNvPr id="56" name="Graphic 55">
              <a:extLst>
                <a:ext uri="{FF2B5EF4-FFF2-40B4-BE49-F238E27FC236}">
                  <a16:creationId xmlns:a16="http://schemas.microsoft.com/office/drawing/2014/main" id="{00990167-0E9E-44C3-B018-558EC09D2086}"/>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487157" y="5341602"/>
              <a:ext cx="548640" cy="548640"/>
            </a:xfrm>
            <a:prstGeom prst="rect">
              <a:avLst/>
            </a:prstGeom>
          </p:spPr>
        </p:pic>
        <p:pic>
          <p:nvPicPr>
            <p:cNvPr id="57" name="Graphic 56">
              <a:extLst>
                <a:ext uri="{FF2B5EF4-FFF2-40B4-BE49-F238E27FC236}">
                  <a16:creationId xmlns:a16="http://schemas.microsoft.com/office/drawing/2014/main" id="{C9E7F0A3-77A0-4A20-8222-8535965FB32D}"/>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612645" y="5341602"/>
              <a:ext cx="548640" cy="548640"/>
            </a:xfrm>
            <a:prstGeom prst="rect">
              <a:avLst/>
            </a:prstGeom>
          </p:spPr>
        </p:pic>
        <p:sp>
          <p:nvSpPr>
            <p:cNvPr id="58" name="Rectangle 57">
              <a:extLst>
                <a:ext uri="{FF2B5EF4-FFF2-40B4-BE49-F238E27FC236}">
                  <a16:creationId xmlns:a16="http://schemas.microsoft.com/office/drawing/2014/main" id="{37EE1B4B-9809-48E6-AD05-548BD24BD62E}"/>
                </a:ext>
              </a:extLst>
            </p:cNvPr>
            <p:cNvSpPr/>
            <p:nvPr/>
          </p:nvSpPr>
          <p:spPr>
            <a:xfrm>
              <a:off x="7036069" y="4906100"/>
              <a:ext cx="3243533" cy="1616220"/>
            </a:xfrm>
            <a:prstGeom prst="rect">
              <a:avLst/>
            </a:prstGeom>
            <a:noFill/>
            <a:ln w="38100">
              <a:solidFill>
                <a:srgbClr val="007FAA"/>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ea typeface="+mn-ea"/>
                  <a:cs typeface="+mn-cs"/>
                </a:rPr>
                <a:t>AWS services</a:t>
              </a:r>
            </a:p>
          </p:txBody>
        </p:sp>
        <p:pic>
          <p:nvPicPr>
            <p:cNvPr id="59" name="Graphic 58" descr="Laptop">
              <a:extLst>
                <a:ext uri="{FF2B5EF4-FFF2-40B4-BE49-F238E27FC236}">
                  <a16:creationId xmlns:a16="http://schemas.microsoft.com/office/drawing/2014/main" id="{56350F79-0CE1-4450-AB52-8E9399EABC63}"/>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78188" y="2942288"/>
              <a:ext cx="1446195" cy="1446195"/>
            </a:xfrm>
            <a:prstGeom prst="rect">
              <a:avLst/>
            </a:prstGeom>
          </p:spPr>
        </p:pic>
        <p:sp>
          <p:nvSpPr>
            <p:cNvPr id="60" name="TextBox 59">
              <a:extLst>
                <a:ext uri="{FF2B5EF4-FFF2-40B4-BE49-F238E27FC236}">
                  <a16:creationId xmlns:a16="http://schemas.microsoft.com/office/drawing/2014/main" id="{3D988254-4BBA-47F1-9F0B-026D91D41A3C}"/>
                </a:ext>
              </a:extLst>
            </p:cNvPr>
            <p:cNvSpPr txBox="1"/>
            <p:nvPr/>
          </p:nvSpPr>
          <p:spPr>
            <a:xfrm>
              <a:off x="971203" y="4144728"/>
              <a:ext cx="1446195"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Web or mobile application</a:t>
              </a:r>
            </a:p>
          </p:txBody>
        </p:sp>
        <p:sp>
          <p:nvSpPr>
            <p:cNvPr id="61" name="Oval 60">
              <a:extLst>
                <a:ext uri="{FF2B5EF4-FFF2-40B4-BE49-F238E27FC236}">
                  <a16:creationId xmlns:a16="http://schemas.microsoft.com/office/drawing/2014/main" id="{960F366D-484F-4960-98D2-5EFB04A5A753}"/>
                </a:ext>
              </a:extLst>
            </p:cNvPr>
            <p:cNvSpPr/>
            <p:nvPr/>
          </p:nvSpPr>
          <p:spPr>
            <a:xfrm>
              <a:off x="2757229" y="2375850"/>
              <a:ext cx="270164" cy="27432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ea typeface="+mn-ea"/>
                  <a:cs typeface="+mn-cs"/>
                </a:rPr>
                <a:t>1</a:t>
              </a:r>
            </a:p>
          </p:txBody>
        </p:sp>
        <p:sp>
          <p:nvSpPr>
            <p:cNvPr id="62" name="Oval 61">
              <a:extLst>
                <a:ext uri="{FF2B5EF4-FFF2-40B4-BE49-F238E27FC236}">
                  <a16:creationId xmlns:a16="http://schemas.microsoft.com/office/drawing/2014/main" id="{B1F3A69C-287A-4C62-B249-0EE652AE7E5F}"/>
                </a:ext>
              </a:extLst>
            </p:cNvPr>
            <p:cNvSpPr/>
            <p:nvPr/>
          </p:nvSpPr>
          <p:spPr>
            <a:xfrm>
              <a:off x="2757229" y="3375491"/>
              <a:ext cx="270164" cy="27432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ea typeface="+mn-ea"/>
                  <a:cs typeface="+mn-cs"/>
                </a:rPr>
                <a:t>3</a:t>
              </a:r>
            </a:p>
          </p:txBody>
        </p:sp>
        <p:sp>
          <p:nvSpPr>
            <p:cNvPr id="63" name="Oval 62">
              <a:extLst>
                <a:ext uri="{FF2B5EF4-FFF2-40B4-BE49-F238E27FC236}">
                  <a16:creationId xmlns:a16="http://schemas.microsoft.com/office/drawing/2014/main" id="{669BBC6D-778E-439D-8DD7-8CD1FD6B0647}"/>
                </a:ext>
              </a:extLst>
            </p:cNvPr>
            <p:cNvSpPr/>
            <p:nvPr/>
          </p:nvSpPr>
          <p:spPr>
            <a:xfrm>
              <a:off x="2757229" y="5075858"/>
              <a:ext cx="270164" cy="27432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ea typeface="+mn-ea"/>
                  <a:cs typeface="+mn-cs"/>
                </a:rPr>
                <a:t>4</a:t>
              </a:r>
            </a:p>
          </p:txBody>
        </p:sp>
        <p:cxnSp>
          <p:nvCxnSpPr>
            <p:cNvPr id="64" name="Straight Arrow Connector 63">
              <a:extLst>
                <a:ext uri="{FF2B5EF4-FFF2-40B4-BE49-F238E27FC236}">
                  <a16:creationId xmlns:a16="http://schemas.microsoft.com/office/drawing/2014/main" id="{E3CF4DB4-E18E-4A25-8FEF-D939532D75B9}"/>
                </a:ext>
              </a:extLst>
            </p:cNvPr>
            <p:cNvCxnSpPr>
              <a:cxnSpLocks/>
            </p:cNvCxnSpPr>
            <p:nvPr/>
          </p:nvCxnSpPr>
          <p:spPr>
            <a:xfrm>
              <a:off x="2737850" y="2762867"/>
              <a:ext cx="4596863" cy="0"/>
            </a:xfrm>
            <a:prstGeom prst="straightConnector1">
              <a:avLst/>
            </a:prstGeom>
            <a:ln w="38100">
              <a:solidFill>
                <a:srgbClr val="005276"/>
              </a:solidFill>
              <a:tailEnd type="triangle"/>
            </a:ln>
          </p:spPr>
          <p:style>
            <a:lnRef idx="2">
              <a:schemeClr val="accent1"/>
            </a:lnRef>
            <a:fillRef idx="0">
              <a:schemeClr val="accent1"/>
            </a:fillRef>
            <a:effectRef idx="1">
              <a:schemeClr val="accent1"/>
            </a:effectRef>
            <a:fontRef idx="minor">
              <a:schemeClr val="tx1"/>
            </a:fontRef>
          </p:style>
        </p:cxnSp>
        <p:sp>
          <p:nvSpPr>
            <p:cNvPr id="65" name="TextBox 37">
              <a:extLst>
                <a:ext uri="{FF2B5EF4-FFF2-40B4-BE49-F238E27FC236}">
                  <a16:creationId xmlns:a16="http://schemas.microsoft.com/office/drawing/2014/main" id="{407E0138-3075-4B3F-A1CE-3F1B81350C37}"/>
                </a:ext>
              </a:extLst>
            </p:cNvPr>
            <p:cNvSpPr txBox="1">
              <a:spLocks noChangeArrowheads="1"/>
            </p:cNvSpPr>
            <p:nvPr/>
          </p:nvSpPr>
          <p:spPr bwMode="auto">
            <a:xfrm>
              <a:off x="3052848" y="4870329"/>
              <a:ext cx="2834022" cy="584775"/>
            </a:xfrm>
            <a:prstGeom prst="rect">
              <a:avLst/>
            </a:prstGeom>
            <a:noFill/>
            <a:ln w="9525">
              <a:noFill/>
              <a:miter lim="800000"/>
              <a:headEnd/>
              <a:tailEnd/>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panose="020B0603020204020204" pitchFamily="34" charset="0"/>
                  <a:cs typeface="Amazon Ember" panose="020B0603020204020204" pitchFamily="34" charset="0"/>
                </a:rPr>
                <a:t>Access AWS services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panose="020B0603020204020204" pitchFamily="34" charset="0"/>
                  <a:cs typeface="Amazon Ember" panose="020B0603020204020204" pitchFamily="34" charset="0"/>
                </a:rPr>
                <a:t>with credentials</a:t>
              </a:r>
            </a:p>
          </p:txBody>
        </p:sp>
        <p:sp>
          <p:nvSpPr>
            <p:cNvPr id="66" name="TextBox 37">
              <a:extLst>
                <a:ext uri="{FF2B5EF4-FFF2-40B4-BE49-F238E27FC236}">
                  <a16:creationId xmlns:a16="http://schemas.microsoft.com/office/drawing/2014/main" id="{D5B86F1C-D9B6-4E2C-973A-22620D8261AB}"/>
                </a:ext>
              </a:extLst>
            </p:cNvPr>
            <p:cNvSpPr txBox="1">
              <a:spLocks noChangeArrowheads="1"/>
            </p:cNvSpPr>
            <p:nvPr/>
          </p:nvSpPr>
          <p:spPr bwMode="auto">
            <a:xfrm>
              <a:off x="3052848" y="2347367"/>
              <a:ext cx="2826147" cy="338554"/>
            </a:xfrm>
            <a:prstGeom prst="rect">
              <a:avLst/>
            </a:prstGeom>
            <a:noFill/>
            <a:ln w="9525">
              <a:noFill/>
              <a:miter lim="800000"/>
              <a:headEnd/>
              <a:tailEnd/>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panose="020B0603020204020204" pitchFamily="34" charset="0"/>
                  <a:cs typeface="Amazon Ember" panose="020B0603020204020204" pitchFamily="34" charset="0"/>
                </a:rPr>
                <a:t>Authenticate and get tokens</a:t>
              </a:r>
            </a:p>
          </p:txBody>
        </p:sp>
        <p:sp>
          <p:nvSpPr>
            <p:cNvPr id="67" name="Rectangle 66">
              <a:extLst>
                <a:ext uri="{FF2B5EF4-FFF2-40B4-BE49-F238E27FC236}">
                  <a16:creationId xmlns:a16="http://schemas.microsoft.com/office/drawing/2014/main" id="{A1E0EE4F-532A-4CC8-9CD0-41D91E5D5C5A}"/>
                </a:ext>
              </a:extLst>
            </p:cNvPr>
            <p:cNvSpPr/>
            <p:nvPr/>
          </p:nvSpPr>
          <p:spPr>
            <a:xfrm>
              <a:off x="652868" y="2042784"/>
              <a:ext cx="2023157" cy="3629980"/>
            </a:xfrm>
            <a:prstGeom prst="rect">
              <a:avLst/>
            </a:prstGeom>
            <a:noFill/>
            <a:ln w="38100">
              <a:solidFill>
                <a:srgbClr val="007FAA"/>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A6B86"/>
                </a:solidFill>
                <a:effectLst/>
                <a:uLnTx/>
                <a:uFillTx/>
                <a:ea typeface="+mn-ea"/>
                <a:cs typeface="+mn-cs"/>
              </a:endParaRPr>
            </a:p>
          </p:txBody>
        </p:sp>
        <p:sp>
          <p:nvSpPr>
            <p:cNvPr id="68" name="TextBox 37">
              <a:extLst>
                <a:ext uri="{FF2B5EF4-FFF2-40B4-BE49-F238E27FC236}">
                  <a16:creationId xmlns:a16="http://schemas.microsoft.com/office/drawing/2014/main" id="{7F925CFA-BF30-40F5-A629-89B64C4F944F}"/>
                </a:ext>
              </a:extLst>
            </p:cNvPr>
            <p:cNvSpPr txBox="1">
              <a:spLocks noChangeArrowheads="1"/>
            </p:cNvSpPr>
            <p:nvPr/>
          </p:nvSpPr>
          <p:spPr bwMode="auto">
            <a:xfrm>
              <a:off x="3052848" y="3213237"/>
              <a:ext cx="2626158" cy="584775"/>
            </a:xfrm>
            <a:prstGeom prst="rect">
              <a:avLst/>
            </a:prstGeom>
            <a:noFill/>
            <a:ln w="9525">
              <a:noFill/>
              <a:miter lim="800000"/>
              <a:headEnd/>
              <a:tailEnd/>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panose="020B0603020204020204" pitchFamily="34" charset="0"/>
                  <a:cs typeface="Amazon Ember" panose="020B0603020204020204" pitchFamily="34" charset="0"/>
                </a:rPr>
                <a:t>Exchange tokens for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panose="020B0603020204020204" pitchFamily="34" charset="0"/>
                  <a:cs typeface="Amazon Ember" panose="020B0603020204020204" pitchFamily="34" charset="0"/>
                </a:rPr>
                <a:t>AWS credentials</a:t>
              </a:r>
            </a:p>
          </p:txBody>
        </p:sp>
        <p:pic>
          <p:nvPicPr>
            <p:cNvPr id="69" name="Graphic 68">
              <a:extLst>
                <a:ext uri="{FF2B5EF4-FFF2-40B4-BE49-F238E27FC236}">
                  <a16:creationId xmlns:a16="http://schemas.microsoft.com/office/drawing/2014/main" id="{B2E0D8CB-8C81-4CAA-BF33-13F77AD2B500}"/>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7551583" y="2533247"/>
              <a:ext cx="548640" cy="548640"/>
            </a:xfrm>
            <a:prstGeom prst="rect">
              <a:avLst/>
            </a:prstGeom>
          </p:spPr>
        </p:pic>
        <p:sp>
          <p:nvSpPr>
            <p:cNvPr id="70" name="TextBox 37">
              <a:extLst>
                <a:ext uri="{FF2B5EF4-FFF2-40B4-BE49-F238E27FC236}">
                  <a16:creationId xmlns:a16="http://schemas.microsoft.com/office/drawing/2014/main" id="{EB247C0C-52A4-4E58-9AD8-B9B23760F4A7}"/>
                </a:ext>
              </a:extLst>
            </p:cNvPr>
            <p:cNvSpPr txBox="1">
              <a:spLocks noChangeArrowheads="1"/>
            </p:cNvSpPr>
            <p:nvPr/>
          </p:nvSpPr>
          <p:spPr bwMode="auto">
            <a:xfrm>
              <a:off x="6864464" y="3093958"/>
              <a:ext cx="1922879" cy="584775"/>
            </a:xfrm>
            <a:prstGeom prst="rect">
              <a:avLst/>
            </a:prstGeom>
            <a:noFill/>
            <a:ln w="9525">
              <a:noFill/>
              <a:miter lim="800000"/>
              <a:headEnd/>
              <a:tailEnd/>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panose="020B0603020204020204" pitchFamily="34" charset="0"/>
                  <a:cs typeface="Amazon Ember" panose="020B0603020204020204" pitchFamily="34" charset="0"/>
                </a:rPr>
                <a:t>Amazon Cognito user pool</a:t>
              </a:r>
            </a:p>
          </p:txBody>
        </p:sp>
        <p:pic>
          <p:nvPicPr>
            <p:cNvPr id="71" name="Graphic 70">
              <a:extLst>
                <a:ext uri="{FF2B5EF4-FFF2-40B4-BE49-F238E27FC236}">
                  <a16:creationId xmlns:a16="http://schemas.microsoft.com/office/drawing/2014/main" id="{A4F097EA-7CBE-4F68-AD25-F5EC2229F5EC}"/>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7551583" y="3726320"/>
              <a:ext cx="548640" cy="548640"/>
            </a:xfrm>
            <a:prstGeom prst="rect">
              <a:avLst/>
            </a:prstGeom>
          </p:spPr>
        </p:pic>
        <p:sp>
          <p:nvSpPr>
            <p:cNvPr id="72" name="TextBox 37">
              <a:extLst>
                <a:ext uri="{FF2B5EF4-FFF2-40B4-BE49-F238E27FC236}">
                  <a16:creationId xmlns:a16="http://schemas.microsoft.com/office/drawing/2014/main" id="{627DBCA4-E318-4912-9777-5968A9421E5D}"/>
                </a:ext>
              </a:extLst>
            </p:cNvPr>
            <p:cNvSpPr txBox="1">
              <a:spLocks noChangeArrowheads="1"/>
            </p:cNvSpPr>
            <p:nvPr/>
          </p:nvSpPr>
          <p:spPr bwMode="auto">
            <a:xfrm>
              <a:off x="6715491" y="4276357"/>
              <a:ext cx="2220824" cy="584775"/>
            </a:xfrm>
            <a:prstGeom prst="rect">
              <a:avLst/>
            </a:prstGeom>
            <a:noFill/>
            <a:ln w="9525">
              <a:noFill/>
              <a:miter lim="800000"/>
              <a:headEnd/>
              <a:tailEnd/>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panose="020B0603020204020204" pitchFamily="34" charset="0"/>
                  <a:cs typeface="Amazon Ember" panose="020B0603020204020204" pitchFamily="34" charset="0"/>
                </a:rPr>
                <a:t>Amazon Cognito identity pool</a:t>
              </a:r>
            </a:p>
          </p:txBody>
        </p:sp>
        <p:cxnSp>
          <p:nvCxnSpPr>
            <p:cNvPr id="73" name="Straight Arrow Connector 72">
              <a:extLst>
                <a:ext uri="{FF2B5EF4-FFF2-40B4-BE49-F238E27FC236}">
                  <a16:creationId xmlns:a16="http://schemas.microsoft.com/office/drawing/2014/main" id="{241D84BE-4A69-43B9-901F-51357F8EF0FA}"/>
                </a:ext>
              </a:extLst>
            </p:cNvPr>
            <p:cNvCxnSpPr>
              <a:cxnSpLocks/>
            </p:cNvCxnSpPr>
            <p:nvPr/>
          </p:nvCxnSpPr>
          <p:spPr>
            <a:xfrm>
              <a:off x="2780382" y="3860690"/>
              <a:ext cx="4596863" cy="0"/>
            </a:xfrm>
            <a:prstGeom prst="straightConnector1">
              <a:avLst/>
            </a:prstGeom>
            <a:ln w="38100">
              <a:solidFill>
                <a:srgbClr val="005276"/>
              </a:solidFill>
              <a:tailEnd type="triangle"/>
            </a:ln>
          </p:spPr>
          <p:style>
            <a:lnRef idx="2">
              <a:schemeClr val="accent1"/>
            </a:lnRef>
            <a:fillRef idx="0">
              <a:schemeClr val="accent1"/>
            </a:fillRef>
            <a:effectRef idx="1">
              <a:schemeClr val="accent1"/>
            </a:effectRef>
            <a:fontRef idx="minor">
              <a:schemeClr val="tx1"/>
            </a:fontRef>
          </p:style>
        </p:cxnSp>
        <p:cxnSp>
          <p:nvCxnSpPr>
            <p:cNvPr id="74" name="Straight Arrow Connector 73">
              <a:extLst>
                <a:ext uri="{FF2B5EF4-FFF2-40B4-BE49-F238E27FC236}">
                  <a16:creationId xmlns:a16="http://schemas.microsoft.com/office/drawing/2014/main" id="{3A7310F6-3D4E-480E-B950-AA06C4BDA20C}"/>
                </a:ext>
              </a:extLst>
            </p:cNvPr>
            <p:cNvCxnSpPr>
              <a:cxnSpLocks/>
            </p:cNvCxnSpPr>
            <p:nvPr/>
          </p:nvCxnSpPr>
          <p:spPr>
            <a:xfrm>
              <a:off x="2826455" y="5464779"/>
              <a:ext cx="4037086" cy="0"/>
            </a:xfrm>
            <a:prstGeom prst="straightConnector1">
              <a:avLst/>
            </a:prstGeom>
            <a:ln w="38100">
              <a:solidFill>
                <a:srgbClr val="005276"/>
              </a:solidFill>
              <a:tailEnd type="triangle"/>
            </a:ln>
          </p:spPr>
          <p:style>
            <a:lnRef idx="2">
              <a:schemeClr val="accent1"/>
            </a:lnRef>
            <a:fillRef idx="0">
              <a:schemeClr val="accent1"/>
            </a:fillRef>
            <a:effectRef idx="1">
              <a:schemeClr val="accent1"/>
            </a:effectRef>
            <a:fontRef idx="minor">
              <a:schemeClr val="tx1"/>
            </a:fontRef>
          </p:style>
        </p:cxnSp>
        <p:cxnSp>
          <p:nvCxnSpPr>
            <p:cNvPr id="75" name="Straight Arrow Connector 74">
              <a:extLst>
                <a:ext uri="{FF2B5EF4-FFF2-40B4-BE49-F238E27FC236}">
                  <a16:creationId xmlns:a16="http://schemas.microsoft.com/office/drawing/2014/main" id="{9762ADE2-D5C4-4BEB-9B6F-606B80B7100F}"/>
                </a:ext>
              </a:extLst>
            </p:cNvPr>
            <p:cNvCxnSpPr>
              <a:cxnSpLocks/>
            </p:cNvCxnSpPr>
            <p:nvPr/>
          </p:nvCxnSpPr>
          <p:spPr>
            <a:xfrm>
              <a:off x="2741392" y="2989698"/>
              <a:ext cx="4596863" cy="0"/>
            </a:xfrm>
            <a:prstGeom prst="straightConnector1">
              <a:avLst/>
            </a:prstGeom>
            <a:ln w="38100">
              <a:solidFill>
                <a:srgbClr val="005276"/>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76" name="Straight Arrow Connector 75">
              <a:extLst>
                <a:ext uri="{FF2B5EF4-FFF2-40B4-BE49-F238E27FC236}">
                  <a16:creationId xmlns:a16="http://schemas.microsoft.com/office/drawing/2014/main" id="{28D73940-B8EE-4C8F-9E7B-7283AD976383}"/>
                </a:ext>
              </a:extLst>
            </p:cNvPr>
            <p:cNvCxnSpPr>
              <a:cxnSpLocks/>
            </p:cNvCxnSpPr>
            <p:nvPr/>
          </p:nvCxnSpPr>
          <p:spPr>
            <a:xfrm>
              <a:off x="2794556" y="4081501"/>
              <a:ext cx="4596863" cy="0"/>
            </a:xfrm>
            <a:prstGeom prst="straightConnector1">
              <a:avLst/>
            </a:prstGeom>
            <a:ln w="38100">
              <a:solidFill>
                <a:srgbClr val="005276"/>
              </a:solidFill>
              <a:headEnd type="triangle"/>
              <a:tailEnd type="none"/>
            </a:ln>
          </p:spPr>
          <p:style>
            <a:lnRef idx="2">
              <a:schemeClr val="accent1"/>
            </a:lnRef>
            <a:fillRef idx="0">
              <a:schemeClr val="accent1"/>
            </a:fillRef>
            <a:effectRef idx="1">
              <a:schemeClr val="accent1"/>
            </a:effectRef>
            <a:fontRef idx="minor">
              <a:schemeClr val="tx1"/>
            </a:fontRef>
          </p:style>
        </p:cxnSp>
        <p:cxnSp>
          <p:nvCxnSpPr>
            <p:cNvPr id="77" name="Straight Arrow Connector 76">
              <a:extLst>
                <a:ext uri="{FF2B5EF4-FFF2-40B4-BE49-F238E27FC236}">
                  <a16:creationId xmlns:a16="http://schemas.microsoft.com/office/drawing/2014/main" id="{722BFC1B-B915-42C8-896D-DCC6E1EBDF65}"/>
                </a:ext>
              </a:extLst>
            </p:cNvPr>
            <p:cNvCxnSpPr>
              <a:cxnSpLocks/>
            </p:cNvCxnSpPr>
            <p:nvPr/>
          </p:nvCxnSpPr>
          <p:spPr>
            <a:xfrm>
              <a:off x="8288930" y="2765820"/>
              <a:ext cx="2326192" cy="0"/>
            </a:xfrm>
            <a:prstGeom prst="straightConnector1">
              <a:avLst/>
            </a:prstGeom>
            <a:ln w="38100">
              <a:solidFill>
                <a:srgbClr val="005276"/>
              </a:solidFill>
              <a:tailEnd type="triangle"/>
            </a:ln>
          </p:spPr>
          <p:style>
            <a:lnRef idx="2">
              <a:schemeClr val="accent1"/>
            </a:lnRef>
            <a:fillRef idx="0">
              <a:schemeClr val="accent1"/>
            </a:fillRef>
            <a:effectRef idx="1">
              <a:schemeClr val="accent1"/>
            </a:effectRef>
            <a:fontRef idx="minor">
              <a:schemeClr val="tx1"/>
            </a:fontRef>
          </p:style>
        </p:cxnSp>
        <p:sp>
          <p:nvSpPr>
            <p:cNvPr id="78" name="TextBox 77">
              <a:extLst>
                <a:ext uri="{FF2B5EF4-FFF2-40B4-BE49-F238E27FC236}">
                  <a16:creationId xmlns:a16="http://schemas.microsoft.com/office/drawing/2014/main" id="{FE6CDB08-C752-4584-8A50-1BF167D81696}"/>
                </a:ext>
              </a:extLst>
            </p:cNvPr>
            <p:cNvSpPr txBox="1"/>
            <p:nvPr/>
          </p:nvSpPr>
          <p:spPr>
            <a:xfrm>
              <a:off x="10615122" y="2972918"/>
              <a:ext cx="1544012"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Federating IdP</a:t>
              </a:r>
            </a:p>
          </p:txBody>
        </p:sp>
        <p:cxnSp>
          <p:nvCxnSpPr>
            <p:cNvPr id="79" name="Straight Arrow Connector 78">
              <a:extLst>
                <a:ext uri="{FF2B5EF4-FFF2-40B4-BE49-F238E27FC236}">
                  <a16:creationId xmlns:a16="http://schemas.microsoft.com/office/drawing/2014/main" id="{77EA174B-7ED1-45D4-A28B-D1BADB40F56E}"/>
                </a:ext>
              </a:extLst>
            </p:cNvPr>
            <p:cNvCxnSpPr>
              <a:cxnSpLocks/>
            </p:cNvCxnSpPr>
            <p:nvPr/>
          </p:nvCxnSpPr>
          <p:spPr>
            <a:xfrm>
              <a:off x="8288930" y="2964607"/>
              <a:ext cx="2326192" cy="0"/>
            </a:xfrm>
            <a:prstGeom prst="straightConnector1">
              <a:avLst/>
            </a:prstGeom>
            <a:ln w="38100">
              <a:solidFill>
                <a:srgbClr val="005276"/>
              </a:solidFill>
              <a:headEnd type="triangle"/>
              <a:tailEnd type="none"/>
            </a:ln>
          </p:spPr>
          <p:style>
            <a:lnRef idx="2">
              <a:schemeClr val="accent1"/>
            </a:lnRef>
            <a:fillRef idx="0">
              <a:schemeClr val="accent1"/>
            </a:fillRef>
            <a:effectRef idx="1">
              <a:schemeClr val="accent1"/>
            </a:effectRef>
            <a:fontRef idx="minor">
              <a:schemeClr val="tx1"/>
            </a:fontRef>
          </p:style>
        </p:cxnSp>
        <p:sp>
          <p:nvSpPr>
            <p:cNvPr id="80" name="Oval 79">
              <a:extLst>
                <a:ext uri="{FF2B5EF4-FFF2-40B4-BE49-F238E27FC236}">
                  <a16:creationId xmlns:a16="http://schemas.microsoft.com/office/drawing/2014/main" id="{D8FF1536-3FF3-44ED-8AF1-D495BB7D2753}"/>
                </a:ext>
              </a:extLst>
            </p:cNvPr>
            <p:cNvSpPr/>
            <p:nvPr/>
          </p:nvSpPr>
          <p:spPr>
            <a:xfrm>
              <a:off x="8587350" y="2360072"/>
              <a:ext cx="270164" cy="27432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ea typeface="+mn-ea"/>
                  <a:cs typeface="+mn-cs"/>
                </a:rPr>
                <a:t>2</a:t>
              </a:r>
            </a:p>
          </p:txBody>
        </p:sp>
        <p:sp>
          <p:nvSpPr>
            <p:cNvPr id="81" name="TextBox 37">
              <a:extLst>
                <a:ext uri="{FF2B5EF4-FFF2-40B4-BE49-F238E27FC236}">
                  <a16:creationId xmlns:a16="http://schemas.microsoft.com/office/drawing/2014/main" id="{BEEC6332-4B3A-45E1-9DD8-2F2345B0BBDF}"/>
                </a:ext>
              </a:extLst>
            </p:cNvPr>
            <p:cNvSpPr txBox="1">
              <a:spLocks noChangeArrowheads="1"/>
            </p:cNvSpPr>
            <p:nvPr/>
          </p:nvSpPr>
          <p:spPr bwMode="auto">
            <a:xfrm>
              <a:off x="8625561" y="2193685"/>
              <a:ext cx="1810571" cy="584775"/>
            </a:xfrm>
            <a:prstGeom prst="rect">
              <a:avLst/>
            </a:prstGeom>
            <a:noFill/>
            <a:ln w="9525">
              <a:noFill/>
              <a:miter lim="800000"/>
              <a:headEnd/>
              <a:tailEnd/>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panose="020B0603020204020204" pitchFamily="34" charset="0"/>
                  <a:cs typeface="Amazon Ember" panose="020B0603020204020204" pitchFamily="34" charset="0"/>
                </a:rPr>
                <a:t>Redirect or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panose="020B0603020204020204" pitchFamily="34" charset="0"/>
                  <a:cs typeface="Amazon Ember" panose="020B0603020204020204" pitchFamily="34" charset="0"/>
                </a:rPr>
                <a:t>post back</a:t>
              </a:r>
            </a:p>
          </p:txBody>
        </p:sp>
        <p:sp>
          <p:nvSpPr>
            <p:cNvPr id="82" name="TextBox 81">
              <a:extLst>
                <a:ext uri="{FF2B5EF4-FFF2-40B4-BE49-F238E27FC236}">
                  <a16:creationId xmlns:a16="http://schemas.microsoft.com/office/drawing/2014/main" id="{F5372CA6-593C-4461-9D55-D31C7B462486}"/>
                </a:ext>
              </a:extLst>
            </p:cNvPr>
            <p:cNvSpPr txBox="1"/>
            <p:nvPr/>
          </p:nvSpPr>
          <p:spPr>
            <a:xfrm>
              <a:off x="9228495" y="3162460"/>
              <a:ext cx="1075936"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IdP token</a:t>
              </a:r>
            </a:p>
          </p:txBody>
        </p:sp>
        <p:sp>
          <p:nvSpPr>
            <p:cNvPr id="83" name="TextBox 82">
              <a:extLst>
                <a:ext uri="{FF2B5EF4-FFF2-40B4-BE49-F238E27FC236}">
                  <a16:creationId xmlns:a16="http://schemas.microsoft.com/office/drawing/2014/main" id="{34FCE82F-FDF6-40DF-888B-5177742F8088}"/>
                </a:ext>
              </a:extLst>
            </p:cNvPr>
            <p:cNvSpPr txBox="1"/>
            <p:nvPr/>
          </p:nvSpPr>
          <p:spPr>
            <a:xfrm>
              <a:off x="3847545" y="4091447"/>
              <a:ext cx="1694695"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rPr>
                <a:t>AWS credentials</a:t>
              </a:r>
            </a:p>
          </p:txBody>
        </p:sp>
        <p:sp>
          <p:nvSpPr>
            <p:cNvPr id="84" name="Rectangle 83">
              <a:extLst>
                <a:ext uri="{FF2B5EF4-FFF2-40B4-BE49-F238E27FC236}">
                  <a16:creationId xmlns:a16="http://schemas.microsoft.com/office/drawing/2014/main" id="{525977B8-25B2-4B4B-BBD5-6AF20029551A}"/>
                </a:ext>
              </a:extLst>
            </p:cNvPr>
            <p:cNvSpPr/>
            <p:nvPr/>
          </p:nvSpPr>
          <p:spPr>
            <a:xfrm>
              <a:off x="4685935" y="5277678"/>
              <a:ext cx="457202" cy="4075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ea typeface="+mn-ea"/>
                <a:cs typeface="+mn-cs"/>
              </a:endParaRPr>
            </a:p>
          </p:txBody>
        </p:sp>
        <p:sp>
          <p:nvSpPr>
            <p:cNvPr id="85" name="Rectangle 84">
              <a:extLst>
                <a:ext uri="{FF2B5EF4-FFF2-40B4-BE49-F238E27FC236}">
                  <a16:creationId xmlns:a16="http://schemas.microsoft.com/office/drawing/2014/main" id="{52B7DE8E-7005-438B-9D66-46C5956E1162}"/>
                </a:ext>
              </a:extLst>
            </p:cNvPr>
            <p:cNvSpPr/>
            <p:nvPr/>
          </p:nvSpPr>
          <p:spPr>
            <a:xfrm>
              <a:off x="3406946" y="3989861"/>
              <a:ext cx="270164" cy="2733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ea typeface="+mn-ea"/>
                <a:cs typeface="+mn-cs"/>
              </a:endParaRPr>
            </a:p>
          </p:txBody>
        </p:sp>
        <p:pic>
          <p:nvPicPr>
            <p:cNvPr id="86" name="Graphic 85">
              <a:extLst>
                <a:ext uri="{FF2B5EF4-FFF2-40B4-BE49-F238E27FC236}">
                  <a16:creationId xmlns:a16="http://schemas.microsoft.com/office/drawing/2014/main" id="{1EF01E28-98DF-452E-8080-87D68E3BAE37}"/>
                </a:ext>
                <a:ext uri="{C183D7F6-B498-43B3-948B-1728B52AA6E4}">
                  <adec:decorative xmlns:adec="http://schemas.microsoft.com/office/drawing/2017/decorative" val="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3399041" y="3979026"/>
              <a:ext cx="307778" cy="307778"/>
            </a:xfrm>
            <a:prstGeom prst="rect">
              <a:avLst/>
            </a:prstGeom>
          </p:spPr>
        </p:pic>
        <p:pic>
          <p:nvPicPr>
            <p:cNvPr id="87" name="Graphic 86">
              <a:extLst>
                <a:ext uri="{FF2B5EF4-FFF2-40B4-BE49-F238E27FC236}">
                  <a16:creationId xmlns:a16="http://schemas.microsoft.com/office/drawing/2014/main" id="{0729A727-BA59-449E-8688-25BA6351B954}"/>
                </a:ext>
                <a:ext uri="{C183D7F6-B498-43B3-948B-1728B52AA6E4}">
                  <adec:decorative xmlns:adec="http://schemas.microsoft.com/office/drawing/2017/decorative" val="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725335" y="5339174"/>
              <a:ext cx="307778" cy="307778"/>
            </a:xfrm>
            <a:prstGeom prst="rect">
              <a:avLst/>
            </a:prstGeom>
          </p:spPr>
        </p:pic>
        <p:sp>
          <p:nvSpPr>
            <p:cNvPr id="88" name="Rectangle 87">
              <a:extLst>
                <a:ext uri="{FF2B5EF4-FFF2-40B4-BE49-F238E27FC236}">
                  <a16:creationId xmlns:a16="http://schemas.microsoft.com/office/drawing/2014/main" id="{3A8C96F9-BD75-4160-AF04-29FFD2F1D545}"/>
                </a:ext>
              </a:extLst>
            </p:cNvPr>
            <p:cNvSpPr/>
            <p:nvPr/>
          </p:nvSpPr>
          <p:spPr>
            <a:xfrm>
              <a:off x="6346208" y="3712191"/>
              <a:ext cx="265397" cy="2398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ea typeface="+mn-ea"/>
                <a:cs typeface="+mn-cs"/>
              </a:endParaRPr>
            </a:p>
          </p:txBody>
        </p:sp>
        <p:sp>
          <p:nvSpPr>
            <p:cNvPr id="89" name="Rectangle 88">
              <a:extLst>
                <a:ext uri="{FF2B5EF4-FFF2-40B4-BE49-F238E27FC236}">
                  <a16:creationId xmlns:a16="http://schemas.microsoft.com/office/drawing/2014/main" id="{9FB2AE31-BD4A-43E9-8228-F111A15A1FD0}"/>
                </a:ext>
              </a:extLst>
            </p:cNvPr>
            <p:cNvSpPr/>
            <p:nvPr/>
          </p:nvSpPr>
          <p:spPr>
            <a:xfrm>
              <a:off x="9527308" y="2899105"/>
              <a:ext cx="315615" cy="2424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ea typeface="+mn-ea"/>
                <a:cs typeface="+mn-cs"/>
              </a:endParaRPr>
            </a:p>
          </p:txBody>
        </p:sp>
        <p:sp>
          <p:nvSpPr>
            <p:cNvPr id="90" name="Rectangle 89">
              <a:extLst>
                <a:ext uri="{FF2B5EF4-FFF2-40B4-BE49-F238E27FC236}">
                  <a16:creationId xmlns:a16="http://schemas.microsoft.com/office/drawing/2014/main" id="{3919AF10-38A6-4018-AFB8-70EF661F20A0}"/>
                </a:ext>
              </a:extLst>
            </p:cNvPr>
            <p:cNvSpPr/>
            <p:nvPr/>
          </p:nvSpPr>
          <p:spPr>
            <a:xfrm>
              <a:off x="4724610" y="2854101"/>
              <a:ext cx="307012" cy="2711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ea typeface="+mn-ea"/>
                <a:cs typeface="+mn-cs"/>
              </a:endParaRPr>
            </a:p>
          </p:txBody>
        </p:sp>
        <p:pic>
          <p:nvPicPr>
            <p:cNvPr id="91" name="Graphic 90">
              <a:extLst>
                <a:ext uri="{FF2B5EF4-FFF2-40B4-BE49-F238E27FC236}">
                  <a16:creationId xmlns:a16="http://schemas.microsoft.com/office/drawing/2014/main" id="{5E3E4F17-3E6B-4CB2-BB8C-1B5BA93F4C84}"/>
                </a:ext>
                <a:ext uri="{C183D7F6-B498-43B3-948B-1728B52AA6E4}">
                  <adec:decorative xmlns:adec="http://schemas.microsoft.com/office/drawing/2017/decorative" val="1"/>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4710232" y="2826691"/>
              <a:ext cx="335769" cy="335769"/>
            </a:xfrm>
            <a:prstGeom prst="rect">
              <a:avLst/>
            </a:prstGeom>
          </p:spPr>
        </p:pic>
        <p:pic>
          <p:nvPicPr>
            <p:cNvPr id="92" name="Graphic 91">
              <a:extLst>
                <a:ext uri="{FF2B5EF4-FFF2-40B4-BE49-F238E27FC236}">
                  <a16:creationId xmlns:a16="http://schemas.microsoft.com/office/drawing/2014/main" id="{61272F81-B5AD-421E-A320-9E049D3E3E44}"/>
                </a:ext>
                <a:ext uri="{C183D7F6-B498-43B3-948B-1728B52AA6E4}">
                  <adec:decorative xmlns:adec="http://schemas.microsoft.com/office/drawing/2017/decorative" val="1"/>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311305" y="3689021"/>
              <a:ext cx="335769" cy="335769"/>
            </a:xfrm>
            <a:prstGeom prst="rect">
              <a:avLst/>
            </a:prstGeom>
          </p:spPr>
        </p:pic>
        <p:pic>
          <p:nvPicPr>
            <p:cNvPr id="93" name="Graphic 92">
              <a:extLst>
                <a:ext uri="{FF2B5EF4-FFF2-40B4-BE49-F238E27FC236}">
                  <a16:creationId xmlns:a16="http://schemas.microsoft.com/office/drawing/2014/main" id="{75C98354-4B90-4D60-B043-5694E951E9AA}"/>
                </a:ext>
                <a:ext uri="{C183D7F6-B498-43B3-948B-1728B52AA6E4}">
                  <adec:decorative xmlns:adec="http://schemas.microsoft.com/office/drawing/2017/decorative" val="1"/>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9507155" y="2876031"/>
              <a:ext cx="335769" cy="335769"/>
            </a:xfrm>
            <a:prstGeom prst="rect">
              <a:avLst/>
            </a:prstGeom>
          </p:spPr>
        </p:pic>
      </p:grpSp>
    </p:spTree>
    <p:custDataLst>
      <p:tags r:id="rId1"/>
    </p:custDataLst>
    <p:extLst>
      <p:ext uri="{BB962C8B-B14F-4D97-AF65-F5344CB8AC3E}">
        <p14:creationId xmlns:p14="http://schemas.microsoft.com/office/powerpoint/2010/main" val="1701974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B683EB7A-62CB-45BB-9FF6-9964FF797ED3}"/>
              </a:ext>
            </a:extLst>
          </p:cNvPr>
          <p:cNvSpPr>
            <a:spLocks noGrp="1"/>
          </p:cNvSpPr>
          <p:nvPr>
            <p:ph type="sldNum" idx="97"/>
          </p:nvPr>
        </p:nvSpPr>
        <p:spPr/>
        <p:txBody>
          <a:bodyPr/>
          <a:lstStyle/>
          <a:p>
            <a:fld id="{4037B1B0-0345-4E15-985A-6BECCDBE474F}" type="slidenum">
              <a:rPr lang="en-US" smtClean="0"/>
              <a:pPr/>
              <a:t>30</a:t>
            </a:fld>
            <a:endParaRPr lang="en-US" dirty="0"/>
          </a:p>
        </p:txBody>
      </p:sp>
      <p:sp>
        <p:nvSpPr>
          <p:cNvPr id="3" name="Title">
            <a:extLst>
              <a:ext uri="{FF2B5EF4-FFF2-40B4-BE49-F238E27FC236}">
                <a16:creationId xmlns:a16="http://schemas.microsoft.com/office/drawing/2014/main" id="{2F20C677-9A46-4920-A3BE-F7143AE1D0C1}"/>
              </a:ext>
            </a:extLst>
          </p:cNvPr>
          <p:cNvSpPr>
            <a:spLocks noGrp="1"/>
          </p:cNvSpPr>
          <p:nvPr>
            <p:ph type="title" idx="1"/>
          </p:nvPr>
        </p:nvSpPr>
        <p:spPr/>
        <p:txBody>
          <a:bodyPr/>
          <a:lstStyle/>
          <a:p>
            <a:r>
              <a:rPr lang="en-US" dirty="0"/>
              <a:t>Amazon Cognito user pools</a:t>
            </a:r>
          </a:p>
        </p:txBody>
      </p:sp>
      <p:grpSp>
        <p:nvGrpSpPr>
          <p:cNvPr id="4" name="Flatten CogintoPoolGroup" descr="Diagram of Amazon Cognito user pools including a user, identity provider, app, and API/database. More details in the notes.&#10;">
            <a:extLst>
              <a:ext uri="{FF2B5EF4-FFF2-40B4-BE49-F238E27FC236}">
                <a16:creationId xmlns:a16="http://schemas.microsoft.com/office/drawing/2014/main" id="{E75301F5-8508-4312-A1B3-2208F980E30C}"/>
              </a:ext>
            </a:extLst>
          </p:cNvPr>
          <p:cNvGrpSpPr/>
          <p:nvPr/>
        </p:nvGrpSpPr>
        <p:grpSpPr>
          <a:xfrm>
            <a:off x="618673" y="1185474"/>
            <a:ext cx="11157233" cy="5096031"/>
            <a:chOff x="618673" y="1185474"/>
            <a:chExt cx="11157233" cy="5096031"/>
          </a:xfrm>
        </p:grpSpPr>
        <p:pic>
          <p:nvPicPr>
            <p:cNvPr id="6" name="Graphic 22">
              <a:extLst>
                <a:ext uri="{FF2B5EF4-FFF2-40B4-BE49-F238E27FC236}">
                  <a16:creationId xmlns:a16="http://schemas.microsoft.com/office/drawing/2014/main" id="{A501844C-CCCE-4113-B451-9DF488B30A7B}"/>
                </a:ext>
                <a:ext uri="{C183D7F6-B498-43B3-948B-1728B52AA6E4}">
                  <adec:decorative xmlns:adec="http://schemas.microsoft.com/office/drawing/2017/decorative" val="1"/>
                </a:ext>
              </a:extLst>
            </p:cNvPr>
            <p:cNvPicPr>
              <a:picLocks noChangeAspect="1" noChangeArrowheads="1"/>
            </p:cNvPicPr>
            <p:nvPr/>
          </p:nvPicPr>
          <p:blipFill>
            <a:blip r:embed="rId4">
              <a:extLst>
                <a:ext uri="{96DAC541-7B7A-43D3-8B79-37D633B846F1}">
                  <asvg:svgBlip xmlns:asvg="http://schemas.microsoft.com/office/drawing/2016/SVG/main" r:embed="rId5"/>
                </a:ext>
              </a:extLst>
            </a:blip>
            <a:srcRect/>
            <a:stretch/>
          </p:blipFill>
          <p:spPr bwMode="auto">
            <a:xfrm>
              <a:off x="654765" y="1191126"/>
              <a:ext cx="761999" cy="761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39">
              <a:extLst>
                <a:ext uri="{FF2B5EF4-FFF2-40B4-BE49-F238E27FC236}">
                  <a16:creationId xmlns:a16="http://schemas.microsoft.com/office/drawing/2014/main" id="{23997E9A-4B61-4041-A74A-126960616EED}"/>
                </a:ext>
              </a:extLst>
            </p:cNvPr>
            <p:cNvSpPr txBox="1">
              <a:spLocks noChangeArrowheads="1"/>
            </p:cNvSpPr>
            <p:nvPr/>
          </p:nvSpPr>
          <p:spPr bwMode="auto">
            <a:xfrm>
              <a:off x="618673" y="2036212"/>
              <a:ext cx="76199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fontAlgn="base">
                <a:spcBef>
                  <a:spcPct val="0"/>
                </a:spcBef>
                <a:spcAft>
                  <a:spcPct val="0"/>
                </a:spcAft>
              </a:pPr>
              <a:r>
                <a:rPr lang="en-US" altLang="en-US" sz="1600" dirty="0">
                  <a:solidFill>
                    <a:srgbClr val="000000"/>
                  </a:solidFill>
                  <a:latin typeface="+mn-lt"/>
                  <a:cs typeface="Arial" panose="020B0604020202020204" pitchFamily="34" charset="0"/>
                </a:rPr>
                <a:t>User</a:t>
              </a:r>
            </a:p>
          </p:txBody>
        </p:sp>
        <p:pic>
          <p:nvPicPr>
            <p:cNvPr id="8" name="Graphic 17">
              <a:extLst>
                <a:ext uri="{FF2B5EF4-FFF2-40B4-BE49-F238E27FC236}">
                  <a16:creationId xmlns:a16="http://schemas.microsoft.com/office/drawing/2014/main" id="{C7209F02-29E1-44C0-A6CF-364671DF6032}"/>
                </a:ext>
                <a:ext uri="{C183D7F6-B498-43B3-948B-1728B52AA6E4}">
                  <adec:decorative xmlns:adec="http://schemas.microsoft.com/office/drawing/2017/decorative" val="1"/>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3138033" y="1191126"/>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11">
              <a:extLst>
                <a:ext uri="{FF2B5EF4-FFF2-40B4-BE49-F238E27FC236}">
                  <a16:creationId xmlns:a16="http://schemas.microsoft.com/office/drawing/2014/main" id="{817A7228-6CC8-4D12-B962-C98A4F669849}"/>
                </a:ext>
              </a:extLst>
            </p:cNvPr>
            <p:cNvSpPr txBox="1">
              <a:spLocks noChangeArrowheads="1"/>
            </p:cNvSpPr>
            <p:nvPr/>
          </p:nvSpPr>
          <p:spPr bwMode="auto">
            <a:xfrm>
              <a:off x="2071149" y="2036212"/>
              <a:ext cx="268132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fontAlgn="base">
                <a:spcBef>
                  <a:spcPct val="0"/>
                </a:spcBef>
                <a:spcAft>
                  <a:spcPct val="0"/>
                </a:spcAft>
              </a:pPr>
              <a:r>
                <a:rPr lang="en-US" altLang="en-US" sz="1600" dirty="0">
                  <a:solidFill>
                    <a:srgbClr val="000000"/>
                  </a:solidFill>
                  <a:latin typeface="+mn-lt"/>
                  <a:ea typeface="Amazon Ember" panose="020B0603020204020204" pitchFamily="34" charset="0"/>
                  <a:cs typeface="Arial" panose="020B0604020202020204" pitchFamily="34" charset="0"/>
                </a:rPr>
                <a:t>Amazon Cognito user pool</a:t>
              </a:r>
            </a:p>
          </p:txBody>
        </p:sp>
        <p:pic>
          <p:nvPicPr>
            <p:cNvPr id="13" name="Graphic 22">
              <a:extLst>
                <a:ext uri="{FF2B5EF4-FFF2-40B4-BE49-F238E27FC236}">
                  <a16:creationId xmlns:a16="http://schemas.microsoft.com/office/drawing/2014/main" id="{FA37ED64-6BA3-4153-8875-AEA8EA352283}"/>
                </a:ext>
                <a:ext uri="{C183D7F6-B498-43B3-948B-1728B52AA6E4}">
                  <adec:decorative xmlns:adec="http://schemas.microsoft.com/office/drawing/2017/decorative" val="1"/>
                </a:ext>
              </a:extLst>
            </p:cNvPr>
            <p:cNvPicPr>
              <a:picLocks noChangeAspect="1" noChangeArrowheads="1"/>
            </p:cNvPicPr>
            <p:nvPr/>
          </p:nvPicPr>
          <p:blipFill>
            <a:blip r:embed="rId4">
              <a:extLst>
                <a:ext uri="{96DAC541-7B7A-43D3-8B79-37D633B846F1}">
                  <asvg:svgBlip xmlns:asvg="http://schemas.microsoft.com/office/drawing/2016/SVG/main" r:embed="rId5"/>
                </a:ext>
              </a:extLst>
            </a:blip>
            <a:srcRect/>
            <a:stretch/>
          </p:blipFill>
          <p:spPr bwMode="auto">
            <a:xfrm>
              <a:off x="5695997" y="1191126"/>
              <a:ext cx="761999" cy="761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Graphic 13">
              <a:extLst>
                <a:ext uri="{FF2B5EF4-FFF2-40B4-BE49-F238E27FC236}">
                  <a16:creationId xmlns:a16="http://schemas.microsoft.com/office/drawing/2014/main" id="{34C054EE-9051-4191-8D16-423ED8C9E3DC}"/>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5400000">
              <a:off x="6082211" y="1417049"/>
              <a:ext cx="457200" cy="457200"/>
            </a:xfrm>
            <a:prstGeom prst="rect">
              <a:avLst/>
            </a:prstGeom>
          </p:spPr>
        </p:pic>
        <p:sp>
          <p:nvSpPr>
            <p:cNvPr id="44" name="TextBox 39">
              <a:extLst>
                <a:ext uri="{FF2B5EF4-FFF2-40B4-BE49-F238E27FC236}">
                  <a16:creationId xmlns:a16="http://schemas.microsoft.com/office/drawing/2014/main" id="{D0BFD313-A521-4A54-B4F9-B2BD1C6E9DF6}"/>
                </a:ext>
              </a:extLst>
            </p:cNvPr>
            <p:cNvSpPr txBox="1">
              <a:spLocks noChangeArrowheads="1"/>
            </p:cNvSpPr>
            <p:nvPr/>
          </p:nvSpPr>
          <p:spPr bwMode="auto">
            <a:xfrm>
              <a:off x="4962072" y="2036212"/>
              <a:ext cx="226890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fontAlgn="base">
                <a:spcBef>
                  <a:spcPct val="0"/>
                </a:spcBef>
                <a:spcAft>
                  <a:spcPct val="0"/>
                </a:spcAft>
              </a:pPr>
              <a:r>
                <a:rPr lang="en-US" altLang="en-US" sz="1600" dirty="0">
                  <a:solidFill>
                    <a:srgbClr val="000000"/>
                  </a:solidFill>
                  <a:latin typeface="+mn-lt"/>
                  <a:cs typeface="Arial" panose="020B0604020202020204" pitchFamily="34" charset="0"/>
                </a:rPr>
                <a:t>Identity provider</a:t>
              </a:r>
            </a:p>
          </p:txBody>
        </p:sp>
        <p:pic>
          <p:nvPicPr>
            <p:cNvPr id="12" name="Graphic 8">
              <a:extLst>
                <a:ext uri="{FF2B5EF4-FFF2-40B4-BE49-F238E27FC236}">
                  <a16:creationId xmlns:a16="http://schemas.microsoft.com/office/drawing/2014/main" id="{8F29CF67-C8EA-42C8-BDE4-838ABD940A42}"/>
                </a:ext>
                <a:ext uri="{C183D7F6-B498-43B3-948B-1728B52AA6E4}">
                  <adec:decorative xmlns:adec="http://schemas.microsoft.com/office/drawing/2017/decorative" val="1"/>
                </a:ext>
              </a:extLst>
            </p:cNvPr>
            <p:cNvPicPr>
              <a:picLocks noChangeAspect="1" noChangeArrowheads="1"/>
            </p:cNvPicPr>
            <p:nvPr/>
          </p:nvPicPr>
          <p:blipFill>
            <a:blip r:embed="rId10">
              <a:extLst>
                <a:ext uri="{96DAC541-7B7A-43D3-8B79-37D633B846F1}">
                  <asvg:svgBlip xmlns:asvg="http://schemas.microsoft.com/office/drawing/2016/SVG/main" r:embed="rId11"/>
                </a:ext>
              </a:extLst>
            </a:blip>
            <a:srcRect/>
            <a:stretch/>
          </p:blipFill>
          <p:spPr bwMode="auto">
            <a:xfrm>
              <a:off x="8147826" y="1191126"/>
              <a:ext cx="761998" cy="761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18">
              <a:extLst>
                <a:ext uri="{FF2B5EF4-FFF2-40B4-BE49-F238E27FC236}">
                  <a16:creationId xmlns:a16="http://schemas.microsoft.com/office/drawing/2014/main" id="{AF645491-DF82-4294-B6D1-10A3D0DDA227}"/>
                </a:ext>
              </a:extLst>
            </p:cNvPr>
            <p:cNvSpPr txBox="1">
              <a:spLocks noChangeArrowheads="1"/>
            </p:cNvSpPr>
            <p:nvPr/>
          </p:nvSpPr>
          <p:spPr bwMode="auto">
            <a:xfrm>
              <a:off x="7774069" y="2036212"/>
              <a:ext cx="15113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mn-lt"/>
                  <a:ea typeface="Amazon Ember" panose="020B0603020204020204" pitchFamily="34" charset="0"/>
                  <a:cs typeface="Arial" panose="020B0604020202020204" pitchFamily="34" charset="0"/>
                </a:rPr>
                <a:t>App</a:t>
              </a:r>
            </a:p>
          </p:txBody>
        </p:sp>
        <p:pic>
          <p:nvPicPr>
            <p:cNvPr id="46" name="Picture 45">
              <a:extLst>
                <a:ext uri="{FF2B5EF4-FFF2-40B4-BE49-F238E27FC236}">
                  <a16:creationId xmlns:a16="http://schemas.microsoft.com/office/drawing/2014/main" id="{C9101F23-6685-4EFF-89D2-FAE8C445A88D}"/>
                </a:ext>
                <a:ext uri="{C183D7F6-B498-43B3-948B-1728B52AA6E4}">
                  <adec:decorative xmlns:adec="http://schemas.microsoft.com/office/drawing/2017/decorative" val="1"/>
                </a:ext>
              </a:extLst>
            </p:cNvPr>
            <p:cNvPicPr>
              <a:picLocks noChangeAspect="1"/>
            </p:cNvPicPr>
            <p:nvPr/>
          </p:nvPicPr>
          <p:blipFill>
            <a:blip r:embed="rId12"/>
            <a:stretch>
              <a:fillRect/>
            </a:stretch>
          </p:blipFill>
          <p:spPr>
            <a:xfrm>
              <a:off x="10605238" y="1185474"/>
              <a:ext cx="847417" cy="853514"/>
            </a:xfrm>
            <a:prstGeom prst="rect">
              <a:avLst/>
            </a:prstGeom>
          </p:spPr>
        </p:pic>
        <p:sp>
          <p:nvSpPr>
            <p:cNvPr id="45" name="TextBox 18">
              <a:extLst>
                <a:ext uri="{FF2B5EF4-FFF2-40B4-BE49-F238E27FC236}">
                  <a16:creationId xmlns:a16="http://schemas.microsoft.com/office/drawing/2014/main" id="{659E7A19-ADC0-408D-A633-6F9F032ECC74}"/>
                </a:ext>
              </a:extLst>
            </p:cNvPr>
            <p:cNvSpPr txBox="1">
              <a:spLocks noChangeArrowheads="1"/>
            </p:cNvSpPr>
            <p:nvPr/>
          </p:nvSpPr>
          <p:spPr bwMode="auto">
            <a:xfrm>
              <a:off x="10264606" y="2036212"/>
              <a:ext cx="15113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mn-lt"/>
                  <a:ea typeface="Amazon Ember" panose="020B0603020204020204" pitchFamily="34" charset="0"/>
                  <a:cs typeface="Arial" panose="020B0604020202020204" pitchFamily="34" charset="0"/>
                </a:rPr>
                <a:t>API/database</a:t>
              </a:r>
            </a:p>
          </p:txBody>
        </p:sp>
        <p:cxnSp>
          <p:nvCxnSpPr>
            <p:cNvPr id="16" name="Straight Arrow Connector 15">
              <a:extLst>
                <a:ext uri="{FF2B5EF4-FFF2-40B4-BE49-F238E27FC236}">
                  <a16:creationId xmlns:a16="http://schemas.microsoft.com/office/drawing/2014/main" id="{674BC1F1-12E2-4713-A712-74EB6011C99A}"/>
                </a:ext>
                <a:ext uri="{C183D7F6-B498-43B3-948B-1728B52AA6E4}">
                  <adec:decorative xmlns:adec="http://schemas.microsoft.com/office/drawing/2017/decorative" val="1"/>
                </a:ext>
              </a:extLst>
            </p:cNvPr>
            <p:cNvCxnSpPr>
              <a:cxnSpLocks/>
            </p:cNvCxnSpPr>
            <p:nvPr/>
          </p:nvCxnSpPr>
          <p:spPr>
            <a:xfrm flipV="1">
              <a:off x="6027395" y="2422737"/>
              <a:ext cx="0" cy="3858768"/>
            </a:xfrm>
            <a:prstGeom prst="straightConnector1">
              <a:avLst/>
            </a:prstGeom>
            <a:noFill/>
            <a:ln w="15875" cap="flat" cmpd="sng" algn="ctr">
              <a:solidFill>
                <a:srgbClr val="000000"/>
              </a:solidFill>
              <a:prstDash val="dash"/>
              <a:miter lim="800000"/>
              <a:headEnd type="none" w="med" len="sm"/>
              <a:tailEnd type="none" w="med" len="sm"/>
            </a:ln>
            <a:effectLst/>
          </p:spPr>
        </p:cxnSp>
        <p:cxnSp>
          <p:nvCxnSpPr>
            <p:cNvPr id="17" name="Straight Arrow Connector 16">
              <a:extLst>
                <a:ext uri="{FF2B5EF4-FFF2-40B4-BE49-F238E27FC236}">
                  <a16:creationId xmlns:a16="http://schemas.microsoft.com/office/drawing/2014/main" id="{AD962F95-B3CE-4D0D-815B-3D0BC02877B1}"/>
                </a:ext>
                <a:ext uri="{C183D7F6-B498-43B3-948B-1728B52AA6E4}">
                  <adec:decorative xmlns:adec="http://schemas.microsoft.com/office/drawing/2017/decorative" val="1"/>
                </a:ext>
              </a:extLst>
            </p:cNvPr>
            <p:cNvCxnSpPr>
              <a:cxnSpLocks/>
            </p:cNvCxnSpPr>
            <p:nvPr/>
          </p:nvCxnSpPr>
          <p:spPr>
            <a:xfrm flipV="1">
              <a:off x="981399" y="2422737"/>
              <a:ext cx="0" cy="3857746"/>
            </a:xfrm>
            <a:prstGeom prst="straightConnector1">
              <a:avLst/>
            </a:prstGeom>
            <a:noFill/>
            <a:ln w="15875" cap="flat" cmpd="sng" algn="ctr">
              <a:solidFill>
                <a:srgbClr val="000000"/>
              </a:solidFill>
              <a:prstDash val="dash"/>
              <a:miter lim="800000"/>
              <a:headEnd type="none" w="med" len="sm"/>
              <a:tailEnd type="none" w="med" len="sm"/>
            </a:ln>
            <a:effectLst/>
          </p:spPr>
        </p:cxnSp>
        <p:cxnSp>
          <p:nvCxnSpPr>
            <p:cNvPr id="18" name="Straight Arrow Connector 17">
              <a:extLst>
                <a:ext uri="{FF2B5EF4-FFF2-40B4-BE49-F238E27FC236}">
                  <a16:creationId xmlns:a16="http://schemas.microsoft.com/office/drawing/2014/main" id="{F85CA819-3768-4693-B9CB-D067530179E0}"/>
                </a:ext>
                <a:ext uri="{C183D7F6-B498-43B3-948B-1728B52AA6E4}">
                  <adec:decorative xmlns:adec="http://schemas.microsoft.com/office/drawing/2017/decorative" val="1"/>
                </a:ext>
              </a:extLst>
            </p:cNvPr>
            <p:cNvCxnSpPr>
              <a:cxnSpLocks/>
            </p:cNvCxnSpPr>
            <p:nvPr/>
          </p:nvCxnSpPr>
          <p:spPr>
            <a:xfrm flipV="1">
              <a:off x="3415404" y="2422737"/>
              <a:ext cx="0" cy="3858768"/>
            </a:xfrm>
            <a:prstGeom prst="straightConnector1">
              <a:avLst/>
            </a:prstGeom>
            <a:noFill/>
            <a:ln w="15875" cap="flat" cmpd="sng" algn="ctr">
              <a:solidFill>
                <a:srgbClr val="000000"/>
              </a:solidFill>
              <a:prstDash val="dash"/>
              <a:miter lim="800000"/>
              <a:headEnd type="none" w="med" len="sm"/>
              <a:tailEnd type="none" w="med" len="sm"/>
            </a:ln>
            <a:effectLst/>
          </p:spPr>
        </p:cxnSp>
        <p:cxnSp>
          <p:nvCxnSpPr>
            <p:cNvPr id="19" name="Straight Arrow Connector 18">
              <a:extLst>
                <a:ext uri="{FF2B5EF4-FFF2-40B4-BE49-F238E27FC236}">
                  <a16:creationId xmlns:a16="http://schemas.microsoft.com/office/drawing/2014/main" id="{8148CCA1-68F3-4B48-BE75-530512D96A65}"/>
                </a:ext>
                <a:ext uri="{C183D7F6-B498-43B3-948B-1728B52AA6E4}">
                  <adec:decorative xmlns:adec="http://schemas.microsoft.com/office/drawing/2017/decorative" val="1"/>
                </a:ext>
              </a:extLst>
            </p:cNvPr>
            <p:cNvCxnSpPr>
              <a:cxnSpLocks/>
            </p:cNvCxnSpPr>
            <p:nvPr/>
          </p:nvCxnSpPr>
          <p:spPr>
            <a:xfrm>
              <a:off x="1017494" y="3171824"/>
              <a:ext cx="7488833" cy="0"/>
            </a:xfrm>
            <a:prstGeom prst="straightConnector1">
              <a:avLst/>
            </a:prstGeom>
            <a:noFill/>
            <a:ln w="15875" cap="flat" cmpd="sng" algn="ctr">
              <a:solidFill>
                <a:srgbClr val="000000"/>
              </a:solidFill>
              <a:prstDash val="solid"/>
              <a:miter lim="800000"/>
              <a:headEnd type="none" w="med" len="med"/>
              <a:tailEnd type="triangle" w="med" len="med"/>
            </a:ln>
            <a:effectLst/>
          </p:spPr>
        </p:cxnSp>
        <p:sp>
          <p:nvSpPr>
            <p:cNvPr id="20" name="TextBox 26">
              <a:extLst>
                <a:ext uri="{FF2B5EF4-FFF2-40B4-BE49-F238E27FC236}">
                  <a16:creationId xmlns:a16="http://schemas.microsoft.com/office/drawing/2014/main" id="{086C4D7C-7CF6-447F-B450-4C9B08CEBACF}"/>
                </a:ext>
              </a:extLst>
            </p:cNvPr>
            <p:cNvSpPr txBox="1">
              <a:spLocks noChangeArrowheads="1"/>
            </p:cNvSpPr>
            <p:nvPr/>
          </p:nvSpPr>
          <p:spPr bwMode="auto">
            <a:xfrm>
              <a:off x="3759184" y="2891047"/>
              <a:ext cx="212095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fontAlgn="base">
                <a:spcBef>
                  <a:spcPct val="0"/>
                </a:spcBef>
                <a:spcAft>
                  <a:spcPct val="0"/>
                </a:spcAft>
              </a:pPr>
              <a:r>
                <a:rPr lang="en-US" altLang="en-US" sz="1600" dirty="0">
                  <a:solidFill>
                    <a:srgbClr val="000000"/>
                  </a:solidFill>
                  <a:latin typeface="+mn-lt"/>
                  <a:cs typeface="Arial" panose="020B0604020202020204" pitchFamily="34" charset="0"/>
                </a:rPr>
                <a:t>Connect to app</a:t>
              </a:r>
            </a:p>
          </p:txBody>
        </p:sp>
        <p:cxnSp>
          <p:nvCxnSpPr>
            <p:cNvPr id="21" name="Straight Arrow Connector 20">
              <a:extLst>
                <a:ext uri="{FF2B5EF4-FFF2-40B4-BE49-F238E27FC236}">
                  <a16:creationId xmlns:a16="http://schemas.microsoft.com/office/drawing/2014/main" id="{D3A7743A-0A1E-4EDC-B4B5-2BD52AD0A029}"/>
                </a:ext>
                <a:ext uri="{C183D7F6-B498-43B3-948B-1728B52AA6E4}">
                  <adec:decorative xmlns:adec="http://schemas.microsoft.com/office/drawing/2017/decorative" val="1"/>
                </a:ext>
              </a:extLst>
            </p:cNvPr>
            <p:cNvCxnSpPr>
              <a:cxnSpLocks/>
            </p:cNvCxnSpPr>
            <p:nvPr/>
          </p:nvCxnSpPr>
          <p:spPr>
            <a:xfrm>
              <a:off x="993431" y="3706983"/>
              <a:ext cx="2394346" cy="0"/>
            </a:xfrm>
            <a:prstGeom prst="straightConnector1">
              <a:avLst/>
            </a:prstGeom>
            <a:noFill/>
            <a:ln w="15875" cap="flat" cmpd="sng" algn="ctr">
              <a:solidFill>
                <a:srgbClr val="000000"/>
              </a:solidFill>
              <a:prstDash val="solid"/>
              <a:miter lim="800000"/>
              <a:headEnd type="none" w="med" len="med"/>
              <a:tailEnd type="triangle" w="med" len="med"/>
            </a:ln>
            <a:effectLst/>
          </p:spPr>
        </p:cxnSp>
        <p:sp>
          <p:nvSpPr>
            <p:cNvPr id="22" name="TextBox 26">
              <a:extLst>
                <a:ext uri="{FF2B5EF4-FFF2-40B4-BE49-F238E27FC236}">
                  <a16:creationId xmlns:a16="http://schemas.microsoft.com/office/drawing/2014/main" id="{7BDF2F5B-ABB4-4B0A-9832-5A05593B2DD2}"/>
                </a:ext>
              </a:extLst>
            </p:cNvPr>
            <p:cNvSpPr txBox="1">
              <a:spLocks noChangeArrowheads="1"/>
            </p:cNvSpPr>
            <p:nvPr/>
          </p:nvSpPr>
          <p:spPr bwMode="auto">
            <a:xfrm>
              <a:off x="1244673" y="3400604"/>
              <a:ext cx="169103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en-US" sz="1600" dirty="0">
                  <a:solidFill>
                    <a:srgbClr val="000000"/>
                  </a:solidFill>
                  <a:latin typeface="+mn-lt"/>
                  <a:ea typeface="Amazon Ember Heavy" panose="020B0803020204020204" pitchFamily="34" charset="0"/>
                  <a:cs typeface="Amazon Ember Heavy" panose="020B0803020204020204" pitchFamily="34" charset="0"/>
                </a:rPr>
                <a:t>Request</a:t>
              </a:r>
              <a:r>
                <a:rPr lang="en-US" altLang="en-US" sz="1600" dirty="0">
                  <a:solidFill>
                    <a:srgbClr val="000000"/>
                  </a:solidFill>
                  <a:latin typeface="Amazon Ember Heavy" panose="020B0803020204020204" pitchFamily="34" charset="0"/>
                  <a:ea typeface="Amazon Ember Heavy" panose="020B0803020204020204" pitchFamily="34" charset="0"/>
                  <a:cs typeface="Amazon Ember Heavy" panose="020B0803020204020204" pitchFamily="34" charset="0"/>
                </a:rPr>
                <a:t> </a:t>
              </a:r>
              <a:r>
                <a:rPr lang="en-US" altLang="en-US" sz="1600" dirty="0">
                  <a:solidFill>
                    <a:srgbClr val="000000"/>
                  </a:solidFill>
                  <a:latin typeface="+mn-lt"/>
                  <a:ea typeface="Amazon Ember Heavy" panose="020B0803020204020204" pitchFamily="34" charset="0"/>
                  <a:cs typeface="Amazon Ember Heavy" panose="020B0803020204020204" pitchFamily="34" charset="0"/>
                </a:rPr>
                <a:t>sign-in</a:t>
              </a:r>
              <a:endParaRPr lang="en-US" altLang="en-US" sz="1600" dirty="0">
                <a:solidFill>
                  <a:srgbClr val="000000"/>
                </a:solidFill>
                <a:latin typeface="+mn-lt"/>
                <a:cs typeface="Arial" panose="020B0604020202020204" pitchFamily="34" charset="0"/>
              </a:endParaRPr>
            </a:p>
          </p:txBody>
        </p:sp>
        <p:cxnSp>
          <p:nvCxnSpPr>
            <p:cNvPr id="23" name="Straight Arrow Connector 22">
              <a:extLst>
                <a:ext uri="{FF2B5EF4-FFF2-40B4-BE49-F238E27FC236}">
                  <a16:creationId xmlns:a16="http://schemas.microsoft.com/office/drawing/2014/main" id="{084E4D01-D994-410C-AEDF-7AC5798A1296}"/>
                </a:ext>
              </a:extLst>
            </p:cNvPr>
            <p:cNvCxnSpPr>
              <a:cxnSpLocks/>
            </p:cNvCxnSpPr>
            <p:nvPr/>
          </p:nvCxnSpPr>
          <p:spPr>
            <a:xfrm>
              <a:off x="981398" y="4283040"/>
              <a:ext cx="5045997" cy="0"/>
            </a:xfrm>
            <a:prstGeom prst="straightConnector1">
              <a:avLst/>
            </a:prstGeom>
            <a:noFill/>
            <a:ln w="15875" cap="flat" cmpd="sng" algn="ctr">
              <a:solidFill>
                <a:srgbClr val="000000"/>
              </a:solidFill>
              <a:prstDash val="solid"/>
              <a:miter lim="800000"/>
              <a:headEnd type="none" w="med" len="med"/>
              <a:tailEnd type="triangle" w="med" len="med"/>
            </a:ln>
            <a:effectLst/>
          </p:spPr>
        </p:cxnSp>
        <p:sp>
          <p:nvSpPr>
            <p:cNvPr id="24" name="TextBox 26">
              <a:extLst>
                <a:ext uri="{FF2B5EF4-FFF2-40B4-BE49-F238E27FC236}">
                  <a16:creationId xmlns:a16="http://schemas.microsoft.com/office/drawing/2014/main" id="{34583B3A-1A01-4BF1-BA03-6A89BBBCE545}"/>
                </a:ext>
              </a:extLst>
            </p:cNvPr>
            <p:cNvSpPr txBox="1">
              <a:spLocks noChangeArrowheads="1"/>
            </p:cNvSpPr>
            <p:nvPr/>
          </p:nvSpPr>
          <p:spPr bwMode="auto">
            <a:xfrm>
              <a:off x="1247035" y="3964087"/>
              <a:ext cx="450405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en-US" sz="1600" dirty="0">
                  <a:solidFill>
                    <a:srgbClr val="000000"/>
                  </a:solidFill>
                  <a:latin typeface="+mn-lt"/>
                  <a:cs typeface="Arial" panose="020B0604020202020204" pitchFamily="34" charset="0"/>
                </a:rPr>
                <a:t>Redirect to third-party IdP (optional)</a:t>
              </a:r>
            </a:p>
          </p:txBody>
        </p:sp>
        <p:sp>
          <p:nvSpPr>
            <p:cNvPr id="38" name="TextBox 26">
              <a:extLst>
                <a:ext uri="{FF2B5EF4-FFF2-40B4-BE49-F238E27FC236}">
                  <a16:creationId xmlns:a16="http://schemas.microsoft.com/office/drawing/2014/main" id="{ED73FA20-767C-4EFE-8AF4-39762293D393}"/>
                </a:ext>
              </a:extLst>
            </p:cNvPr>
            <p:cNvSpPr txBox="1">
              <a:spLocks noChangeArrowheads="1"/>
            </p:cNvSpPr>
            <p:nvPr/>
          </p:nvSpPr>
          <p:spPr bwMode="auto">
            <a:xfrm>
              <a:off x="1078097" y="4646355"/>
              <a:ext cx="231480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fontAlgn="base">
                <a:spcBef>
                  <a:spcPct val="0"/>
                </a:spcBef>
                <a:spcAft>
                  <a:spcPct val="0"/>
                </a:spcAft>
              </a:pPr>
              <a:r>
                <a:rPr lang="en-US" altLang="en-US" sz="1600" dirty="0">
                  <a:solidFill>
                    <a:srgbClr val="000000"/>
                  </a:solidFill>
                  <a:latin typeface="+mn-lt"/>
                  <a:cs typeface="Arial" panose="020B0604020202020204" pitchFamily="34" charset="0"/>
                </a:rPr>
                <a:t>Additional challenges</a:t>
              </a:r>
            </a:p>
          </p:txBody>
        </p:sp>
        <p:cxnSp>
          <p:nvCxnSpPr>
            <p:cNvPr id="25" name="Straight Arrow Connector 24">
              <a:extLst>
                <a:ext uri="{FF2B5EF4-FFF2-40B4-BE49-F238E27FC236}">
                  <a16:creationId xmlns:a16="http://schemas.microsoft.com/office/drawing/2014/main" id="{9E0BE48A-7F57-4F0D-A7E3-5CA912945E5A}"/>
                </a:ext>
                <a:ext uri="{C183D7F6-B498-43B3-948B-1728B52AA6E4}">
                  <adec:decorative xmlns:adec="http://schemas.microsoft.com/office/drawing/2017/decorative" val="1"/>
                </a:ext>
              </a:extLst>
            </p:cNvPr>
            <p:cNvCxnSpPr>
              <a:cxnSpLocks/>
            </p:cNvCxnSpPr>
            <p:nvPr/>
          </p:nvCxnSpPr>
          <p:spPr>
            <a:xfrm>
              <a:off x="972097" y="5015306"/>
              <a:ext cx="2432840" cy="0"/>
            </a:xfrm>
            <a:prstGeom prst="straightConnector1">
              <a:avLst/>
            </a:prstGeom>
            <a:noFill/>
            <a:ln w="15875" cap="flat" cmpd="sng" algn="ctr">
              <a:solidFill>
                <a:srgbClr val="000000"/>
              </a:solidFill>
              <a:prstDash val="solid"/>
              <a:miter lim="800000"/>
              <a:headEnd type="triangle" w="med" len="med"/>
              <a:tailEnd type="none" w="med" len="med"/>
            </a:ln>
            <a:effectLst/>
          </p:spPr>
        </p:cxnSp>
        <p:cxnSp>
          <p:nvCxnSpPr>
            <p:cNvPr id="27" name="Straight Arrow Connector 26">
              <a:extLst>
                <a:ext uri="{FF2B5EF4-FFF2-40B4-BE49-F238E27FC236}">
                  <a16:creationId xmlns:a16="http://schemas.microsoft.com/office/drawing/2014/main" id="{9D62E5B4-2C96-4202-9430-103998A31A20}"/>
                </a:ext>
                <a:ext uri="{C183D7F6-B498-43B3-948B-1728B52AA6E4}">
                  <adec:decorative xmlns:adec="http://schemas.microsoft.com/office/drawing/2017/decorative" val="1"/>
                </a:ext>
              </a:extLst>
            </p:cNvPr>
            <p:cNvCxnSpPr>
              <a:cxnSpLocks/>
            </p:cNvCxnSpPr>
            <p:nvPr/>
          </p:nvCxnSpPr>
          <p:spPr>
            <a:xfrm>
              <a:off x="3452200" y="5757321"/>
              <a:ext cx="5053701" cy="0"/>
            </a:xfrm>
            <a:prstGeom prst="straightConnector1">
              <a:avLst/>
            </a:prstGeom>
            <a:noFill/>
            <a:ln w="15875" cap="flat" cmpd="sng" algn="ctr">
              <a:solidFill>
                <a:srgbClr val="000000"/>
              </a:solidFill>
              <a:prstDash val="solid"/>
              <a:miter lim="800000"/>
              <a:headEnd type="none" w="med" len="med"/>
              <a:tailEnd type="triangle" w="med" len="med"/>
            </a:ln>
            <a:effectLst/>
          </p:spPr>
        </p:cxnSp>
        <p:sp>
          <p:nvSpPr>
            <p:cNvPr id="28" name="TextBox 26">
              <a:extLst>
                <a:ext uri="{FF2B5EF4-FFF2-40B4-BE49-F238E27FC236}">
                  <a16:creationId xmlns:a16="http://schemas.microsoft.com/office/drawing/2014/main" id="{6950F52C-C3A0-4B89-9957-F3AE7062C41B}"/>
                </a:ext>
              </a:extLst>
            </p:cNvPr>
            <p:cNvSpPr txBox="1">
              <a:spLocks noChangeArrowheads="1"/>
            </p:cNvSpPr>
            <p:nvPr/>
          </p:nvSpPr>
          <p:spPr bwMode="auto">
            <a:xfrm>
              <a:off x="1078097" y="5139650"/>
              <a:ext cx="213433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fontAlgn="base">
                <a:spcBef>
                  <a:spcPct val="0"/>
                </a:spcBef>
                <a:spcAft>
                  <a:spcPct val="0"/>
                </a:spcAft>
              </a:pPr>
              <a:r>
                <a:rPr lang="en-US" altLang="en-US" sz="1600" dirty="0">
                  <a:solidFill>
                    <a:srgbClr val="000000"/>
                  </a:solidFill>
                  <a:latin typeface="+mn-lt"/>
                  <a:cs typeface="Arial" panose="020B0604020202020204" pitchFamily="34" charset="0"/>
                </a:rPr>
                <a:t>Challenge responses</a:t>
              </a:r>
            </a:p>
          </p:txBody>
        </p:sp>
        <p:sp>
          <p:nvSpPr>
            <p:cNvPr id="31" name="TextBox 11">
              <a:extLst>
                <a:ext uri="{FF2B5EF4-FFF2-40B4-BE49-F238E27FC236}">
                  <a16:creationId xmlns:a16="http://schemas.microsoft.com/office/drawing/2014/main" id="{356AE669-B149-4500-AA27-636045024E35}"/>
                </a:ext>
              </a:extLst>
            </p:cNvPr>
            <p:cNvSpPr txBox="1">
              <a:spLocks noChangeArrowheads="1"/>
            </p:cNvSpPr>
            <p:nvPr/>
          </p:nvSpPr>
          <p:spPr bwMode="auto">
            <a:xfrm>
              <a:off x="3873477" y="5442532"/>
              <a:ext cx="326124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fontAlgn="base">
                <a:spcBef>
                  <a:spcPct val="0"/>
                </a:spcBef>
                <a:spcAft>
                  <a:spcPct val="0"/>
                </a:spcAft>
              </a:pPr>
              <a:r>
                <a:rPr lang="en-US" altLang="en-US" sz="1600" dirty="0">
                  <a:solidFill>
                    <a:srgbClr val="000000"/>
                  </a:solidFill>
                  <a:latin typeface="+mn-lt"/>
                  <a:ea typeface="Amazon Ember Heavy" panose="020B0803020204020204" pitchFamily="34" charset="0"/>
                  <a:cs typeface="Amazon Ember Heavy" panose="020B0803020204020204" pitchFamily="34" charset="0"/>
                </a:rPr>
                <a:t>Provide tokens and sign in</a:t>
              </a:r>
              <a:endParaRPr lang="en-US" altLang="en-US" sz="1600" dirty="0">
                <a:solidFill>
                  <a:srgbClr val="000000"/>
                </a:solidFill>
                <a:latin typeface="+mn-lt"/>
                <a:ea typeface="Amazon Ember" panose="020B0603020204020204" pitchFamily="34" charset="0"/>
                <a:cs typeface="Arial" panose="020B0604020202020204" pitchFamily="34" charset="0"/>
              </a:endParaRPr>
            </a:p>
          </p:txBody>
        </p:sp>
        <p:cxnSp>
          <p:nvCxnSpPr>
            <p:cNvPr id="32" name="Straight Arrow Connector 31">
              <a:extLst>
                <a:ext uri="{FF2B5EF4-FFF2-40B4-BE49-F238E27FC236}">
                  <a16:creationId xmlns:a16="http://schemas.microsoft.com/office/drawing/2014/main" id="{5C287F3A-601F-471E-91EA-15331C62C998}"/>
                </a:ext>
                <a:ext uri="{C183D7F6-B498-43B3-948B-1728B52AA6E4}">
                  <adec:decorative xmlns:adec="http://schemas.microsoft.com/office/drawing/2017/decorative" val="1"/>
                </a:ext>
              </a:extLst>
            </p:cNvPr>
            <p:cNvCxnSpPr>
              <a:cxnSpLocks/>
            </p:cNvCxnSpPr>
            <p:nvPr/>
          </p:nvCxnSpPr>
          <p:spPr>
            <a:xfrm>
              <a:off x="8493869" y="6188111"/>
              <a:ext cx="2502995" cy="0"/>
            </a:xfrm>
            <a:prstGeom prst="straightConnector1">
              <a:avLst/>
            </a:prstGeom>
            <a:noFill/>
            <a:ln w="15875" cap="flat" cmpd="sng" algn="ctr">
              <a:solidFill>
                <a:srgbClr val="000000"/>
              </a:solidFill>
              <a:prstDash val="solid"/>
              <a:miter lim="800000"/>
              <a:headEnd type="none" w="med" len="med"/>
              <a:tailEnd type="triangle" w="med" len="med"/>
            </a:ln>
            <a:effectLst/>
          </p:spPr>
        </p:cxnSp>
        <p:cxnSp>
          <p:nvCxnSpPr>
            <p:cNvPr id="34" name="Straight Arrow Connector 33">
              <a:extLst>
                <a:ext uri="{FF2B5EF4-FFF2-40B4-BE49-F238E27FC236}">
                  <a16:creationId xmlns:a16="http://schemas.microsoft.com/office/drawing/2014/main" id="{74C80499-7287-4F08-8EF9-8276FC52857C}"/>
                </a:ext>
                <a:ext uri="{C183D7F6-B498-43B3-948B-1728B52AA6E4}">
                  <adec:decorative xmlns:adec="http://schemas.microsoft.com/office/drawing/2017/decorative" val="1"/>
                </a:ext>
              </a:extLst>
            </p:cNvPr>
            <p:cNvCxnSpPr>
              <a:cxnSpLocks/>
            </p:cNvCxnSpPr>
            <p:nvPr/>
          </p:nvCxnSpPr>
          <p:spPr>
            <a:xfrm flipV="1">
              <a:off x="8493868" y="2422737"/>
              <a:ext cx="0" cy="3858768"/>
            </a:xfrm>
            <a:prstGeom prst="straightConnector1">
              <a:avLst/>
            </a:prstGeom>
            <a:noFill/>
            <a:ln w="15875" cap="flat" cmpd="sng" algn="ctr">
              <a:solidFill>
                <a:srgbClr val="000000"/>
              </a:solidFill>
              <a:prstDash val="dash"/>
              <a:miter lim="800000"/>
              <a:headEnd type="none" w="med" len="sm"/>
              <a:tailEnd type="none" w="med" len="sm"/>
            </a:ln>
            <a:effectLst/>
          </p:spPr>
        </p:cxnSp>
        <p:cxnSp>
          <p:nvCxnSpPr>
            <p:cNvPr id="35" name="Straight Arrow Connector 34">
              <a:extLst>
                <a:ext uri="{FF2B5EF4-FFF2-40B4-BE49-F238E27FC236}">
                  <a16:creationId xmlns:a16="http://schemas.microsoft.com/office/drawing/2014/main" id="{DAE51D13-8FE7-4240-BC2F-3A8DAE525B53}"/>
                </a:ext>
                <a:ext uri="{C183D7F6-B498-43B3-948B-1728B52AA6E4}">
                  <adec:decorative xmlns:adec="http://schemas.microsoft.com/office/drawing/2017/decorative" val="1"/>
                </a:ext>
              </a:extLst>
            </p:cNvPr>
            <p:cNvCxnSpPr>
              <a:cxnSpLocks/>
            </p:cNvCxnSpPr>
            <p:nvPr/>
          </p:nvCxnSpPr>
          <p:spPr>
            <a:xfrm flipV="1">
              <a:off x="10996438" y="2422737"/>
              <a:ext cx="0" cy="3858768"/>
            </a:xfrm>
            <a:prstGeom prst="straightConnector1">
              <a:avLst/>
            </a:prstGeom>
            <a:noFill/>
            <a:ln w="15875" cap="flat" cmpd="sng" algn="ctr">
              <a:solidFill>
                <a:srgbClr val="000000"/>
              </a:solidFill>
              <a:prstDash val="dash"/>
              <a:miter lim="800000"/>
              <a:headEnd type="none" w="med" len="sm"/>
              <a:tailEnd type="none" w="med" len="sm"/>
            </a:ln>
            <a:effectLst/>
          </p:spPr>
        </p:cxnSp>
        <p:sp>
          <p:nvSpPr>
            <p:cNvPr id="40" name="TextBox 26">
              <a:extLst>
                <a:ext uri="{FF2B5EF4-FFF2-40B4-BE49-F238E27FC236}">
                  <a16:creationId xmlns:a16="http://schemas.microsoft.com/office/drawing/2014/main" id="{320848C9-B49C-4EDD-B51F-2BC9C913BBCB}"/>
                </a:ext>
              </a:extLst>
            </p:cNvPr>
            <p:cNvSpPr txBox="1">
              <a:spLocks noChangeArrowheads="1"/>
            </p:cNvSpPr>
            <p:nvPr/>
          </p:nvSpPr>
          <p:spPr bwMode="auto">
            <a:xfrm>
              <a:off x="8682052" y="5608881"/>
              <a:ext cx="220652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fontAlgn="base">
                <a:spcBef>
                  <a:spcPct val="0"/>
                </a:spcBef>
                <a:spcAft>
                  <a:spcPct val="0"/>
                </a:spcAft>
              </a:pPr>
              <a:r>
                <a:rPr lang="en-US" altLang="en-US" sz="1600" dirty="0">
                  <a:solidFill>
                    <a:srgbClr val="000000"/>
                  </a:solidFill>
                  <a:latin typeface="+mn-lt"/>
                  <a:cs typeface="Arial" panose="020B0604020202020204" pitchFamily="34" charset="0"/>
                </a:rPr>
                <a:t>Provide access token and retrieve data</a:t>
              </a:r>
            </a:p>
          </p:txBody>
        </p:sp>
        <p:cxnSp>
          <p:nvCxnSpPr>
            <p:cNvPr id="42" name="Straight Arrow Connector 41">
              <a:extLst>
                <a:ext uri="{FF2B5EF4-FFF2-40B4-BE49-F238E27FC236}">
                  <a16:creationId xmlns:a16="http://schemas.microsoft.com/office/drawing/2014/main" id="{D8B91235-659F-4717-8367-967B97DB9523}"/>
                </a:ext>
                <a:ext uri="{C183D7F6-B498-43B3-948B-1728B52AA6E4}">
                  <adec:decorative xmlns:adec="http://schemas.microsoft.com/office/drawing/2017/decorative" val="1"/>
                </a:ext>
              </a:extLst>
            </p:cNvPr>
            <p:cNvCxnSpPr>
              <a:cxnSpLocks/>
            </p:cNvCxnSpPr>
            <p:nvPr/>
          </p:nvCxnSpPr>
          <p:spPr>
            <a:xfrm>
              <a:off x="992149" y="5456465"/>
              <a:ext cx="2432840" cy="0"/>
            </a:xfrm>
            <a:prstGeom prst="straightConnector1">
              <a:avLst/>
            </a:prstGeom>
            <a:noFill/>
            <a:ln w="15875" cap="flat" cmpd="sng" algn="ctr">
              <a:solidFill>
                <a:srgbClr val="000000"/>
              </a:solidFill>
              <a:prstDash val="solid"/>
              <a:miter lim="800000"/>
              <a:headEnd type="none" w="med" len="med"/>
              <a:tailEnd type="triangle" w="med" len="med"/>
            </a:ln>
            <a:effectLst/>
          </p:spPr>
        </p:cxnSp>
      </p:grpSp>
    </p:spTree>
    <p:custDataLst>
      <p:tags r:id="rId1"/>
    </p:custDataLst>
    <p:extLst>
      <p:ext uri="{BB962C8B-B14F-4D97-AF65-F5344CB8AC3E}">
        <p14:creationId xmlns:p14="http://schemas.microsoft.com/office/powerpoint/2010/main" val="30419660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DC7E2BB6-9947-487A-80B8-09FD4372E644}"/>
              </a:ext>
            </a:extLst>
          </p:cNvPr>
          <p:cNvSpPr>
            <a:spLocks noGrp="1"/>
          </p:cNvSpPr>
          <p:nvPr>
            <p:ph type="sldNum" idx="97"/>
          </p:nvPr>
        </p:nvSpPr>
        <p:spPr/>
        <p:txBody>
          <a:bodyPr/>
          <a:lstStyle/>
          <a:p>
            <a:fld id="{4037B1B0-0345-4E15-985A-6BECCDBE474F}" type="slidenum">
              <a:rPr lang="en-US" smtClean="0"/>
              <a:pPr/>
              <a:t>31</a:t>
            </a:fld>
            <a:endParaRPr lang="en-US" dirty="0"/>
          </a:p>
        </p:txBody>
      </p:sp>
      <p:sp>
        <p:nvSpPr>
          <p:cNvPr id="3" name="Title">
            <a:extLst>
              <a:ext uri="{FF2B5EF4-FFF2-40B4-BE49-F238E27FC236}">
                <a16:creationId xmlns:a16="http://schemas.microsoft.com/office/drawing/2014/main" id="{86C1DF0E-3BED-4845-A6FF-D0F0145E81AE}"/>
              </a:ext>
            </a:extLst>
          </p:cNvPr>
          <p:cNvSpPr>
            <a:spLocks noGrp="1"/>
          </p:cNvSpPr>
          <p:nvPr>
            <p:ph type="title" idx="1"/>
          </p:nvPr>
        </p:nvSpPr>
        <p:spPr/>
        <p:txBody>
          <a:bodyPr/>
          <a:lstStyle/>
          <a:p>
            <a:r>
              <a:rPr lang="en-US" dirty="0"/>
              <a:t>Amazon Cognito user pools features</a:t>
            </a:r>
          </a:p>
        </p:txBody>
      </p:sp>
      <p:graphicFrame>
        <p:nvGraphicFramePr>
          <p:cNvPr id="4" name="Content Placeholder 3">
            <a:extLst>
              <a:ext uri="{FF2B5EF4-FFF2-40B4-BE49-F238E27FC236}">
                <a16:creationId xmlns:a16="http://schemas.microsoft.com/office/drawing/2014/main" id="{1D40C45D-DDF2-4F5F-AB2B-545B2E3F4785}"/>
              </a:ext>
            </a:extLst>
          </p:cNvPr>
          <p:cNvGraphicFramePr>
            <a:graphicFrameLocks noGrp="1"/>
          </p:cNvGraphicFramePr>
          <p:nvPr>
            <p:ph idx="2"/>
            <p:extLst>
              <p:ext uri="{D42A27DB-BD31-4B8C-83A1-F6EECF244321}">
                <p14:modId xmlns:p14="http://schemas.microsoft.com/office/powerpoint/2010/main" val="1786699777"/>
              </p:ext>
            </p:extLst>
          </p:nvPr>
        </p:nvGraphicFramePr>
        <p:xfrm>
          <a:off x="384175" y="1296128"/>
          <a:ext cx="11466514" cy="4856480"/>
        </p:xfrm>
        <a:graphic>
          <a:graphicData uri="http://schemas.openxmlformats.org/drawingml/2006/table">
            <a:tbl>
              <a:tblPr firstRow="1" bandRow="1">
                <a:tableStyleId>{5C22544A-7EE6-4342-B048-85BDC9FD1C3A}</a:tableStyleId>
              </a:tblPr>
              <a:tblGrid>
                <a:gridCol w="1714256">
                  <a:extLst>
                    <a:ext uri="{9D8B030D-6E8A-4147-A177-3AD203B41FA5}">
                      <a16:colId xmlns:a16="http://schemas.microsoft.com/office/drawing/2014/main" val="3419891663"/>
                    </a:ext>
                  </a:extLst>
                </a:gridCol>
                <a:gridCol w="9752258">
                  <a:extLst>
                    <a:ext uri="{9D8B030D-6E8A-4147-A177-3AD203B41FA5}">
                      <a16:colId xmlns:a16="http://schemas.microsoft.com/office/drawing/2014/main" val="1348705015"/>
                    </a:ext>
                  </a:extLst>
                </a:gridCol>
              </a:tblGrid>
              <a:tr h="370840">
                <a:tc>
                  <a:txBody>
                    <a:bodyPr/>
                    <a:lstStyle/>
                    <a:p>
                      <a:r>
                        <a:rPr lang="en-US" dirty="0"/>
                        <a:t>Feature</a:t>
                      </a:r>
                    </a:p>
                  </a:txBody>
                  <a:tcPr/>
                </a:tc>
                <a:tc>
                  <a:txBody>
                    <a:bodyPr/>
                    <a:lstStyle/>
                    <a:p>
                      <a:r>
                        <a:rPr lang="en-US" dirty="0"/>
                        <a:t>Description</a:t>
                      </a:r>
                    </a:p>
                  </a:txBody>
                  <a:tcPr/>
                </a:tc>
                <a:extLst>
                  <a:ext uri="{0D108BD9-81ED-4DB2-BD59-A6C34878D82A}">
                    <a16:rowId xmlns:a16="http://schemas.microsoft.com/office/drawing/2014/main" val="86698543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Sign-up</a:t>
                      </a:r>
                    </a:p>
                    <a:p>
                      <a:endParaRPr lang="en-US" sz="1600" dirty="0"/>
                    </a:p>
                  </a:txBody>
                  <a:tcPr/>
                </a:tc>
                <a:tc>
                  <a:txBody>
                    <a:bodyPr/>
                    <a:lstStyle/>
                    <a:p>
                      <a:pPr marL="285750" indent="-285750">
                        <a:buFont typeface="Arial" panose="020B0604020202020204" pitchFamily="34" charset="0"/>
                        <a:buChar char="•"/>
                      </a:pPr>
                      <a:r>
                        <a:rPr lang="en-US" sz="1600" dirty="0"/>
                        <a:t>Let users enter their information in your app and create a user profile that’s native to your user pool. </a:t>
                      </a:r>
                    </a:p>
                    <a:p>
                      <a:pPr marL="285750" indent="-285750">
                        <a:buFont typeface="Arial" panose="020B0604020202020204" pitchFamily="34" charset="0"/>
                        <a:buChar char="•"/>
                      </a:pPr>
                      <a:r>
                        <a:rPr lang="en-US" sz="1600" dirty="0"/>
                        <a:t>Redirect users to a third-party IdP that they can authorize to pass their information to Amazon Cognito.</a:t>
                      </a:r>
                    </a:p>
                    <a:p>
                      <a:pPr marL="285750" indent="-285750">
                        <a:buFont typeface="Arial" panose="020B0604020202020204" pitchFamily="34" charset="0"/>
                        <a:buChar char="•"/>
                      </a:pPr>
                      <a:r>
                        <a:rPr lang="en-US" sz="1600" dirty="0"/>
                        <a:t>Create users based on a data source or schema.</a:t>
                      </a:r>
                    </a:p>
                  </a:txBody>
                  <a:tcPr/>
                </a:tc>
                <a:extLst>
                  <a:ext uri="{0D108BD9-81ED-4DB2-BD59-A6C34878D82A}">
                    <a16:rowId xmlns:a16="http://schemas.microsoft.com/office/drawing/2014/main" val="2562207711"/>
                  </a:ext>
                </a:extLst>
              </a:tr>
              <a:tr h="370840">
                <a:tc>
                  <a:txBody>
                    <a:bodyPr/>
                    <a:lstStyle/>
                    <a:p>
                      <a:r>
                        <a:rPr lang="en-US" sz="1600" dirty="0"/>
                        <a:t>Sign-in</a:t>
                      </a:r>
                    </a:p>
                  </a:txBody>
                  <a:tcPr/>
                </a:tc>
                <a:tc>
                  <a:txBody>
                    <a:bodyPr/>
                    <a:lstStyle/>
                    <a:p>
                      <a:pPr marL="285750" indent="-285750">
                        <a:buFont typeface="Arial" panose="020B0604020202020204" pitchFamily="34" charset="0"/>
                        <a:buChar char="•"/>
                      </a:pPr>
                      <a:r>
                        <a:rPr lang="en-US" sz="1600" dirty="0"/>
                        <a:t>Use as a standalone user directory and </a:t>
                      </a:r>
                      <a:r>
                        <a:rPr lang="en-US" sz="1600" dirty="0" err="1"/>
                        <a:t>IdP</a:t>
                      </a:r>
                      <a:r>
                        <a:rPr lang="en-US" sz="1600" dirty="0"/>
                        <a:t> to your app.</a:t>
                      </a:r>
                    </a:p>
                  </a:txBody>
                  <a:tcPr/>
                </a:tc>
                <a:extLst>
                  <a:ext uri="{0D108BD9-81ED-4DB2-BD59-A6C34878D82A}">
                    <a16:rowId xmlns:a16="http://schemas.microsoft.com/office/drawing/2014/main" val="2503051556"/>
                  </a:ext>
                </a:extLst>
              </a:tr>
              <a:tr h="370840">
                <a:tc>
                  <a:txBody>
                    <a:bodyPr/>
                    <a:lstStyle/>
                    <a:p>
                      <a:r>
                        <a:rPr lang="en-US" sz="1600" dirty="0"/>
                        <a:t>Federate third-party identities</a:t>
                      </a:r>
                    </a:p>
                  </a:txBody>
                  <a:tcPr/>
                </a:tc>
                <a:tc>
                  <a:txBody>
                    <a:bodyPr/>
                    <a:lstStyle/>
                    <a:p>
                      <a:pPr marL="285750" indent="-285750">
                        <a:buFont typeface="Arial" panose="020B0604020202020204" pitchFamily="34" charset="0"/>
                        <a:buChar char="•"/>
                      </a:pPr>
                      <a:r>
                        <a:rPr lang="en-US" sz="1600" dirty="0"/>
                        <a:t>Let the user pool manage the overhead of handling the tokens that are returned from social sign-in through Facebook, Google, Amazon, and Apple, and from OIDC and SAML IdPs. </a:t>
                      </a:r>
                    </a:p>
                  </a:txBody>
                  <a:tcPr/>
                </a:tc>
                <a:extLst>
                  <a:ext uri="{0D108BD9-81ED-4DB2-BD59-A6C34878D82A}">
                    <a16:rowId xmlns:a16="http://schemas.microsoft.com/office/drawing/2014/main" val="276464142"/>
                  </a:ext>
                </a:extLst>
              </a:tr>
              <a:tr h="370840">
                <a:tc>
                  <a:txBody>
                    <a:bodyPr/>
                    <a:lstStyle/>
                    <a:p>
                      <a:r>
                        <a:rPr lang="en-US" sz="1600" dirty="0"/>
                        <a:t>Hosted UI for sign-up and sign-in</a:t>
                      </a:r>
                    </a:p>
                  </a:txBody>
                  <a:tcPr/>
                </a:tc>
                <a:tc>
                  <a:txBody>
                    <a:bodyPr/>
                    <a:lstStyle/>
                    <a:p>
                      <a:pPr marL="285750" indent="-285750">
                        <a:buFont typeface="Arial" panose="020B0604020202020204" pitchFamily="34" charset="0"/>
                        <a:buChar char="•"/>
                      </a:pPr>
                      <a:r>
                        <a:rPr lang="en-US" sz="1600" dirty="0"/>
                        <a:t>Present users with customized Amazon Cognito hosted web pages for sign-up, sign-in, multi-factor authentication (MFA), and password reset. </a:t>
                      </a:r>
                    </a:p>
                  </a:txBody>
                  <a:tcPr/>
                </a:tc>
                <a:extLst>
                  <a:ext uri="{0D108BD9-81ED-4DB2-BD59-A6C34878D82A}">
                    <a16:rowId xmlns:a16="http://schemas.microsoft.com/office/drawing/2014/main" val="81655501"/>
                  </a:ext>
                </a:extLst>
              </a:tr>
              <a:tr h="370840">
                <a:tc>
                  <a:txBody>
                    <a:bodyPr/>
                    <a:lstStyle/>
                    <a:p>
                      <a:r>
                        <a:rPr lang="en-US" sz="1600" dirty="0"/>
                        <a:t>Support for JWTs</a:t>
                      </a:r>
                    </a:p>
                  </a:txBody>
                  <a:tcPr/>
                </a:tc>
                <a:tc>
                  <a:txBody>
                    <a:bodyPr/>
                    <a:lstStyle/>
                    <a:p>
                      <a:pPr marL="285750" indent="-285750">
                        <a:buFont typeface="Arial" panose="020B0604020202020204" pitchFamily="34" charset="0"/>
                        <a:buChar char="•"/>
                      </a:pPr>
                      <a:r>
                        <a:rPr lang="en-US" sz="1600" dirty="0"/>
                        <a:t>Use JWT tokens to access server-side resources or exchange them for temporary AWS credentials to access other AWS services. JWT is an open standard that defines a compact, self-contained way to securely transmit information between parties as a JSON object. </a:t>
                      </a:r>
                    </a:p>
                  </a:txBody>
                  <a:tcPr/>
                </a:tc>
                <a:extLst>
                  <a:ext uri="{0D108BD9-81ED-4DB2-BD59-A6C34878D82A}">
                    <a16:rowId xmlns:a16="http://schemas.microsoft.com/office/drawing/2014/main" val="2049741440"/>
                  </a:ext>
                </a:extLst>
              </a:tr>
              <a:tr h="370840">
                <a:tc>
                  <a:txBody>
                    <a:bodyPr/>
                    <a:lstStyle/>
                    <a:p>
                      <a:r>
                        <a:rPr lang="en-US" sz="1600" dirty="0"/>
                        <a:t>User pool groups</a:t>
                      </a:r>
                    </a:p>
                  </a:txBody>
                  <a:tcPr/>
                </a:tc>
                <a:tc>
                  <a:txBody>
                    <a:bodyPr/>
                    <a:lstStyle/>
                    <a:p>
                      <a:pPr marL="285750" indent="-285750">
                        <a:buFont typeface="Arial" panose="020B0604020202020204" pitchFamily="34" charset="0"/>
                        <a:buChar char="•"/>
                      </a:pPr>
                      <a:r>
                        <a:rPr lang="en-US" sz="1600" dirty="0"/>
                        <a:t>Use groups to create collections of users to manage their permissions or to represent different types of users. For example, create separate groups for users who are readers, contributors, and editors of your website and app.</a:t>
                      </a:r>
                    </a:p>
                  </a:txBody>
                  <a:tcPr/>
                </a:tc>
                <a:extLst>
                  <a:ext uri="{0D108BD9-81ED-4DB2-BD59-A6C34878D82A}">
                    <a16:rowId xmlns:a16="http://schemas.microsoft.com/office/drawing/2014/main" val="1765100257"/>
                  </a:ext>
                </a:extLst>
              </a:tr>
            </a:tbl>
          </a:graphicData>
        </a:graphic>
      </p:graphicFrame>
    </p:spTree>
    <p:custDataLst>
      <p:tags r:id="rId1"/>
    </p:custDataLst>
    <p:extLst>
      <p:ext uri="{BB962C8B-B14F-4D97-AF65-F5344CB8AC3E}">
        <p14:creationId xmlns:p14="http://schemas.microsoft.com/office/powerpoint/2010/main" val="34885182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BA39FD17-FF1D-49C8-B325-ED5597FB55C5}"/>
              </a:ext>
            </a:extLst>
          </p:cNvPr>
          <p:cNvSpPr>
            <a:spLocks noGrp="1"/>
          </p:cNvSpPr>
          <p:nvPr>
            <p:ph type="sldNum" idx="97"/>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834CDD4-D76F-4459-B025-0310E913C243}" type="slidenum">
              <a:rPr kumimoji="0" lang="en-US" b="0" i="0" u="none" strike="noStrike" kern="1200" cap="none" spc="0" normalizeH="0" baseline="0" noProof="0" smtClean="0">
                <a:ln>
                  <a:noFill/>
                </a:ln>
                <a:solidFill>
                  <a:srgbClr val="232F3E"/>
                </a:solidFill>
                <a:effectLst/>
                <a:uLnTx/>
                <a:uFillTx/>
                <a:latin typeface="Amazon Ember"/>
                <a:ea typeface="Amazon Ember" panose="020B0603020204020204" pitchFamily="34" charset="0"/>
                <a:cs typeface="Amazon Ember" panose="020B0603020204020204" pitchFamily="34" charset="0"/>
              </a:rPr>
              <a:pPr marL="0" marR="0" lvl="0" indent="0" algn="r" defTabSz="228600" rtl="0" eaLnBrk="1" fontAlgn="auto" latinLnBrk="0" hangingPunct="1">
                <a:lnSpc>
                  <a:spcPct val="100000"/>
                </a:lnSpc>
                <a:spcBef>
                  <a:spcPts val="0"/>
                </a:spcBef>
                <a:spcAft>
                  <a:spcPts val="0"/>
                </a:spcAft>
                <a:buClrTx/>
                <a:buSzTx/>
                <a:buFontTx/>
                <a:buNone/>
                <a:tabLst/>
                <a:defRPr/>
              </a:pPr>
              <a:t>32</a:t>
            </a:fld>
            <a:endParaRPr kumimoji="0" lang="en-US" b="0" i="0" u="none" strike="noStrike" kern="1200" cap="none" spc="0" normalizeH="0" baseline="0" noProof="0" dirty="0">
              <a:ln>
                <a:noFill/>
              </a:ln>
              <a:solidFill>
                <a:srgbClr val="232F3E"/>
              </a:solidFill>
              <a:effectLst/>
              <a:uLnTx/>
              <a:uFillTx/>
              <a:latin typeface="Amazon Ember"/>
              <a:ea typeface="Amazon Ember" panose="020B0603020204020204" pitchFamily="34" charset="0"/>
              <a:cs typeface="Amazon Ember" panose="020B0603020204020204" pitchFamily="34" charset="0"/>
            </a:endParaRPr>
          </a:p>
        </p:txBody>
      </p:sp>
      <p:sp>
        <p:nvSpPr>
          <p:cNvPr id="3" name="Title">
            <a:extLst>
              <a:ext uri="{FF2B5EF4-FFF2-40B4-BE49-F238E27FC236}">
                <a16:creationId xmlns:a16="http://schemas.microsoft.com/office/drawing/2014/main" id="{760DB9B4-29E1-4A1C-AA35-4F6A3D99AB9B}"/>
              </a:ext>
            </a:extLst>
          </p:cNvPr>
          <p:cNvSpPr>
            <a:spLocks noGrp="1"/>
          </p:cNvSpPr>
          <p:nvPr>
            <p:ph type="title" idx="1"/>
          </p:nvPr>
        </p:nvSpPr>
        <p:spPr/>
        <p:txBody>
          <a:bodyPr/>
          <a:lstStyle/>
          <a:p>
            <a:r>
              <a:rPr lang="en-US" dirty="0"/>
              <a:t>Key takeaways: Federating users</a:t>
            </a:r>
          </a:p>
        </p:txBody>
      </p:sp>
      <p:sp>
        <p:nvSpPr>
          <p:cNvPr id="4" name="Content Placeholder 3">
            <a:extLst>
              <a:ext uri="{FF2B5EF4-FFF2-40B4-BE49-F238E27FC236}">
                <a16:creationId xmlns:a16="http://schemas.microsoft.com/office/drawing/2014/main" id="{589A2A19-367C-4F43-80A7-1A7FE24BEBCB}"/>
              </a:ext>
            </a:extLst>
          </p:cNvPr>
          <p:cNvSpPr>
            <a:spLocks noGrp="1"/>
          </p:cNvSpPr>
          <p:nvPr>
            <p:ph type="body" idx="3"/>
          </p:nvPr>
        </p:nvSpPr>
        <p:spPr>
          <a:xfrm>
            <a:off x="4592635" y="292099"/>
            <a:ext cx="7239701" cy="5965825"/>
          </a:xfrm>
        </p:spPr>
        <p:txBody>
          <a:bodyPr>
            <a:normAutofit/>
          </a:bodyPr>
          <a:lstStyle/>
          <a:p>
            <a:r>
              <a:rPr lang="en-US" sz="2000" dirty="0"/>
              <a:t>Identity federation is a system of trust between IdPs and SPs.</a:t>
            </a:r>
          </a:p>
          <a:p>
            <a:pPr marL="228600" lvl="1">
              <a:lnSpc>
                <a:spcPct val="107000"/>
              </a:lnSpc>
              <a:spcBef>
                <a:spcPts val="600"/>
              </a:spcBef>
              <a:spcAft>
                <a:spcPts val="600"/>
              </a:spcAft>
            </a:pPr>
            <a:r>
              <a:rPr lang="en-US" sz="2000" dirty="0">
                <a:solidFill>
                  <a:schemeClr val="tx1"/>
                </a:solidFill>
              </a:rPr>
              <a:t>AWS IAM Identity Center provides a unified administration experience to define, customize, and assign fine-grained permissions based on common job functions. </a:t>
            </a:r>
          </a:p>
          <a:p>
            <a:pPr>
              <a:spcBef>
                <a:spcPts val="600"/>
              </a:spcBef>
              <a:spcAft>
                <a:spcPts val="600"/>
              </a:spcAft>
            </a:pPr>
            <a:r>
              <a:rPr lang="en-US" sz="2000" dirty="0">
                <a:solidFill>
                  <a:schemeClr val="tx1"/>
                </a:solidFill>
              </a:rPr>
              <a:t>AWS STS is a web service that provides temporary AWS credentials and allows an IAM user, federated user, or application to assume an IAM role. </a:t>
            </a:r>
          </a:p>
          <a:p>
            <a:pPr>
              <a:spcBef>
                <a:spcPts val="600"/>
              </a:spcBef>
              <a:spcAft>
                <a:spcPts val="600"/>
              </a:spcAft>
            </a:pPr>
            <a:r>
              <a:rPr lang="en-US" sz="2000" dirty="0">
                <a:solidFill>
                  <a:schemeClr val="tx1"/>
                </a:solidFill>
              </a:rPr>
              <a:t>An identity broker facilitates federation when users already have identities outside of AWS, such as a corporate directory.</a:t>
            </a:r>
          </a:p>
          <a:p>
            <a:pPr>
              <a:spcBef>
                <a:spcPts val="600"/>
              </a:spcBef>
              <a:spcAft>
                <a:spcPts val="600"/>
              </a:spcAft>
            </a:pPr>
            <a:r>
              <a:rPr lang="en-US" sz="2000" dirty="0">
                <a:solidFill>
                  <a:schemeClr val="tx1"/>
                </a:solidFill>
              </a:rPr>
              <a:t>Amazon Cognito is a fully managed service that provides authentication, authorization, and user management for web and mobile applications. Users can sign in directly or through a third party, such as Facebook, Amazon, or Google.</a:t>
            </a:r>
          </a:p>
        </p:txBody>
      </p:sp>
      <p:pic>
        <p:nvPicPr>
          <p:cNvPr id="5" name="Content Placeholder 13">
            <a:extLst>
              <a:ext uri="{FF2B5EF4-FFF2-40B4-BE49-F238E27FC236}">
                <a16:creationId xmlns:a16="http://schemas.microsoft.com/office/drawing/2014/main" id="{C60E2301-BD08-4CA9-9B9E-97BF17A22633}"/>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8565" y="2892425"/>
            <a:ext cx="2511045" cy="2743200"/>
          </a:xfrm>
          <a:prstGeom prst="rect">
            <a:avLst/>
          </a:prstGeom>
        </p:spPr>
      </p:pic>
    </p:spTree>
    <p:custDataLst>
      <p:tags r:id="rId1"/>
    </p:custDataLst>
    <p:extLst>
      <p:ext uri="{BB962C8B-B14F-4D97-AF65-F5344CB8AC3E}">
        <p14:creationId xmlns:p14="http://schemas.microsoft.com/office/powerpoint/2010/main" val="4496958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0DAB44C6-DE69-407E-AD4F-17A9E76CD4AC}"/>
              </a:ext>
            </a:extLst>
          </p:cNvPr>
          <p:cNvSpPr>
            <a:spLocks noGrp="1"/>
          </p:cNvSpPr>
          <p:nvPr>
            <p:ph type="sldNum" idx="97"/>
          </p:nvPr>
        </p:nvSpPr>
        <p:spPr/>
        <p:txBody>
          <a:bodyPr/>
          <a:lstStyle/>
          <a:p>
            <a:fld id="{4037B1B0-0345-4E15-985A-6BECCDBE474F}" type="slidenum">
              <a:rPr lang="en-US" smtClean="0"/>
              <a:pPr/>
              <a:t>33</a:t>
            </a:fld>
            <a:endParaRPr lang="en-US" dirty="0"/>
          </a:p>
        </p:txBody>
      </p:sp>
      <p:sp>
        <p:nvSpPr>
          <p:cNvPr id="3" name="Title">
            <a:extLst>
              <a:ext uri="{FF2B5EF4-FFF2-40B4-BE49-F238E27FC236}">
                <a16:creationId xmlns:a16="http://schemas.microsoft.com/office/drawing/2014/main" id="{BF66D025-696C-48D3-943A-7B79B773817E}"/>
              </a:ext>
            </a:extLst>
          </p:cNvPr>
          <p:cNvSpPr>
            <a:spLocks noGrp="1"/>
          </p:cNvSpPr>
          <p:nvPr>
            <p:ph type="title" idx="1"/>
          </p:nvPr>
        </p:nvSpPr>
        <p:spPr/>
        <p:txBody>
          <a:bodyPr/>
          <a:lstStyle/>
          <a:p>
            <a:r>
              <a:rPr lang="en-US" dirty="0"/>
              <a:t>Guided lab: Securing Applications by Using Amazon Cognito (Amazon Cognito lab)</a:t>
            </a:r>
          </a:p>
        </p:txBody>
      </p:sp>
    </p:spTree>
    <p:custDataLst>
      <p:tags r:id="rId1"/>
    </p:custDataLst>
    <p:extLst>
      <p:ext uri="{BB962C8B-B14F-4D97-AF65-F5344CB8AC3E}">
        <p14:creationId xmlns:p14="http://schemas.microsoft.com/office/powerpoint/2010/main" val="34707801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6C090984-7B18-4AB9-8A29-7EAACAB93DB7}"/>
              </a:ext>
            </a:extLst>
          </p:cNvPr>
          <p:cNvSpPr>
            <a:spLocks noGrp="1"/>
          </p:cNvSpPr>
          <p:nvPr>
            <p:ph type="sldNum" idx="97"/>
          </p:nvPr>
        </p:nvSpPr>
        <p:spPr/>
        <p:txBody>
          <a:bodyPr/>
          <a:lstStyle/>
          <a:p>
            <a:fld id="{930176A1-BCF0-4712-97A6-6B495F55390B}" type="slidenum">
              <a:rPr lang="en-US" smtClean="0"/>
              <a:pPr/>
              <a:t>34</a:t>
            </a:fld>
            <a:endParaRPr lang="en-US" dirty="0"/>
          </a:p>
        </p:txBody>
      </p:sp>
      <p:sp>
        <p:nvSpPr>
          <p:cNvPr id="3" name="Title">
            <a:extLst>
              <a:ext uri="{FF2B5EF4-FFF2-40B4-BE49-F238E27FC236}">
                <a16:creationId xmlns:a16="http://schemas.microsoft.com/office/drawing/2014/main" id="{80692762-2E68-41FA-805E-632DBC4A8A06}"/>
              </a:ext>
            </a:extLst>
          </p:cNvPr>
          <p:cNvSpPr>
            <a:spLocks noGrp="1"/>
          </p:cNvSpPr>
          <p:nvPr>
            <p:ph type="title" idx="1"/>
          </p:nvPr>
        </p:nvSpPr>
        <p:spPr>
          <a:xfrm>
            <a:off x="243242" y="292099"/>
            <a:ext cx="4062057" cy="2322514"/>
          </a:xfrm>
        </p:spPr>
        <p:txBody>
          <a:bodyPr>
            <a:normAutofit/>
          </a:bodyPr>
          <a:lstStyle/>
          <a:p>
            <a:r>
              <a:rPr lang="en-US" dirty="0"/>
              <a:t>Lab introduction: Amazon Cognito lab</a:t>
            </a:r>
          </a:p>
        </p:txBody>
      </p:sp>
      <p:sp>
        <p:nvSpPr>
          <p:cNvPr id="4" name="Text Placeholder 3">
            <a:extLst>
              <a:ext uri="{FF2B5EF4-FFF2-40B4-BE49-F238E27FC236}">
                <a16:creationId xmlns:a16="http://schemas.microsoft.com/office/drawing/2014/main" id="{CAD25515-29E4-4B4A-A230-72A825FE8BEA}"/>
              </a:ext>
            </a:extLst>
          </p:cNvPr>
          <p:cNvSpPr>
            <a:spLocks noGrp="1"/>
          </p:cNvSpPr>
          <p:nvPr>
            <p:ph type="body" idx="3"/>
          </p:nvPr>
        </p:nvSpPr>
        <p:spPr/>
        <p:txBody>
          <a:bodyPr>
            <a:normAutofit/>
          </a:bodyPr>
          <a:lstStyle/>
          <a:p>
            <a:r>
              <a:rPr lang="en-US" sz="2400" dirty="0"/>
              <a:t>In this lab, you use the Amazon Cognito service to authenticate users of a web application.</a:t>
            </a:r>
          </a:p>
          <a:p>
            <a:r>
              <a:rPr lang="en-US" sz="2400" dirty="0"/>
              <a:t>The tasks that you perform include the following:</a:t>
            </a:r>
          </a:p>
          <a:p>
            <a:pPr lvl="1"/>
            <a:r>
              <a:rPr lang="en-US" dirty="0"/>
              <a:t>Creating an Amazon Cognito user pool to store and manage the application users</a:t>
            </a:r>
          </a:p>
          <a:p>
            <a:pPr lvl="1"/>
            <a:r>
              <a:rPr lang="en-US" dirty="0"/>
              <a:t>Configuring a user pool to provide a hosted UI for the application</a:t>
            </a:r>
          </a:p>
          <a:p>
            <a:pPr lvl="1"/>
            <a:r>
              <a:rPr lang="en-US" dirty="0"/>
              <a:t>Using the user pool to authenticate access to a protected application function</a:t>
            </a:r>
          </a:p>
          <a:p>
            <a:r>
              <a:rPr lang="en-US" sz="2400" dirty="0"/>
              <a:t>Open your lab environment to start the lab and find additional details about the tasks that you will perform.</a:t>
            </a:r>
          </a:p>
        </p:txBody>
      </p:sp>
      <p:pic>
        <p:nvPicPr>
          <p:cNvPr id="5" name="Content Placeholder 3">
            <a:extLst>
              <a:ext uri="{FF2B5EF4-FFF2-40B4-BE49-F238E27FC236}">
                <a16:creationId xmlns:a16="http://schemas.microsoft.com/office/drawing/2014/main" id="{81CAF9C7-F28E-496C-BFA0-18506D4716AD}"/>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2220" y="3213676"/>
            <a:ext cx="2943736" cy="2100699"/>
          </a:xfrm>
          <a:prstGeom prst="rect">
            <a:avLst/>
          </a:prstGeom>
        </p:spPr>
      </p:pic>
    </p:spTree>
    <p:custDataLst>
      <p:tags r:id="rId1"/>
    </p:custDataLst>
    <p:extLst>
      <p:ext uri="{BB962C8B-B14F-4D97-AF65-F5344CB8AC3E}">
        <p14:creationId xmlns:p14="http://schemas.microsoft.com/office/powerpoint/2010/main" val="8725856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DC07559B-0861-4733-A990-630E7AF4AAA7}"/>
              </a:ext>
            </a:extLst>
          </p:cNvPr>
          <p:cNvSpPr>
            <a:spLocks noGrp="1"/>
          </p:cNvSpPr>
          <p:nvPr>
            <p:ph type="sldNum" idx="97"/>
          </p:nvPr>
        </p:nvSpPr>
        <p:spPr/>
        <p:txBody>
          <a:bodyPr/>
          <a:lstStyle/>
          <a:p>
            <a:fld id="{4037B1B0-0345-4E15-985A-6BECCDBE474F}" type="slidenum">
              <a:rPr lang="en-US" smtClean="0"/>
              <a:pPr/>
              <a:t>35</a:t>
            </a:fld>
            <a:endParaRPr lang="en-US" dirty="0"/>
          </a:p>
        </p:txBody>
      </p:sp>
      <p:sp>
        <p:nvSpPr>
          <p:cNvPr id="3" name="Title">
            <a:extLst>
              <a:ext uri="{FF2B5EF4-FFF2-40B4-BE49-F238E27FC236}">
                <a16:creationId xmlns:a16="http://schemas.microsoft.com/office/drawing/2014/main" id="{4DAE5ED6-1389-4EB0-B1C1-3F85496BC2BE}"/>
              </a:ext>
            </a:extLst>
          </p:cNvPr>
          <p:cNvSpPr>
            <a:spLocks noGrp="1"/>
          </p:cNvSpPr>
          <p:nvPr>
            <p:ph type="title" idx="1"/>
          </p:nvPr>
        </p:nvSpPr>
        <p:spPr/>
        <p:txBody>
          <a:bodyPr>
            <a:normAutofit/>
          </a:bodyPr>
          <a:lstStyle/>
          <a:p>
            <a:r>
              <a:rPr lang="en-US" dirty="0"/>
              <a:t>Debrief: Amazon Cognito lab</a:t>
            </a:r>
          </a:p>
        </p:txBody>
      </p:sp>
      <p:sp>
        <p:nvSpPr>
          <p:cNvPr id="4" name="Content Placeholder 3">
            <a:extLst>
              <a:ext uri="{FF2B5EF4-FFF2-40B4-BE49-F238E27FC236}">
                <a16:creationId xmlns:a16="http://schemas.microsoft.com/office/drawing/2014/main" id="{6ACB3BB1-8FDB-4E35-B87C-8B5485A4A2EE}"/>
              </a:ext>
            </a:extLst>
          </p:cNvPr>
          <p:cNvSpPr>
            <a:spLocks noGrp="1"/>
          </p:cNvSpPr>
          <p:nvPr>
            <p:ph idx="2"/>
          </p:nvPr>
        </p:nvSpPr>
        <p:spPr/>
        <p:txBody>
          <a:bodyPr/>
          <a:lstStyle/>
          <a:p>
            <a:r>
              <a:rPr lang="en-US" dirty="0"/>
              <a:t>What did you do to create users and manage user passwords for the Birds website? </a:t>
            </a:r>
          </a:p>
          <a:p>
            <a:r>
              <a:rPr lang="en-US" dirty="0"/>
              <a:t>In this lab, you used Amazon Cognito to set up an identity pool. Why did you need an identity pool?</a:t>
            </a:r>
          </a:p>
        </p:txBody>
      </p:sp>
    </p:spTree>
    <p:custDataLst>
      <p:tags r:id="rId1"/>
    </p:custDataLst>
    <p:extLst>
      <p:ext uri="{BB962C8B-B14F-4D97-AF65-F5344CB8AC3E}">
        <p14:creationId xmlns:p14="http://schemas.microsoft.com/office/powerpoint/2010/main" val="41507983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a:extLst>
              <a:ext uri="{FF2B5EF4-FFF2-40B4-BE49-F238E27FC236}">
                <a16:creationId xmlns:a16="http://schemas.microsoft.com/office/drawing/2014/main" id="{6A55FD3E-8CE2-49F3-91F8-7DD42FCD71FD}"/>
              </a:ext>
            </a:extLst>
          </p:cNvPr>
          <p:cNvSpPr>
            <a:spLocks noGrp="1"/>
          </p:cNvSpPr>
          <p:nvPr>
            <p:ph type="sldNum" idx="97"/>
          </p:nvPr>
        </p:nvSpPr>
        <p:spPr/>
        <p:txBody>
          <a:bodyPr/>
          <a:lstStyle/>
          <a:p>
            <a:fld id="{4037B1B0-0345-4E15-985A-6BECCDBE474F}" type="slidenum">
              <a:rPr lang="en-US" smtClean="0"/>
              <a:pPr/>
              <a:t>36</a:t>
            </a:fld>
            <a:endParaRPr lang="en-US" dirty="0"/>
          </a:p>
        </p:txBody>
      </p:sp>
      <p:sp>
        <p:nvSpPr>
          <p:cNvPr id="2" name="Title">
            <a:extLst>
              <a:ext uri="{FF2B5EF4-FFF2-40B4-BE49-F238E27FC236}">
                <a16:creationId xmlns:a16="http://schemas.microsoft.com/office/drawing/2014/main" id="{A172A253-7951-4FDC-8FD5-1D1FB8851F09}"/>
              </a:ext>
            </a:extLst>
          </p:cNvPr>
          <p:cNvSpPr>
            <a:spLocks noGrp="1"/>
          </p:cNvSpPr>
          <p:nvPr>
            <p:ph type="title" idx="1"/>
          </p:nvPr>
        </p:nvSpPr>
        <p:spPr/>
        <p:txBody>
          <a:bodyPr/>
          <a:lstStyle/>
          <a:p>
            <a:r>
              <a:rPr lang="en-US" dirty="0"/>
              <a:t>Managing access to multiple accounts</a:t>
            </a:r>
            <a:endParaRPr lang="en-US" dirty="0">
              <a:solidFill>
                <a:srgbClr val="FF0000"/>
              </a:solidFill>
            </a:endParaRPr>
          </a:p>
        </p:txBody>
      </p:sp>
      <p:sp>
        <p:nvSpPr>
          <p:cNvPr id="3" name="Subtitle 2">
            <a:extLst>
              <a:ext uri="{FF2B5EF4-FFF2-40B4-BE49-F238E27FC236}">
                <a16:creationId xmlns:a16="http://schemas.microsoft.com/office/drawing/2014/main" id="{1FA371E5-44E3-4505-9B6C-F5E806BC0FB0}"/>
              </a:ext>
            </a:extLst>
          </p:cNvPr>
          <p:cNvSpPr>
            <a:spLocks noGrp="1"/>
          </p:cNvSpPr>
          <p:nvPr>
            <p:ph type="subTitle" idx="2"/>
          </p:nvPr>
        </p:nvSpPr>
        <p:spPr/>
        <p:txBody>
          <a:bodyPr/>
          <a:lstStyle/>
          <a:p>
            <a:r>
              <a:rPr lang="en-US" dirty="0"/>
              <a:t>Securing User, Application, and Data Access</a:t>
            </a:r>
          </a:p>
        </p:txBody>
      </p:sp>
    </p:spTree>
    <p:custDataLst>
      <p:tags r:id="rId1"/>
    </p:custDataLst>
    <p:extLst>
      <p:ext uri="{BB962C8B-B14F-4D97-AF65-F5344CB8AC3E}">
        <p14:creationId xmlns:p14="http://schemas.microsoft.com/office/powerpoint/2010/main" val="26720997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a:extLst>
              <a:ext uri="{FF2B5EF4-FFF2-40B4-BE49-F238E27FC236}">
                <a16:creationId xmlns:a16="http://schemas.microsoft.com/office/drawing/2014/main" id="{BB9A3131-2185-914D-AB70-9F73DF18253C}"/>
              </a:ext>
            </a:extLst>
          </p:cNvPr>
          <p:cNvSpPr>
            <a:spLocks noGrp="1"/>
          </p:cNvSpPr>
          <p:nvPr>
            <p:ph type="sldNum" idx="97"/>
          </p:nvPr>
        </p:nvSpPr>
        <p:spPr/>
        <p:txBody>
          <a:bodyPr/>
          <a:lstStyle/>
          <a:p>
            <a:pPr lvl="0"/>
            <a:fld id="{B6A95138-A96E-2F42-A959-2EFD44FE4AB7}" type="slidenum">
              <a:rPr lang="en-US" noProof="0" smtClean="0"/>
              <a:pPr lvl="0"/>
              <a:t>37</a:t>
            </a:fld>
            <a:endParaRPr lang="en-US" noProof="0" dirty="0"/>
          </a:p>
        </p:txBody>
      </p:sp>
      <p:sp>
        <p:nvSpPr>
          <p:cNvPr id="64" name="Title">
            <a:extLst>
              <a:ext uri="{FF2B5EF4-FFF2-40B4-BE49-F238E27FC236}">
                <a16:creationId xmlns:a16="http://schemas.microsoft.com/office/drawing/2014/main" id="{A00FAEEE-0629-AA4B-94C5-FC981D764AC0}"/>
              </a:ext>
            </a:extLst>
          </p:cNvPr>
          <p:cNvSpPr>
            <a:spLocks noGrp="1"/>
          </p:cNvSpPr>
          <p:nvPr>
            <p:ph type="title" idx="1"/>
          </p:nvPr>
        </p:nvSpPr>
        <p:spPr/>
        <p:txBody>
          <a:bodyPr>
            <a:normAutofit fontScale="90000"/>
          </a:bodyPr>
          <a:lstStyle/>
          <a:p>
            <a:r>
              <a:rPr lang="en-US" dirty="0"/>
              <a:t>Two common patterns for separating resource access</a:t>
            </a:r>
          </a:p>
        </p:txBody>
      </p:sp>
      <p:grpSp>
        <p:nvGrpSpPr>
          <p:cNvPr id="4" name="Flatten SingleAccountGroup" descr="A single AWS account with four VPCs.&#10;">
            <a:extLst>
              <a:ext uri="{FF2B5EF4-FFF2-40B4-BE49-F238E27FC236}">
                <a16:creationId xmlns:a16="http://schemas.microsoft.com/office/drawing/2014/main" id="{C2D9DA2E-1AF9-4B39-822A-D265F40D60CA}"/>
              </a:ext>
            </a:extLst>
          </p:cNvPr>
          <p:cNvGrpSpPr/>
          <p:nvPr/>
        </p:nvGrpSpPr>
        <p:grpSpPr>
          <a:xfrm>
            <a:off x="2522119" y="1514685"/>
            <a:ext cx="6613451" cy="1852099"/>
            <a:chOff x="2494281" y="1365350"/>
            <a:chExt cx="6613451" cy="1852099"/>
          </a:xfrm>
        </p:grpSpPr>
        <p:sp>
          <p:nvSpPr>
            <p:cNvPr id="67" name="TextBox 66">
              <a:extLst>
                <a:ext uri="{FF2B5EF4-FFF2-40B4-BE49-F238E27FC236}">
                  <a16:creationId xmlns:a16="http://schemas.microsoft.com/office/drawing/2014/main" id="{49486875-B702-4547-BEC5-49725361F8FE}"/>
                </a:ext>
              </a:extLst>
            </p:cNvPr>
            <p:cNvSpPr txBox="1"/>
            <p:nvPr/>
          </p:nvSpPr>
          <p:spPr>
            <a:xfrm>
              <a:off x="2494281" y="1365350"/>
              <a:ext cx="6613451" cy="338554"/>
            </a:xfrm>
            <a:prstGeom prst="rect">
              <a:avLst/>
            </a:prstGeom>
            <a:solidFill>
              <a:srgbClr val="197956"/>
            </a:solidFill>
            <a:ln>
              <a:solidFill>
                <a:srgbClr val="197956"/>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u="none" strike="noStrike" kern="1200" cap="none" spc="0" normalizeH="0" baseline="0" noProof="0" dirty="0">
                  <a:ln>
                    <a:noFill/>
                  </a:ln>
                  <a:solidFill>
                    <a:schemeClr val="bg1"/>
                  </a:solidFill>
                  <a:effectLst/>
                  <a:uLnTx/>
                  <a:uFillTx/>
                  <a:ea typeface="Amazon Ember" panose="020B0603020204020204" pitchFamily="34" charset="0"/>
                  <a:cs typeface="Amazon Ember" panose="020B0603020204020204" pitchFamily="34" charset="0"/>
                </a:rPr>
                <a:t>Multiple VPCs in a single account architectural pattern</a:t>
              </a:r>
            </a:p>
          </p:txBody>
        </p:sp>
        <p:grpSp>
          <p:nvGrpSpPr>
            <p:cNvPr id="3" name="Flatten" descr="a single AWS account with 4 VPCs in it.">
              <a:extLst>
                <a:ext uri="{FF2B5EF4-FFF2-40B4-BE49-F238E27FC236}">
                  <a16:creationId xmlns:a16="http://schemas.microsoft.com/office/drawing/2014/main" id="{EBD861D7-EDB6-6944-BF12-DD2B9BF0C190}"/>
                </a:ext>
              </a:extLst>
            </p:cNvPr>
            <p:cNvGrpSpPr/>
            <p:nvPr/>
          </p:nvGrpSpPr>
          <p:grpSpPr>
            <a:xfrm>
              <a:off x="2511326" y="1752381"/>
              <a:ext cx="6585735" cy="1465068"/>
              <a:chOff x="5404207" y="1894822"/>
              <a:chExt cx="6585735" cy="1465068"/>
            </a:xfrm>
          </p:grpSpPr>
          <p:sp>
            <p:nvSpPr>
              <p:cNvPr id="6" name="Rectangle 5">
                <a:extLst>
                  <a:ext uri="{FF2B5EF4-FFF2-40B4-BE49-F238E27FC236}">
                    <a16:creationId xmlns:a16="http://schemas.microsoft.com/office/drawing/2014/main" id="{27483D84-DCAF-7F4B-8B69-971F7C2C8137}"/>
                  </a:ext>
                </a:extLst>
              </p:cNvPr>
              <p:cNvSpPr/>
              <p:nvPr/>
            </p:nvSpPr>
            <p:spPr>
              <a:xfrm>
                <a:off x="5404207" y="1900719"/>
                <a:ext cx="6585735" cy="1459171"/>
              </a:xfrm>
              <a:prstGeom prst="rect">
                <a:avLst/>
              </a:prstGeom>
              <a:noFill/>
              <a:ln w="38100">
                <a:solidFill>
                  <a:srgbClr val="19795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ysClr val="windowText" lastClr="000000"/>
                  </a:solidFill>
                  <a:effectLst/>
                  <a:uLnTx/>
                  <a:uFillTx/>
                  <a:latin typeface="Amazon Ember Light"/>
                  <a:ea typeface="+mn-ea"/>
                  <a:cs typeface="+mn-cs"/>
                </a:endParaRPr>
              </a:p>
            </p:txBody>
          </p:sp>
          <p:pic>
            <p:nvPicPr>
              <p:cNvPr id="7" name="Graphic 6">
                <a:extLst>
                  <a:ext uri="{FF2B5EF4-FFF2-40B4-BE49-F238E27FC236}">
                    <a16:creationId xmlns:a16="http://schemas.microsoft.com/office/drawing/2014/main" id="{AEDA7391-5ECF-1547-AAFD-0F3A464159B7}"/>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465356" y="1966056"/>
                <a:ext cx="274320" cy="274320"/>
              </a:xfrm>
              <a:prstGeom prst="rect">
                <a:avLst/>
              </a:prstGeom>
            </p:spPr>
          </p:pic>
          <p:sp>
            <p:nvSpPr>
              <p:cNvPr id="8" name="Rectangle 7">
                <a:extLst>
                  <a:ext uri="{FF2B5EF4-FFF2-40B4-BE49-F238E27FC236}">
                    <a16:creationId xmlns:a16="http://schemas.microsoft.com/office/drawing/2014/main" id="{3C34301C-E7F5-F840-A7F7-F0EDBFBA5025}"/>
                  </a:ext>
                </a:extLst>
              </p:cNvPr>
              <p:cNvSpPr/>
              <p:nvPr/>
            </p:nvSpPr>
            <p:spPr>
              <a:xfrm>
                <a:off x="7153583" y="2449237"/>
                <a:ext cx="1490472" cy="713232"/>
              </a:xfrm>
              <a:prstGeom prst="rect">
                <a:avLst/>
              </a:prstGeom>
              <a:noFill/>
              <a:ln w="28575">
                <a:solidFill>
                  <a:srgbClr val="19795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w="0"/>
                    <a:solidFill>
                      <a:schemeClr val="tx1"/>
                    </a:solidFill>
                    <a:effectLst/>
                    <a:uLnTx/>
                    <a:uFillTx/>
                    <a:latin typeface="Amazon Ember Light"/>
                    <a:ea typeface="+mn-ea"/>
                    <a:cs typeface="+mn-cs"/>
                  </a:rPr>
                  <a:t>VPC</a:t>
                </a:r>
              </a:p>
            </p:txBody>
          </p:sp>
          <p:pic>
            <p:nvPicPr>
              <p:cNvPr id="9" name="Graphic 8">
                <a:extLst>
                  <a:ext uri="{FF2B5EF4-FFF2-40B4-BE49-F238E27FC236}">
                    <a16:creationId xmlns:a16="http://schemas.microsoft.com/office/drawing/2014/main" id="{4CEF48E4-EAB0-EC49-A4A6-1967086F12FD}"/>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206173" y="2487341"/>
                <a:ext cx="330200" cy="330200"/>
              </a:xfrm>
              <a:prstGeom prst="rect">
                <a:avLst/>
              </a:prstGeom>
            </p:spPr>
          </p:pic>
          <p:sp>
            <p:nvSpPr>
              <p:cNvPr id="10" name="Rectangle 9">
                <a:extLst>
                  <a:ext uri="{FF2B5EF4-FFF2-40B4-BE49-F238E27FC236}">
                    <a16:creationId xmlns:a16="http://schemas.microsoft.com/office/drawing/2014/main" id="{9D5F7661-32EB-0642-9F8D-5BD639F3FA35}"/>
                  </a:ext>
                </a:extLst>
              </p:cNvPr>
              <p:cNvSpPr/>
              <p:nvPr/>
            </p:nvSpPr>
            <p:spPr>
              <a:xfrm>
                <a:off x="8749566" y="2449237"/>
                <a:ext cx="1490472" cy="713232"/>
              </a:xfrm>
              <a:prstGeom prst="rect">
                <a:avLst/>
              </a:prstGeom>
              <a:noFill/>
              <a:ln w="28575">
                <a:solidFill>
                  <a:srgbClr val="19795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w="0"/>
                    <a:solidFill>
                      <a:schemeClr val="tx1"/>
                    </a:solidFill>
                    <a:effectLst/>
                    <a:uLnTx/>
                    <a:uFillTx/>
                    <a:latin typeface="Amazon Ember Light"/>
                    <a:ea typeface="+mn-ea"/>
                    <a:cs typeface="+mn-cs"/>
                  </a:rPr>
                  <a:t>VPC</a:t>
                </a:r>
              </a:p>
            </p:txBody>
          </p:sp>
          <p:pic>
            <p:nvPicPr>
              <p:cNvPr id="11" name="Graphic 10">
                <a:extLst>
                  <a:ext uri="{FF2B5EF4-FFF2-40B4-BE49-F238E27FC236}">
                    <a16:creationId xmlns:a16="http://schemas.microsoft.com/office/drawing/2014/main" id="{3F1E9F72-F06F-5241-A640-34AD108126A3}"/>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791811" y="2487341"/>
                <a:ext cx="330200" cy="330200"/>
              </a:xfrm>
              <a:prstGeom prst="rect">
                <a:avLst/>
              </a:prstGeom>
            </p:spPr>
          </p:pic>
          <p:sp>
            <p:nvSpPr>
              <p:cNvPr id="12" name="Rectangle 11">
                <a:extLst>
                  <a:ext uri="{FF2B5EF4-FFF2-40B4-BE49-F238E27FC236}">
                    <a16:creationId xmlns:a16="http://schemas.microsoft.com/office/drawing/2014/main" id="{861B8427-F723-7E4A-B903-222497179E7E}"/>
                  </a:ext>
                </a:extLst>
              </p:cNvPr>
              <p:cNvSpPr/>
              <p:nvPr/>
            </p:nvSpPr>
            <p:spPr>
              <a:xfrm>
                <a:off x="10345550" y="2449237"/>
                <a:ext cx="1490472" cy="713232"/>
              </a:xfrm>
              <a:prstGeom prst="rect">
                <a:avLst/>
              </a:prstGeom>
              <a:noFill/>
              <a:ln w="28575">
                <a:solidFill>
                  <a:srgbClr val="19795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w="0"/>
                    <a:solidFill>
                      <a:schemeClr val="tx1"/>
                    </a:solidFill>
                    <a:effectLst/>
                    <a:uLnTx/>
                    <a:uFillTx/>
                    <a:latin typeface="Amazon Ember Light"/>
                    <a:ea typeface="+mn-ea"/>
                    <a:cs typeface="+mn-cs"/>
                  </a:rPr>
                  <a:t>VPC</a:t>
                </a:r>
              </a:p>
            </p:txBody>
          </p:sp>
          <p:pic>
            <p:nvPicPr>
              <p:cNvPr id="13" name="Graphic 12">
                <a:extLst>
                  <a:ext uri="{FF2B5EF4-FFF2-40B4-BE49-F238E27FC236}">
                    <a16:creationId xmlns:a16="http://schemas.microsoft.com/office/drawing/2014/main" id="{4C90E0B2-EF23-B747-B063-BAC2BA9A601A}"/>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396920" y="2487341"/>
                <a:ext cx="330200" cy="330200"/>
              </a:xfrm>
              <a:prstGeom prst="rect">
                <a:avLst/>
              </a:prstGeom>
            </p:spPr>
          </p:pic>
          <p:sp>
            <p:nvSpPr>
              <p:cNvPr id="14" name="Rectangle 13">
                <a:extLst>
                  <a:ext uri="{FF2B5EF4-FFF2-40B4-BE49-F238E27FC236}">
                    <a16:creationId xmlns:a16="http://schemas.microsoft.com/office/drawing/2014/main" id="{91F9BC95-3F21-354C-8C1D-191F87DDA9C2}"/>
                  </a:ext>
                </a:extLst>
              </p:cNvPr>
              <p:cNvSpPr/>
              <p:nvPr/>
            </p:nvSpPr>
            <p:spPr>
              <a:xfrm>
                <a:off x="5559484" y="2449237"/>
                <a:ext cx="1488588" cy="715203"/>
              </a:xfrm>
              <a:prstGeom prst="rect">
                <a:avLst/>
              </a:prstGeom>
              <a:noFill/>
              <a:ln w="28575">
                <a:solidFill>
                  <a:srgbClr val="19795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w="0"/>
                    <a:solidFill>
                      <a:schemeClr val="tx1"/>
                    </a:solidFill>
                    <a:effectLst/>
                    <a:uLnTx/>
                    <a:uFillTx/>
                    <a:latin typeface="Amazon Ember Light"/>
                    <a:ea typeface="+mn-ea"/>
                    <a:cs typeface="+mn-cs"/>
                  </a:rPr>
                  <a:t>VPC</a:t>
                </a:r>
              </a:p>
            </p:txBody>
          </p:sp>
          <p:pic>
            <p:nvPicPr>
              <p:cNvPr id="15" name="Graphic 14">
                <a:extLst>
                  <a:ext uri="{FF2B5EF4-FFF2-40B4-BE49-F238E27FC236}">
                    <a16:creationId xmlns:a16="http://schemas.microsoft.com/office/drawing/2014/main" id="{B6B5DAA1-0A1B-C94A-A946-A7F24E6CCF12}"/>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611214" y="2487341"/>
                <a:ext cx="330200" cy="330200"/>
              </a:xfrm>
              <a:prstGeom prst="rect">
                <a:avLst/>
              </a:prstGeom>
            </p:spPr>
          </p:pic>
          <p:sp>
            <p:nvSpPr>
              <p:cNvPr id="16" name="TextBox 15">
                <a:extLst>
                  <a:ext uri="{FF2B5EF4-FFF2-40B4-BE49-F238E27FC236}">
                    <a16:creationId xmlns:a16="http://schemas.microsoft.com/office/drawing/2014/main" id="{799CC5ED-E2CA-CC48-9054-C08E30DC081B}"/>
                  </a:ext>
                </a:extLst>
              </p:cNvPr>
              <p:cNvSpPr txBox="1"/>
              <p:nvPr/>
            </p:nvSpPr>
            <p:spPr>
              <a:xfrm>
                <a:off x="5526845" y="2836662"/>
                <a:ext cx="1560042" cy="338554"/>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Shared services</a:t>
                </a:r>
              </a:p>
            </p:txBody>
          </p:sp>
          <p:sp>
            <p:nvSpPr>
              <p:cNvPr id="17" name="TextBox 16">
                <a:extLst>
                  <a:ext uri="{FF2B5EF4-FFF2-40B4-BE49-F238E27FC236}">
                    <a16:creationId xmlns:a16="http://schemas.microsoft.com/office/drawing/2014/main" id="{28FAAF7C-64E2-BF4C-8826-5D98788376BC}"/>
                  </a:ext>
                </a:extLst>
              </p:cNvPr>
              <p:cNvSpPr txBox="1"/>
              <p:nvPr/>
            </p:nvSpPr>
            <p:spPr>
              <a:xfrm>
                <a:off x="7244632" y="2836662"/>
                <a:ext cx="1394934" cy="338554"/>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Development</a:t>
                </a:r>
              </a:p>
            </p:txBody>
          </p:sp>
          <p:sp>
            <p:nvSpPr>
              <p:cNvPr id="18" name="TextBox 17">
                <a:extLst>
                  <a:ext uri="{FF2B5EF4-FFF2-40B4-BE49-F238E27FC236}">
                    <a16:creationId xmlns:a16="http://schemas.microsoft.com/office/drawing/2014/main" id="{603114D4-B161-A042-9AD3-ED5C52516360}"/>
                  </a:ext>
                </a:extLst>
              </p:cNvPr>
              <p:cNvSpPr txBox="1"/>
              <p:nvPr/>
            </p:nvSpPr>
            <p:spPr>
              <a:xfrm>
                <a:off x="9231842" y="2836662"/>
                <a:ext cx="564578" cy="338554"/>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Test</a:t>
                </a:r>
              </a:p>
            </p:txBody>
          </p:sp>
          <p:sp>
            <p:nvSpPr>
              <p:cNvPr id="19" name="TextBox 18">
                <a:extLst>
                  <a:ext uri="{FF2B5EF4-FFF2-40B4-BE49-F238E27FC236}">
                    <a16:creationId xmlns:a16="http://schemas.microsoft.com/office/drawing/2014/main" id="{D0730B1B-C7A4-5B42-8F36-B77E6519F499}"/>
                  </a:ext>
                </a:extLst>
              </p:cNvPr>
              <p:cNvSpPr txBox="1"/>
              <p:nvPr/>
            </p:nvSpPr>
            <p:spPr>
              <a:xfrm>
                <a:off x="10506081" y="2836662"/>
                <a:ext cx="1168910" cy="338554"/>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Production</a:t>
                </a:r>
              </a:p>
            </p:txBody>
          </p:sp>
          <p:sp>
            <p:nvSpPr>
              <p:cNvPr id="66" name="TextBox 65">
                <a:extLst>
                  <a:ext uri="{FF2B5EF4-FFF2-40B4-BE49-F238E27FC236}">
                    <a16:creationId xmlns:a16="http://schemas.microsoft.com/office/drawing/2014/main" id="{3E140233-36A9-7548-8111-7B47B715D4EB}"/>
                  </a:ext>
                </a:extLst>
              </p:cNvPr>
              <p:cNvSpPr txBox="1"/>
              <p:nvPr/>
            </p:nvSpPr>
            <p:spPr>
              <a:xfrm>
                <a:off x="5738392" y="1894822"/>
                <a:ext cx="1527982" cy="369332"/>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ysClr val="windowText" lastClr="000000"/>
                    </a:solidFill>
                    <a:effectLst/>
                    <a:uLnTx/>
                    <a:uFillTx/>
                    <a:latin typeface="Amazon Ember Light"/>
                    <a:ea typeface="+mn-ea"/>
                    <a:cs typeface="+mn-cs"/>
                  </a:rPr>
                  <a:t>AWS account</a:t>
                </a:r>
              </a:p>
            </p:txBody>
          </p:sp>
        </p:grpSp>
      </p:grpSp>
      <p:grpSp>
        <p:nvGrpSpPr>
          <p:cNvPr id="23" name="Flatten MultiAccountGroup" descr="Four AWS accounts, each with a single differently labeled VPC.">
            <a:extLst>
              <a:ext uri="{FF2B5EF4-FFF2-40B4-BE49-F238E27FC236}">
                <a16:creationId xmlns:a16="http://schemas.microsoft.com/office/drawing/2014/main" id="{973821C7-74D3-4534-991E-36D56858A921}"/>
              </a:ext>
            </a:extLst>
          </p:cNvPr>
          <p:cNvGrpSpPr/>
          <p:nvPr/>
        </p:nvGrpSpPr>
        <p:grpSpPr>
          <a:xfrm>
            <a:off x="2418824" y="3977318"/>
            <a:ext cx="6932431" cy="1748848"/>
            <a:chOff x="2418824" y="3977318"/>
            <a:chExt cx="6932431" cy="1748848"/>
          </a:xfrm>
        </p:grpSpPr>
        <p:sp>
          <p:nvSpPr>
            <p:cNvPr id="69" name="TextBox 68">
              <a:extLst>
                <a:ext uri="{FF2B5EF4-FFF2-40B4-BE49-F238E27FC236}">
                  <a16:creationId xmlns:a16="http://schemas.microsoft.com/office/drawing/2014/main" id="{45459BF9-A19C-8B4E-9DE0-4B67B01B1044}"/>
                </a:ext>
              </a:extLst>
            </p:cNvPr>
            <p:cNvSpPr txBox="1"/>
            <p:nvPr/>
          </p:nvSpPr>
          <p:spPr>
            <a:xfrm>
              <a:off x="2418824" y="3977318"/>
              <a:ext cx="6879088" cy="338554"/>
            </a:xfrm>
            <a:prstGeom prst="rect">
              <a:avLst/>
            </a:prstGeom>
            <a:solidFill>
              <a:srgbClr val="197956"/>
            </a:solidFill>
            <a:ln>
              <a:solidFill>
                <a:srgbClr val="197956"/>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u="none" strike="noStrike" kern="1200" cap="none" spc="0" normalizeH="0" baseline="0" noProof="0" dirty="0">
                  <a:ln>
                    <a:noFill/>
                  </a:ln>
                  <a:solidFill>
                    <a:schemeClr val="bg1"/>
                  </a:solidFill>
                  <a:effectLst/>
                  <a:uLnTx/>
                  <a:uFillTx/>
                  <a:ea typeface="Amazon Ember" panose="020B0603020204020204" pitchFamily="34" charset="0"/>
                  <a:cs typeface="Amazon Ember" panose="020B0603020204020204" pitchFamily="34" charset="0"/>
                </a:rPr>
                <a:t>Multiple accounts, a VPC in each account architectural pattern</a:t>
              </a:r>
            </a:p>
          </p:txBody>
        </p:sp>
        <p:grpSp>
          <p:nvGrpSpPr>
            <p:cNvPr id="22" name="Flatten" descr="Four AWS accounts, each with a single differently labeled VPC in it.">
              <a:extLst>
                <a:ext uri="{FF2B5EF4-FFF2-40B4-BE49-F238E27FC236}">
                  <a16:creationId xmlns:a16="http://schemas.microsoft.com/office/drawing/2014/main" id="{11114957-6622-5B45-9CFA-CE6DC2D9DF18}"/>
                </a:ext>
              </a:extLst>
            </p:cNvPr>
            <p:cNvGrpSpPr/>
            <p:nvPr/>
          </p:nvGrpSpPr>
          <p:grpSpPr>
            <a:xfrm>
              <a:off x="2435802" y="4383702"/>
              <a:ext cx="6915453" cy="1342464"/>
              <a:chOff x="5276547" y="4522880"/>
              <a:chExt cx="6915453" cy="1342464"/>
            </a:xfrm>
          </p:grpSpPr>
          <p:sp>
            <p:nvSpPr>
              <p:cNvPr id="20" name="Rectangle 19">
                <a:extLst>
                  <a:ext uri="{FF2B5EF4-FFF2-40B4-BE49-F238E27FC236}">
                    <a16:creationId xmlns:a16="http://schemas.microsoft.com/office/drawing/2014/main" id="{C5AA0889-E689-4249-A166-B0E5B976858C}"/>
                  </a:ext>
                </a:extLst>
              </p:cNvPr>
              <p:cNvSpPr/>
              <p:nvPr/>
            </p:nvSpPr>
            <p:spPr>
              <a:xfrm>
                <a:off x="5276547" y="4522880"/>
                <a:ext cx="1658510" cy="1342464"/>
              </a:xfrm>
              <a:prstGeom prst="rect">
                <a:avLst/>
              </a:prstGeom>
              <a:noFill/>
              <a:ln w="38100">
                <a:solidFill>
                  <a:srgbClr val="19795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ysClr val="windowText" lastClr="000000"/>
                  </a:solidFill>
                  <a:effectLst/>
                  <a:uLnTx/>
                  <a:uFillTx/>
                  <a:latin typeface="Amazon Ember Light"/>
                  <a:ea typeface="+mn-ea"/>
                  <a:cs typeface="+mn-cs"/>
                </a:endParaRPr>
              </a:p>
            </p:txBody>
          </p:sp>
          <p:pic>
            <p:nvPicPr>
              <p:cNvPr id="21" name="Graphic 20">
                <a:extLst>
                  <a:ext uri="{FF2B5EF4-FFF2-40B4-BE49-F238E27FC236}">
                    <a16:creationId xmlns:a16="http://schemas.microsoft.com/office/drawing/2014/main" id="{8760E13B-FD8A-DF43-A636-D74286AC6187}"/>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27918" y="4574252"/>
                <a:ext cx="274320" cy="274320"/>
              </a:xfrm>
              <a:prstGeom prst="rect">
                <a:avLst/>
              </a:prstGeom>
            </p:spPr>
          </p:pic>
          <p:sp>
            <p:nvSpPr>
              <p:cNvPr id="46" name="Rectangle 45">
                <a:extLst>
                  <a:ext uri="{FF2B5EF4-FFF2-40B4-BE49-F238E27FC236}">
                    <a16:creationId xmlns:a16="http://schemas.microsoft.com/office/drawing/2014/main" id="{30AE5BE9-22A7-3A48-A170-B4EDDD43E586}"/>
                  </a:ext>
                </a:extLst>
              </p:cNvPr>
              <p:cNvSpPr/>
              <p:nvPr/>
            </p:nvSpPr>
            <p:spPr>
              <a:xfrm>
                <a:off x="7081200" y="5024437"/>
                <a:ext cx="1490472" cy="713232"/>
              </a:xfrm>
              <a:prstGeom prst="rect">
                <a:avLst/>
              </a:prstGeom>
              <a:noFill/>
              <a:ln w="28575">
                <a:solidFill>
                  <a:srgbClr val="19795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w="0"/>
                    <a:solidFill>
                      <a:schemeClr val="tx1"/>
                    </a:solidFill>
                    <a:effectLst/>
                    <a:uLnTx/>
                    <a:uFillTx/>
                    <a:latin typeface="Amazon Ember Light"/>
                    <a:ea typeface="+mn-ea"/>
                    <a:cs typeface="+mn-cs"/>
                  </a:rPr>
                  <a:t>VPC</a:t>
                </a:r>
              </a:p>
            </p:txBody>
          </p:sp>
          <p:pic>
            <p:nvPicPr>
              <p:cNvPr id="47" name="Graphic 46">
                <a:extLst>
                  <a:ext uri="{FF2B5EF4-FFF2-40B4-BE49-F238E27FC236}">
                    <a16:creationId xmlns:a16="http://schemas.microsoft.com/office/drawing/2014/main" id="{C8F1F8BA-DA89-4445-99B3-B40BE13FA907}"/>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116887" y="5052267"/>
                <a:ext cx="330200" cy="330200"/>
              </a:xfrm>
              <a:prstGeom prst="rect">
                <a:avLst/>
              </a:prstGeom>
            </p:spPr>
          </p:pic>
          <p:sp>
            <p:nvSpPr>
              <p:cNvPr id="48" name="Rectangle 47">
                <a:extLst>
                  <a:ext uri="{FF2B5EF4-FFF2-40B4-BE49-F238E27FC236}">
                    <a16:creationId xmlns:a16="http://schemas.microsoft.com/office/drawing/2014/main" id="{11F17A51-CC07-1B4D-BDEE-FB70852ED371}"/>
                  </a:ext>
                </a:extLst>
              </p:cNvPr>
              <p:cNvSpPr/>
              <p:nvPr/>
            </p:nvSpPr>
            <p:spPr>
              <a:xfrm>
                <a:off x="8825019" y="5024437"/>
                <a:ext cx="1490472" cy="713232"/>
              </a:xfrm>
              <a:prstGeom prst="rect">
                <a:avLst/>
              </a:prstGeom>
              <a:noFill/>
              <a:ln w="28575">
                <a:solidFill>
                  <a:srgbClr val="19795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w="0"/>
                    <a:solidFill>
                      <a:schemeClr val="tx1"/>
                    </a:solidFill>
                    <a:effectLst/>
                    <a:uLnTx/>
                    <a:uFillTx/>
                    <a:latin typeface="Amazon Ember Light"/>
                    <a:ea typeface="+mn-ea"/>
                    <a:cs typeface="+mn-cs"/>
                  </a:rPr>
                  <a:t>VPC</a:t>
                </a:r>
              </a:p>
            </p:txBody>
          </p:sp>
          <p:pic>
            <p:nvPicPr>
              <p:cNvPr id="49" name="Graphic 48">
                <a:extLst>
                  <a:ext uri="{FF2B5EF4-FFF2-40B4-BE49-F238E27FC236}">
                    <a16:creationId xmlns:a16="http://schemas.microsoft.com/office/drawing/2014/main" id="{A4E8133F-FE6A-5140-A12B-0BED616E8F41}"/>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859508" y="5052267"/>
                <a:ext cx="330200" cy="330200"/>
              </a:xfrm>
              <a:prstGeom prst="rect">
                <a:avLst/>
              </a:prstGeom>
            </p:spPr>
          </p:pic>
          <p:sp>
            <p:nvSpPr>
              <p:cNvPr id="50" name="Rectangle 49">
                <a:extLst>
                  <a:ext uri="{FF2B5EF4-FFF2-40B4-BE49-F238E27FC236}">
                    <a16:creationId xmlns:a16="http://schemas.microsoft.com/office/drawing/2014/main" id="{78A346A5-CD60-5044-8D31-600E26F777DD}"/>
                  </a:ext>
                </a:extLst>
              </p:cNvPr>
              <p:cNvSpPr/>
              <p:nvPr/>
            </p:nvSpPr>
            <p:spPr>
              <a:xfrm>
                <a:off x="10553227" y="5024437"/>
                <a:ext cx="1490472" cy="713232"/>
              </a:xfrm>
              <a:prstGeom prst="rect">
                <a:avLst/>
              </a:prstGeom>
              <a:noFill/>
              <a:ln w="28575">
                <a:solidFill>
                  <a:srgbClr val="19795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w="0"/>
                    <a:solidFill>
                      <a:schemeClr val="tx1"/>
                    </a:solidFill>
                    <a:effectLst/>
                    <a:uLnTx/>
                    <a:uFillTx/>
                    <a:latin typeface="Amazon Ember Light"/>
                    <a:ea typeface="+mn-ea"/>
                    <a:cs typeface="+mn-cs"/>
                  </a:rPr>
                  <a:t>VPC</a:t>
                </a:r>
              </a:p>
            </p:txBody>
          </p:sp>
          <p:pic>
            <p:nvPicPr>
              <p:cNvPr id="51" name="Graphic 50">
                <a:extLst>
                  <a:ext uri="{FF2B5EF4-FFF2-40B4-BE49-F238E27FC236}">
                    <a16:creationId xmlns:a16="http://schemas.microsoft.com/office/drawing/2014/main" id="{E97AE1A2-C67C-B845-9D79-B5A51C5D9192}"/>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591138" y="5052267"/>
                <a:ext cx="330200" cy="330200"/>
              </a:xfrm>
              <a:prstGeom prst="rect">
                <a:avLst/>
              </a:prstGeom>
            </p:spPr>
          </p:pic>
          <p:sp>
            <p:nvSpPr>
              <p:cNvPr id="52" name="Rectangle 51">
                <a:extLst>
                  <a:ext uri="{FF2B5EF4-FFF2-40B4-BE49-F238E27FC236}">
                    <a16:creationId xmlns:a16="http://schemas.microsoft.com/office/drawing/2014/main" id="{1A994663-85C9-544C-B024-8AD011F90C9B}"/>
                  </a:ext>
                </a:extLst>
              </p:cNvPr>
              <p:cNvSpPr/>
              <p:nvPr/>
            </p:nvSpPr>
            <p:spPr>
              <a:xfrm>
                <a:off x="5372823" y="5024437"/>
                <a:ext cx="1490472" cy="713232"/>
              </a:xfrm>
              <a:prstGeom prst="rect">
                <a:avLst/>
              </a:prstGeom>
              <a:noFill/>
              <a:ln w="28575">
                <a:solidFill>
                  <a:srgbClr val="19795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w="0"/>
                    <a:solidFill>
                      <a:schemeClr val="tx1"/>
                    </a:solidFill>
                    <a:effectLst/>
                    <a:uLnTx/>
                    <a:uFillTx/>
                    <a:latin typeface="Amazon Ember Light"/>
                    <a:ea typeface="+mn-ea"/>
                    <a:cs typeface="+mn-cs"/>
                  </a:rPr>
                  <a:t>VPC</a:t>
                </a:r>
              </a:p>
            </p:txBody>
          </p:sp>
          <p:pic>
            <p:nvPicPr>
              <p:cNvPr id="53" name="Graphic 52">
                <a:extLst>
                  <a:ext uri="{FF2B5EF4-FFF2-40B4-BE49-F238E27FC236}">
                    <a16:creationId xmlns:a16="http://schemas.microsoft.com/office/drawing/2014/main" id="{F2570BB9-20F2-D64A-B42B-C0A054EB5838}"/>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404867" y="5052267"/>
                <a:ext cx="330200" cy="330200"/>
              </a:xfrm>
              <a:prstGeom prst="rect">
                <a:avLst/>
              </a:prstGeom>
            </p:spPr>
          </p:pic>
          <p:sp>
            <p:nvSpPr>
              <p:cNvPr id="54" name="TextBox 53">
                <a:extLst>
                  <a:ext uri="{FF2B5EF4-FFF2-40B4-BE49-F238E27FC236}">
                    <a16:creationId xmlns:a16="http://schemas.microsoft.com/office/drawing/2014/main" id="{CCEE0153-5BC9-4F4A-A03F-D1418FAB8502}"/>
                  </a:ext>
                </a:extLst>
              </p:cNvPr>
              <p:cNvSpPr txBox="1"/>
              <p:nvPr/>
            </p:nvSpPr>
            <p:spPr>
              <a:xfrm>
                <a:off x="5319755" y="5411861"/>
                <a:ext cx="1560042" cy="338554"/>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Shared services</a:t>
                </a:r>
              </a:p>
            </p:txBody>
          </p:sp>
          <p:sp>
            <p:nvSpPr>
              <p:cNvPr id="55" name="TextBox 54">
                <a:extLst>
                  <a:ext uri="{FF2B5EF4-FFF2-40B4-BE49-F238E27FC236}">
                    <a16:creationId xmlns:a16="http://schemas.microsoft.com/office/drawing/2014/main" id="{2C29F1DB-7C10-4146-8942-569C8A4C3E31}"/>
                  </a:ext>
                </a:extLst>
              </p:cNvPr>
              <p:cNvSpPr txBox="1"/>
              <p:nvPr/>
            </p:nvSpPr>
            <p:spPr>
              <a:xfrm>
                <a:off x="7114249" y="5411861"/>
                <a:ext cx="1394934" cy="338554"/>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Development</a:t>
                </a:r>
              </a:p>
            </p:txBody>
          </p:sp>
          <p:sp>
            <p:nvSpPr>
              <p:cNvPr id="56" name="TextBox 55">
                <a:extLst>
                  <a:ext uri="{FF2B5EF4-FFF2-40B4-BE49-F238E27FC236}">
                    <a16:creationId xmlns:a16="http://schemas.microsoft.com/office/drawing/2014/main" id="{6FF46077-4A03-7840-B6F3-807C11B3DC4F}"/>
                  </a:ext>
                </a:extLst>
              </p:cNvPr>
              <p:cNvSpPr txBox="1"/>
              <p:nvPr/>
            </p:nvSpPr>
            <p:spPr>
              <a:xfrm>
                <a:off x="9213657" y="5411861"/>
                <a:ext cx="564578" cy="338554"/>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Test</a:t>
                </a:r>
              </a:p>
            </p:txBody>
          </p:sp>
          <p:sp>
            <p:nvSpPr>
              <p:cNvPr id="57" name="TextBox 56">
                <a:extLst>
                  <a:ext uri="{FF2B5EF4-FFF2-40B4-BE49-F238E27FC236}">
                    <a16:creationId xmlns:a16="http://schemas.microsoft.com/office/drawing/2014/main" id="{E5ABA8B0-1531-4B4B-870A-5DB1CAA53EDB}"/>
                  </a:ext>
                </a:extLst>
              </p:cNvPr>
              <p:cNvSpPr txBox="1"/>
              <p:nvPr/>
            </p:nvSpPr>
            <p:spPr>
              <a:xfrm>
                <a:off x="10676444" y="5411861"/>
                <a:ext cx="1168910" cy="338554"/>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Production</a:t>
                </a:r>
              </a:p>
            </p:txBody>
          </p:sp>
          <p:sp>
            <p:nvSpPr>
              <p:cNvPr id="58" name="Rectangle 57">
                <a:extLst>
                  <a:ext uri="{FF2B5EF4-FFF2-40B4-BE49-F238E27FC236}">
                    <a16:creationId xmlns:a16="http://schemas.microsoft.com/office/drawing/2014/main" id="{14054329-873C-F14E-802D-3BAD9422CCF2}"/>
                  </a:ext>
                </a:extLst>
              </p:cNvPr>
              <p:cNvSpPr/>
              <p:nvPr/>
            </p:nvSpPr>
            <p:spPr>
              <a:xfrm>
                <a:off x="7014526" y="4522880"/>
                <a:ext cx="1655064" cy="1342464"/>
              </a:xfrm>
              <a:prstGeom prst="rect">
                <a:avLst/>
              </a:prstGeom>
              <a:noFill/>
              <a:ln w="38100">
                <a:solidFill>
                  <a:srgbClr val="19795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ysClr val="windowText" lastClr="000000"/>
                  </a:solidFill>
                  <a:effectLst/>
                  <a:uLnTx/>
                  <a:uFillTx/>
                  <a:latin typeface="Amazon Ember Light"/>
                  <a:ea typeface="+mn-ea"/>
                  <a:cs typeface="+mn-cs"/>
                </a:endParaRPr>
              </a:p>
            </p:txBody>
          </p:sp>
          <p:pic>
            <p:nvPicPr>
              <p:cNvPr id="59" name="Graphic 58">
                <a:extLst>
                  <a:ext uri="{FF2B5EF4-FFF2-40B4-BE49-F238E27FC236}">
                    <a16:creationId xmlns:a16="http://schemas.microsoft.com/office/drawing/2014/main" id="{A51CC62F-5A88-8B4C-9565-2B36F1450657}"/>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080813" y="4574252"/>
                <a:ext cx="274320" cy="274320"/>
              </a:xfrm>
              <a:prstGeom prst="rect">
                <a:avLst/>
              </a:prstGeom>
            </p:spPr>
          </p:pic>
          <p:sp>
            <p:nvSpPr>
              <p:cNvPr id="60" name="Rectangle 59">
                <a:extLst>
                  <a:ext uri="{FF2B5EF4-FFF2-40B4-BE49-F238E27FC236}">
                    <a16:creationId xmlns:a16="http://schemas.microsoft.com/office/drawing/2014/main" id="{53C50F95-DEB0-F349-982C-FF6F7DB03F56}"/>
                  </a:ext>
                </a:extLst>
              </p:cNvPr>
              <p:cNvSpPr/>
              <p:nvPr/>
            </p:nvSpPr>
            <p:spPr>
              <a:xfrm>
                <a:off x="8749059" y="4522880"/>
                <a:ext cx="1655064" cy="1342464"/>
              </a:xfrm>
              <a:prstGeom prst="rect">
                <a:avLst/>
              </a:prstGeom>
              <a:noFill/>
              <a:ln w="38100">
                <a:solidFill>
                  <a:srgbClr val="19795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ysClr val="windowText" lastClr="000000"/>
                  </a:solidFill>
                  <a:effectLst/>
                  <a:uLnTx/>
                  <a:uFillTx/>
                  <a:latin typeface="Amazon Ember Light"/>
                  <a:ea typeface="+mn-ea"/>
                  <a:cs typeface="+mn-cs"/>
                </a:endParaRPr>
              </a:p>
            </p:txBody>
          </p:sp>
          <p:pic>
            <p:nvPicPr>
              <p:cNvPr id="61" name="Graphic 60">
                <a:extLst>
                  <a:ext uri="{FF2B5EF4-FFF2-40B4-BE49-F238E27FC236}">
                    <a16:creationId xmlns:a16="http://schemas.microsoft.com/office/drawing/2014/main" id="{1F3DE4B6-20BA-6A4F-8A7B-DF929A5C09F1}"/>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829103" y="4574252"/>
                <a:ext cx="274320" cy="274320"/>
              </a:xfrm>
              <a:prstGeom prst="rect">
                <a:avLst/>
              </a:prstGeom>
            </p:spPr>
          </p:pic>
          <p:sp>
            <p:nvSpPr>
              <p:cNvPr id="62" name="Rectangle 61">
                <a:extLst>
                  <a:ext uri="{FF2B5EF4-FFF2-40B4-BE49-F238E27FC236}">
                    <a16:creationId xmlns:a16="http://schemas.microsoft.com/office/drawing/2014/main" id="{D5F503D8-1F0E-5E4C-829D-46A1908000C1}"/>
                  </a:ext>
                </a:extLst>
              </p:cNvPr>
              <p:cNvSpPr/>
              <p:nvPr/>
            </p:nvSpPr>
            <p:spPr>
              <a:xfrm>
                <a:off x="10483593" y="4522880"/>
                <a:ext cx="1655064" cy="1342464"/>
              </a:xfrm>
              <a:prstGeom prst="rect">
                <a:avLst/>
              </a:prstGeom>
              <a:noFill/>
              <a:ln w="38100">
                <a:solidFill>
                  <a:srgbClr val="19795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ysClr val="windowText" lastClr="000000"/>
                  </a:solidFill>
                  <a:effectLst/>
                  <a:uLnTx/>
                  <a:uFillTx/>
                  <a:latin typeface="Amazon Ember Light"/>
                  <a:ea typeface="+mn-ea"/>
                  <a:cs typeface="+mn-cs"/>
                </a:endParaRPr>
              </a:p>
            </p:txBody>
          </p:sp>
          <p:pic>
            <p:nvPicPr>
              <p:cNvPr id="63" name="Graphic 62">
                <a:extLst>
                  <a:ext uri="{FF2B5EF4-FFF2-40B4-BE49-F238E27FC236}">
                    <a16:creationId xmlns:a16="http://schemas.microsoft.com/office/drawing/2014/main" id="{89FC4658-6D76-A444-BCB1-7753DA0539BF}"/>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29914" y="4574252"/>
                <a:ext cx="274320" cy="274320"/>
              </a:xfrm>
              <a:prstGeom prst="rect">
                <a:avLst/>
              </a:prstGeom>
            </p:spPr>
          </p:pic>
          <p:sp>
            <p:nvSpPr>
              <p:cNvPr id="2" name="TextBox 1">
                <a:extLst>
                  <a:ext uri="{FF2B5EF4-FFF2-40B4-BE49-F238E27FC236}">
                    <a16:creationId xmlns:a16="http://schemas.microsoft.com/office/drawing/2014/main" id="{E296F377-36DC-2A4D-A0B7-D078768CDCF2}"/>
                  </a:ext>
                </a:extLst>
              </p:cNvPr>
              <p:cNvSpPr txBox="1"/>
              <p:nvPr/>
            </p:nvSpPr>
            <p:spPr>
              <a:xfrm>
                <a:off x="5587887" y="4567519"/>
                <a:ext cx="1378904" cy="338554"/>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effectLst/>
                    <a:uLnTx/>
                    <a:uFillTx/>
                    <a:latin typeface="Amazon Ember Light"/>
                    <a:ea typeface="+mn-ea"/>
                    <a:cs typeface="+mn-cs"/>
                  </a:rPr>
                  <a:t>AWS account</a:t>
                </a:r>
              </a:p>
            </p:txBody>
          </p:sp>
          <p:sp>
            <p:nvSpPr>
              <p:cNvPr id="43" name="TextBox 42">
                <a:extLst>
                  <a:ext uri="{FF2B5EF4-FFF2-40B4-BE49-F238E27FC236}">
                    <a16:creationId xmlns:a16="http://schemas.microsoft.com/office/drawing/2014/main" id="{9BD9A790-5CB1-3D41-B576-6A6795BD6D45}"/>
                  </a:ext>
                </a:extLst>
              </p:cNvPr>
              <p:cNvSpPr txBox="1"/>
              <p:nvPr/>
            </p:nvSpPr>
            <p:spPr>
              <a:xfrm>
                <a:off x="7315006" y="4567519"/>
                <a:ext cx="1378904" cy="338554"/>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effectLst/>
                    <a:uLnTx/>
                    <a:uFillTx/>
                    <a:latin typeface="Amazon Ember Light"/>
                    <a:ea typeface="+mn-ea"/>
                    <a:cs typeface="+mn-cs"/>
                  </a:rPr>
                  <a:t>AWS account</a:t>
                </a:r>
              </a:p>
            </p:txBody>
          </p:sp>
          <p:sp>
            <p:nvSpPr>
              <p:cNvPr id="44" name="TextBox 43">
                <a:extLst>
                  <a:ext uri="{FF2B5EF4-FFF2-40B4-BE49-F238E27FC236}">
                    <a16:creationId xmlns:a16="http://schemas.microsoft.com/office/drawing/2014/main" id="{F60EDC53-1569-E145-85D0-7B8C61F4EA0E}"/>
                  </a:ext>
                </a:extLst>
              </p:cNvPr>
              <p:cNvSpPr txBox="1"/>
              <p:nvPr/>
            </p:nvSpPr>
            <p:spPr>
              <a:xfrm>
                <a:off x="9060175" y="4567519"/>
                <a:ext cx="1378904" cy="338554"/>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effectLst/>
                    <a:uLnTx/>
                    <a:uFillTx/>
                    <a:latin typeface="Amazon Ember Light"/>
                    <a:ea typeface="+mn-ea"/>
                    <a:cs typeface="+mn-cs"/>
                  </a:rPr>
                  <a:t>AWS account</a:t>
                </a:r>
              </a:p>
            </p:txBody>
          </p:sp>
          <p:sp>
            <p:nvSpPr>
              <p:cNvPr id="45" name="TextBox 44">
                <a:extLst>
                  <a:ext uri="{FF2B5EF4-FFF2-40B4-BE49-F238E27FC236}">
                    <a16:creationId xmlns:a16="http://schemas.microsoft.com/office/drawing/2014/main" id="{36F2958E-BB77-3C45-B19D-8B2BAE5E8613}"/>
                  </a:ext>
                </a:extLst>
              </p:cNvPr>
              <p:cNvSpPr txBox="1"/>
              <p:nvPr/>
            </p:nvSpPr>
            <p:spPr>
              <a:xfrm>
                <a:off x="10813096" y="4567519"/>
                <a:ext cx="1378904" cy="338554"/>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effectLst/>
                    <a:uLnTx/>
                    <a:uFillTx/>
                    <a:latin typeface="Amazon Ember Light"/>
                    <a:ea typeface="+mn-ea"/>
                    <a:cs typeface="+mn-cs"/>
                  </a:rPr>
                  <a:t>AWS account</a:t>
                </a:r>
              </a:p>
            </p:txBody>
          </p:sp>
        </p:grpSp>
      </p:grpSp>
    </p:spTree>
    <p:custDataLst>
      <p:tags r:id="rId1"/>
    </p:custDataLst>
    <p:extLst>
      <p:ext uri="{BB962C8B-B14F-4D97-AF65-F5344CB8AC3E}">
        <p14:creationId xmlns:p14="http://schemas.microsoft.com/office/powerpoint/2010/main" val="35669981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F6B4307A-30CE-4FE1-982F-21DDAC1C8CF5}"/>
              </a:ext>
            </a:extLst>
          </p:cNvPr>
          <p:cNvSpPr>
            <a:spLocks noGrp="1"/>
          </p:cNvSpPr>
          <p:nvPr>
            <p:ph type="sldNum" idx="97"/>
          </p:nvPr>
        </p:nvSpPr>
        <p:spPr/>
        <p:txBody>
          <a:bodyPr/>
          <a:lstStyle/>
          <a:p>
            <a:fld id="{4037B1B0-0345-4E15-985A-6BECCDBE474F}" type="slidenum">
              <a:rPr lang="en-US" smtClean="0"/>
              <a:pPr/>
              <a:t>38</a:t>
            </a:fld>
            <a:endParaRPr lang="en-US" dirty="0"/>
          </a:p>
        </p:txBody>
      </p:sp>
      <p:sp>
        <p:nvSpPr>
          <p:cNvPr id="5" name="Title">
            <a:extLst>
              <a:ext uri="{FF2B5EF4-FFF2-40B4-BE49-F238E27FC236}">
                <a16:creationId xmlns:a16="http://schemas.microsoft.com/office/drawing/2014/main" id="{01BF8F19-4C45-492B-B44E-13EE44E79F17}"/>
              </a:ext>
            </a:extLst>
          </p:cNvPr>
          <p:cNvSpPr>
            <a:spLocks noGrp="1"/>
          </p:cNvSpPr>
          <p:nvPr>
            <p:ph type="title" idx="1"/>
          </p:nvPr>
        </p:nvSpPr>
        <p:spPr/>
        <p:txBody>
          <a:bodyPr/>
          <a:lstStyle/>
          <a:p>
            <a:r>
              <a:rPr lang="en-US" dirty="0"/>
              <a:t>Advantages and challenges of multiple accounts</a:t>
            </a:r>
          </a:p>
        </p:txBody>
      </p:sp>
      <p:sp>
        <p:nvSpPr>
          <p:cNvPr id="8" name="Text Placeholder 7">
            <a:extLst>
              <a:ext uri="{FF2B5EF4-FFF2-40B4-BE49-F238E27FC236}">
                <a16:creationId xmlns:a16="http://schemas.microsoft.com/office/drawing/2014/main" id="{F4089ED4-80DC-48D7-8874-F7EEEE071D9A}"/>
              </a:ext>
            </a:extLst>
          </p:cNvPr>
          <p:cNvSpPr>
            <a:spLocks noGrp="1"/>
          </p:cNvSpPr>
          <p:nvPr>
            <p:ph type="body" idx="12"/>
          </p:nvPr>
        </p:nvSpPr>
        <p:spPr/>
        <p:txBody>
          <a:bodyPr/>
          <a:lstStyle/>
          <a:p>
            <a:r>
              <a:rPr lang="en-US" dirty="0"/>
              <a:t>Advantages</a:t>
            </a:r>
          </a:p>
        </p:txBody>
      </p:sp>
      <p:sp>
        <p:nvSpPr>
          <p:cNvPr id="6" name="Content Placeholder 5">
            <a:extLst>
              <a:ext uri="{FF2B5EF4-FFF2-40B4-BE49-F238E27FC236}">
                <a16:creationId xmlns:a16="http://schemas.microsoft.com/office/drawing/2014/main" id="{31E37D43-7D0F-479B-9AA1-67DAF4C5839B}"/>
              </a:ext>
            </a:extLst>
          </p:cNvPr>
          <p:cNvSpPr>
            <a:spLocks noGrp="1"/>
          </p:cNvSpPr>
          <p:nvPr>
            <p:ph idx="2"/>
          </p:nvPr>
        </p:nvSpPr>
        <p:spPr/>
        <p:txBody>
          <a:bodyPr/>
          <a:lstStyle/>
          <a:p>
            <a:pPr>
              <a:buFont typeface="Arial" panose="020B0604020202020204" pitchFamily="34" charset="0"/>
              <a:buChar char="•"/>
            </a:pPr>
            <a:r>
              <a:rPr lang="en-US" sz="2000" dirty="0"/>
              <a:t>Isolation by business units or departments</a:t>
            </a:r>
          </a:p>
          <a:p>
            <a:r>
              <a:rPr lang="en-US" sz="2000" dirty="0"/>
              <a:t>Isolation by environment (for example, development, test, and production)</a:t>
            </a:r>
          </a:p>
          <a:p>
            <a:r>
              <a:rPr lang="en-US" sz="2000" dirty="0"/>
              <a:t>Isolation of auditing and recovery data</a:t>
            </a:r>
          </a:p>
          <a:p>
            <a:r>
              <a:rPr lang="en-US" sz="2000" dirty="0"/>
              <a:t>Separation of accounts for regulated workloads </a:t>
            </a:r>
          </a:p>
          <a:p>
            <a:r>
              <a:rPr lang="en-US" sz="2000" dirty="0"/>
              <a:t>Ease of creating cost alerts for each </a:t>
            </a:r>
            <a:br>
              <a:rPr lang="en-US" sz="2000" dirty="0"/>
            </a:br>
            <a:r>
              <a:rPr lang="en-US" sz="2000" dirty="0"/>
              <a:t>business unit's consumption</a:t>
            </a:r>
          </a:p>
          <a:p>
            <a:r>
              <a:rPr lang="en-US" sz="2000" dirty="0"/>
              <a:t>Cost savings (bulk/volume pricing across accounts)</a:t>
            </a:r>
          </a:p>
          <a:p>
            <a:pPr marL="0" indent="0">
              <a:buNone/>
            </a:pPr>
            <a:endParaRPr lang="en-US" sz="2000" dirty="0"/>
          </a:p>
          <a:p>
            <a:endParaRPr lang="en-US" sz="2400" dirty="0"/>
          </a:p>
        </p:txBody>
      </p:sp>
      <p:sp>
        <p:nvSpPr>
          <p:cNvPr id="9" name="Text Placeholder 8">
            <a:extLst>
              <a:ext uri="{FF2B5EF4-FFF2-40B4-BE49-F238E27FC236}">
                <a16:creationId xmlns:a16="http://schemas.microsoft.com/office/drawing/2014/main" id="{18B858F2-C859-4D43-8CAD-82911A28D0C7}"/>
              </a:ext>
            </a:extLst>
          </p:cNvPr>
          <p:cNvSpPr>
            <a:spLocks noGrp="1"/>
          </p:cNvSpPr>
          <p:nvPr>
            <p:ph type="body" idx="13"/>
          </p:nvPr>
        </p:nvSpPr>
        <p:spPr/>
        <p:txBody>
          <a:bodyPr/>
          <a:lstStyle/>
          <a:p>
            <a:r>
              <a:rPr lang="en-US" dirty="0"/>
              <a:t>Challenges</a:t>
            </a:r>
          </a:p>
        </p:txBody>
      </p:sp>
      <p:sp>
        <p:nvSpPr>
          <p:cNvPr id="7" name="Content Placeholder 6">
            <a:extLst>
              <a:ext uri="{FF2B5EF4-FFF2-40B4-BE49-F238E27FC236}">
                <a16:creationId xmlns:a16="http://schemas.microsoft.com/office/drawing/2014/main" id="{6963C81A-7E48-4B3D-A343-92ECB4D6736E}"/>
              </a:ext>
            </a:extLst>
          </p:cNvPr>
          <p:cNvSpPr>
            <a:spLocks noGrp="1"/>
          </p:cNvSpPr>
          <p:nvPr>
            <p:ph idx="3"/>
          </p:nvPr>
        </p:nvSpPr>
        <p:spPr/>
        <p:txBody>
          <a:bodyPr/>
          <a:lstStyle/>
          <a:p>
            <a:r>
              <a:rPr lang="en-US" sz="2000" dirty="0"/>
              <a:t>Security management across accounts</a:t>
            </a:r>
          </a:p>
          <a:p>
            <a:r>
              <a:rPr lang="en-US" sz="2000" dirty="0"/>
              <a:t>Manual processes involved in creating many new accounts</a:t>
            </a:r>
          </a:p>
          <a:p>
            <a:r>
              <a:rPr lang="en-US" sz="2000" dirty="0"/>
              <a:t>Determination of which organization should be billed</a:t>
            </a:r>
          </a:p>
          <a:p>
            <a:r>
              <a:rPr lang="en-US" sz="2000" dirty="0"/>
              <a:t>Need for centralized governance to ensure compliance and consistency</a:t>
            </a:r>
          </a:p>
          <a:p>
            <a:pPr marL="0" indent="0">
              <a:buNone/>
            </a:pPr>
            <a:endParaRPr lang="en-US" sz="2000" dirty="0"/>
          </a:p>
          <a:p>
            <a:endParaRPr lang="en-US" sz="2400" dirty="0"/>
          </a:p>
          <a:p>
            <a:endParaRPr lang="en-US" sz="2400" dirty="0"/>
          </a:p>
          <a:p>
            <a:endParaRPr lang="en-US" sz="2400" dirty="0"/>
          </a:p>
          <a:p>
            <a:endParaRPr lang="en-US" sz="2400" dirty="0"/>
          </a:p>
        </p:txBody>
      </p:sp>
    </p:spTree>
    <p:custDataLst>
      <p:tags r:id="rId1"/>
    </p:custDataLst>
    <p:extLst>
      <p:ext uri="{BB962C8B-B14F-4D97-AF65-F5344CB8AC3E}">
        <p14:creationId xmlns:p14="http://schemas.microsoft.com/office/powerpoint/2010/main" val="27475701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3A5FCCBC-977C-4E4A-9BE6-2BBED17342AA}"/>
              </a:ext>
            </a:extLst>
          </p:cNvPr>
          <p:cNvSpPr>
            <a:spLocks noGrp="1"/>
          </p:cNvSpPr>
          <p:nvPr>
            <p:ph type="sldNum" idx="97"/>
          </p:nvPr>
        </p:nvSpPr>
        <p:spPr/>
        <p:txBody>
          <a:bodyPr/>
          <a:lstStyle/>
          <a:p>
            <a:fld id="{7834CDD4-D76F-4459-B025-0310E913C243}" type="slidenum">
              <a:rPr lang="en-US" smtClean="0"/>
              <a:pPr/>
              <a:t>39</a:t>
            </a:fld>
            <a:endParaRPr lang="en-US" dirty="0"/>
          </a:p>
        </p:txBody>
      </p:sp>
      <p:sp>
        <p:nvSpPr>
          <p:cNvPr id="3" name="Title">
            <a:extLst>
              <a:ext uri="{FF2B5EF4-FFF2-40B4-BE49-F238E27FC236}">
                <a16:creationId xmlns:a16="http://schemas.microsoft.com/office/drawing/2014/main" id="{21F16E36-7C0D-42BE-9B60-DA502CC939CC}"/>
              </a:ext>
            </a:extLst>
          </p:cNvPr>
          <p:cNvSpPr>
            <a:spLocks noGrp="1"/>
          </p:cNvSpPr>
          <p:nvPr>
            <p:ph type="title" idx="1"/>
          </p:nvPr>
        </p:nvSpPr>
        <p:spPr/>
        <p:txBody>
          <a:bodyPr/>
          <a:lstStyle/>
          <a:p>
            <a:r>
              <a:rPr lang="en-US" dirty="0"/>
              <a:t>AWS Organizations</a:t>
            </a:r>
          </a:p>
        </p:txBody>
      </p:sp>
      <p:pic>
        <p:nvPicPr>
          <p:cNvPr id="9" name="Graphic 6">
            <a:extLst>
              <a:ext uri="{FF2B5EF4-FFF2-40B4-BE49-F238E27FC236}">
                <a16:creationId xmlns:a16="http://schemas.microsoft.com/office/drawing/2014/main" id="{29AECEF8-2BDE-48EF-862E-035510AD81C9}"/>
              </a:ext>
              <a:ext uri="{C183D7F6-B498-43B3-948B-1728B52AA6E4}">
                <adec:decorative xmlns:adec="http://schemas.microsoft.com/office/drawing/2017/decorative" val="1"/>
              </a:ext>
            </a:extLst>
          </p:cNvPr>
          <p:cNvPicPr>
            <a:picLocks noGrp="1" noChangeAspect="1" noChangeArrowheads="1"/>
          </p:cNvPicPr>
          <p:nvPr>
            <p:ph type="pic" idx="3"/>
          </p:nvPr>
        </p:nvPicPr>
        <p:blipFill>
          <a:blip r:embed="rId4">
            <a:extLst>
              <a:ext uri="{96DAC541-7B7A-43D3-8B79-37D633B846F1}">
                <asvg:svgBlip xmlns:asvg="http://schemas.microsoft.com/office/drawing/2016/SVG/main" r:embed="rId5"/>
              </a:ext>
            </a:extLst>
          </a:blip>
          <a:srcRect/>
          <a:stretch/>
        </p:blipFill>
        <p:spPr bwMode="auto">
          <a:xfrm>
            <a:off x="531813" y="2182813"/>
            <a:ext cx="2286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Placeholder 6">
            <a:extLst>
              <a:ext uri="{FF2B5EF4-FFF2-40B4-BE49-F238E27FC236}">
                <a16:creationId xmlns:a16="http://schemas.microsoft.com/office/drawing/2014/main" id="{85C0D3F9-F379-469C-98AA-F4AE38461E0D}"/>
              </a:ext>
              <a:ext uri="{C183D7F6-B498-43B3-948B-1728B52AA6E4}">
                <adec:decorative xmlns:adec="http://schemas.microsoft.com/office/drawing/2017/decorative" val="1"/>
              </a:ext>
            </a:extLst>
          </p:cNvPr>
          <p:cNvSpPr>
            <a:spLocks noGrp="1"/>
          </p:cNvSpPr>
          <p:nvPr>
            <p:ph type="body" idx="4"/>
          </p:nvPr>
        </p:nvSpPr>
        <p:spPr/>
        <p:txBody>
          <a:bodyPr/>
          <a:lstStyle/>
          <a:p>
            <a:r>
              <a:rPr lang="en-US" dirty="0"/>
              <a:t>AWS</a:t>
            </a:r>
          </a:p>
          <a:p>
            <a:r>
              <a:rPr lang="en-US" dirty="0"/>
              <a:t>Organizations</a:t>
            </a:r>
          </a:p>
        </p:txBody>
      </p:sp>
      <p:sp>
        <p:nvSpPr>
          <p:cNvPr id="13" name="Text Placeholder 12">
            <a:extLst>
              <a:ext uri="{FF2B5EF4-FFF2-40B4-BE49-F238E27FC236}">
                <a16:creationId xmlns:a16="http://schemas.microsoft.com/office/drawing/2014/main" id="{E680CAD2-9AF3-4963-B512-33831A7E3486}"/>
              </a:ext>
            </a:extLst>
          </p:cNvPr>
          <p:cNvSpPr>
            <a:spLocks noGrp="1"/>
          </p:cNvSpPr>
          <p:nvPr>
            <p:ph idx="2"/>
          </p:nvPr>
        </p:nvSpPr>
        <p:spPr>
          <a:xfrm>
            <a:off x="3180734" y="1610846"/>
            <a:ext cx="8714232" cy="4263860"/>
          </a:xfrm>
        </p:spPr>
        <p:txBody>
          <a:bodyPr>
            <a:normAutofit fontScale="92500"/>
          </a:bodyPr>
          <a:lstStyle/>
          <a:p>
            <a:pPr>
              <a:spcBef>
                <a:spcPts val="1200"/>
              </a:spcBef>
            </a:pPr>
            <a:r>
              <a:rPr lang="en-US" sz="2400" dirty="0">
                <a:latin typeface="+mn-lt"/>
              </a:rPr>
              <a:t>Account management service that you can use to consolidate multiple AWS accounts into a centrally managed organization</a:t>
            </a:r>
          </a:p>
          <a:p>
            <a:pPr>
              <a:spcBef>
                <a:spcPts val="1200"/>
              </a:spcBef>
            </a:pPr>
            <a:r>
              <a:rPr lang="en-US" sz="2400" dirty="0">
                <a:latin typeface="+mn-lt"/>
              </a:rPr>
              <a:t>Tier pricing discounts available</a:t>
            </a:r>
          </a:p>
          <a:p>
            <a:pPr>
              <a:spcBef>
                <a:spcPts val="1200"/>
              </a:spcBef>
            </a:pPr>
            <a:r>
              <a:rPr lang="en-US" sz="2400" dirty="0">
                <a:latin typeface="+mn-lt"/>
              </a:rPr>
              <a:t>Includes account creation and management and consolidated billing capabilities</a:t>
            </a:r>
          </a:p>
          <a:p>
            <a:pPr>
              <a:spcBef>
                <a:spcPts val="1200"/>
              </a:spcBef>
            </a:pPr>
            <a:r>
              <a:rPr lang="en-US" sz="2400" dirty="0">
                <a:latin typeface="+mn-lt"/>
              </a:rPr>
              <a:t>Provides for hierarchical grouping of accounts</a:t>
            </a:r>
          </a:p>
          <a:p>
            <a:pPr>
              <a:spcBef>
                <a:spcPts val="1200"/>
              </a:spcBef>
            </a:pPr>
            <a:r>
              <a:rPr lang="en-US" sz="2400" dirty="0">
                <a:latin typeface="+mn-lt"/>
              </a:rPr>
              <a:t>Supports centralized policy control over AWS services and API actions using service control policies (SCPs)</a:t>
            </a:r>
          </a:p>
          <a:p>
            <a:endParaRPr lang="en-US" sz="2400" dirty="0"/>
          </a:p>
        </p:txBody>
      </p:sp>
    </p:spTree>
    <p:custDataLst>
      <p:tags r:id="rId1"/>
    </p:custDataLst>
    <p:extLst>
      <p:ext uri="{BB962C8B-B14F-4D97-AF65-F5344CB8AC3E}">
        <p14:creationId xmlns:p14="http://schemas.microsoft.com/office/powerpoint/2010/main" val="27105901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 name="Slide Number">
            <a:extLst>
              <a:ext uri="{FF2B5EF4-FFF2-40B4-BE49-F238E27FC236}">
                <a16:creationId xmlns:a16="http://schemas.microsoft.com/office/drawing/2014/main" id="{8E24F417-8B86-4D43-AD28-2D54C05E7FE9}"/>
              </a:ext>
            </a:extLst>
          </p:cNvPr>
          <p:cNvSpPr>
            <a:spLocks noGrp="1"/>
          </p:cNvSpPr>
          <p:nvPr>
            <p:ph type="sldNum" idx="97"/>
          </p:nvPr>
        </p:nvSpPr>
        <p:spPr/>
        <p:txBody>
          <a:bodyPr/>
          <a:lstStyle/>
          <a:p>
            <a:pPr lvl="0"/>
            <a:fld id="{B6A95138-A96E-2F42-A959-2EFD44FE4AB7}" type="slidenum">
              <a:rPr lang="en-US" noProof="0" smtClean="0"/>
              <a:pPr lvl="0"/>
              <a:t>40</a:t>
            </a:fld>
            <a:endParaRPr lang="en-US" noProof="0" dirty="0"/>
          </a:p>
        </p:txBody>
      </p:sp>
      <p:sp>
        <p:nvSpPr>
          <p:cNvPr id="6" name="Title">
            <a:extLst>
              <a:ext uri="{FF2B5EF4-FFF2-40B4-BE49-F238E27FC236}">
                <a16:creationId xmlns:a16="http://schemas.microsoft.com/office/drawing/2014/main" id="{58876D70-FA29-AB42-90F6-53D7BAF073BF}"/>
              </a:ext>
            </a:extLst>
          </p:cNvPr>
          <p:cNvSpPr>
            <a:spLocks noGrp="1"/>
          </p:cNvSpPr>
          <p:nvPr>
            <p:ph type="title" idx="1"/>
          </p:nvPr>
        </p:nvSpPr>
        <p:spPr/>
        <p:txBody>
          <a:bodyPr/>
          <a:lstStyle/>
          <a:p>
            <a:r>
              <a:rPr lang="en-US" dirty="0"/>
              <a:t>AWS Organizations: Create organizational units</a:t>
            </a:r>
          </a:p>
        </p:txBody>
      </p:sp>
      <p:sp>
        <p:nvSpPr>
          <p:cNvPr id="26" name="TextBox 25">
            <a:extLst>
              <a:ext uri="{FF2B5EF4-FFF2-40B4-BE49-F238E27FC236}">
                <a16:creationId xmlns:a16="http://schemas.microsoft.com/office/drawing/2014/main" id="{FFE80B9B-ECFD-4DD3-BD20-99A7F6D8AC66}"/>
              </a:ext>
            </a:extLst>
          </p:cNvPr>
          <p:cNvSpPr txBox="1"/>
          <p:nvPr/>
        </p:nvSpPr>
        <p:spPr>
          <a:xfrm>
            <a:off x="258110" y="1457002"/>
            <a:ext cx="2572278"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panose="020B0603020204020204" pitchFamily="34" charset="0"/>
                <a:cs typeface="Amazon Ember" panose="020B0603020204020204" pitchFamily="34" charset="0"/>
              </a:rPr>
              <a:t>In the AWS Organizations </a:t>
            </a:r>
            <a:r>
              <a:rPr kumimoji="0" lang="en-US" sz="1600" b="0" i="0" u="none" strike="noStrike" kern="1200" cap="none" spc="0" normalizeH="0" baseline="0" noProof="0" dirty="0">
                <a:ln>
                  <a:noFill/>
                </a:ln>
                <a:solidFill>
                  <a:srgbClr val="000000"/>
                </a:solidFill>
                <a:effectLst/>
                <a:uLnTx/>
                <a:uFillTx/>
                <a:ea typeface="Amazon Ember" panose="02000000000000000000" pitchFamily="2" charset="0"/>
                <a:cs typeface="Amazon Ember" panose="020B0603020204020204" pitchFamily="34" charset="0"/>
              </a:rPr>
              <a:t>primary account:</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1" i="0" u="none" strike="noStrike" kern="1200" cap="none" spc="0" normalizeH="0" baseline="0" noProof="0" dirty="0">
              <a:ln>
                <a:noFill/>
              </a:ln>
              <a:solidFill>
                <a:srgbClr val="000000"/>
              </a:solidFill>
              <a:effectLst/>
              <a:uLnTx/>
              <a:uFillTx/>
              <a:ea typeface="Amazon Ember" panose="020B0603020204020204" pitchFamily="34" charset="0"/>
              <a:cs typeface="Amazon Ember" panose="020B0603020204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effectLst/>
                <a:uLnTx/>
                <a:uFillTx/>
                <a:ea typeface="Amazon Ember" panose="020B0603020204020204" pitchFamily="34" charset="0"/>
                <a:cs typeface="Amazon Ember" panose="020B0603020204020204" pitchFamily="34" charset="0"/>
              </a:rPr>
              <a:t>Create a hierarchy of organizational units (OUs).</a:t>
            </a:r>
          </a:p>
        </p:txBody>
      </p:sp>
      <p:grpSp>
        <p:nvGrpSpPr>
          <p:cNvPr id="3" name="Flatten Step1Group" descr="Diagram of AWS organization with root account and hierarchy of organizational units. More details in notes.">
            <a:extLst>
              <a:ext uri="{FF2B5EF4-FFF2-40B4-BE49-F238E27FC236}">
                <a16:creationId xmlns:a16="http://schemas.microsoft.com/office/drawing/2014/main" id="{76A36372-5481-4403-BCD6-DF488B906D83}"/>
              </a:ext>
            </a:extLst>
          </p:cNvPr>
          <p:cNvGrpSpPr/>
          <p:nvPr/>
        </p:nvGrpSpPr>
        <p:grpSpPr>
          <a:xfrm>
            <a:off x="2843408" y="1512993"/>
            <a:ext cx="9256734" cy="4920507"/>
            <a:chOff x="2843408" y="1512993"/>
            <a:chExt cx="9256734" cy="4920507"/>
          </a:xfrm>
        </p:grpSpPr>
        <p:sp>
          <p:nvSpPr>
            <p:cNvPr id="8" name="Rectangle 7">
              <a:extLst>
                <a:ext uri="{FF2B5EF4-FFF2-40B4-BE49-F238E27FC236}">
                  <a16:creationId xmlns:a16="http://schemas.microsoft.com/office/drawing/2014/main" id="{74839545-93AF-D84F-B4BD-A935C32EA70D}"/>
                </a:ext>
                <a:ext uri="{C183D7F6-B498-43B3-948B-1728B52AA6E4}">
                  <adec:decorative xmlns:adec="http://schemas.microsoft.com/office/drawing/2017/decorative" val="0"/>
                </a:ext>
              </a:extLst>
            </p:cNvPr>
            <p:cNvSpPr/>
            <p:nvPr/>
          </p:nvSpPr>
          <p:spPr>
            <a:xfrm>
              <a:off x="2843408" y="1512993"/>
              <a:ext cx="9256734" cy="492050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ysClr val="windowText" lastClr="000000"/>
                  </a:solidFill>
                  <a:effectLst/>
                  <a:uLnTx/>
                  <a:uFillTx/>
                  <a:ea typeface="+mn-ea"/>
                  <a:cs typeface="+mn-cs"/>
                </a:rPr>
                <a:t>AWS Cloud</a:t>
              </a:r>
            </a:p>
          </p:txBody>
        </p:sp>
        <p:pic>
          <p:nvPicPr>
            <p:cNvPr id="9" name="Graphic 8">
              <a:extLst>
                <a:ext uri="{FF2B5EF4-FFF2-40B4-BE49-F238E27FC236}">
                  <a16:creationId xmlns:a16="http://schemas.microsoft.com/office/drawing/2014/main" id="{F0C18AFD-2899-1B42-B4F1-FCF14785F8EE}"/>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870607" y="1542222"/>
              <a:ext cx="330200" cy="330200"/>
            </a:xfrm>
            <a:prstGeom prst="rect">
              <a:avLst/>
            </a:prstGeom>
          </p:spPr>
        </p:pic>
        <p:sp>
          <p:nvSpPr>
            <p:cNvPr id="10" name="Rectangle 9">
              <a:extLst>
                <a:ext uri="{FF2B5EF4-FFF2-40B4-BE49-F238E27FC236}">
                  <a16:creationId xmlns:a16="http://schemas.microsoft.com/office/drawing/2014/main" id="{29981667-8296-EE47-A82D-31C80A332C6B}"/>
                </a:ext>
                <a:ext uri="{C183D7F6-B498-43B3-948B-1728B52AA6E4}">
                  <adec:decorative xmlns:adec="http://schemas.microsoft.com/office/drawing/2017/decorative" val="1"/>
                </a:ext>
              </a:extLst>
            </p:cNvPr>
            <p:cNvSpPr/>
            <p:nvPr/>
          </p:nvSpPr>
          <p:spPr>
            <a:xfrm>
              <a:off x="3169085" y="2010024"/>
              <a:ext cx="5711868" cy="426412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i="0" u="none" strike="noStrike" kern="1200" cap="none" spc="0" normalizeH="0" baseline="0" noProof="0" dirty="0">
                  <a:ln>
                    <a:noFill/>
                  </a:ln>
                  <a:solidFill>
                    <a:srgbClr val="19594E"/>
                  </a:solidFill>
                  <a:effectLst/>
                  <a:uLnTx/>
                  <a:uFillTx/>
                  <a:ea typeface="Amazon Ember" panose="020B0603020204020204" pitchFamily="34" charset="0"/>
                  <a:cs typeface="Amazon Ember" panose="020B0603020204020204" pitchFamily="34" charset="0"/>
                </a:rPr>
                <a:t>Primary account</a:t>
              </a:r>
            </a:p>
          </p:txBody>
        </p:sp>
        <p:pic>
          <p:nvPicPr>
            <p:cNvPr id="11" name="Graphic 10">
              <a:extLst>
                <a:ext uri="{FF2B5EF4-FFF2-40B4-BE49-F238E27FC236}">
                  <a16:creationId xmlns:a16="http://schemas.microsoft.com/office/drawing/2014/main" id="{D5C36879-8396-A841-8544-53F117D2F386}"/>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195756" y="2038594"/>
              <a:ext cx="330200" cy="330200"/>
            </a:xfrm>
            <a:prstGeom prst="rect">
              <a:avLst/>
            </a:prstGeom>
          </p:spPr>
        </p:pic>
        <p:pic>
          <p:nvPicPr>
            <p:cNvPr id="12" name="Graphic 11">
              <a:extLst>
                <a:ext uri="{FF2B5EF4-FFF2-40B4-BE49-F238E27FC236}">
                  <a16:creationId xmlns:a16="http://schemas.microsoft.com/office/drawing/2014/main" id="{94785833-61E7-D24E-B3BB-016FF7A0B21A}"/>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342591" y="2460457"/>
              <a:ext cx="330243" cy="330200"/>
            </a:xfrm>
            <a:prstGeom prst="rect">
              <a:avLst/>
            </a:prstGeom>
          </p:spPr>
        </p:pic>
        <p:sp>
          <p:nvSpPr>
            <p:cNvPr id="14" name="TextBox 13">
              <a:extLst>
                <a:ext uri="{FF2B5EF4-FFF2-40B4-BE49-F238E27FC236}">
                  <a16:creationId xmlns:a16="http://schemas.microsoft.com/office/drawing/2014/main" id="{1B76EA54-C6FA-B446-A825-856795B4F3C9}"/>
                </a:ext>
                <a:ext uri="{C183D7F6-B498-43B3-948B-1728B52AA6E4}">
                  <adec:decorative xmlns:adec="http://schemas.microsoft.com/office/drawing/2017/decorative" val="1"/>
                </a:ext>
              </a:extLst>
            </p:cNvPr>
            <p:cNvSpPr txBox="1"/>
            <p:nvPr/>
          </p:nvSpPr>
          <p:spPr>
            <a:xfrm>
              <a:off x="6705661" y="2424606"/>
              <a:ext cx="1503962"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mn-ea"/>
                  <a:cs typeface="+mn-cs"/>
                </a:rPr>
                <a:t>Internal IT OU</a:t>
              </a:r>
            </a:p>
          </p:txBody>
        </p:sp>
        <p:pic>
          <p:nvPicPr>
            <p:cNvPr id="15" name="Graphic 14">
              <a:extLst>
                <a:ext uri="{FF2B5EF4-FFF2-40B4-BE49-F238E27FC236}">
                  <a16:creationId xmlns:a16="http://schemas.microsoft.com/office/drawing/2014/main" id="{396BCBDD-7476-2545-BE11-AD55623C9DA2}"/>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51722" y="2478438"/>
              <a:ext cx="469900" cy="469900"/>
            </a:xfrm>
            <a:prstGeom prst="rect">
              <a:avLst/>
            </a:prstGeom>
          </p:spPr>
        </p:pic>
        <p:sp>
          <p:nvSpPr>
            <p:cNvPr id="16" name="Rectangle 15">
              <a:extLst>
                <a:ext uri="{FF2B5EF4-FFF2-40B4-BE49-F238E27FC236}">
                  <a16:creationId xmlns:a16="http://schemas.microsoft.com/office/drawing/2014/main" id="{72FD162E-852A-E94A-B97C-CED3D38BCFEF}"/>
                </a:ext>
                <a:ext uri="{C183D7F6-B498-43B3-948B-1728B52AA6E4}">
                  <adec:decorative xmlns:adec="http://schemas.microsoft.com/office/drawing/2017/decorative" val="1"/>
                </a:ext>
              </a:extLst>
            </p:cNvPr>
            <p:cNvSpPr/>
            <p:nvPr/>
          </p:nvSpPr>
          <p:spPr>
            <a:xfrm>
              <a:off x="3319396" y="2437658"/>
              <a:ext cx="5448823" cy="3719418"/>
            </a:xfrm>
            <a:prstGeom prst="rect">
              <a:avLst/>
            </a:prstGeom>
            <a:noFill/>
            <a:ln w="12700">
              <a:solidFill>
                <a:srgbClr val="5A6B86"/>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5A6B86"/>
                </a:solidFill>
                <a:effectLst/>
                <a:uLnTx/>
                <a:uFillTx/>
                <a:ea typeface="+mn-ea"/>
                <a:cs typeface="+mn-cs"/>
              </a:endParaRPr>
            </a:p>
          </p:txBody>
        </p:sp>
        <p:sp>
          <p:nvSpPr>
            <p:cNvPr id="2" name="Rectangle 1">
              <a:extLst>
                <a:ext uri="{FF2B5EF4-FFF2-40B4-BE49-F238E27FC236}">
                  <a16:creationId xmlns:a16="http://schemas.microsoft.com/office/drawing/2014/main" id="{53247946-8470-994C-A89B-CE8E601C6A32}"/>
                </a:ext>
                <a:ext uri="{C183D7F6-B498-43B3-948B-1728B52AA6E4}">
                  <adec:decorative xmlns:adec="http://schemas.microsoft.com/office/drawing/2017/decorative" val="1"/>
                </a:ext>
              </a:extLst>
            </p:cNvPr>
            <p:cNvSpPr/>
            <p:nvPr/>
          </p:nvSpPr>
          <p:spPr>
            <a:xfrm>
              <a:off x="4342933" y="2870488"/>
              <a:ext cx="635494" cy="330201"/>
            </a:xfrm>
            <a:prstGeom prst="rect">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ea typeface="+mn-ea"/>
                  <a:cs typeface="+mn-cs"/>
                </a:rPr>
                <a:t>root</a:t>
              </a:r>
            </a:p>
          </p:txBody>
        </p:sp>
        <p:pic>
          <p:nvPicPr>
            <p:cNvPr id="17" name="Graphic 16">
              <a:extLst>
                <a:ext uri="{FF2B5EF4-FFF2-40B4-BE49-F238E27FC236}">
                  <a16:creationId xmlns:a16="http://schemas.microsoft.com/office/drawing/2014/main" id="{AD64CD14-2431-2C43-BA22-060C37A2D5C8}"/>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38501" y="3298762"/>
              <a:ext cx="469900" cy="469900"/>
            </a:xfrm>
            <a:prstGeom prst="rect">
              <a:avLst/>
            </a:prstGeom>
          </p:spPr>
        </p:pic>
        <p:sp>
          <p:nvSpPr>
            <p:cNvPr id="18" name="TextBox 17">
              <a:extLst>
                <a:ext uri="{FF2B5EF4-FFF2-40B4-BE49-F238E27FC236}">
                  <a16:creationId xmlns:a16="http://schemas.microsoft.com/office/drawing/2014/main" id="{32FEA7D9-C614-954E-80CA-2322E3B68E32}"/>
                </a:ext>
                <a:ext uri="{C183D7F6-B498-43B3-948B-1728B52AA6E4}">
                  <adec:decorative xmlns:adec="http://schemas.microsoft.com/office/drawing/2017/decorative" val="1"/>
                </a:ext>
              </a:extLst>
            </p:cNvPr>
            <p:cNvSpPr txBox="1"/>
            <p:nvPr/>
          </p:nvSpPr>
          <p:spPr>
            <a:xfrm>
              <a:off x="6654007" y="3297964"/>
              <a:ext cx="1648886" cy="338554"/>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mn-ea"/>
                  <a:cs typeface="+mn-cs"/>
                </a:rPr>
                <a:t>Engineering OU</a:t>
              </a:r>
            </a:p>
          </p:txBody>
        </p:sp>
        <p:pic>
          <p:nvPicPr>
            <p:cNvPr id="21" name="Graphic 20">
              <a:extLst>
                <a:ext uri="{FF2B5EF4-FFF2-40B4-BE49-F238E27FC236}">
                  <a16:creationId xmlns:a16="http://schemas.microsoft.com/office/drawing/2014/main" id="{6B19F76B-E68E-6F47-922B-737A7E6D16BB}"/>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584524" y="5068545"/>
              <a:ext cx="469900" cy="469900"/>
            </a:xfrm>
            <a:prstGeom prst="rect">
              <a:avLst/>
            </a:prstGeom>
          </p:spPr>
        </p:pic>
        <p:sp>
          <p:nvSpPr>
            <p:cNvPr id="23" name="TextBox 22">
              <a:extLst>
                <a:ext uri="{FF2B5EF4-FFF2-40B4-BE49-F238E27FC236}">
                  <a16:creationId xmlns:a16="http://schemas.microsoft.com/office/drawing/2014/main" id="{3D2ABFCE-D71A-E040-9AD8-406DDA082573}"/>
                </a:ext>
                <a:ext uri="{C183D7F6-B498-43B3-948B-1728B52AA6E4}">
                  <adec:decorative xmlns:adec="http://schemas.microsoft.com/office/drawing/2017/decorative" val="1"/>
                </a:ext>
              </a:extLst>
            </p:cNvPr>
            <p:cNvSpPr txBox="1"/>
            <p:nvPr/>
          </p:nvSpPr>
          <p:spPr>
            <a:xfrm>
              <a:off x="6946622" y="4230832"/>
              <a:ext cx="1796544"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mn-ea"/>
                  <a:cs typeface="+mn-cs"/>
                </a:rPr>
                <a:t> Development OU</a:t>
              </a:r>
            </a:p>
          </p:txBody>
        </p:sp>
        <p:pic>
          <p:nvPicPr>
            <p:cNvPr id="24" name="Graphic 23">
              <a:extLst>
                <a:ext uri="{FF2B5EF4-FFF2-40B4-BE49-F238E27FC236}">
                  <a16:creationId xmlns:a16="http://schemas.microsoft.com/office/drawing/2014/main" id="{1751FC1B-DCDA-0B46-8E89-C8827B57E083}"/>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573660" y="4255306"/>
              <a:ext cx="469900" cy="469900"/>
            </a:xfrm>
            <a:prstGeom prst="rect">
              <a:avLst/>
            </a:prstGeom>
          </p:spPr>
        </p:pic>
        <p:sp>
          <p:nvSpPr>
            <p:cNvPr id="25" name="TextBox 24">
              <a:extLst>
                <a:ext uri="{FF2B5EF4-FFF2-40B4-BE49-F238E27FC236}">
                  <a16:creationId xmlns:a16="http://schemas.microsoft.com/office/drawing/2014/main" id="{78F7F15D-20F5-9B48-B14A-556725DED076}"/>
                </a:ext>
                <a:ext uri="{C183D7F6-B498-43B3-948B-1728B52AA6E4}">
                  <adec:decorative xmlns:adec="http://schemas.microsoft.com/office/drawing/2017/decorative" val="1"/>
                </a:ext>
              </a:extLst>
            </p:cNvPr>
            <p:cNvSpPr txBox="1"/>
            <p:nvPr/>
          </p:nvSpPr>
          <p:spPr>
            <a:xfrm>
              <a:off x="7070722" y="4968406"/>
              <a:ext cx="162383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mn-ea"/>
                  <a:cs typeface="+mn-cs"/>
                </a:rPr>
                <a:t> Production OU</a:t>
              </a:r>
            </a:p>
          </p:txBody>
        </p:sp>
        <p:sp>
          <p:nvSpPr>
            <p:cNvPr id="123" name="TextBox 122">
              <a:extLst>
                <a:ext uri="{FF2B5EF4-FFF2-40B4-BE49-F238E27FC236}">
                  <a16:creationId xmlns:a16="http://schemas.microsoft.com/office/drawing/2014/main" id="{D4EEEFCE-CEA0-244D-9B7F-676C8D9C1526}"/>
                </a:ext>
                <a:ext uri="{C183D7F6-B498-43B3-948B-1728B52AA6E4}">
                  <adec:decorative xmlns:adec="http://schemas.microsoft.com/office/drawing/2017/decorative" val="1"/>
                </a:ext>
              </a:extLst>
            </p:cNvPr>
            <p:cNvSpPr txBox="1"/>
            <p:nvPr/>
          </p:nvSpPr>
          <p:spPr>
            <a:xfrm>
              <a:off x="3626853" y="2435207"/>
              <a:ext cx="1976823"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ysClr val="windowText" lastClr="000000"/>
                  </a:solidFill>
                  <a:effectLst/>
                  <a:uLnTx/>
                  <a:uFillTx/>
                  <a:ea typeface="+mn-ea"/>
                  <a:cs typeface="+mn-cs"/>
                </a:rPr>
                <a:t>AWS Organizations</a:t>
              </a:r>
              <a:endPar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endParaRPr>
            </a:p>
          </p:txBody>
        </p:sp>
        <p:cxnSp>
          <p:nvCxnSpPr>
            <p:cNvPr id="44" name="Connector: Elbow 43">
              <a:extLst>
                <a:ext uri="{FF2B5EF4-FFF2-40B4-BE49-F238E27FC236}">
                  <a16:creationId xmlns:a16="http://schemas.microsoft.com/office/drawing/2014/main" id="{DFA860D6-50D9-448B-9B23-90C1909BF548}"/>
                </a:ext>
              </a:extLst>
            </p:cNvPr>
            <p:cNvCxnSpPr>
              <a:cxnSpLocks/>
              <a:stCxn id="2" idx="3"/>
              <a:endCxn id="15" idx="1"/>
            </p:cNvCxnSpPr>
            <p:nvPr/>
          </p:nvCxnSpPr>
          <p:spPr>
            <a:xfrm flipV="1">
              <a:off x="4978427" y="2713388"/>
              <a:ext cx="1273295" cy="322201"/>
            </a:xfrm>
            <a:prstGeom prst="bentConnector3">
              <a:avLst>
                <a:gd name="adj1" fmla="val 30325"/>
              </a:avLst>
            </a:prstGeom>
            <a:ln w="38100">
              <a:solidFill>
                <a:srgbClr val="248814"/>
              </a:solidFill>
              <a:tailEnd type="triangle"/>
            </a:ln>
          </p:spPr>
          <p:style>
            <a:lnRef idx="1">
              <a:schemeClr val="accent1"/>
            </a:lnRef>
            <a:fillRef idx="0">
              <a:schemeClr val="accent1"/>
            </a:fillRef>
            <a:effectRef idx="0">
              <a:schemeClr val="accent1"/>
            </a:effectRef>
            <a:fontRef idx="minor">
              <a:schemeClr val="tx1"/>
            </a:fontRef>
          </p:style>
        </p:cxnSp>
        <p:cxnSp>
          <p:nvCxnSpPr>
            <p:cNvPr id="49" name="Connector: Elbow 48">
              <a:extLst>
                <a:ext uri="{FF2B5EF4-FFF2-40B4-BE49-F238E27FC236}">
                  <a16:creationId xmlns:a16="http://schemas.microsoft.com/office/drawing/2014/main" id="{E0DDE348-DAFB-43E3-9842-09E8CA52CD4A}"/>
                </a:ext>
              </a:extLst>
            </p:cNvPr>
            <p:cNvCxnSpPr>
              <a:cxnSpLocks/>
            </p:cNvCxnSpPr>
            <p:nvPr/>
          </p:nvCxnSpPr>
          <p:spPr>
            <a:xfrm>
              <a:off x="4968393" y="3048115"/>
              <a:ext cx="1260074" cy="498123"/>
            </a:xfrm>
            <a:prstGeom prst="bentConnector3">
              <a:avLst>
                <a:gd name="adj1" fmla="val 31113"/>
              </a:avLst>
            </a:prstGeom>
            <a:ln w="38100">
              <a:solidFill>
                <a:srgbClr val="248814"/>
              </a:solidFill>
              <a:tailEnd type="triangle"/>
            </a:ln>
          </p:spPr>
          <p:style>
            <a:lnRef idx="1">
              <a:schemeClr val="accent1"/>
            </a:lnRef>
            <a:fillRef idx="0">
              <a:schemeClr val="accent1"/>
            </a:fillRef>
            <a:effectRef idx="0">
              <a:schemeClr val="accent1"/>
            </a:effectRef>
            <a:fontRef idx="minor">
              <a:schemeClr val="tx1"/>
            </a:fontRef>
          </p:style>
        </p:cxnSp>
        <p:cxnSp>
          <p:nvCxnSpPr>
            <p:cNvPr id="57" name="Connector: Elbow 56">
              <a:extLst>
                <a:ext uri="{FF2B5EF4-FFF2-40B4-BE49-F238E27FC236}">
                  <a16:creationId xmlns:a16="http://schemas.microsoft.com/office/drawing/2014/main" id="{EE25C917-2DD2-431F-851D-ACAE5FB7DEA2}"/>
                </a:ext>
              </a:extLst>
            </p:cNvPr>
            <p:cNvCxnSpPr>
              <a:cxnSpLocks/>
            </p:cNvCxnSpPr>
            <p:nvPr/>
          </p:nvCxnSpPr>
          <p:spPr>
            <a:xfrm rot="16200000" flipH="1">
              <a:off x="6123139" y="3931083"/>
              <a:ext cx="640499" cy="215448"/>
            </a:xfrm>
            <a:prstGeom prst="bentConnector3">
              <a:avLst>
                <a:gd name="adj1" fmla="val 98892"/>
              </a:avLst>
            </a:prstGeom>
            <a:ln w="38100">
              <a:solidFill>
                <a:srgbClr val="248814"/>
              </a:solidFill>
              <a:tailEnd type="triangle"/>
            </a:ln>
          </p:spPr>
          <p:style>
            <a:lnRef idx="1">
              <a:schemeClr val="accent1"/>
            </a:lnRef>
            <a:fillRef idx="0">
              <a:schemeClr val="accent1"/>
            </a:fillRef>
            <a:effectRef idx="0">
              <a:schemeClr val="accent1"/>
            </a:effectRef>
            <a:fontRef idx="minor">
              <a:schemeClr val="tx1"/>
            </a:fontRef>
          </p:style>
        </p:cxnSp>
        <p:cxnSp>
          <p:nvCxnSpPr>
            <p:cNvPr id="61" name="Connector: Elbow 60">
              <a:extLst>
                <a:ext uri="{FF2B5EF4-FFF2-40B4-BE49-F238E27FC236}">
                  <a16:creationId xmlns:a16="http://schemas.microsoft.com/office/drawing/2014/main" id="{A5F72DEB-BFB9-4D38-A05B-841EA03BCE91}"/>
                </a:ext>
              </a:extLst>
            </p:cNvPr>
            <p:cNvCxnSpPr>
              <a:cxnSpLocks/>
              <a:endCxn id="21" idx="1"/>
            </p:cNvCxnSpPr>
            <p:nvPr/>
          </p:nvCxnSpPr>
          <p:spPr>
            <a:xfrm rot="16200000" flipH="1">
              <a:off x="5786624" y="4505595"/>
              <a:ext cx="1346942" cy="248858"/>
            </a:xfrm>
            <a:prstGeom prst="bentConnector2">
              <a:avLst/>
            </a:prstGeom>
            <a:ln w="38100">
              <a:solidFill>
                <a:srgbClr val="248814"/>
              </a:solidFill>
              <a:tailEnd type="triangle"/>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1682915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2DC51074-DF40-4D91-B1BA-C703E928F610}"/>
              </a:ext>
            </a:extLst>
          </p:cNvPr>
          <p:cNvSpPr>
            <a:spLocks noGrp="1"/>
          </p:cNvSpPr>
          <p:nvPr>
            <p:ph type="sldNum" idx="97"/>
          </p:nvPr>
        </p:nvSpPr>
        <p:spPr/>
        <p:txBody>
          <a:bodyPr/>
          <a:lstStyle/>
          <a:p>
            <a:fld id="{4037B1B0-0345-4E15-985A-6BECCDBE474F}" type="slidenum">
              <a:rPr lang="en-US" smtClean="0"/>
              <a:pPr/>
              <a:t>41</a:t>
            </a:fld>
            <a:endParaRPr lang="en-US" dirty="0"/>
          </a:p>
        </p:txBody>
      </p:sp>
      <p:sp>
        <p:nvSpPr>
          <p:cNvPr id="6" name="Title">
            <a:extLst>
              <a:ext uri="{FF2B5EF4-FFF2-40B4-BE49-F238E27FC236}">
                <a16:creationId xmlns:a16="http://schemas.microsoft.com/office/drawing/2014/main" id="{58876D70-FA29-AB42-90F6-53D7BAF073BF}"/>
              </a:ext>
            </a:extLst>
          </p:cNvPr>
          <p:cNvSpPr>
            <a:spLocks noGrp="1"/>
          </p:cNvSpPr>
          <p:nvPr>
            <p:ph type="title" idx="1"/>
          </p:nvPr>
        </p:nvSpPr>
        <p:spPr/>
        <p:txBody>
          <a:bodyPr/>
          <a:lstStyle/>
          <a:p>
            <a:r>
              <a:rPr lang="en-US" dirty="0"/>
              <a:t>AWS Organizations: Assign accounts</a:t>
            </a:r>
          </a:p>
        </p:txBody>
      </p:sp>
      <p:grpSp>
        <p:nvGrpSpPr>
          <p:cNvPr id="4" name="Flatten Step2Group" descr="Continuation of previous diagram. Each AWS account is assigned an organizational unit. More details in notes.">
            <a:extLst>
              <a:ext uri="{FF2B5EF4-FFF2-40B4-BE49-F238E27FC236}">
                <a16:creationId xmlns:a16="http://schemas.microsoft.com/office/drawing/2014/main" id="{06405529-55C6-4770-B5F9-A6DA6959E317}"/>
              </a:ext>
            </a:extLst>
          </p:cNvPr>
          <p:cNvGrpSpPr/>
          <p:nvPr/>
        </p:nvGrpSpPr>
        <p:grpSpPr>
          <a:xfrm>
            <a:off x="258110" y="1457002"/>
            <a:ext cx="11842032" cy="4976498"/>
            <a:chOff x="258110" y="1457002"/>
            <a:chExt cx="11842032" cy="4976498"/>
          </a:xfrm>
        </p:grpSpPr>
        <p:grpSp>
          <p:nvGrpSpPr>
            <p:cNvPr id="5" name="Flatten">
              <a:extLst>
                <a:ext uri="{FF2B5EF4-FFF2-40B4-BE49-F238E27FC236}">
                  <a16:creationId xmlns:a16="http://schemas.microsoft.com/office/drawing/2014/main" id="{D35E152F-3D30-4EDC-95DF-D5B95F5E352E}"/>
                </a:ext>
              </a:extLst>
            </p:cNvPr>
            <p:cNvGrpSpPr/>
            <p:nvPr/>
          </p:nvGrpSpPr>
          <p:grpSpPr>
            <a:xfrm>
              <a:off x="2843408" y="1512993"/>
              <a:ext cx="9256734" cy="4920507"/>
              <a:chOff x="2843408" y="1512993"/>
              <a:chExt cx="9256734" cy="4920507"/>
            </a:xfrm>
          </p:grpSpPr>
          <p:sp>
            <p:nvSpPr>
              <p:cNvPr id="162" name="Rectangle 161">
                <a:extLst>
                  <a:ext uri="{FF2B5EF4-FFF2-40B4-BE49-F238E27FC236}">
                    <a16:creationId xmlns:a16="http://schemas.microsoft.com/office/drawing/2014/main" id="{6A5B16E5-B533-E84A-9A06-73EDDB76AB09}"/>
                  </a:ext>
                  <a:ext uri="{C183D7F6-B498-43B3-948B-1728B52AA6E4}">
                    <adec:decorative xmlns:adec="http://schemas.microsoft.com/office/drawing/2017/decorative" val="1"/>
                  </a:ext>
                </a:extLst>
              </p:cNvPr>
              <p:cNvSpPr/>
              <p:nvPr/>
            </p:nvSpPr>
            <p:spPr>
              <a:xfrm>
                <a:off x="9333403" y="4210756"/>
                <a:ext cx="2441448" cy="411348"/>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20040" tIns="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ysClr val="windowText" lastClr="000000"/>
                    </a:solidFill>
                    <a:effectLst/>
                    <a:uLnTx/>
                    <a:uFillTx/>
                    <a:ea typeface="+mn-ea"/>
                    <a:cs typeface="+mn-cs"/>
                  </a:rPr>
                  <a:t>AWS account #3</a:t>
                </a:r>
              </a:p>
            </p:txBody>
          </p:sp>
          <p:sp>
            <p:nvSpPr>
              <p:cNvPr id="8" name="Rectangle 7">
                <a:extLst>
                  <a:ext uri="{FF2B5EF4-FFF2-40B4-BE49-F238E27FC236}">
                    <a16:creationId xmlns:a16="http://schemas.microsoft.com/office/drawing/2014/main" id="{74839545-93AF-D84F-B4BD-A935C32EA70D}"/>
                  </a:ext>
                  <a:ext uri="{C183D7F6-B498-43B3-948B-1728B52AA6E4}">
                    <adec:decorative xmlns:adec="http://schemas.microsoft.com/office/drawing/2017/decorative" val="1"/>
                  </a:ext>
                </a:extLst>
              </p:cNvPr>
              <p:cNvSpPr/>
              <p:nvPr/>
            </p:nvSpPr>
            <p:spPr>
              <a:xfrm>
                <a:off x="2843408" y="1512993"/>
                <a:ext cx="9256734" cy="492050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ysClr val="windowText" lastClr="000000"/>
                    </a:solidFill>
                    <a:effectLst/>
                    <a:uLnTx/>
                    <a:uFillTx/>
                    <a:ea typeface="+mn-ea"/>
                    <a:cs typeface="+mn-cs"/>
                  </a:rPr>
                  <a:t>AWS Cloud</a:t>
                </a:r>
              </a:p>
            </p:txBody>
          </p:sp>
          <p:sp>
            <p:nvSpPr>
              <p:cNvPr id="10" name="Rectangle 9">
                <a:extLst>
                  <a:ext uri="{FF2B5EF4-FFF2-40B4-BE49-F238E27FC236}">
                    <a16:creationId xmlns:a16="http://schemas.microsoft.com/office/drawing/2014/main" id="{29981667-8296-EE47-A82D-31C80A332C6B}"/>
                  </a:ext>
                  <a:ext uri="{C183D7F6-B498-43B3-948B-1728B52AA6E4}">
                    <adec:decorative xmlns:adec="http://schemas.microsoft.com/office/drawing/2017/decorative" val="1"/>
                  </a:ext>
                </a:extLst>
              </p:cNvPr>
              <p:cNvSpPr/>
              <p:nvPr/>
            </p:nvSpPr>
            <p:spPr>
              <a:xfrm>
                <a:off x="3169085" y="2010024"/>
                <a:ext cx="5711868" cy="426412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i="0" u="none" strike="noStrike" kern="1200" cap="none" spc="0" normalizeH="0" baseline="0" noProof="0" dirty="0">
                    <a:ln>
                      <a:noFill/>
                    </a:ln>
                    <a:solidFill>
                      <a:srgbClr val="19594E"/>
                    </a:solidFill>
                    <a:effectLst/>
                    <a:uLnTx/>
                    <a:uFillTx/>
                    <a:ea typeface="Amazon Ember" panose="020B0603020204020204" pitchFamily="34" charset="0"/>
                    <a:cs typeface="Amazon Ember" panose="020B0603020204020204" pitchFamily="34" charset="0"/>
                  </a:rPr>
                  <a:t>Primary account</a:t>
                </a:r>
              </a:p>
            </p:txBody>
          </p:sp>
          <p:sp>
            <p:nvSpPr>
              <p:cNvPr id="14" name="TextBox 13">
                <a:extLst>
                  <a:ext uri="{FF2B5EF4-FFF2-40B4-BE49-F238E27FC236}">
                    <a16:creationId xmlns:a16="http://schemas.microsoft.com/office/drawing/2014/main" id="{1B76EA54-C6FA-B446-A825-856795B4F3C9}"/>
                  </a:ext>
                  <a:ext uri="{C183D7F6-B498-43B3-948B-1728B52AA6E4}">
                    <adec:decorative xmlns:adec="http://schemas.microsoft.com/office/drawing/2017/decorative" val="1"/>
                  </a:ext>
                </a:extLst>
              </p:cNvPr>
              <p:cNvSpPr txBox="1"/>
              <p:nvPr/>
            </p:nvSpPr>
            <p:spPr>
              <a:xfrm>
                <a:off x="6705661" y="2424606"/>
                <a:ext cx="1503962"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mn-ea"/>
                    <a:cs typeface="+mn-cs"/>
                  </a:rPr>
                  <a:t>Internal IT OU</a:t>
                </a:r>
              </a:p>
            </p:txBody>
          </p:sp>
          <p:pic>
            <p:nvPicPr>
              <p:cNvPr id="15" name="Graphic 14">
                <a:extLst>
                  <a:ext uri="{FF2B5EF4-FFF2-40B4-BE49-F238E27FC236}">
                    <a16:creationId xmlns:a16="http://schemas.microsoft.com/office/drawing/2014/main" id="{396BCBDD-7476-2545-BE11-AD55623C9DA2}"/>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51722" y="2478438"/>
                <a:ext cx="469900" cy="469900"/>
              </a:xfrm>
              <a:prstGeom prst="rect">
                <a:avLst/>
              </a:prstGeom>
            </p:spPr>
          </p:pic>
          <p:sp>
            <p:nvSpPr>
              <p:cNvPr id="16" name="Rectangle 15">
                <a:extLst>
                  <a:ext uri="{FF2B5EF4-FFF2-40B4-BE49-F238E27FC236}">
                    <a16:creationId xmlns:a16="http://schemas.microsoft.com/office/drawing/2014/main" id="{72FD162E-852A-E94A-B97C-CED3D38BCFEF}"/>
                  </a:ext>
                  <a:ext uri="{C183D7F6-B498-43B3-948B-1728B52AA6E4}">
                    <adec:decorative xmlns:adec="http://schemas.microsoft.com/office/drawing/2017/decorative" val="1"/>
                  </a:ext>
                </a:extLst>
              </p:cNvPr>
              <p:cNvSpPr/>
              <p:nvPr/>
            </p:nvSpPr>
            <p:spPr>
              <a:xfrm>
                <a:off x="3319396" y="2437658"/>
                <a:ext cx="5448823" cy="3719418"/>
              </a:xfrm>
              <a:prstGeom prst="rect">
                <a:avLst/>
              </a:prstGeom>
              <a:noFill/>
              <a:ln w="12700">
                <a:solidFill>
                  <a:srgbClr val="5A6B86"/>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5A6B86"/>
                  </a:solidFill>
                  <a:effectLst/>
                  <a:uLnTx/>
                  <a:uFillTx/>
                  <a:ea typeface="+mn-ea"/>
                  <a:cs typeface="+mn-cs"/>
                </a:endParaRPr>
              </a:p>
            </p:txBody>
          </p:sp>
          <p:sp>
            <p:nvSpPr>
              <p:cNvPr id="2" name="Rectangle 1">
                <a:extLst>
                  <a:ext uri="{FF2B5EF4-FFF2-40B4-BE49-F238E27FC236}">
                    <a16:creationId xmlns:a16="http://schemas.microsoft.com/office/drawing/2014/main" id="{53247946-8470-994C-A89B-CE8E601C6A32}"/>
                  </a:ext>
                  <a:ext uri="{C183D7F6-B498-43B3-948B-1728B52AA6E4}">
                    <adec:decorative xmlns:adec="http://schemas.microsoft.com/office/drawing/2017/decorative" val="1"/>
                  </a:ext>
                </a:extLst>
              </p:cNvPr>
              <p:cNvSpPr/>
              <p:nvPr/>
            </p:nvSpPr>
            <p:spPr>
              <a:xfrm>
                <a:off x="4342933" y="2870488"/>
                <a:ext cx="635494" cy="330201"/>
              </a:xfrm>
              <a:prstGeom prst="rect">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ea typeface="+mn-ea"/>
                    <a:cs typeface="+mn-cs"/>
                  </a:rPr>
                  <a:t>root</a:t>
                </a:r>
              </a:p>
            </p:txBody>
          </p:sp>
          <p:pic>
            <p:nvPicPr>
              <p:cNvPr id="17" name="Graphic 16">
                <a:extLst>
                  <a:ext uri="{FF2B5EF4-FFF2-40B4-BE49-F238E27FC236}">
                    <a16:creationId xmlns:a16="http://schemas.microsoft.com/office/drawing/2014/main" id="{AD64CD14-2431-2C43-BA22-060C37A2D5C8}"/>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38501" y="3298762"/>
                <a:ext cx="469900" cy="469900"/>
              </a:xfrm>
              <a:prstGeom prst="rect">
                <a:avLst/>
              </a:prstGeom>
            </p:spPr>
          </p:pic>
          <p:sp>
            <p:nvSpPr>
              <p:cNvPr id="18" name="TextBox 17">
                <a:extLst>
                  <a:ext uri="{FF2B5EF4-FFF2-40B4-BE49-F238E27FC236}">
                    <a16:creationId xmlns:a16="http://schemas.microsoft.com/office/drawing/2014/main" id="{32FEA7D9-C614-954E-80CA-2322E3B68E32}"/>
                  </a:ext>
                  <a:ext uri="{C183D7F6-B498-43B3-948B-1728B52AA6E4}">
                    <adec:decorative xmlns:adec="http://schemas.microsoft.com/office/drawing/2017/decorative" val="1"/>
                  </a:ext>
                </a:extLst>
              </p:cNvPr>
              <p:cNvSpPr txBox="1"/>
              <p:nvPr/>
            </p:nvSpPr>
            <p:spPr>
              <a:xfrm>
                <a:off x="6654007" y="3297964"/>
                <a:ext cx="1648886" cy="338554"/>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mn-ea"/>
                    <a:cs typeface="+mn-cs"/>
                  </a:rPr>
                  <a:t>Engineering OU</a:t>
                </a:r>
              </a:p>
            </p:txBody>
          </p:sp>
          <p:pic>
            <p:nvPicPr>
              <p:cNvPr id="21" name="Graphic 20">
                <a:extLst>
                  <a:ext uri="{FF2B5EF4-FFF2-40B4-BE49-F238E27FC236}">
                    <a16:creationId xmlns:a16="http://schemas.microsoft.com/office/drawing/2014/main" id="{6B19F76B-E68E-6F47-922B-737A7E6D16BB}"/>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584524" y="5068545"/>
                <a:ext cx="469900" cy="469900"/>
              </a:xfrm>
              <a:prstGeom prst="rect">
                <a:avLst/>
              </a:prstGeom>
            </p:spPr>
          </p:pic>
          <p:sp>
            <p:nvSpPr>
              <p:cNvPr id="23" name="TextBox 22">
                <a:extLst>
                  <a:ext uri="{FF2B5EF4-FFF2-40B4-BE49-F238E27FC236}">
                    <a16:creationId xmlns:a16="http://schemas.microsoft.com/office/drawing/2014/main" id="{3D2ABFCE-D71A-E040-9AD8-406DDA082573}"/>
                  </a:ext>
                  <a:ext uri="{C183D7F6-B498-43B3-948B-1728B52AA6E4}">
                    <adec:decorative xmlns:adec="http://schemas.microsoft.com/office/drawing/2017/decorative" val="1"/>
                  </a:ext>
                </a:extLst>
              </p:cNvPr>
              <p:cNvSpPr txBox="1"/>
              <p:nvPr/>
            </p:nvSpPr>
            <p:spPr>
              <a:xfrm>
                <a:off x="6946622" y="4230832"/>
                <a:ext cx="1796544"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mn-ea"/>
                    <a:cs typeface="+mn-cs"/>
                  </a:rPr>
                  <a:t> Development OU</a:t>
                </a:r>
              </a:p>
            </p:txBody>
          </p:sp>
          <p:pic>
            <p:nvPicPr>
              <p:cNvPr id="24" name="Graphic 23">
                <a:extLst>
                  <a:ext uri="{FF2B5EF4-FFF2-40B4-BE49-F238E27FC236}">
                    <a16:creationId xmlns:a16="http://schemas.microsoft.com/office/drawing/2014/main" id="{1751FC1B-DCDA-0B46-8E89-C8827B57E083}"/>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573660" y="4255306"/>
                <a:ext cx="469900" cy="469900"/>
              </a:xfrm>
              <a:prstGeom prst="rect">
                <a:avLst/>
              </a:prstGeom>
            </p:spPr>
          </p:pic>
          <p:sp>
            <p:nvSpPr>
              <p:cNvPr id="25" name="TextBox 24">
                <a:extLst>
                  <a:ext uri="{FF2B5EF4-FFF2-40B4-BE49-F238E27FC236}">
                    <a16:creationId xmlns:a16="http://schemas.microsoft.com/office/drawing/2014/main" id="{78F7F15D-20F5-9B48-B14A-556725DED076}"/>
                  </a:ext>
                  <a:ext uri="{C183D7F6-B498-43B3-948B-1728B52AA6E4}">
                    <adec:decorative xmlns:adec="http://schemas.microsoft.com/office/drawing/2017/decorative" val="1"/>
                  </a:ext>
                </a:extLst>
              </p:cNvPr>
              <p:cNvSpPr txBox="1"/>
              <p:nvPr/>
            </p:nvSpPr>
            <p:spPr>
              <a:xfrm>
                <a:off x="7070722" y="4968406"/>
                <a:ext cx="162383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mn-ea"/>
                    <a:cs typeface="+mn-cs"/>
                  </a:rPr>
                  <a:t> Production OU</a:t>
                </a:r>
              </a:p>
            </p:txBody>
          </p:sp>
          <p:sp>
            <p:nvSpPr>
              <p:cNvPr id="54" name="Rectangle 53">
                <a:extLst>
                  <a:ext uri="{FF2B5EF4-FFF2-40B4-BE49-F238E27FC236}">
                    <a16:creationId xmlns:a16="http://schemas.microsoft.com/office/drawing/2014/main" id="{A33788F8-1B83-4148-A706-0474A6E3B146}"/>
                  </a:ext>
                  <a:ext uri="{C183D7F6-B498-43B3-948B-1728B52AA6E4}">
                    <adec:decorative xmlns:adec="http://schemas.microsoft.com/office/drawing/2017/decorative" val="1"/>
                  </a:ext>
                </a:extLst>
              </p:cNvPr>
              <p:cNvSpPr/>
              <p:nvPr/>
            </p:nvSpPr>
            <p:spPr>
              <a:xfrm>
                <a:off x="9333403" y="2273988"/>
                <a:ext cx="2441448" cy="631858"/>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20040" tIns="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ysClr val="windowText" lastClr="000000"/>
                    </a:solidFill>
                    <a:effectLst/>
                    <a:uLnTx/>
                    <a:uFillTx/>
                    <a:ea typeface="+mn-ea"/>
                    <a:cs typeface="+mn-cs"/>
                  </a:rPr>
                  <a:t>AWS account #1</a:t>
                </a:r>
              </a:p>
            </p:txBody>
          </p:sp>
          <p:pic>
            <p:nvPicPr>
              <p:cNvPr id="55" name="Graphic 54">
                <a:extLst>
                  <a:ext uri="{FF2B5EF4-FFF2-40B4-BE49-F238E27FC236}">
                    <a16:creationId xmlns:a16="http://schemas.microsoft.com/office/drawing/2014/main" id="{E57E3621-9FA0-DB4C-AA9E-0E1872A6D09B}"/>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337699" y="2273989"/>
                <a:ext cx="274320" cy="274320"/>
              </a:xfrm>
              <a:prstGeom prst="rect">
                <a:avLst/>
              </a:prstGeom>
            </p:spPr>
          </p:pic>
          <p:cxnSp>
            <p:nvCxnSpPr>
              <p:cNvPr id="89" name="Straight Connector 88">
                <a:extLst>
                  <a:ext uri="{FF2B5EF4-FFF2-40B4-BE49-F238E27FC236}">
                    <a16:creationId xmlns:a16="http://schemas.microsoft.com/office/drawing/2014/main" id="{474FAC97-2B1D-7E45-950B-725152330132}"/>
                  </a:ext>
                  <a:ext uri="{C183D7F6-B498-43B3-948B-1728B52AA6E4}">
                    <adec:decorative xmlns:adec="http://schemas.microsoft.com/office/drawing/2017/decorative" val="1"/>
                  </a:ext>
                </a:extLst>
              </p:cNvPr>
              <p:cNvCxnSpPr>
                <a:cxnSpLocks/>
              </p:cNvCxnSpPr>
              <p:nvPr/>
            </p:nvCxnSpPr>
            <p:spPr>
              <a:xfrm>
                <a:off x="6721622" y="2738440"/>
                <a:ext cx="2472482" cy="0"/>
              </a:xfrm>
              <a:prstGeom prst="line">
                <a:avLst/>
              </a:prstGeom>
              <a:ln w="38100">
                <a:solidFill>
                  <a:srgbClr val="248814"/>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2B32D182-08E9-F945-A53E-119D271E6365}"/>
                  </a:ext>
                  <a:ext uri="{C183D7F6-B498-43B3-948B-1728B52AA6E4}">
                    <adec:decorative xmlns:adec="http://schemas.microsoft.com/office/drawing/2017/decorative" val="1"/>
                  </a:ext>
                </a:extLst>
              </p:cNvPr>
              <p:cNvCxnSpPr>
                <a:cxnSpLocks/>
              </p:cNvCxnSpPr>
              <p:nvPr/>
            </p:nvCxnSpPr>
            <p:spPr>
              <a:xfrm>
                <a:off x="6756155" y="3583816"/>
                <a:ext cx="2459736" cy="0"/>
              </a:xfrm>
              <a:prstGeom prst="line">
                <a:avLst/>
              </a:prstGeom>
              <a:ln w="38100">
                <a:solidFill>
                  <a:srgbClr val="248814"/>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882C3FED-32D5-8542-911D-995A4A9E9AF1}"/>
                  </a:ext>
                  <a:ext uri="{C183D7F6-B498-43B3-948B-1728B52AA6E4}">
                    <adec:decorative xmlns:adec="http://schemas.microsoft.com/office/drawing/2017/decorative" val="1"/>
                  </a:ext>
                </a:extLst>
              </p:cNvPr>
              <p:cNvCxnSpPr>
                <a:cxnSpLocks/>
              </p:cNvCxnSpPr>
              <p:nvPr/>
            </p:nvCxnSpPr>
            <p:spPr>
              <a:xfrm>
                <a:off x="7127310" y="5306539"/>
                <a:ext cx="2091846" cy="0"/>
              </a:xfrm>
              <a:prstGeom prst="line">
                <a:avLst/>
              </a:prstGeom>
              <a:ln w="38100">
                <a:solidFill>
                  <a:srgbClr val="248814"/>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062B3B93-AC7F-3049-BC6B-8BE52A205DC7}"/>
                  </a:ext>
                  <a:ext uri="{C183D7F6-B498-43B3-948B-1728B52AA6E4}">
                    <adec:decorative xmlns:adec="http://schemas.microsoft.com/office/drawing/2017/decorative" val="1"/>
                  </a:ext>
                </a:extLst>
              </p:cNvPr>
              <p:cNvCxnSpPr>
                <a:cxnSpLocks/>
              </p:cNvCxnSpPr>
              <p:nvPr/>
            </p:nvCxnSpPr>
            <p:spPr>
              <a:xfrm>
                <a:off x="7928975" y="5832441"/>
                <a:ext cx="1240077" cy="0"/>
              </a:xfrm>
              <a:prstGeom prst="line">
                <a:avLst/>
              </a:prstGeom>
              <a:ln w="38100">
                <a:solidFill>
                  <a:srgbClr val="248814"/>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3" name="TextBox 122">
                <a:extLst>
                  <a:ext uri="{FF2B5EF4-FFF2-40B4-BE49-F238E27FC236}">
                    <a16:creationId xmlns:a16="http://schemas.microsoft.com/office/drawing/2014/main" id="{D4EEEFCE-CEA0-244D-9B7F-676C8D9C1526}"/>
                  </a:ext>
                  <a:ext uri="{C183D7F6-B498-43B3-948B-1728B52AA6E4}">
                    <adec:decorative xmlns:adec="http://schemas.microsoft.com/office/drawing/2017/decorative" val="1"/>
                  </a:ext>
                </a:extLst>
              </p:cNvPr>
              <p:cNvSpPr txBox="1"/>
              <p:nvPr/>
            </p:nvSpPr>
            <p:spPr>
              <a:xfrm>
                <a:off x="3626853" y="2435207"/>
                <a:ext cx="1976823"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ysClr val="windowText" lastClr="000000"/>
                    </a:solidFill>
                    <a:effectLst/>
                    <a:uLnTx/>
                    <a:uFillTx/>
                    <a:ea typeface="+mn-ea"/>
                    <a:cs typeface="+mn-cs"/>
                  </a:rPr>
                  <a:t>AWS Organizations</a:t>
                </a:r>
                <a:endPar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endParaRPr>
              </a:p>
            </p:txBody>
          </p:sp>
          <p:pic>
            <p:nvPicPr>
              <p:cNvPr id="163" name="Graphic 162">
                <a:extLst>
                  <a:ext uri="{FF2B5EF4-FFF2-40B4-BE49-F238E27FC236}">
                    <a16:creationId xmlns:a16="http://schemas.microsoft.com/office/drawing/2014/main" id="{212092E1-72CF-8543-8C2C-7AE689F7B0B8}"/>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336469" y="4211782"/>
                <a:ext cx="274320" cy="274320"/>
              </a:xfrm>
              <a:prstGeom prst="rect">
                <a:avLst/>
              </a:prstGeom>
            </p:spPr>
          </p:pic>
          <p:pic>
            <p:nvPicPr>
              <p:cNvPr id="165" name="Graphic 164">
                <a:extLst>
                  <a:ext uri="{FF2B5EF4-FFF2-40B4-BE49-F238E27FC236}">
                    <a16:creationId xmlns:a16="http://schemas.microsoft.com/office/drawing/2014/main" id="{A198CAB6-86A4-7F4C-8AD7-8DD56B200161}"/>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329851" y="3289657"/>
                <a:ext cx="274320" cy="274320"/>
              </a:xfrm>
              <a:prstGeom prst="rect">
                <a:avLst/>
              </a:prstGeom>
            </p:spPr>
          </p:pic>
          <p:cxnSp>
            <p:nvCxnSpPr>
              <p:cNvPr id="170" name="Straight Connector 169">
                <a:extLst>
                  <a:ext uri="{FF2B5EF4-FFF2-40B4-BE49-F238E27FC236}">
                    <a16:creationId xmlns:a16="http://schemas.microsoft.com/office/drawing/2014/main" id="{0ABEEDFF-2D0A-314C-BF40-D429329120B5}"/>
                  </a:ext>
                  <a:ext uri="{C183D7F6-B498-43B3-948B-1728B52AA6E4}">
                    <adec:decorative xmlns:adec="http://schemas.microsoft.com/office/drawing/2017/decorative" val="1"/>
                  </a:ext>
                </a:extLst>
              </p:cNvPr>
              <p:cNvCxnSpPr>
                <a:cxnSpLocks/>
              </p:cNvCxnSpPr>
              <p:nvPr/>
            </p:nvCxnSpPr>
            <p:spPr>
              <a:xfrm>
                <a:off x="7089731" y="4540360"/>
                <a:ext cx="2091847" cy="0"/>
              </a:xfrm>
              <a:prstGeom prst="line">
                <a:avLst/>
              </a:prstGeom>
              <a:ln w="38100">
                <a:solidFill>
                  <a:srgbClr val="248814"/>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192" name="Graphic 191">
                <a:extLst>
                  <a:ext uri="{FF2B5EF4-FFF2-40B4-BE49-F238E27FC236}">
                    <a16:creationId xmlns:a16="http://schemas.microsoft.com/office/drawing/2014/main" id="{1020E04B-CBDC-8647-B2FE-331FCC1B26D3}"/>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341842" y="5005567"/>
                <a:ext cx="274320" cy="274320"/>
              </a:xfrm>
              <a:prstGeom prst="rect">
                <a:avLst/>
              </a:prstGeom>
            </p:spPr>
          </p:pic>
          <p:sp>
            <p:nvSpPr>
              <p:cNvPr id="197" name="Rectangle 196">
                <a:extLst>
                  <a:ext uri="{FF2B5EF4-FFF2-40B4-BE49-F238E27FC236}">
                    <a16:creationId xmlns:a16="http://schemas.microsoft.com/office/drawing/2014/main" id="{6F25293C-E315-814C-A86C-7D8F64E7C45E}"/>
                  </a:ext>
                  <a:ext uri="{C183D7F6-B498-43B3-948B-1728B52AA6E4}">
                    <adec:decorative xmlns:adec="http://schemas.microsoft.com/office/drawing/2017/decorative" val="1"/>
                  </a:ext>
                </a:extLst>
              </p:cNvPr>
              <p:cNvSpPr/>
              <p:nvPr/>
            </p:nvSpPr>
            <p:spPr>
              <a:xfrm>
                <a:off x="9333402" y="5697917"/>
                <a:ext cx="2441063" cy="45236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20040" tIns="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ysClr val="windowText" lastClr="000000"/>
                    </a:solidFill>
                    <a:effectLst/>
                    <a:uLnTx/>
                    <a:uFillTx/>
                    <a:ea typeface="+mn-ea"/>
                    <a:cs typeface="+mn-cs"/>
                  </a:rPr>
                  <a:t>AWS account #5</a:t>
                </a:r>
              </a:p>
            </p:txBody>
          </p:sp>
          <p:pic>
            <p:nvPicPr>
              <p:cNvPr id="198" name="Graphic 197">
                <a:extLst>
                  <a:ext uri="{FF2B5EF4-FFF2-40B4-BE49-F238E27FC236}">
                    <a16:creationId xmlns:a16="http://schemas.microsoft.com/office/drawing/2014/main" id="{2E765517-4438-CC42-9952-B17E5F8068CC}"/>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336846" y="5713752"/>
                <a:ext cx="274320" cy="274320"/>
              </a:xfrm>
              <a:prstGeom prst="rect">
                <a:avLst/>
              </a:prstGeom>
            </p:spPr>
          </p:pic>
          <p:pic>
            <p:nvPicPr>
              <p:cNvPr id="204" name="Graphic 203">
                <a:extLst>
                  <a:ext uri="{FF2B5EF4-FFF2-40B4-BE49-F238E27FC236}">
                    <a16:creationId xmlns:a16="http://schemas.microsoft.com/office/drawing/2014/main" id="{040BF65F-12A9-7648-964E-1605EE1189A3}"/>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658287" y="2569974"/>
                <a:ext cx="273127" cy="273127"/>
              </a:xfrm>
              <a:prstGeom prst="rect">
                <a:avLst/>
              </a:prstGeom>
            </p:spPr>
          </p:pic>
          <p:pic>
            <p:nvPicPr>
              <p:cNvPr id="205" name="Graphic 204">
                <a:extLst>
                  <a:ext uri="{FF2B5EF4-FFF2-40B4-BE49-F238E27FC236}">
                    <a16:creationId xmlns:a16="http://schemas.microsoft.com/office/drawing/2014/main" id="{7FFFD27D-858B-3444-BCCF-B74F09852F29}"/>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051921" y="2578332"/>
                <a:ext cx="273127" cy="273127"/>
              </a:xfrm>
              <a:prstGeom prst="rect">
                <a:avLst/>
              </a:prstGeom>
            </p:spPr>
          </p:pic>
          <p:pic>
            <p:nvPicPr>
              <p:cNvPr id="206" name="Graphic 205">
                <a:extLst>
                  <a:ext uri="{FF2B5EF4-FFF2-40B4-BE49-F238E27FC236}">
                    <a16:creationId xmlns:a16="http://schemas.microsoft.com/office/drawing/2014/main" id="{15D36C02-0E10-0245-8A37-ACD846FBCBC4}"/>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422472" y="2574952"/>
                <a:ext cx="273127" cy="273127"/>
              </a:xfrm>
              <a:prstGeom prst="rect">
                <a:avLst/>
              </a:prstGeom>
            </p:spPr>
          </p:pic>
          <p:sp>
            <p:nvSpPr>
              <p:cNvPr id="239" name="TextBox 238">
                <a:extLst>
                  <a:ext uri="{FF2B5EF4-FFF2-40B4-BE49-F238E27FC236}">
                    <a16:creationId xmlns:a16="http://schemas.microsoft.com/office/drawing/2014/main" id="{F264A7D2-44BF-054C-9E74-41C19569B4D3}"/>
                  </a:ext>
                  <a:ext uri="{C183D7F6-B498-43B3-948B-1728B52AA6E4}">
                    <adec:decorative xmlns:adec="http://schemas.microsoft.com/office/drawing/2017/decorative" val="1"/>
                  </a:ext>
                </a:extLst>
              </p:cNvPr>
              <p:cNvSpPr txBox="1"/>
              <p:nvPr/>
            </p:nvSpPr>
            <p:spPr>
              <a:xfrm>
                <a:off x="9519184" y="1895937"/>
                <a:ext cx="1832553"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effectLst/>
                    <a:uLnTx/>
                    <a:uFillTx/>
                    <a:ea typeface="Amazon Ember Light" panose="020B0403020204020204" pitchFamily="34" charset="0"/>
                    <a:cs typeface="Amazon Ember Light" panose="020B0403020204020204" pitchFamily="34" charset="0"/>
                  </a:rPr>
                  <a:t>Member accounts</a:t>
                </a:r>
              </a:p>
            </p:txBody>
          </p:sp>
          <p:sp>
            <p:nvSpPr>
              <p:cNvPr id="191" name="Rectangle 190">
                <a:extLst>
                  <a:ext uri="{FF2B5EF4-FFF2-40B4-BE49-F238E27FC236}">
                    <a16:creationId xmlns:a16="http://schemas.microsoft.com/office/drawing/2014/main" id="{E8284901-CDAA-1E43-A674-48F125976035}"/>
                  </a:ext>
                  <a:ext uri="{C183D7F6-B498-43B3-948B-1728B52AA6E4}">
                    <adec:decorative xmlns:adec="http://schemas.microsoft.com/office/drawing/2017/decorative" val="1"/>
                  </a:ext>
                </a:extLst>
              </p:cNvPr>
              <p:cNvSpPr/>
              <p:nvPr/>
            </p:nvSpPr>
            <p:spPr>
              <a:xfrm>
                <a:off x="9333403" y="5003275"/>
                <a:ext cx="2441448" cy="39544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20040" tIns="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ysClr val="windowText" lastClr="000000"/>
                    </a:solidFill>
                    <a:effectLst/>
                    <a:uLnTx/>
                    <a:uFillTx/>
                    <a:ea typeface="+mn-ea"/>
                    <a:cs typeface="+mn-cs"/>
                  </a:rPr>
                  <a:t>AWS account #4</a:t>
                </a:r>
              </a:p>
            </p:txBody>
          </p:sp>
          <p:sp>
            <p:nvSpPr>
              <p:cNvPr id="164" name="Rectangle 163">
                <a:extLst>
                  <a:ext uri="{FF2B5EF4-FFF2-40B4-BE49-F238E27FC236}">
                    <a16:creationId xmlns:a16="http://schemas.microsoft.com/office/drawing/2014/main" id="{E8FEC8E8-33F4-5748-BC8B-8FAC3764D8A5}"/>
                  </a:ext>
                  <a:ext uri="{C183D7F6-B498-43B3-948B-1728B52AA6E4}">
                    <adec:decorative xmlns:adec="http://schemas.microsoft.com/office/drawing/2017/decorative" val="1"/>
                  </a:ext>
                </a:extLst>
              </p:cNvPr>
              <p:cNvSpPr/>
              <p:nvPr/>
            </p:nvSpPr>
            <p:spPr>
              <a:xfrm>
                <a:off x="9333403" y="3284186"/>
                <a:ext cx="2441448" cy="423518"/>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20040" tIns="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ysClr val="windowText" lastClr="000000"/>
                    </a:solidFill>
                    <a:effectLst/>
                    <a:uLnTx/>
                    <a:uFillTx/>
                    <a:ea typeface="+mn-ea"/>
                    <a:cs typeface="+mn-cs"/>
                  </a:rPr>
                  <a:t>AWS account #2 </a:t>
                </a:r>
              </a:p>
            </p:txBody>
          </p:sp>
          <p:cxnSp>
            <p:nvCxnSpPr>
              <p:cNvPr id="44" name="Connector: Elbow 43">
                <a:extLst>
                  <a:ext uri="{FF2B5EF4-FFF2-40B4-BE49-F238E27FC236}">
                    <a16:creationId xmlns:a16="http://schemas.microsoft.com/office/drawing/2014/main" id="{DFA860D6-50D9-448B-9B23-90C1909BF548}"/>
                  </a:ext>
                </a:extLst>
              </p:cNvPr>
              <p:cNvCxnSpPr>
                <a:cxnSpLocks/>
                <a:stCxn id="2" idx="3"/>
                <a:endCxn id="15" idx="1"/>
              </p:cNvCxnSpPr>
              <p:nvPr/>
            </p:nvCxnSpPr>
            <p:spPr>
              <a:xfrm flipV="1">
                <a:off x="4978427" y="2713388"/>
                <a:ext cx="1273295" cy="322201"/>
              </a:xfrm>
              <a:prstGeom prst="bentConnector3">
                <a:avLst>
                  <a:gd name="adj1" fmla="val 30325"/>
                </a:avLst>
              </a:prstGeom>
              <a:ln w="38100">
                <a:solidFill>
                  <a:srgbClr val="248814"/>
                </a:solidFill>
                <a:tailEnd type="triangle"/>
              </a:ln>
            </p:spPr>
            <p:style>
              <a:lnRef idx="1">
                <a:schemeClr val="accent1"/>
              </a:lnRef>
              <a:fillRef idx="0">
                <a:schemeClr val="accent1"/>
              </a:fillRef>
              <a:effectRef idx="0">
                <a:schemeClr val="accent1"/>
              </a:effectRef>
              <a:fontRef idx="minor">
                <a:schemeClr val="tx1"/>
              </a:fontRef>
            </p:style>
          </p:cxnSp>
          <p:cxnSp>
            <p:nvCxnSpPr>
              <p:cNvPr id="49" name="Connector: Elbow 48">
                <a:extLst>
                  <a:ext uri="{FF2B5EF4-FFF2-40B4-BE49-F238E27FC236}">
                    <a16:creationId xmlns:a16="http://schemas.microsoft.com/office/drawing/2014/main" id="{E0DDE348-DAFB-43E3-9842-09E8CA52CD4A}"/>
                  </a:ext>
                </a:extLst>
              </p:cNvPr>
              <p:cNvCxnSpPr>
                <a:cxnSpLocks/>
              </p:cNvCxnSpPr>
              <p:nvPr/>
            </p:nvCxnSpPr>
            <p:spPr>
              <a:xfrm>
                <a:off x="4978427" y="3048115"/>
                <a:ext cx="1260074" cy="498123"/>
              </a:xfrm>
              <a:prstGeom prst="bentConnector3">
                <a:avLst>
                  <a:gd name="adj1" fmla="val 31113"/>
                </a:avLst>
              </a:prstGeom>
              <a:ln w="38100">
                <a:solidFill>
                  <a:srgbClr val="248814"/>
                </a:solidFill>
                <a:tailEnd type="triangle"/>
              </a:ln>
            </p:spPr>
            <p:style>
              <a:lnRef idx="1">
                <a:schemeClr val="accent1"/>
              </a:lnRef>
              <a:fillRef idx="0">
                <a:schemeClr val="accent1"/>
              </a:fillRef>
              <a:effectRef idx="0">
                <a:schemeClr val="accent1"/>
              </a:effectRef>
              <a:fontRef idx="minor">
                <a:schemeClr val="tx1"/>
              </a:fontRef>
            </p:style>
          </p:cxnSp>
          <p:cxnSp>
            <p:nvCxnSpPr>
              <p:cNvPr id="57" name="Connector: Elbow 56">
                <a:extLst>
                  <a:ext uri="{FF2B5EF4-FFF2-40B4-BE49-F238E27FC236}">
                    <a16:creationId xmlns:a16="http://schemas.microsoft.com/office/drawing/2014/main" id="{EE25C917-2DD2-431F-851D-ACAE5FB7DEA2}"/>
                  </a:ext>
                </a:extLst>
              </p:cNvPr>
              <p:cNvCxnSpPr>
                <a:cxnSpLocks/>
              </p:cNvCxnSpPr>
              <p:nvPr/>
            </p:nvCxnSpPr>
            <p:spPr>
              <a:xfrm rot="16200000" flipH="1">
                <a:off x="6123139" y="3931083"/>
                <a:ext cx="640499" cy="215448"/>
              </a:xfrm>
              <a:prstGeom prst="bentConnector3">
                <a:avLst>
                  <a:gd name="adj1" fmla="val 98892"/>
                </a:avLst>
              </a:prstGeom>
              <a:ln w="38100">
                <a:solidFill>
                  <a:srgbClr val="248814"/>
                </a:solidFill>
                <a:tailEnd type="triangle"/>
              </a:ln>
            </p:spPr>
            <p:style>
              <a:lnRef idx="1">
                <a:schemeClr val="accent1"/>
              </a:lnRef>
              <a:fillRef idx="0">
                <a:schemeClr val="accent1"/>
              </a:fillRef>
              <a:effectRef idx="0">
                <a:schemeClr val="accent1"/>
              </a:effectRef>
              <a:fontRef idx="minor">
                <a:schemeClr val="tx1"/>
              </a:fontRef>
            </p:style>
          </p:cxnSp>
          <p:cxnSp>
            <p:nvCxnSpPr>
              <p:cNvPr id="61" name="Connector: Elbow 60">
                <a:extLst>
                  <a:ext uri="{FF2B5EF4-FFF2-40B4-BE49-F238E27FC236}">
                    <a16:creationId xmlns:a16="http://schemas.microsoft.com/office/drawing/2014/main" id="{A5F72DEB-BFB9-4D38-A05B-841EA03BCE91}"/>
                  </a:ext>
                </a:extLst>
              </p:cNvPr>
              <p:cNvCxnSpPr>
                <a:cxnSpLocks/>
                <a:endCxn id="21" idx="1"/>
              </p:cNvCxnSpPr>
              <p:nvPr/>
            </p:nvCxnSpPr>
            <p:spPr>
              <a:xfrm rot="16200000" flipH="1">
                <a:off x="5786624" y="4505595"/>
                <a:ext cx="1346942" cy="248858"/>
              </a:xfrm>
              <a:prstGeom prst="bentConnector2">
                <a:avLst/>
              </a:prstGeom>
              <a:ln w="38100">
                <a:solidFill>
                  <a:srgbClr val="248814"/>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B0D0590F-2C24-41E6-986D-D8A773FEFB2F}"/>
                  </a:ext>
                </a:extLst>
              </p:cNvPr>
              <p:cNvCxnSpPr>
                <a:cxnSpLocks/>
              </p:cNvCxnSpPr>
              <p:nvPr/>
            </p:nvCxnSpPr>
            <p:spPr>
              <a:xfrm flipV="1">
                <a:off x="7941501" y="5323562"/>
                <a:ext cx="0" cy="526092"/>
              </a:xfrm>
              <a:prstGeom prst="line">
                <a:avLst/>
              </a:prstGeom>
              <a:ln w="38100">
                <a:solidFill>
                  <a:srgbClr val="248814"/>
                </a:solidFill>
              </a:ln>
            </p:spPr>
            <p:style>
              <a:lnRef idx="1">
                <a:schemeClr val="accent1"/>
              </a:lnRef>
              <a:fillRef idx="0">
                <a:schemeClr val="accent1"/>
              </a:fillRef>
              <a:effectRef idx="0">
                <a:schemeClr val="accent1"/>
              </a:effectRef>
              <a:fontRef idx="minor">
                <a:schemeClr val="tx1"/>
              </a:fontRef>
            </p:style>
          </p:cxnSp>
          <p:pic>
            <p:nvPicPr>
              <p:cNvPr id="45" name="Graphic 44">
                <a:extLst>
                  <a:ext uri="{FF2B5EF4-FFF2-40B4-BE49-F238E27FC236}">
                    <a16:creationId xmlns:a16="http://schemas.microsoft.com/office/drawing/2014/main" id="{8F50BB59-C41F-4F5F-A038-24C352F194EE}"/>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870607" y="1542222"/>
                <a:ext cx="330200" cy="330200"/>
              </a:xfrm>
              <a:prstGeom prst="rect">
                <a:avLst/>
              </a:prstGeom>
            </p:spPr>
          </p:pic>
          <p:pic>
            <p:nvPicPr>
              <p:cNvPr id="46" name="Graphic 45">
                <a:extLst>
                  <a:ext uri="{FF2B5EF4-FFF2-40B4-BE49-F238E27FC236}">
                    <a16:creationId xmlns:a16="http://schemas.microsoft.com/office/drawing/2014/main" id="{B219D5F4-9B47-4943-B57F-9B9269AC479A}"/>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195756" y="2038594"/>
                <a:ext cx="330200" cy="330200"/>
              </a:xfrm>
              <a:prstGeom prst="rect">
                <a:avLst/>
              </a:prstGeom>
            </p:spPr>
          </p:pic>
          <p:pic>
            <p:nvPicPr>
              <p:cNvPr id="47" name="Graphic 46">
                <a:extLst>
                  <a:ext uri="{FF2B5EF4-FFF2-40B4-BE49-F238E27FC236}">
                    <a16:creationId xmlns:a16="http://schemas.microsoft.com/office/drawing/2014/main" id="{86CD7075-A5A6-4ED7-95C6-ABC23DA60BA1}"/>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3342591" y="2460457"/>
                <a:ext cx="330243" cy="330200"/>
              </a:xfrm>
              <a:prstGeom prst="rect">
                <a:avLst/>
              </a:prstGeom>
            </p:spPr>
          </p:pic>
        </p:grpSp>
        <p:sp>
          <p:nvSpPr>
            <p:cNvPr id="50" name="TextBox 49">
              <a:extLst>
                <a:ext uri="{FF2B5EF4-FFF2-40B4-BE49-F238E27FC236}">
                  <a16:creationId xmlns:a16="http://schemas.microsoft.com/office/drawing/2014/main" id="{FD795BB4-4996-4122-A71B-0B1290672E8F}"/>
                </a:ext>
              </a:extLst>
            </p:cNvPr>
            <p:cNvSpPr txBox="1"/>
            <p:nvPr/>
          </p:nvSpPr>
          <p:spPr>
            <a:xfrm>
              <a:off x="258110" y="1457002"/>
              <a:ext cx="2572278"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panose="020B0603020204020204" pitchFamily="34" charset="0"/>
                  <a:cs typeface="Amazon Ember" panose="020B0603020204020204" pitchFamily="34" charset="0"/>
                </a:rPr>
                <a:t>In the AWS Organizations </a:t>
              </a:r>
              <a:r>
                <a:rPr kumimoji="0" lang="en-US" sz="1600" b="0" i="0" u="none" strike="noStrike" kern="1200" cap="none" spc="0" normalizeH="0" baseline="0" noProof="0" dirty="0">
                  <a:ln>
                    <a:noFill/>
                  </a:ln>
                  <a:solidFill>
                    <a:srgbClr val="000000"/>
                  </a:solidFill>
                  <a:effectLst/>
                  <a:uLnTx/>
                  <a:uFillTx/>
                  <a:ea typeface="Amazon Ember" panose="02000000000000000000" pitchFamily="2" charset="0"/>
                  <a:cs typeface="Amazon Ember" panose="020B0603020204020204" pitchFamily="34" charset="0"/>
                </a:rPr>
                <a:t>primary account:</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1" i="0" u="none" strike="noStrike" kern="1200" cap="none" spc="0" normalizeH="0" baseline="0" noProof="0" dirty="0">
                <a:ln>
                  <a:noFill/>
                </a:ln>
                <a:solidFill>
                  <a:srgbClr val="000000"/>
                </a:solidFill>
                <a:effectLst/>
                <a:uLnTx/>
                <a:uFillTx/>
                <a:ea typeface="Amazon Ember" panose="020B0603020204020204" pitchFamily="34" charset="0"/>
                <a:cs typeface="Amazon Ember" panose="020B0603020204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effectLst/>
                  <a:uLnTx/>
                  <a:uFillTx/>
                  <a:ea typeface="Amazon Ember" panose="020B0603020204020204" pitchFamily="34" charset="0"/>
                  <a:cs typeface="Amazon Ember" panose="020B0603020204020204" pitchFamily="34" charset="0"/>
                </a:rPr>
                <a:t>Create a hierarchy of organizational units (OUs).</a:t>
              </a:r>
            </a:p>
          </p:txBody>
        </p:sp>
      </p:grpSp>
      <p:sp>
        <p:nvSpPr>
          <p:cNvPr id="53" name="TextBox 52">
            <a:extLst>
              <a:ext uri="{FF2B5EF4-FFF2-40B4-BE49-F238E27FC236}">
                <a16:creationId xmlns:a16="http://schemas.microsoft.com/office/drawing/2014/main" id="{3AC957E2-43CE-4BD2-83E1-B00412137FB3}"/>
              </a:ext>
            </a:extLst>
          </p:cNvPr>
          <p:cNvSpPr txBox="1"/>
          <p:nvPr/>
        </p:nvSpPr>
        <p:spPr>
          <a:xfrm>
            <a:off x="258110" y="3109494"/>
            <a:ext cx="2572278" cy="830997"/>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2"/>
              <a:tabLst/>
              <a:defRPr/>
            </a:pPr>
            <a:r>
              <a:rPr kumimoji="0" lang="en-US" sz="1600" b="0" i="0" u="none" strike="noStrike" kern="1200" cap="none" spc="0" normalizeH="0" baseline="0" noProof="0" dirty="0">
                <a:ln>
                  <a:noFill/>
                </a:ln>
                <a:effectLst/>
                <a:uLnTx/>
                <a:uFillTx/>
                <a:ea typeface="Amazon Ember" panose="020B0603020204020204" pitchFamily="34" charset="0"/>
                <a:cs typeface="Amazon Ember" panose="020B0603020204020204" pitchFamily="34" charset="0"/>
              </a:rPr>
              <a:t>Assign accounts to OUs as member accounts.</a:t>
            </a:r>
          </a:p>
        </p:txBody>
      </p:sp>
    </p:spTree>
    <p:custDataLst>
      <p:tags r:id="rId1"/>
    </p:custDataLst>
    <p:extLst>
      <p:ext uri="{BB962C8B-B14F-4D97-AF65-F5344CB8AC3E}">
        <p14:creationId xmlns:p14="http://schemas.microsoft.com/office/powerpoint/2010/main" val="1146647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 name="Slide Number">
            <a:extLst>
              <a:ext uri="{FF2B5EF4-FFF2-40B4-BE49-F238E27FC236}">
                <a16:creationId xmlns:a16="http://schemas.microsoft.com/office/drawing/2014/main" id="{8E24F417-8B86-4D43-AD28-2D54C05E7FE9}"/>
              </a:ext>
            </a:extLst>
          </p:cNvPr>
          <p:cNvSpPr>
            <a:spLocks noGrp="1"/>
          </p:cNvSpPr>
          <p:nvPr>
            <p:ph type="sldNum" idx="97"/>
          </p:nvPr>
        </p:nvSpPr>
        <p:spPr/>
        <p:txBody>
          <a:bodyPr/>
          <a:lstStyle/>
          <a:p>
            <a:pPr lvl="0"/>
            <a:fld id="{B6A95138-A96E-2F42-A959-2EFD44FE4AB7}" type="slidenum">
              <a:rPr lang="en-US" noProof="0" smtClean="0"/>
              <a:pPr lvl="0"/>
              <a:t>42</a:t>
            </a:fld>
            <a:endParaRPr lang="en-US" noProof="0" dirty="0"/>
          </a:p>
        </p:txBody>
      </p:sp>
      <p:sp>
        <p:nvSpPr>
          <p:cNvPr id="6" name="Title">
            <a:extLst>
              <a:ext uri="{FF2B5EF4-FFF2-40B4-BE49-F238E27FC236}">
                <a16:creationId xmlns:a16="http://schemas.microsoft.com/office/drawing/2014/main" id="{58876D70-FA29-AB42-90F6-53D7BAF073BF}"/>
              </a:ext>
            </a:extLst>
          </p:cNvPr>
          <p:cNvSpPr>
            <a:spLocks noGrp="1"/>
          </p:cNvSpPr>
          <p:nvPr>
            <p:ph type="title" idx="1"/>
          </p:nvPr>
        </p:nvSpPr>
        <p:spPr/>
        <p:txBody>
          <a:bodyPr/>
          <a:lstStyle/>
          <a:p>
            <a:r>
              <a:rPr lang="en-US" dirty="0"/>
              <a:t>AWS Organizations: Define SCPs</a:t>
            </a:r>
          </a:p>
        </p:txBody>
      </p:sp>
      <p:grpSp>
        <p:nvGrpSpPr>
          <p:cNvPr id="5" name="Flatten Step3Group" descr="Continuation of previous diagram. Three different service control policies (SCPs) are defined. More details in notes.">
            <a:extLst>
              <a:ext uri="{FF2B5EF4-FFF2-40B4-BE49-F238E27FC236}">
                <a16:creationId xmlns:a16="http://schemas.microsoft.com/office/drawing/2014/main" id="{63A7C528-5C66-4C8A-AB4D-D7628DD37DCD}"/>
              </a:ext>
            </a:extLst>
          </p:cNvPr>
          <p:cNvGrpSpPr/>
          <p:nvPr/>
        </p:nvGrpSpPr>
        <p:grpSpPr>
          <a:xfrm>
            <a:off x="258110" y="1457002"/>
            <a:ext cx="11842032" cy="4976498"/>
            <a:chOff x="258110" y="1457002"/>
            <a:chExt cx="11842032" cy="4976498"/>
          </a:xfrm>
        </p:grpSpPr>
        <p:grpSp>
          <p:nvGrpSpPr>
            <p:cNvPr id="4" name="Step3 - Flatten">
              <a:extLst>
                <a:ext uri="{FF2B5EF4-FFF2-40B4-BE49-F238E27FC236}">
                  <a16:creationId xmlns:a16="http://schemas.microsoft.com/office/drawing/2014/main" id="{AB4A6B1A-CAD6-4B95-B90B-51360E86C3C8}"/>
                </a:ext>
              </a:extLst>
            </p:cNvPr>
            <p:cNvGrpSpPr/>
            <p:nvPr/>
          </p:nvGrpSpPr>
          <p:grpSpPr>
            <a:xfrm>
              <a:off x="2843408" y="1512993"/>
              <a:ext cx="9256734" cy="4920507"/>
              <a:chOff x="2843408" y="1512993"/>
              <a:chExt cx="9256734" cy="4920507"/>
            </a:xfrm>
          </p:grpSpPr>
          <p:grpSp>
            <p:nvGrpSpPr>
              <p:cNvPr id="3" name="Flatten">
                <a:extLst>
                  <a:ext uri="{FF2B5EF4-FFF2-40B4-BE49-F238E27FC236}">
                    <a16:creationId xmlns:a16="http://schemas.microsoft.com/office/drawing/2014/main" id="{396C3F5B-B329-497C-B1ED-F5F4FF73E24D}"/>
                  </a:ext>
                </a:extLst>
              </p:cNvPr>
              <p:cNvGrpSpPr/>
              <p:nvPr/>
            </p:nvGrpSpPr>
            <p:grpSpPr>
              <a:xfrm>
                <a:off x="2843408" y="1512993"/>
                <a:ext cx="9256734" cy="4920507"/>
                <a:chOff x="2843408" y="1512993"/>
                <a:chExt cx="9256734" cy="4920507"/>
              </a:xfrm>
            </p:grpSpPr>
            <p:sp>
              <p:nvSpPr>
                <p:cNvPr id="162" name="Rectangle 161">
                  <a:extLst>
                    <a:ext uri="{FF2B5EF4-FFF2-40B4-BE49-F238E27FC236}">
                      <a16:creationId xmlns:a16="http://schemas.microsoft.com/office/drawing/2014/main" id="{6A5B16E5-B533-E84A-9A06-73EDDB76AB09}"/>
                    </a:ext>
                    <a:ext uri="{C183D7F6-B498-43B3-948B-1728B52AA6E4}">
                      <adec:decorative xmlns:adec="http://schemas.microsoft.com/office/drawing/2017/decorative" val="1"/>
                    </a:ext>
                  </a:extLst>
                </p:cNvPr>
                <p:cNvSpPr/>
                <p:nvPr/>
              </p:nvSpPr>
              <p:spPr>
                <a:xfrm>
                  <a:off x="9333403" y="4210756"/>
                  <a:ext cx="2441448" cy="411348"/>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20040" tIns="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ysClr val="windowText" lastClr="000000"/>
                      </a:solidFill>
                      <a:effectLst/>
                      <a:uLnTx/>
                      <a:uFillTx/>
                      <a:ea typeface="+mn-ea"/>
                      <a:cs typeface="+mn-cs"/>
                    </a:rPr>
                    <a:t>AWS account #3</a:t>
                  </a:r>
                </a:p>
              </p:txBody>
            </p:sp>
            <p:sp>
              <p:nvSpPr>
                <p:cNvPr id="8" name="Rectangle 7">
                  <a:extLst>
                    <a:ext uri="{FF2B5EF4-FFF2-40B4-BE49-F238E27FC236}">
                      <a16:creationId xmlns:a16="http://schemas.microsoft.com/office/drawing/2014/main" id="{74839545-93AF-D84F-B4BD-A935C32EA70D}"/>
                    </a:ext>
                    <a:ext uri="{C183D7F6-B498-43B3-948B-1728B52AA6E4}">
                      <adec:decorative xmlns:adec="http://schemas.microsoft.com/office/drawing/2017/decorative" val="1"/>
                    </a:ext>
                  </a:extLst>
                </p:cNvPr>
                <p:cNvSpPr/>
                <p:nvPr/>
              </p:nvSpPr>
              <p:spPr>
                <a:xfrm>
                  <a:off x="2843408" y="1512993"/>
                  <a:ext cx="9256734" cy="492050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ysClr val="windowText" lastClr="000000"/>
                      </a:solidFill>
                      <a:effectLst/>
                      <a:uLnTx/>
                      <a:uFillTx/>
                      <a:ea typeface="+mn-ea"/>
                      <a:cs typeface="+mn-cs"/>
                    </a:rPr>
                    <a:t>AWS Cloud</a:t>
                  </a:r>
                </a:p>
              </p:txBody>
            </p:sp>
            <p:sp>
              <p:nvSpPr>
                <p:cNvPr id="10" name="Rectangle 9">
                  <a:extLst>
                    <a:ext uri="{FF2B5EF4-FFF2-40B4-BE49-F238E27FC236}">
                      <a16:creationId xmlns:a16="http://schemas.microsoft.com/office/drawing/2014/main" id="{29981667-8296-EE47-A82D-31C80A332C6B}"/>
                    </a:ext>
                    <a:ext uri="{C183D7F6-B498-43B3-948B-1728B52AA6E4}">
                      <adec:decorative xmlns:adec="http://schemas.microsoft.com/office/drawing/2017/decorative" val="1"/>
                    </a:ext>
                  </a:extLst>
                </p:cNvPr>
                <p:cNvSpPr/>
                <p:nvPr/>
              </p:nvSpPr>
              <p:spPr>
                <a:xfrm>
                  <a:off x="3169085" y="2010024"/>
                  <a:ext cx="5711868" cy="426412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i="0" u="none" strike="noStrike" kern="1200" cap="none" spc="0" normalizeH="0" baseline="0" noProof="0" dirty="0">
                      <a:ln>
                        <a:noFill/>
                      </a:ln>
                      <a:solidFill>
                        <a:srgbClr val="19594E"/>
                      </a:solidFill>
                      <a:effectLst/>
                      <a:uLnTx/>
                      <a:uFillTx/>
                      <a:ea typeface="Amazon Ember" panose="020B0603020204020204" pitchFamily="34" charset="0"/>
                      <a:cs typeface="Amazon Ember" panose="020B0603020204020204" pitchFamily="34" charset="0"/>
                    </a:rPr>
                    <a:t>Primary account</a:t>
                  </a:r>
                </a:p>
              </p:txBody>
            </p:sp>
            <p:sp>
              <p:nvSpPr>
                <p:cNvPr id="14" name="TextBox 13">
                  <a:extLst>
                    <a:ext uri="{FF2B5EF4-FFF2-40B4-BE49-F238E27FC236}">
                      <a16:creationId xmlns:a16="http://schemas.microsoft.com/office/drawing/2014/main" id="{1B76EA54-C6FA-B446-A825-856795B4F3C9}"/>
                    </a:ext>
                    <a:ext uri="{C183D7F6-B498-43B3-948B-1728B52AA6E4}">
                      <adec:decorative xmlns:adec="http://schemas.microsoft.com/office/drawing/2017/decorative" val="1"/>
                    </a:ext>
                  </a:extLst>
                </p:cNvPr>
                <p:cNvSpPr txBox="1"/>
                <p:nvPr/>
              </p:nvSpPr>
              <p:spPr>
                <a:xfrm>
                  <a:off x="6705661" y="2424606"/>
                  <a:ext cx="1503962"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mn-ea"/>
                      <a:cs typeface="+mn-cs"/>
                    </a:rPr>
                    <a:t>Internal IT OU</a:t>
                  </a:r>
                </a:p>
              </p:txBody>
            </p:sp>
            <p:pic>
              <p:nvPicPr>
                <p:cNvPr id="15" name="Graphic 14">
                  <a:extLst>
                    <a:ext uri="{FF2B5EF4-FFF2-40B4-BE49-F238E27FC236}">
                      <a16:creationId xmlns:a16="http://schemas.microsoft.com/office/drawing/2014/main" id="{396BCBDD-7476-2545-BE11-AD55623C9DA2}"/>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51722" y="2478438"/>
                  <a:ext cx="469900" cy="469900"/>
                </a:xfrm>
                <a:prstGeom prst="rect">
                  <a:avLst/>
                </a:prstGeom>
              </p:spPr>
            </p:pic>
            <p:sp>
              <p:nvSpPr>
                <p:cNvPr id="16" name="Rectangle 15">
                  <a:extLst>
                    <a:ext uri="{FF2B5EF4-FFF2-40B4-BE49-F238E27FC236}">
                      <a16:creationId xmlns:a16="http://schemas.microsoft.com/office/drawing/2014/main" id="{72FD162E-852A-E94A-B97C-CED3D38BCFEF}"/>
                    </a:ext>
                    <a:ext uri="{C183D7F6-B498-43B3-948B-1728B52AA6E4}">
                      <adec:decorative xmlns:adec="http://schemas.microsoft.com/office/drawing/2017/decorative" val="1"/>
                    </a:ext>
                  </a:extLst>
                </p:cNvPr>
                <p:cNvSpPr/>
                <p:nvPr/>
              </p:nvSpPr>
              <p:spPr>
                <a:xfrm>
                  <a:off x="3319396" y="2437658"/>
                  <a:ext cx="5448823" cy="3719418"/>
                </a:xfrm>
                <a:prstGeom prst="rect">
                  <a:avLst/>
                </a:prstGeom>
                <a:noFill/>
                <a:ln w="12700">
                  <a:solidFill>
                    <a:srgbClr val="5A6B86"/>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5A6B86"/>
                    </a:solidFill>
                    <a:effectLst/>
                    <a:uLnTx/>
                    <a:uFillTx/>
                    <a:ea typeface="+mn-ea"/>
                    <a:cs typeface="+mn-cs"/>
                  </a:endParaRPr>
                </a:p>
              </p:txBody>
            </p:sp>
            <p:sp>
              <p:nvSpPr>
                <p:cNvPr id="2" name="Rectangle 1">
                  <a:extLst>
                    <a:ext uri="{FF2B5EF4-FFF2-40B4-BE49-F238E27FC236}">
                      <a16:creationId xmlns:a16="http://schemas.microsoft.com/office/drawing/2014/main" id="{53247946-8470-994C-A89B-CE8E601C6A32}"/>
                    </a:ext>
                    <a:ext uri="{C183D7F6-B498-43B3-948B-1728B52AA6E4}">
                      <adec:decorative xmlns:adec="http://schemas.microsoft.com/office/drawing/2017/decorative" val="1"/>
                    </a:ext>
                  </a:extLst>
                </p:cNvPr>
                <p:cNvSpPr/>
                <p:nvPr/>
              </p:nvSpPr>
              <p:spPr>
                <a:xfrm>
                  <a:off x="4342933" y="2870488"/>
                  <a:ext cx="635494" cy="330201"/>
                </a:xfrm>
                <a:prstGeom prst="rect">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ea typeface="+mn-ea"/>
                      <a:cs typeface="+mn-cs"/>
                    </a:rPr>
                    <a:t>root</a:t>
                  </a:r>
                </a:p>
              </p:txBody>
            </p:sp>
            <p:pic>
              <p:nvPicPr>
                <p:cNvPr id="17" name="Graphic 16">
                  <a:extLst>
                    <a:ext uri="{FF2B5EF4-FFF2-40B4-BE49-F238E27FC236}">
                      <a16:creationId xmlns:a16="http://schemas.microsoft.com/office/drawing/2014/main" id="{AD64CD14-2431-2C43-BA22-060C37A2D5C8}"/>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38501" y="3298762"/>
                  <a:ext cx="469900" cy="469900"/>
                </a:xfrm>
                <a:prstGeom prst="rect">
                  <a:avLst/>
                </a:prstGeom>
              </p:spPr>
            </p:pic>
            <p:sp>
              <p:nvSpPr>
                <p:cNvPr id="18" name="TextBox 17">
                  <a:extLst>
                    <a:ext uri="{FF2B5EF4-FFF2-40B4-BE49-F238E27FC236}">
                      <a16:creationId xmlns:a16="http://schemas.microsoft.com/office/drawing/2014/main" id="{32FEA7D9-C614-954E-80CA-2322E3B68E32}"/>
                    </a:ext>
                    <a:ext uri="{C183D7F6-B498-43B3-948B-1728B52AA6E4}">
                      <adec:decorative xmlns:adec="http://schemas.microsoft.com/office/drawing/2017/decorative" val="1"/>
                    </a:ext>
                  </a:extLst>
                </p:cNvPr>
                <p:cNvSpPr txBox="1"/>
                <p:nvPr/>
              </p:nvSpPr>
              <p:spPr>
                <a:xfrm>
                  <a:off x="6654007" y="3297964"/>
                  <a:ext cx="1648886" cy="338554"/>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mn-ea"/>
                      <a:cs typeface="+mn-cs"/>
                    </a:rPr>
                    <a:t>Engineering OU</a:t>
                  </a:r>
                </a:p>
              </p:txBody>
            </p:sp>
            <p:pic>
              <p:nvPicPr>
                <p:cNvPr id="21" name="Graphic 20">
                  <a:extLst>
                    <a:ext uri="{FF2B5EF4-FFF2-40B4-BE49-F238E27FC236}">
                      <a16:creationId xmlns:a16="http://schemas.microsoft.com/office/drawing/2014/main" id="{6B19F76B-E68E-6F47-922B-737A7E6D16BB}"/>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584524" y="5068545"/>
                  <a:ext cx="469900" cy="469900"/>
                </a:xfrm>
                <a:prstGeom prst="rect">
                  <a:avLst/>
                </a:prstGeom>
              </p:spPr>
            </p:pic>
            <p:sp>
              <p:nvSpPr>
                <p:cNvPr id="23" name="TextBox 22">
                  <a:extLst>
                    <a:ext uri="{FF2B5EF4-FFF2-40B4-BE49-F238E27FC236}">
                      <a16:creationId xmlns:a16="http://schemas.microsoft.com/office/drawing/2014/main" id="{3D2ABFCE-D71A-E040-9AD8-406DDA082573}"/>
                    </a:ext>
                    <a:ext uri="{C183D7F6-B498-43B3-948B-1728B52AA6E4}">
                      <adec:decorative xmlns:adec="http://schemas.microsoft.com/office/drawing/2017/decorative" val="1"/>
                    </a:ext>
                  </a:extLst>
                </p:cNvPr>
                <p:cNvSpPr txBox="1"/>
                <p:nvPr/>
              </p:nvSpPr>
              <p:spPr>
                <a:xfrm>
                  <a:off x="6946622" y="4230832"/>
                  <a:ext cx="1796544"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mn-ea"/>
                      <a:cs typeface="+mn-cs"/>
                    </a:rPr>
                    <a:t> Development OU</a:t>
                  </a:r>
                </a:p>
              </p:txBody>
            </p:sp>
            <p:pic>
              <p:nvPicPr>
                <p:cNvPr id="24" name="Graphic 23">
                  <a:extLst>
                    <a:ext uri="{FF2B5EF4-FFF2-40B4-BE49-F238E27FC236}">
                      <a16:creationId xmlns:a16="http://schemas.microsoft.com/office/drawing/2014/main" id="{1751FC1B-DCDA-0B46-8E89-C8827B57E083}"/>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573660" y="4255306"/>
                  <a:ext cx="469900" cy="469900"/>
                </a:xfrm>
                <a:prstGeom prst="rect">
                  <a:avLst/>
                </a:prstGeom>
              </p:spPr>
            </p:pic>
            <p:sp>
              <p:nvSpPr>
                <p:cNvPr id="25" name="TextBox 24">
                  <a:extLst>
                    <a:ext uri="{FF2B5EF4-FFF2-40B4-BE49-F238E27FC236}">
                      <a16:creationId xmlns:a16="http://schemas.microsoft.com/office/drawing/2014/main" id="{78F7F15D-20F5-9B48-B14A-556725DED076}"/>
                    </a:ext>
                    <a:ext uri="{C183D7F6-B498-43B3-948B-1728B52AA6E4}">
                      <adec:decorative xmlns:adec="http://schemas.microsoft.com/office/drawing/2017/decorative" val="1"/>
                    </a:ext>
                  </a:extLst>
                </p:cNvPr>
                <p:cNvSpPr txBox="1"/>
                <p:nvPr/>
              </p:nvSpPr>
              <p:spPr>
                <a:xfrm>
                  <a:off x="7070722" y="4968406"/>
                  <a:ext cx="162383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mn-ea"/>
                      <a:cs typeface="+mn-cs"/>
                    </a:rPr>
                    <a:t> Production OU</a:t>
                  </a:r>
                </a:p>
              </p:txBody>
            </p:sp>
            <p:sp>
              <p:nvSpPr>
                <p:cNvPr id="54" name="Rectangle 53">
                  <a:extLst>
                    <a:ext uri="{FF2B5EF4-FFF2-40B4-BE49-F238E27FC236}">
                      <a16:creationId xmlns:a16="http://schemas.microsoft.com/office/drawing/2014/main" id="{A33788F8-1B83-4148-A706-0474A6E3B146}"/>
                    </a:ext>
                    <a:ext uri="{C183D7F6-B498-43B3-948B-1728B52AA6E4}">
                      <adec:decorative xmlns:adec="http://schemas.microsoft.com/office/drawing/2017/decorative" val="1"/>
                    </a:ext>
                  </a:extLst>
                </p:cNvPr>
                <p:cNvSpPr/>
                <p:nvPr/>
              </p:nvSpPr>
              <p:spPr>
                <a:xfrm>
                  <a:off x="9333403" y="2273988"/>
                  <a:ext cx="2441448" cy="631858"/>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20040" tIns="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ysClr val="windowText" lastClr="000000"/>
                      </a:solidFill>
                      <a:effectLst/>
                      <a:uLnTx/>
                      <a:uFillTx/>
                      <a:ea typeface="+mn-ea"/>
                      <a:cs typeface="+mn-cs"/>
                    </a:rPr>
                    <a:t>AWS account #1</a:t>
                  </a:r>
                </a:p>
              </p:txBody>
            </p:sp>
            <p:pic>
              <p:nvPicPr>
                <p:cNvPr id="55" name="Graphic 54">
                  <a:extLst>
                    <a:ext uri="{FF2B5EF4-FFF2-40B4-BE49-F238E27FC236}">
                      <a16:creationId xmlns:a16="http://schemas.microsoft.com/office/drawing/2014/main" id="{E57E3621-9FA0-DB4C-AA9E-0E1872A6D09B}"/>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337699" y="2273989"/>
                  <a:ext cx="274320" cy="274320"/>
                </a:xfrm>
                <a:prstGeom prst="rect">
                  <a:avLst/>
                </a:prstGeom>
              </p:spPr>
            </p:pic>
            <p:cxnSp>
              <p:nvCxnSpPr>
                <p:cNvPr id="89" name="Straight Connector 88">
                  <a:extLst>
                    <a:ext uri="{FF2B5EF4-FFF2-40B4-BE49-F238E27FC236}">
                      <a16:creationId xmlns:a16="http://schemas.microsoft.com/office/drawing/2014/main" id="{474FAC97-2B1D-7E45-950B-725152330132}"/>
                    </a:ext>
                    <a:ext uri="{C183D7F6-B498-43B3-948B-1728B52AA6E4}">
                      <adec:decorative xmlns:adec="http://schemas.microsoft.com/office/drawing/2017/decorative" val="1"/>
                    </a:ext>
                  </a:extLst>
                </p:cNvPr>
                <p:cNvCxnSpPr>
                  <a:cxnSpLocks/>
                </p:cNvCxnSpPr>
                <p:nvPr/>
              </p:nvCxnSpPr>
              <p:spPr>
                <a:xfrm>
                  <a:off x="6721622" y="2738440"/>
                  <a:ext cx="2472482" cy="0"/>
                </a:xfrm>
                <a:prstGeom prst="line">
                  <a:avLst/>
                </a:prstGeom>
                <a:ln w="38100">
                  <a:solidFill>
                    <a:srgbClr val="248814"/>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2B32D182-08E9-F945-A53E-119D271E6365}"/>
                    </a:ext>
                    <a:ext uri="{C183D7F6-B498-43B3-948B-1728B52AA6E4}">
                      <adec:decorative xmlns:adec="http://schemas.microsoft.com/office/drawing/2017/decorative" val="1"/>
                    </a:ext>
                  </a:extLst>
                </p:cNvPr>
                <p:cNvCxnSpPr>
                  <a:cxnSpLocks/>
                </p:cNvCxnSpPr>
                <p:nvPr/>
              </p:nvCxnSpPr>
              <p:spPr>
                <a:xfrm>
                  <a:off x="6756155" y="3583816"/>
                  <a:ext cx="2459736" cy="0"/>
                </a:xfrm>
                <a:prstGeom prst="line">
                  <a:avLst/>
                </a:prstGeom>
                <a:ln w="38100">
                  <a:solidFill>
                    <a:srgbClr val="248814"/>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882C3FED-32D5-8542-911D-995A4A9E9AF1}"/>
                    </a:ext>
                    <a:ext uri="{C183D7F6-B498-43B3-948B-1728B52AA6E4}">
                      <adec:decorative xmlns:adec="http://schemas.microsoft.com/office/drawing/2017/decorative" val="1"/>
                    </a:ext>
                  </a:extLst>
                </p:cNvPr>
                <p:cNvCxnSpPr>
                  <a:cxnSpLocks/>
                </p:cNvCxnSpPr>
                <p:nvPr/>
              </p:nvCxnSpPr>
              <p:spPr>
                <a:xfrm>
                  <a:off x="7127310" y="5306539"/>
                  <a:ext cx="2091846" cy="0"/>
                </a:xfrm>
                <a:prstGeom prst="line">
                  <a:avLst/>
                </a:prstGeom>
                <a:ln w="38100">
                  <a:solidFill>
                    <a:srgbClr val="248814"/>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062B3B93-AC7F-3049-BC6B-8BE52A205DC7}"/>
                    </a:ext>
                    <a:ext uri="{C183D7F6-B498-43B3-948B-1728B52AA6E4}">
                      <adec:decorative xmlns:adec="http://schemas.microsoft.com/office/drawing/2017/decorative" val="1"/>
                    </a:ext>
                  </a:extLst>
                </p:cNvPr>
                <p:cNvCxnSpPr>
                  <a:cxnSpLocks/>
                </p:cNvCxnSpPr>
                <p:nvPr/>
              </p:nvCxnSpPr>
              <p:spPr>
                <a:xfrm>
                  <a:off x="7928975" y="5832441"/>
                  <a:ext cx="1240077" cy="0"/>
                </a:xfrm>
                <a:prstGeom prst="line">
                  <a:avLst/>
                </a:prstGeom>
                <a:ln w="38100">
                  <a:solidFill>
                    <a:srgbClr val="248814"/>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3" name="TextBox 122">
                  <a:extLst>
                    <a:ext uri="{FF2B5EF4-FFF2-40B4-BE49-F238E27FC236}">
                      <a16:creationId xmlns:a16="http://schemas.microsoft.com/office/drawing/2014/main" id="{D4EEEFCE-CEA0-244D-9B7F-676C8D9C1526}"/>
                    </a:ext>
                    <a:ext uri="{C183D7F6-B498-43B3-948B-1728B52AA6E4}">
                      <adec:decorative xmlns:adec="http://schemas.microsoft.com/office/drawing/2017/decorative" val="1"/>
                    </a:ext>
                  </a:extLst>
                </p:cNvPr>
                <p:cNvSpPr txBox="1"/>
                <p:nvPr/>
              </p:nvSpPr>
              <p:spPr>
                <a:xfrm>
                  <a:off x="3626853" y="2435207"/>
                  <a:ext cx="1976823"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ysClr val="windowText" lastClr="000000"/>
                      </a:solidFill>
                      <a:effectLst/>
                      <a:uLnTx/>
                      <a:uFillTx/>
                      <a:ea typeface="+mn-ea"/>
                      <a:cs typeface="+mn-cs"/>
                    </a:rPr>
                    <a:t>AWS Organizations</a:t>
                  </a:r>
                  <a:endParaRPr kumimoji="0" lang="en-US" sz="1600" b="0" i="0" u="none" strike="noStrike" kern="1200" cap="none" spc="0" normalizeH="0" baseline="0" noProof="0" dirty="0">
                    <a:ln>
                      <a:noFill/>
                    </a:ln>
                    <a:solidFill>
                      <a:srgbClr val="000000"/>
                    </a:solidFill>
                    <a:effectLst/>
                    <a:uLnTx/>
                    <a:uFillTx/>
                    <a:ea typeface="Amazon Ember Light" panose="020B0403020204020204" pitchFamily="34" charset="0"/>
                    <a:cs typeface="Amazon Ember Light" panose="020B0403020204020204" pitchFamily="34" charset="0"/>
                  </a:endParaRPr>
                </a:p>
              </p:txBody>
            </p:sp>
            <p:pic>
              <p:nvPicPr>
                <p:cNvPr id="163" name="Graphic 162">
                  <a:extLst>
                    <a:ext uri="{FF2B5EF4-FFF2-40B4-BE49-F238E27FC236}">
                      <a16:creationId xmlns:a16="http://schemas.microsoft.com/office/drawing/2014/main" id="{212092E1-72CF-8543-8C2C-7AE689F7B0B8}"/>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336469" y="4211782"/>
                  <a:ext cx="274320" cy="274320"/>
                </a:xfrm>
                <a:prstGeom prst="rect">
                  <a:avLst/>
                </a:prstGeom>
              </p:spPr>
            </p:pic>
            <p:pic>
              <p:nvPicPr>
                <p:cNvPr id="165" name="Graphic 164">
                  <a:extLst>
                    <a:ext uri="{FF2B5EF4-FFF2-40B4-BE49-F238E27FC236}">
                      <a16:creationId xmlns:a16="http://schemas.microsoft.com/office/drawing/2014/main" id="{A198CAB6-86A4-7F4C-8AD7-8DD56B200161}"/>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329851" y="3289657"/>
                  <a:ext cx="274320" cy="274320"/>
                </a:xfrm>
                <a:prstGeom prst="rect">
                  <a:avLst/>
                </a:prstGeom>
              </p:spPr>
            </p:pic>
            <p:cxnSp>
              <p:nvCxnSpPr>
                <p:cNvPr id="170" name="Straight Connector 169">
                  <a:extLst>
                    <a:ext uri="{FF2B5EF4-FFF2-40B4-BE49-F238E27FC236}">
                      <a16:creationId xmlns:a16="http://schemas.microsoft.com/office/drawing/2014/main" id="{0ABEEDFF-2D0A-314C-BF40-D429329120B5}"/>
                    </a:ext>
                    <a:ext uri="{C183D7F6-B498-43B3-948B-1728B52AA6E4}">
                      <adec:decorative xmlns:adec="http://schemas.microsoft.com/office/drawing/2017/decorative" val="1"/>
                    </a:ext>
                  </a:extLst>
                </p:cNvPr>
                <p:cNvCxnSpPr>
                  <a:cxnSpLocks/>
                </p:cNvCxnSpPr>
                <p:nvPr/>
              </p:nvCxnSpPr>
              <p:spPr>
                <a:xfrm>
                  <a:off x="7089731" y="4540360"/>
                  <a:ext cx="2091847" cy="0"/>
                </a:xfrm>
                <a:prstGeom prst="line">
                  <a:avLst/>
                </a:prstGeom>
                <a:ln w="38100">
                  <a:solidFill>
                    <a:srgbClr val="248814"/>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192" name="Graphic 191">
                  <a:extLst>
                    <a:ext uri="{FF2B5EF4-FFF2-40B4-BE49-F238E27FC236}">
                      <a16:creationId xmlns:a16="http://schemas.microsoft.com/office/drawing/2014/main" id="{1020E04B-CBDC-8647-B2FE-331FCC1B26D3}"/>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341842" y="5005567"/>
                  <a:ext cx="274320" cy="274320"/>
                </a:xfrm>
                <a:prstGeom prst="rect">
                  <a:avLst/>
                </a:prstGeom>
              </p:spPr>
            </p:pic>
            <p:sp>
              <p:nvSpPr>
                <p:cNvPr id="197" name="Rectangle 196">
                  <a:extLst>
                    <a:ext uri="{FF2B5EF4-FFF2-40B4-BE49-F238E27FC236}">
                      <a16:creationId xmlns:a16="http://schemas.microsoft.com/office/drawing/2014/main" id="{6F25293C-E315-814C-A86C-7D8F64E7C45E}"/>
                    </a:ext>
                    <a:ext uri="{C183D7F6-B498-43B3-948B-1728B52AA6E4}">
                      <adec:decorative xmlns:adec="http://schemas.microsoft.com/office/drawing/2017/decorative" val="1"/>
                    </a:ext>
                  </a:extLst>
                </p:cNvPr>
                <p:cNvSpPr/>
                <p:nvPr/>
              </p:nvSpPr>
              <p:spPr>
                <a:xfrm>
                  <a:off x="9333402" y="5697917"/>
                  <a:ext cx="2441063" cy="45236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20040" tIns="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ysClr val="windowText" lastClr="000000"/>
                      </a:solidFill>
                      <a:effectLst/>
                      <a:uLnTx/>
                      <a:uFillTx/>
                      <a:ea typeface="+mn-ea"/>
                      <a:cs typeface="+mn-cs"/>
                    </a:rPr>
                    <a:t>AWS account #5</a:t>
                  </a:r>
                </a:p>
              </p:txBody>
            </p:sp>
            <p:pic>
              <p:nvPicPr>
                <p:cNvPr id="198" name="Graphic 197">
                  <a:extLst>
                    <a:ext uri="{FF2B5EF4-FFF2-40B4-BE49-F238E27FC236}">
                      <a16:creationId xmlns:a16="http://schemas.microsoft.com/office/drawing/2014/main" id="{2E765517-4438-CC42-9952-B17E5F8068CC}"/>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336846" y="5713752"/>
                  <a:ext cx="274320" cy="274320"/>
                </a:xfrm>
                <a:prstGeom prst="rect">
                  <a:avLst/>
                </a:prstGeom>
              </p:spPr>
            </p:pic>
            <p:sp>
              <p:nvSpPr>
                <p:cNvPr id="201" name="TextBox 200">
                  <a:extLst>
                    <a:ext uri="{FF2B5EF4-FFF2-40B4-BE49-F238E27FC236}">
                      <a16:creationId xmlns:a16="http://schemas.microsoft.com/office/drawing/2014/main" id="{83DF470D-5FA9-9A47-BFDD-B910F9A0DE79}"/>
                    </a:ext>
                    <a:ext uri="{C183D7F6-B498-43B3-948B-1728B52AA6E4}">
                      <adec:decorative xmlns:adec="http://schemas.microsoft.com/office/drawing/2017/decorative" val="1"/>
                    </a:ext>
                  </a:extLst>
                </p:cNvPr>
                <p:cNvSpPr txBox="1"/>
                <p:nvPr/>
              </p:nvSpPr>
              <p:spPr>
                <a:xfrm>
                  <a:off x="3371684" y="3560492"/>
                  <a:ext cx="1392338" cy="338554"/>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mn-ea"/>
                      <a:cs typeface="+mn-cs"/>
                    </a:rPr>
                    <a:t>SCP Policy</a:t>
                  </a:r>
                </a:p>
              </p:txBody>
            </p:sp>
            <p:pic>
              <p:nvPicPr>
                <p:cNvPr id="202" name="Graphic 201">
                  <a:extLst>
                    <a:ext uri="{FF2B5EF4-FFF2-40B4-BE49-F238E27FC236}">
                      <a16:creationId xmlns:a16="http://schemas.microsoft.com/office/drawing/2014/main" id="{C461AA55-475C-7844-AB71-B9A72E702192}"/>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452182" y="3591068"/>
                  <a:ext cx="383863" cy="383863"/>
                </a:xfrm>
                <a:prstGeom prst="rect">
                  <a:avLst/>
                </a:prstGeom>
              </p:spPr>
            </p:pic>
            <p:pic>
              <p:nvPicPr>
                <p:cNvPr id="204" name="Graphic 203">
                  <a:extLst>
                    <a:ext uri="{FF2B5EF4-FFF2-40B4-BE49-F238E27FC236}">
                      <a16:creationId xmlns:a16="http://schemas.microsoft.com/office/drawing/2014/main" id="{040BF65F-12A9-7648-964E-1605EE1189A3}"/>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658287" y="2569974"/>
                  <a:ext cx="273127" cy="273127"/>
                </a:xfrm>
                <a:prstGeom prst="rect">
                  <a:avLst/>
                </a:prstGeom>
              </p:spPr>
            </p:pic>
            <p:pic>
              <p:nvPicPr>
                <p:cNvPr id="205" name="Graphic 204">
                  <a:extLst>
                    <a:ext uri="{FF2B5EF4-FFF2-40B4-BE49-F238E27FC236}">
                      <a16:creationId xmlns:a16="http://schemas.microsoft.com/office/drawing/2014/main" id="{7FFFD27D-858B-3444-BCCF-B74F09852F29}"/>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051921" y="2578332"/>
                  <a:ext cx="273127" cy="273127"/>
                </a:xfrm>
                <a:prstGeom prst="rect">
                  <a:avLst/>
                </a:prstGeom>
              </p:spPr>
            </p:pic>
            <p:pic>
              <p:nvPicPr>
                <p:cNvPr id="206" name="Graphic 205">
                  <a:extLst>
                    <a:ext uri="{FF2B5EF4-FFF2-40B4-BE49-F238E27FC236}">
                      <a16:creationId xmlns:a16="http://schemas.microsoft.com/office/drawing/2014/main" id="{15D36C02-0E10-0245-8A37-ACD846FBCBC4}"/>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422472" y="2574952"/>
                  <a:ext cx="273127" cy="273127"/>
                </a:xfrm>
                <a:prstGeom prst="rect">
                  <a:avLst/>
                </a:prstGeom>
              </p:spPr>
            </p:pic>
            <p:sp>
              <p:nvSpPr>
                <p:cNvPr id="211" name="TextBox 210">
                  <a:extLst>
                    <a:ext uri="{FF2B5EF4-FFF2-40B4-BE49-F238E27FC236}">
                      <a16:creationId xmlns:a16="http://schemas.microsoft.com/office/drawing/2014/main" id="{6C384256-92CD-A949-A302-DAC2C3CEB31A}"/>
                    </a:ext>
                    <a:ext uri="{C183D7F6-B498-43B3-948B-1728B52AA6E4}">
                      <adec:decorative xmlns:adec="http://schemas.microsoft.com/office/drawing/2017/decorative" val="1"/>
                    </a:ext>
                  </a:extLst>
                </p:cNvPr>
                <p:cNvSpPr txBox="1"/>
                <p:nvPr/>
              </p:nvSpPr>
              <p:spPr>
                <a:xfrm>
                  <a:off x="3339387" y="4339880"/>
                  <a:ext cx="1392338" cy="338554"/>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mn-ea"/>
                      <a:cs typeface="+mn-cs"/>
                    </a:rPr>
                    <a:t>SCP Policy</a:t>
                  </a:r>
                </a:p>
              </p:txBody>
            </p:sp>
            <p:pic>
              <p:nvPicPr>
                <p:cNvPr id="212" name="Graphic 211">
                  <a:extLst>
                    <a:ext uri="{FF2B5EF4-FFF2-40B4-BE49-F238E27FC236}">
                      <a16:creationId xmlns:a16="http://schemas.microsoft.com/office/drawing/2014/main" id="{0F0D90A8-376E-F64B-BADE-FA282A71C255}"/>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452182" y="4345404"/>
                  <a:ext cx="383863" cy="383863"/>
                </a:xfrm>
                <a:prstGeom prst="rect">
                  <a:avLst/>
                </a:prstGeom>
              </p:spPr>
            </p:pic>
            <p:sp>
              <p:nvSpPr>
                <p:cNvPr id="213" name="TextBox 212">
                  <a:extLst>
                    <a:ext uri="{FF2B5EF4-FFF2-40B4-BE49-F238E27FC236}">
                      <a16:creationId xmlns:a16="http://schemas.microsoft.com/office/drawing/2014/main" id="{D9782629-14F9-5545-92E0-6CC8F746159C}"/>
                    </a:ext>
                    <a:ext uri="{C183D7F6-B498-43B3-948B-1728B52AA6E4}">
                      <adec:decorative xmlns:adec="http://schemas.microsoft.com/office/drawing/2017/decorative" val="1"/>
                    </a:ext>
                  </a:extLst>
                </p:cNvPr>
                <p:cNvSpPr txBox="1"/>
                <p:nvPr/>
              </p:nvSpPr>
              <p:spPr>
                <a:xfrm>
                  <a:off x="3394062" y="5500364"/>
                  <a:ext cx="1392338" cy="338554"/>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mn-ea"/>
                      <a:cs typeface="+mn-cs"/>
                    </a:rPr>
                    <a:t>SCP Policy</a:t>
                  </a:r>
                </a:p>
              </p:txBody>
            </p:sp>
            <p:pic>
              <p:nvPicPr>
                <p:cNvPr id="214" name="Graphic 213">
                  <a:extLst>
                    <a:ext uri="{FF2B5EF4-FFF2-40B4-BE49-F238E27FC236}">
                      <a16:creationId xmlns:a16="http://schemas.microsoft.com/office/drawing/2014/main" id="{8B3A9BD7-C048-9D4D-BEFD-D134F697C798}"/>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452182" y="5728193"/>
                  <a:ext cx="383863" cy="383863"/>
                </a:xfrm>
                <a:prstGeom prst="rect">
                  <a:avLst/>
                </a:prstGeom>
              </p:spPr>
            </p:pic>
            <p:sp>
              <p:nvSpPr>
                <p:cNvPr id="227" name="Oval 226">
                  <a:extLst>
                    <a:ext uri="{FF2B5EF4-FFF2-40B4-BE49-F238E27FC236}">
                      <a16:creationId xmlns:a16="http://schemas.microsoft.com/office/drawing/2014/main" id="{8F192607-AA97-084B-B50E-59801BD19CBD}"/>
                    </a:ext>
                    <a:ext uri="{C183D7F6-B498-43B3-948B-1728B52AA6E4}">
                      <adec:decorative xmlns:adec="http://schemas.microsoft.com/office/drawing/2017/decorative" val="1"/>
                    </a:ext>
                  </a:extLst>
                </p:cNvPr>
                <p:cNvSpPr/>
                <p:nvPr/>
              </p:nvSpPr>
              <p:spPr>
                <a:xfrm>
                  <a:off x="3853416" y="3843712"/>
                  <a:ext cx="223284" cy="219767"/>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ea typeface="+mn-ea"/>
                      <a:cs typeface="+mn-cs"/>
                    </a:rPr>
                    <a:t>A</a:t>
                  </a:r>
                </a:p>
              </p:txBody>
            </p:sp>
            <p:sp>
              <p:nvSpPr>
                <p:cNvPr id="228" name="Oval 227">
                  <a:extLst>
                    <a:ext uri="{FF2B5EF4-FFF2-40B4-BE49-F238E27FC236}">
                      <a16:creationId xmlns:a16="http://schemas.microsoft.com/office/drawing/2014/main" id="{D1E3462D-744F-FF4E-AEB5-456E6DD875CB}"/>
                    </a:ext>
                    <a:ext uri="{C183D7F6-B498-43B3-948B-1728B52AA6E4}">
                      <adec:decorative xmlns:adec="http://schemas.microsoft.com/office/drawing/2017/decorative" val="1"/>
                    </a:ext>
                  </a:extLst>
                </p:cNvPr>
                <p:cNvSpPr/>
                <p:nvPr/>
              </p:nvSpPr>
              <p:spPr>
                <a:xfrm>
                  <a:off x="3853416" y="4715013"/>
                  <a:ext cx="223284" cy="219767"/>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ea typeface="+mn-ea"/>
                      <a:cs typeface="+mn-cs"/>
                    </a:rPr>
                    <a:t>B</a:t>
                  </a:r>
                </a:p>
              </p:txBody>
            </p:sp>
            <p:sp>
              <p:nvSpPr>
                <p:cNvPr id="229" name="Oval 228">
                  <a:extLst>
                    <a:ext uri="{FF2B5EF4-FFF2-40B4-BE49-F238E27FC236}">
                      <a16:creationId xmlns:a16="http://schemas.microsoft.com/office/drawing/2014/main" id="{7743BE1E-4AC0-6948-8D26-9EB22E8016A1}"/>
                    </a:ext>
                    <a:ext uri="{C183D7F6-B498-43B3-948B-1728B52AA6E4}">
                      <adec:decorative xmlns:adec="http://schemas.microsoft.com/office/drawing/2017/decorative" val="1"/>
                    </a:ext>
                  </a:extLst>
                </p:cNvPr>
                <p:cNvSpPr/>
                <p:nvPr/>
              </p:nvSpPr>
              <p:spPr>
                <a:xfrm>
                  <a:off x="3853416" y="5793823"/>
                  <a:ext cx="223284" cy="219767"/>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ea typeface="+mn-ea"/>
                      <a:cs typeface="+mn-cs"/>
                    </a:rPr>
                    <a:t>C</a:t>
                  </a:r>
                </a:p>
              </p:txBody>
            </p:sp>
            <p:sp>
              <p:nvSpPr>
                <p:cNvPr id="191" name="Rectangle 190">
                  <a:extLst>
                    <a:ext uri="{FF2B5EF4-FFF2-40B4-BE49-F238E27FC236}">
                      <a16:creationId xmlns:a16="http://schemas.microsoft.com/office/drawing/2014/main" id="{E8284901-CDAA-1E43-A674-48F125976035}"/>
                    </a:ext>
                    <a:ext uri="{C183D7F6-B498-43B3-948B-1728B52AA6E4}">
                      <adec:decorative xmlns:adec="http://schemas.microsoft.com/office/drawing/2017/decorative" val="1"/>
                    </a:ext>
                  </a:extLst>
                </p:cNvPr>
                <p:cNvSpPr/>
                <p:nvPr/>
              </p:nvSpPr>
              <p:spPr>
                <a:xfrm>
                  <a:off x="9333403" y="5003275"/>
                  <a:ext cx="2441448" cy="39544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20040" tIns="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ysClr val="windowText" lastClr="000000"/>
                      </a:solidFill>
                      <a:effectLst/>
                      <a:uLnTx/>
                      <a:uFillTx/>
                      <a:ea typeface="+mn-ea"/>
                      <a:cs typeface="+mn-cs"/>
                    </a:rPr>
                    <a:t>AWS account #4</a:t>
                  </a:r>
                </a:p>
              </p:txBody>
            </p:sp>
            <p:sp>
              <p:nvSpPr>
                <p:cNvPr id="164" name="Rectangle 163">
                  <a:extLst>
                    <a:ext uri="{FF2B5EF4-FFF2-40B4-BE49-F238E27FC236}">
                      <a16:creationId xmlns:a16="http://schemas.microsoft.com/office/drawing/2014/main" id="{E8FEC8E8-33F4-5748-BC8B-8FAC3764D8A5}"/>
                    </a:ext>
                    <a:ext uri="{C183D7F6-B498-43B3-948B-1728B52AA6E4}">
                      <adec:decorative xmlns:adec="http://schemas.microsoft.com/office/drawing/2017/decorative" val="1"/>
                    </a:ext>
                  </a:extLst>
                </p:cNvPr>
                <p:cNvSpPr/>
                <p:nvPr/>
              </p:nvSpPr>
              <p:spPr>
                <a:xfrm>
                  <a:off x="9333403" y="3284186"/>
                  <a:ext cx="2441448" cy="423518"/>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20040" tIns="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ysClr val="windowText" lastClr="000000"/>
                      </a:solidFill>
                      <a:effectLst/>
                      <a:uLnTx/>
                      <a:uFillTx/>
                      <a:ea typeface="+mn-ea"/>
                      <a:cs typeface="+mn-cs"/>
                    </a:rPr>
                    <a:t>AWS account #2 </a:t>
                  </a:r>
                </a:p>
              </p:txBody>
            </p:sp>
            <p:cxnSp>
              <p:nvCxnSpPr>
                <p:cNvPr id="44" name="Connector: Elbow 43">
                  <a:extLst>
                    <a:ext uri="{FF2B5EF4-FFF2-40B4-BE49-F238E27FC236}">
                      <a16:creationId xmlns:a16="http://schemas.microsoft.com/office/drawing/2014/main" id="{DFA860D6-50D9-448B-9B23-90C1909BF548}"/>
                    </a:ext>
                  </a:extLst>
                </p:cNvPr>
                <p:cNvCxnSpPr>
                  <a:cxnSpLocks/>
                  <a:stCxn id="2" idx="3"/>
                  <a:endCxn id="15" idx="1"/>
                </p:cNvCxnSpPr>
                <p:nvPr/>
              </p:nvCxnSpPr>
              <p:spPr>
                <a:xfrm flipV="1">
                  <a:off x="4978427" y="2713388"/>
                  <a:ext cx="1273295" cy="322201"/>
                </a:xfrm>
                <a:prstGeom prst="bentConnector3">
                  <a:avLst>
                    <a:gd name="adj1" fmla="val 30325"/>
                  </a:avLst>
                </a:prstGeom>
                <a:ln w="38100">
                  <a:solidFill>
                    <a:srgbClr val="248814"/>
                  </a:solidFill>
                  <a:tailEnd type="triangle"/>
                </a:ln>
              </p:spPr>
              <p:style>
                <a:lnRef idx="1">
                  <a:schemeClr val="accent1"/>
                </a:lnRef>
                <a:fillRef idx="0">
                  <a:schemeClr val="accent1"/>
                </a:fillRef>
                <a:effectRef idx="0">
                  <a:schemeClr val="accent1"/>
                </a:effectRef>
                <a:fontRef idx="minor">
                  <a:schemeClr val="tx1"/>
                </a:fontRef>
              </p:style>
            </p:cxnSp>
            <p:cxnSp>
              <p:nvCxnSpPr>
                <p:cNvPr id="49" name="Connector: Elbow 48">
                  <a:extLst>
                    <a:ext uri="{FF2B5EF4-FFF2-40B4-BE49-F238E27FC236}">
                      <a16:creationId xmlns:a16="http://schemas.microsoft.com/office/drawing/2014/main" id="{E0DDE348-DAFB-43E3-9842-09E8CA52CD4A}"/>
                    </a:ext>
                  </a:extLst>
                </p:cNvPr>
                <p:cNvCxnSpPr>
                  <a:cxnSpLocks/>
                </p:cNvCxnSpPr>
                <p:nvPr/>
              </p:nvCxnSpPr>
              <p:spPr>
                <a:xfrm>
                  <a:off x="4978427" y="3048115"/>
                  <a:ext cx="1260074" cy="498123"/>
                </a:xfrm>
                <a:prstGeom prst="bentConnector3">
                  <a:avLst>
                    <a:gd name="adj1" fmla="val 31113"/>
                  </a:avLst>
                </a:prstGeom>
                <a:ln w="38100">
                  <a:solidFill>
                    <a:srgbClr val="248814"/>
                  </a:solidFill>
                  <a:tailEnd type="triangle"/>
                </a:ln>
              </p:spPr>
              <p:style>
                <a:lnRef idx="1">
                  <a:schemeClr val="accent1"/>
                </a:lnRef>
                <a:fillRef idx="0">
                  <a:schemeClr val="accent1"/>
                </a:fillRef>
                <a:effectRef idx="0">
                  <a:schemeClr val="accent1"/>
                </a:effectRef>
                <a:fontRef idx="minor">
                  <a:schemeClr val="tx1"/>
                </a:fontRef>
              </p:style>
            </p:cxnSp>
            <p:cxnSp>
              <p:nvCxnSpPr>
                <p:cNvPr id="57" name="Connector: Elbow 56">
                  <a:extLst>
                    <a:ext uri="{FF2B5EF4-FFF2-40B4-BE49-F238E27FC236}">
                      <a16:creationId xmlns:a16="http://schemas.microsoft.com/office/drawing/2014/main" id="{EE25C917-2DD2-431F-851D-ACAE5FB7DEA2}"/>
                    </a:ext>
                  </a:extLst>
                </p:cNvPr>
                <p:cNvCxnSpPr>
                  <a:cxnSpLocks/>
                </p:cNvCxnSpPr>
                <p:nvPr/>
              </p:nvCxnSpPr>
              <p:spPr>
                <a:xfrm rot="16200000" flipH="1">
                  <a:off x="6123139" y="3931083"/>
                  <a:ext cx="640499" cy="215448"/>
                </a:xfrm>
                <a:prstGeom prst="bentConnector3">
                  <a:avLst>
                    <a:gd name="adj1" fmla="val 98892"/>
                  </a:avLst>
                </a:prstGeom>
                <a:ln w="38100">
                  <a:solidFill>
                    <a:srgbClr val="248814"/>
                  </a:solidFill>
                  <a:tailEnd type="triangle"/>
                </a:ln>
              </p:spPr>
              <p:style>
                <a:lnRef idx="1">
                  <a:schemeClr val="accent1"/>
                </a:lnRef>
                <a:fillRef idx="0">
                  <a:schemeClr val="accent1"/>
                </a:fillRef>
                <a:effectRef idx="0">
                  <a:schemeClr val="accent1"/>
                </a:effectRef>
                <a:fontRef idx="minor">
                  <a:schemeClr val="tx1"/>
                </a:fontRef>
              </p:style>
            </p:cxnSp>
            <p:cxnSp>
              <p:nvCxnSpPr>
                <p:cNvPr id="61" name="Connector: Elbow 60">
                  <a:extLst>
                    <a:ext uri="{FF2B5EF4-FFF2-40B4-BE49-F238E27FC236}">
                      <a16:creationId xmlns:a16="http://schemas.microsoft.com/office/drawing/2014/main" id="{A5F72DEB-BFB9-4D38-A05B-841EA03BCE91}"/>
                    </a:ext>
                  </a:extLst>
                </p:cNvPr>
                <p:cNvCxnSpPr>
                  <a:cxnSpLocks/>
                  <a:endCxn id="21" idx="1"/>
                </p:cNvCxnSpPr>
                <p:nvPr/>
              </p:nvCxnSpPr>
              <p:spPr>
                <a:xfrm rot="16200000" flipH="1">
                  <a:off x="5786624" y="4505595"/>
                  <a:ext cx="1346942" cy="248858"/>
                </a:xfrm>
                <a:prstGeom prst="bentConnector2">
                  <a:avLst/>
                </a:prstGeom>
                <a:ln w="38100">
                  <a:solidFill>
                    <a:srgbClr val="248814"/>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B0D0590F-2C24-41E6-986D-D8A773FEFB2F}"/>
                    </a:ext>
                  </a:extLst>
                </p:cNvPr>
                <p:cNvCxnSpPr>
                  <a:cxnSpLocks/>
                </p:cNvCxnSpPr>
                <p:nvPr/>
              </p:nvCxnSpPr>
              <p:spPr>
                <a:xfrm flipV="1">
                  <a:off x="7941501" y="5323562"/>
                  <a:ext cx="0" cy="526092"/>
                </a:xfrm>
                <a:prstGeom prst="line">
                  <a:avLst/>
                </a:prstGeom>
                <a:ln w="38100">
                  <a:solidFill>
                    <a:srgbClr val="248814"/>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DC74B8C9-A111-476D-8395-286506D2B518}"/>
                    </a:ext>
                    <a:ext uri="{C183D7F6-B498-43B3-948B-1728B52AA6E4}">
                      <adec:decorative xmlns:adec="http://schemas.microsoft.com/office/drawing/2017/decorative" val="1"/>
                    </a:ext>
                  </a:extLst>
                </p:cNvPr>
                <p:cNvCxnSpPr>
                  <a:cxnSpLocks/>
                </p:cNvCxnSpPr>
                <p:nvPr/>
              </p:nvCxnSpPr>
              <p:spPr>
                <a:xfrm flipV="1">
                  <a:off x="4631588" y="3219189"/>
                  <a:ext cx="0" cy="396932"/>
                </a:xfrm>
                <a:prstGeom prst="line">
                  <a:avLst/>
                </a:prstGeom>
                <a:ln w="19050">
                  <a:solidFill>
                    <a:srgbClr val="00B050"/>
                  </a:solidFill>
                  <a:prstDash val="dash"/>
                </a:ln>
              </p:spPr>
              <p:style>
                <a:lnRef idx="1">
                  <a:schemeClr val="accent1"/>
                </a:lnRef>
                <a:fillRef idx="0">
                  <a:schemeClr val="accent1"/>
                </a:fillRef>
                <a:effectRef idx="0">
                  <a:schemeClr val="accent1"/>
                </a:effectRef>
                <a:fontRef idx="minor">
                  <a:schemeClr val="tx1"/>
                </a:fontRef>
              </p:style>
            </p:cxnSp>
            <p:pic>
              <p:nvPicPr>
                <p:cNvPr id="56" name="Graphic 55">
                  <a:extLst>
                    <a:ext uri="{FF2B5EF4-FFF2-40B4-BE49-F238E27FC236}">
                      <a16:creationId xmlns:a16="http://schemas.microsoft.com/office/drawing/2014/main" id="{2AB93522-AC72-48A0-A4B6-4568A1BA3975}"/>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870607" y="1542222"/>
                  <a:ext cx="330200" cy="330200"/>
                </a:xfrm>
                <a:prstGeom prst="rect">
                  <a:avLst/>
                </a:prstGeom>
              </p:spPr>
            </p:pic>
            <p:pic>
              <p:nvPicPr>
                <p:cNvPr id="58" name="Graphic 57">
                  <a:extLst>
                    <a:ext uri="{FF2B5EF4-FFF2-40B4-BE49-F238E27FC236}">
                      <a16:creationId xmlns:a16="http://schemas.microsoft.com/office/drawing/2014/main" id="{2F318ED5-67D3-4B97-9695-F8153DC35268}"/>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195756" y="2038594"/>
                  <a:ext cx="330200" cy="330200"/>
                </a:xfrm>
                <a:prstGeom prst="rect">
                  <a:avLst/>
                </a:prstGeom>
              </p:spPr>
            </p:pic>
            <p:pic>
              <p:nvPicPr>
                <p:cNvPr id="59" name="Graphic 58">
                  <a:extLst>
                    <a:ext uri="{FF2B5EF4-FFF2-40B4-BE49-F238E27FC236}">
                      <a16:creationId xmlns:a16="http://schemas.microsoft.com/office/drawing/2014/main" id="{5F7FAA42-5092-4DE2-9C3C-D7DFD3AE4E0D}"/>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3342591" y="2460457"/>
                  <a:ext cx="330243" cy="330200"/>
                </a:xfrm>
                <a:prstGeom prst="rect">
                  <a:avLst/>
                </a:prstGeom>
              </p:spPr>
            </p:pic>
          </p:grpSp>
          <p:sp>
            <p:nvSpPr>
              <p:cNvPr id="67" name="TextBox 66">
                <a:extLst>
                  <a:ext uri="{FF2B5EF4-FFF2-40B4-BE49-F238E27FC236}">
                    <a16:creationId xmlns:a16="http://schemas.microsoft.com/office/drawing/2014/main" id="{FA5E82BD-8138-45C9-AF6B-AFEF76DE6932}"/>
                  </a:ext>
                  <a:ext uri="{C183D7F6-B498-43B3-948B-1728B52AA6E4}">
                    <adec:decorative xmlns:adec="http://schemas.microsoft.com/office/drawing/2017/decorative" val="1"/>
                  </a:ext>
                </a:extLst>
              </p:cNvPr>
              <p:cNvSpPr txBox="1"/>
              <p:nvPr/>
            </p:nvSpPr>
            <p:spPr>
              <a:xfrm>
                <a:off x="9519184" y="1895937"/>
                <a:ext cx="1832553"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effectLst/>
                    <a:uLnTx/>
                    <a:uFillTx/>
                    <a:ea typeface="Amazon Ember Light" panose="020B0403020204020204" pitchFamily="34" charset="0"/>
                    <a:cs typeface="Amazon Ember Light" panose="020B0403020204020204" pitchFamily="34" charset="0"/>
                  </a:rPr>
                  <a:t>Member accounts</a:t>
                </a:r>
              </a:p>
            </p:txBody>
          </p:sp>
        </p:grpSp>
        <p:grpSp>
          <p:nvGrpSpPr>
            <p:cNvPr id="7" name="Group 6">
              <a:extLst>
                <a:ext uri="{FF2B5EF4-FFF2-40B4-BE49-F238E27FC236}">
                  <a16:creationId xmlns:a16="http://schemas.microsoft.com/office/drawing/2014/main" id="{B936A1F6-9A99-41AE-831D-E35ABC363397}"/>
                </a:ext>
              </a:extLst>
            </p:cNvPr>
            <p:cNvGrpSpPr/>
            <p:nvPr/>
          </p:nvGrpSpPr>
          <p:grpSpPr>
            <a:xfrm>
              <a:off x="258110" y="1457002"/>
              <a:ext cx="2572278" cy="2483489"/>
              <a:chOff x="258110" y="1457002"/>
              <a:chExt cx="2572278" cy="2483489"/>
            </a:xfrm>
          </p:grpSpPr>
          <p:sp>
            <p:nvSpPr>
              <p:cNvPr id="62" name="TextBox 61">
                <a:extLst>
                  <a:ext uri="{FF2B5EF4-FFF2-40B4-BE49-F238E27FC236}">
                    <a16:creationId xmlns:a16="http://schemas.microsoft.com/office/drawing/2014/main" id="{A14A8547-ED72-4210-8A7A-2AC3A6FA5493}"/>
                  </a:ext>
                </a:extLst>
              </p:cNvPr>
              <p:cNvSpPr txBox="1"/>
              <p:nvPr/>
            </p:nvSpPr>
            <p:spPr>
              <a:xfrm>
                <a:off x="258110" y="1457002"/>
                <a:ext cx="2572278"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panose="020B0603020204020204" pitchFamily="34" charset="0"/>
                    <a:cs typeface="Amazon Ember" panose="020B0603020204020204" pitchFamily="34" charset="0"/>
                  </a:rPr>
                  <a:t>In the AWS Organizations </a:t>
                </a:r>
                <a:r>
                  <a:rPr kumimoji="0" lang="en-US" sz="1600" b="0" i="0" u="none" strike="noStrike" kern="1200" cap="none" spc="0" normalizeH="0" baseline="0" noProof="0" dirty="0">
                    <a:ln>
                      <a:noFill/>
                    </a:ln>
                    <a:solidFill>
                      <a:srgbClr val="000000"/>
                    </a:solidFill>
                    <a:effectLst/>
                    <a:uLnTx/>
                    <a:uFillTx/>
                    <a:ea typeface="Amazon Ember" panose="02000000000000000000" pitchFamily="2" charset="0"/>
                    <a:cs typeface="Amazon Ember" panose="020B0603020204020204" pitchFamily="34" charset="0"/>
                  </a:rPr>
                  <a:t>primary account:</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1" i="0" u="none" strike="noStrike" kern="1200" cap="none" spc="0" normalizeH="0" baseline="0" noProof="0" dirty="0">
                  <a:ln>
                    <a:noFill/>
                  </a:ln>
                  <a:solidFill>
                    <a:srgbClr val="000000"/>
                  </a:solidFill>
                  <a:effectLst/>
                  <a:uLnTx/>
                  <a:uFillTx/>
                  <a:ea typeface="Amazon Ember" panose="020B0603020204020204" pitchFamily="34" charset="0"/>
                  <a:cs typeface="Amazon Ember" panose="020B0603020204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effectLst/>
                    <a:uLnTx/>
                    <a:uFillTx/>
                    <a:ea typeface="Amazon Ember" panose="020B0603020204020204" pitchFamily="34" charset="0"/>
                    <a:cs typeface="Amazon Ember" panose="020B0603020204020204" pitchFamily="34" charset="0"/>
                  </a:rPr>
                  <a:t>Create a hierarchy of organizational units (OUs).</a:t>
                </a:r>
              </a:p>
            </p:txBody>
          </p:sp>
          <p:sp>
            <p:nvSpPr>
              <p:cNvPr id="65" name="TextBox 64">
                <a:extLst>
                  <a:ext uri="{FF2B5EF4-FFF2-40B4-BE49-F238E27FC236}">
                    <a16:creationId xmlns:a16="http://schemas.microsoft.com/office/drawing/2014/main" id="{7169BB4A-70E4-4775-AFC0-9F5B4582D7CA}"/>
                  </a:ext>
                </a:extLst>
              </p:cNvPr>
              <p:cNvSpPr txBox="1"/>
              <p:nvPr/>
            </p:nvSpPr>
            <p:spPr>
              <a:xfrm>
                <a:off x="258110" y="3109494"/>
                <a:ext cx="2572278" cy="830997"/>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2"/>
                  <a:tabLst/>
                  <a:defRPr/>
                </a:pPr>
                <a:r>
                  <a:rPr kumimoji="0" lang="en-US" sz="1600" b="0" i="0" u="none" strike="noStrike" kern="1200" cap="none" spc="0" normalizeH="0" baseline="0" noProof="0" dirty="0">
                    <a:ln>
                      <a:noFill/>
                    </a:ln>
                    <a:effectLst/>
                    <a:uLnTx/>
                    <a:uFillTx/>
                    <a:ea typeface="Amazon Ember" panose="020B0603020204020204" pitchFamily="34" charset="0"/>
                    <a:cs typeface="Amazon Ember" panose="020B0603020204020204" pitchFamily="34" charset="0"/>
                  </a:rPr>
                  <a:t>Assign accounts to OUs as member accounts.</a:t>
                </a:r>
              </a:p>
            </p:txBody>
          </p:sp>
        </p:grpSp>
      </p:grpSp>
      <p:sp>
        <p:nvSpPr>
          <p:cNvPr id="64" name="Rectangle 63">
            <a:extLst>
              <a:ext uri="{FF2B5EF4-FFF2-40B4-BE49-F238E27FC236}">
                <a16:creationId xmlns:a16="http://schemas.microsoft.com/office/drawing/2014/main" id="{DD942920-2888-4523-9C38-E30CD7C8A2FE}"/>
              </a:ext>
            </a:extLst>
          </p:cNvPr>
          <p:cNvSpPr/>
          <p:nvPr/>
        </p:nvSpPr>
        <p:spPr>
          <a:xfrm>
            <a:off x="258110" y="4023323"/>
            <a:ext cx="2546888" cy="1077218"/>
          </a:xfrm>
          <a:prstGeom prst="rect">
            <a:avLst/>
          </a:prstGeom>
        </p:spPr>
        <p:txBody>
          <a:bodyPr wrap="square">
            <a:spAutoFit/>
          </a:bodyPr>
          <a:lstStyle/>
          <a:p>
            <a:pPr marL="342900" lvl="0" indent="-342900">
              <a:buFont typeface="+mj-lt"/>
              <a:buAutoNum type="arabicPeriod" startAt="3"/>
              <a:defRPr/>
            </a:pPr>
            <a:r>
              <a:rPr lang="en-US" sz="1600" dirty="0">
                <a:ea typeface="Amazon Ember" panose="020B0603020204020204" pitchFamily="34" charset="0"/>
                <a:cs typeface="Amazon Ember" panose="020B0603020204020204" pitchFamily="34" charset="0"/>
              </a:rPr>
              <a:t>Define SCPs that apply permissions restrictions to specific member accounts.</a:t>
            </a:r>
          </a:p>
        </p:txBody>
      </p:sp>
    </p:spTree>
    <p:custDataLst>
      <p:tags r:id="rId1"/>
    </p:custDataLst>
    <p:extLst>
      <p:ext uri="{BB962C8B-B14F-4D97-AF65-F5344CB8AC3E}">
        <p14:creationId xmlns:p14="http://schemas.microsoft.com/office/powerpoint/2010/main" val="5080784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a:extLst>
              <a:ext uri="{FF2B5EF4-FFF2-40B4-BE49-F238E27FC236}">
                <a16:creationId xmlns:a16="http://schemas.microsoft.com/office/drawing/2014/main" id="{E0F3A6B9-BC98-4AB5-A3CD-09E33DE341D8}"/>
              </a:ext>
            </a:extLst>
          </p:cNvPr>
          <p:cNvSpPr>
            <a:spLocks noGrp="1"/>
          </p:cNvSpPr>
          <p:nvPr>
            <p:ph type="sldNum" idx="97"/>
          </p:nvPr>
        </p:nvSpPr>
        <p:spPr/>
        <p:txBody>
          <a:bodyPr/>
          <a:lstStyle/>
          <a:p>
            <a:pPr lvl="0"/>
            <a:fld id="{B6A95138-A96E-2F42-A959-2EFD44FE4AB7}" type="slidenum">
              <a:rPr lang="en-US" noProof="0" smtClean="0"/>
              <a:pPr lvl="0"/>
              <a:t>43</a:t>
            </a:fld>
            <a:endParaRPr lang="en-US" noProof="0" dirty="0"/>
          </a:p>
        </p:txBody>
      </p:sp>
      <p:sp>
        <p:nvSpPr>
          <p:cNvPr id="6" name="Title">
            <a:extLst>
              <a:ext uri="{FF2B5EF4-FFF2-40B4-BE49-F238E27FC236}">
                <a16:creationId xmlns:a16="http://schemas.microsoft.com/office/drawing/2014/main" id="{294FBCB0-CC42-47BB-8BF5-551780AC13F0}"/>
              </a:ext>
            </a:extLst>
          </p:cNvPr>
          <p:cNvSpPr>
            <a:spLocks noGrp="1"/>
          </p:cNvSpPr>
          <p:nvPr>
            <p:ph type="title" idx="1"/>
          </p:nvPr>
        </p:nvSpPr>
        <p:spPr/>
        <p:txBody>
          <a:bodyPr/>
          <a:lstStyle/>
          <a:p>
            <a:r>
              <a:rPr lang="en-US" dirty="0"/>
              <a:t>Organizations SCPs </a:t>
            </a:r>
          </a:p>
        </p:txBody>
      </p:sp>
      <p:sp>
        <p:nvSpPr>
          <p:cNvPr id="5" name="Content Placeholder 4">
            <a:extLst>
              <a:ext uri="{FF2B5EF4-FFF2-40B4-BE49-F238E27FC236}">
                <a16:creationId xmlns:a16="http://schemas.microsoft.com/office/drawing/2014/main" id="{2F7A4A1D-381F-4A43-81C6-AE7A013AB73C}"/>
              </a:ext>
            </a:extLst>
          </p:cNvPr>
          <p:cNvSpPr>
            <a:spLocks noGrp="1"/>
          </p:cNvSpPr>
          <p:nvPr>
            <p:ph idx="2"/>
          </p:nvPr>
        </p:nvSpPr>
        <p:spPr>
          <a:xfrm>
            <a:off x="365760" y="1097280"/>
            <a:ext cx="11466576" cy="3359114"/>
          </a:xfrm>
        </p:spPr>
        <p:txBody>
          <a:bodyPr>
            <a:normAutofit fontScale="92500" lnSpcReduction="10000"/>
          </a:bodyPr>
          <a:lstStyle/>
          <a:p>
            <a:pPr marL="285750" indent="-285750">
              <a:spcBef>
                <a:spcPts val="1200"/>
              </a:spcBef>
              <a:spcAft>
                <a:spcPts val="0"/>
              </a:spcAft>
              <a:buFont typeface="Arial" panose="020B0604020202020204" pitchFamily="34" charset="0"/>
              <a:buChar char="•"/>
            </a:pPr>
            <a:r>
              <a:rPr lang="en-US" sz="2400" dirty="0"/>
              <a:t>Offer central control over the maximum available permissions for all accounts in your organization.</a:t>
            </a:r>
          </a:p>
          <a:p>
            <a:pPr marL="285750" indent="-285750">
              <a:spcBef>
                <a:spcPts val="1200"/>
              </a:spcBef>
              <a:spcAft>
                <a:spcPts val="0"/>
              </a:spcAft>
              <a:buFont typeface="Arial" panose="020B0604020202020204" pitchFamily="34" charset="0"/>
              <a:buChar char="•"/>
            </a:pPr>
            <a:r>
              <a:rPr lang="en-US" sz="2400" dirty="0"/>
              <a:t>Enable control of which services are accessible to IAM users in member accounts.</a:t>
            </a:r>
          </a:p>
          <a:p>
            <a:pPr marL="285750" indent="-285750">
              <a:spcBef>
                <a:spcPts val="1200"/>
              </a:spcBef>
              <a:spcAft>
                <a:spcPts val="0"/>
              </a:spcAft>
              <a:buFont typeface="Arial" panose="020B0604020202020204" pitchFamily="34" charset="0"/>
              <a:buChar char="•"/>
            </a:pPr>
            <a:r>
              <a:rPr lang="en-US" sz="2400" dirty="0"/>
              <a:t>Define permissions that affect an entire account.</a:t>
            </a:r>
          </a:p>
          <a:p>
            <a:pPr marL="285750" indent="-285750">
              <a:spcBef>
                <a:spcPts val="1200"/>
              </a:spcBef>
              <a:spcAft>
                <a:spcPts val="0"/>
              </a:spcAft>
              <a:buFont typeface="Arial" panose="020B0604020202020204" pitchFamily="34" charset="0"/>
              <a:buChar char="•"/>
            </a:pPr>
            <a:r>
              <a:rPr lang="en-US" sz="2400" dirty="0"/>
              <a:t>Define guardrails, or sets limits, on the actions that the account's administrator can delegate to the IAM users and roles in the affected accounts. IAM policies that are defined in individual accounts still apply.</a:t>
            </a:r>
          </a:p>
          <a:p>
            <a:pPr marL="285750" indent="-285750">
              <a:spcBef>
                <a:spcPts val="1200"/>
              </a:spcBef>
              <a:spcAft>
                <a:spcPts val="0"/>
              </a:spcAft>
              <a:buFont typeface="Arial" panose="020B0604020202020204" pitchFamily="34" charset="0"/>
              <a:buChar char="•"/>
            </a:pPr>
            <a:r>
              <a:rPr lang="en-US" sz="2400" dirty="0"/>
              <a:t>SCPs cannot be overridden by the local administrator.</a:t>
            </a:r>
          </a:p>
          <a:p>
            <a:endParaRPr lang="en-US" dirty="0"/>
          </a:p>
        </p:txBody>
      </p:sp>
      <p:sp>
        <p:nvSpPr>
          <p:cNvPr id="11" name="Text Placeholder 10">
            <a:extLst>
              <a:ext uri="{FF2B5EF4-FFF2-40B4-BE49-F238E27FC236}">
                <a16:creationId xmlns:a16="http://schemas.microsoft.com/office/drawing/2014/main" id="{439EFCCB-7D7F-49E0-B582-36CC31FE5A27}"/>
              </a:ext>
            </a:extLst>
          </p:cNvPr>
          <p:cNvSpPr>
            <a:spLocks noGrp="1"/>
          </p:cNvSpPr>
          <p:nvPr>
            <p:ph type="body" idx="4294967295"/>
          </p:nvPr>
        </p:nvSpPr>
        <p:spPr>
          <a:xfrm>
            <a:off x="626846" y="4461612"/>
            <a:ext cx="10938307" cy="555906"/>
          </a:xfrm>
          <a:solidFill>
            <a:schemeClr val="accent6"/>
          </a:solidFill>
          <a:ln w="12700">
            <a:solidFill>
              <a:srgbClr val="232F3E"/>
            </a:solidFill>
          </a:ln>
          <a:effectLst>
            <a:outerShdw blurRad="63500" dist="53881" dir="2700016" rotWithShape="0">
              <a:scrgbClr r="0" g="0" b="0">
                <a:alpha val="25000"/>
              </a:scrgbClr>
            </a:outerShdw>
          </a:effectLst>
        </p:spPr>
        <p:txBody>
          <a:bodyPr>
            <a:normAutofit/>
          </a:bodyPr>
          <a:lstStyle/>
          <a:p>
            <a:pPr marL="0" indent="0" algn="ctr">
              <a:buNone/>
            </a:pPr>
            <a:r>
              <a:rPr lang="en-US" dirty="0">
                <a:solidFill>
                  <a:schemeClr val="bg1"/>
                </a:solidFill>
              </a:rPr>
              <a:t>Best practice</a:t>
            </a:r>
          </a:p>
        </p:txBody>
      </p:sp>
      <p:sp>
        <p:nvSpPr>
          <p:cNvPr id="8" name="Content Placeholder 7">
            <a:extLst>
              <a:ext uri="{FF2B5EF4-FFF2-40B4-BE49-F238E27FC236}">
                <a16:creationId xmlns:a16="http://schemas.microsoft.com/office/drawing/2014/main" id="{5F145968-CE6A-4201-A876-99EA085434AC}"/>
              </a:ext>
            </a:extLst>
          </p:cNvPr>
          <p:cNvSpPr>
            <a:spLocks noGrp="1"/>
          </p:cNvSpPr>
          <p:nvPr>
            <p:ph idx="4294967295"/>
          </p:nvPr>
        </p:nvSpPr>
        <p:spPr>
          <a:xfrm>
            <a:off x="626846" y="5022736"/>
            <a:ext cx="10938307" cy="1133061"/>
          </a:xfrm>
          <a:solidFill>
            <a:schemeClr val="bg1"/>
          </a:solidFill>
          <a:ln w="12700">
            <a:solidFill>
              <a:srgbClr val="232F3E"/>
            </a:solidFill>
          </a:ln>
          <a:effectLst>
            <a:outerShdw blurRad="63500" dist="53881" dir="2700016" rotWithShape="0">
              <a:scrgbClr r="0" g="0" b="0">
                <a:alpha val="25000"/>
              </a:scrgbClr>
            </a:outerShdw>
          </a:effectLst>
        </p:spPr>
        <p:txBody>
          <a:bodyPr lIns="182880" tIns="91440" anchor="ctr">
            <a:normAutofit/>
          </a:bodyPr>
          <a:lstStyle/>
          <a:p>
            <a:pPr marL="0" indent="0">
              <a:buNone/>
            </a:pPr>
            <a:r>
              <a:rPr lang="en-US" sz="2400" dirty="0"/>
              <a:t>It’s easier to define policies across multiple accounts in an SCP than to replicate these permissions settings into IAM policy documents in each account.</a:t>
            </a:r>
          </a:p>
        </p:txBody>
      </p:sp>
    </p:spTree>
    <p:custDataLst>
      <p:tags r:id="rId1"/>
    </p:custDataLst>
    <p:extLst>
      <p:ext uri="{BB962C8B-B14F-4D97-AF65-F5344CB8AC3E}">
        <p14:creationId xmlns:p14="http://schemas.microsoft.com/office/powerpoint/2010/main" val="17240540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44</a:t>
            </a:fld>
            <a:endParaRPr lang="en-US" dirty="0"/>
          </a:p>
        </p:txBody>
      </p:sp>
      <p:sp>
        <p:nvSpPr>
          <p:cNvPr id="3" name="Title">
            <a:extLst>
              <a:ext uri="{FF2B5EF4-FFF2-40B4-BE49-F238E27FC236}">
                <a16:creationId xmlns:a16="http://schemas.microsoft.com/office/drawing/2014/main" id="{3BE02FE7-A6FA-4689-A30C-628FCBC12A88}"/>
              </a:ext>
            </a:extLst>
          </p:cNvPr>
          <p:cNvSpPr>
            <a:spLocks noGrp="1"/>
          </p:cNvSpPr>
          <p:nvPr>
            <p:ph type="title" idx="1"/>
          </p:nvPr>
        </p:nvSpPr>
        <p:spPr/>
        <p:txBody>
          <a:bodyPr>
            <a:normAutofit/>
          </a:bodyPr>
          <a:lstStyle/>
          <a:p>
            <a:r>
              <a:rPr lang="en-US" dirty="0"/>
              <a:t>Examples of scenarios defined in SCPs</a:t>
            </a:r>
          </a:p>
        </p:txBody>
      </p:sp>
      <p:sp>
        <p:nvSpPr>
          <p:cNvPr id="10" name="Content Placeholder 9">
            <a:extLst>
              <a:ext uri="{FF2B5EF4-FFF2-40B4-BE49-F238E27FC236}">
                <a16:creationId xmlns:a16="http://schemas.microsoft.com/office/drawing/2014/main" id="{FC378254-117F-4913-8DAE-D5A66D0CD44F}"/>
              </a:ext>
            </a:extLst>
          </p:cNvPr>
          <p:cNvSpPr>
            <a:spLocks noGrp="1"/>
          </p:cNvSpPr>
          <p:nvPr>
            <p:ph idx="2"/>
          </p:nvPr>
        </p:nvSpPr>
        <p:spPr>
          <a:xfrm>
            <a:off x="365760" y="1097280"/>
            <a:ext cx="11466576" cy="5061473"/>
          </a:xfrm>
        </p:spPr>
        <p:txBody>
          <a:bodyPr>
            <a:normAutofit/>
          </a:bodyPr>
          <a:lstStyle/>
          <a:p>
            <a:r>
              <a:rPr lang="en-US" dirty="0"/>
              <a:t>Block service access or specific actions. For example, deny users from disabling AWS CloudTrail in all member accounts. </a:t>
            </a:r>
          </a:p>
          <a:p>
            <a:r>
              <a:rPr lang="en-US" dirty="0"/>
              <a:t>Enforce the tagging of resources. For example, do not allow users to launch an Amazon Elastic Compute Cloud (Amazon EC2) Amazon Machine Image (AMI) unless it has a specific tag on it. </a:t>
            </a:r>
          </a:p>
          <a:p>
            <a:r>
              <a:rPr lang="en-US" dirty="0"/>
              <a:t>Prevent member accounts from leaving the organization.</a:t>
            </a:r>
          </a:p>
        </p:txBody>
      </p:sp>
    </p:spTree>
    <p:custDataLst>
      <p:tags r:id="rId1"/>
    </p:custDataLst>
    <p:extLst>
      <p:ext uri="{BB962C8B-B14F-4D97-AF65-F5344CB8AC3E}">
        <p14:creationId xmlns:p14="http://schemas.microsoft.com/office/powerpoint/2010/main" val="38152533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2AA91082-CCE5-49BE-8183-E30E16D8FB0C}"/>
              </a:ext>
            </a:extLst>
          </p:cNvPr>
          <p:cNvSpPr>
            <a:spLocks noGrp="1"/>
          </p:cNvSpPr>
          <p:nvPr>
            <p:ph type="sldNum" idx="97"/>
          </p:nvPr>
        </p:nvSpPr>
        <p:spPr/>
        <p:txBody>
          <a:bodyPr/>
          <a:lstStyle/>
          <a:p>
            <a:fld id="{7834CDD4-D76F-4459-B025-0310E913C243}" type="slidenum">
              <a:rPr lang="en-US" smtClean="0"/>
              <a:pPr/>
              <a:t>45</a:t>
            </a:fld>
            <a:endParaRPr lang="en-US" dirty="0"/>
          </a:p>
        </p:txBody>
      </p:sp>
      <p:sp>
        <p:nvSpPr>
          <p:cNvPr id="3" name="Title">
            <a:extLst>
              <a:ext uri="{FF2B5EF4-FFF2-40B4-BE49-F238E27FC236}">
                <a16:creationId xmlns:a16="http://schemas.microsoft.com/office/drawing/2014/main" id="{0304BB35-8898-4790-BEF0-0B88ED7254C4}"/>
              </a:ext>
            </a:extLst>
          </p:cNvPr>
          <p:cNvSpPr>
            <a:spLocks noGrp="1"/>
          </p:cNvSpPr>
          <p:nvPr>
            <p:ph type="title" idx="1"/>
          </p:nvPr>
        </p:nvSpPr>
        <p:spPr/>
        <p:txBody>
          <a:bodyPr/>
          <a:lstStyle/>
          <a:p>
            <a:r>
              <a:rPr lang="en-US" dirty="0"/>
              <a:t>Example SCP</a:t>
            </a:r>
          </a:p>
        </p:txBody>
      </p:sp>
      <p:sp>
        <p:nvSpPr>
          <p:cNvPr id="4" name="Content Placeholder 3">
            <a:extLst>
              <a:ext uri="{FF2B5EF4-FFF2-40B4-BE49-F238E27FC236}">
                <a16:creationId xmlns:a16="http://schemas.microsoft.com/office/drawing/2014/main" id="{22F70584-5D87-44D5-9DF4-63FEDD422DD0}"/>
              </a:ext>
            </a:extLst>
          </p:cNvPr>
          <p:cNvSpPr>
            <a:spLocks noGrp="1"/>
          </p:cNvSpPr>
          <p:nvPr>
            <p:ph idx="2"/>
          </p:nvPr>
        </p:nvSpPr>
        <p:spPr/>
        <p:txBody>
          <a:bodyPr/>
          <a:lstStyle/>
          <a:p>
            <a:pPr marL="0" indent="0">
              <a:buNone/>
            </a:pPr>
            <a:r>
              <a:rPr lang="en-US" sz="2800" dirty="0">
                <a:latin typeface="Amazon Ember" panose="020B0603020204020204" pitchFamily="34" charset="0"/>
                <a:ea typeface="Amazon Ember" panose="020B0603020204020204" pitchFamily="34" charset="0"/>
                <a:cs typeface="Amazon Ember" panose="020B0603020204020204" pitchFamily="34" charset="0"/>
              </a:rPr>
              <a:t>Prevent member accounts from leaving the organization:</a:t>
            </a:r>
          </a:p>
        </p:txBody>
      </p:sp>
      <p:sp>
        <p:nvSpPr>
          <p:cNvPr id="5" name="Rectangle 4" descr="An example of service control policy in JSON format.">
            <a:extLst>
              <a:ext uri="{FF2B5EF4-FFF2-40B4-BE49-F238E27FC236}">
                <a16:creationId xmlns:a16="http://schemas.microsoft.com/office/drawing/2014/main" id="{C98B9DB6-8DF8-4F45-A1ED-80F966AEB099}"/>
              </a:ext>
            </a:extLst>
          </p:cNvPr>
          <p:cNvSpPr/>
          <p:nvPr/>
        </p:nvSpPr>
        <p:spPr>
          <a:xfrm>
            <a:off x="508599" y="2211782"/>
            <a:ext cx="10698480" cy="3247043"/>
          </a:xfrm>
          <a:prstGeom prst="rect">
            <a:avLst/>
          </a:prstGeom>
          <a:noFill/>
          <a:ln w="38100">
            <a:solidFill>
              <a:srgbClr val="19594E"/>
            </a:solidFill>
          </a:ln>
        </p:spPr>
        <p:txBody>
          <a:bodyPr wrap="square">
            <a:spAutoFit/>
          </a:bodyPr>
          <a:lstStyle/>
          <a:p>
            <a:pPr defTabSz="457200">
              <a:spcAft>
                <a:spcPts val="600"/>
              </a:spcAft>
            </a:pPr>
            <a:r>
              <a:rPr lang="en-US" sz="1600" dirty="0">
                <a:latin typeface="Lucida Console" panose="020B0609040504020204" pitchFamily="49" charset="0"/>
              </a:rPr>
              <a:t>{ </a:t>
            </a:r>
          </a:p>
          <a:p>
            <a:pPr defTabSz="457200">
              <a:spcAft>
                <a:spcPts val="600"/>
              </a:spcAft>
            </a:pPr>
            <a:r>
              <a:rPr lang="en-US" sz="1600" dirty="0">
                <a:latin typeface="Lucida Console" panose="020B0609040504020204" pitchFamily="49" charset="0"/>
              </a:rPr>
              <a:t>	"Version": "2023-06-17", </a:t>
            </a:r>
          </a:p>
          <a:p>
            <a:pPr defTabSz="457200">
              <a:spcAft>
                <a:spcPts val="600"/>
              </a:spcAft>
            </a:pPr>
            <a:r>
              <a:rPr lang="en-US" sz="1600" dirty="0">
                <a:latin typeface="Lucida Console" panose="020B0609040504020204" pitchFamily="49" charset="0"/>
              </a:rPr>
              <a:t>	"Statement": [ </a:t>
            </a:r>
          </a:p>
          <a:p>
            <a:pPr defTabSz="457200">
              <a:spcAft>
                <a:spcPts val="600"/>
              </a:spcAft>
            </a:pPr>
            <a:r>
              <a:rPr lang="en-US" sz="1600" dirty="0">
                <a:latin typeface="Lucida Console" panose="020B0609040504020204" pitchFamily="49" charset="0"/>
              </a:rPr>
              <a:t>		{</a:t>
            </a:r>
          </a:p>
          <a:p>
            <a:pPr defTabSz="457200">
              <a:spcAft>
                <a:spcPts val="600"/>
              </a:spcAft>
            </a:pPr>
            <a:r>
              <a:rPr lang="en-US" sz="1600" dirty="0">
                <a:latin typeface="Lucida Console" panose="020B0609040504020204" pitchFamily="49" charset="0"/>
              </a:rPr>
              <a:t>			"Effect": "Deny", </a:t>
            </a:r>
          </a:p>
          <a:p>
            <a:pPr defTabSz="457200">
              <a:spcAft>
                <a:spcPts val="600"/>
              </a:spcAft>
            </a:pPr>
            <a:r>
              <a:rPr lang="en-US" sz="1600" dirty="0">
                <a:latin typeface="Lucida Console" panose="020B0609040504020204" pitchFamily="49" charset="0"/>
              </a:rPr>
              <a:t>			"Action": [ "organizations:LeaveOrganization"], </a:t>
            </a:r>
          </a:p>
          <a:p>
            <a:pPr defTabSz="457200">
              <a:spcAft>
                <a:spcPts val="600"/>
              </a:spcAft>
            </a:pPr>
            <a:r>
              <a:rPr lang="en-US" sz="1600" dirty="0">
                <a:latin typeface="Lucida Console" panose="020B0609040504020204" pitchFamily="49" charset="0"/>
              </a:rPr>
              <a:t>			"Resource": "*" </a:t>
            </a:r>
          </a:p>
          <a:p>
            <a:pPr defTabSz="457200">
              <a:spcAft>
                <a:spcPts val="600"/>
              </a:spcAft>
            </a:pPr>
            <a:r>
              <a:rPr lang="en-US" sz="1600" dirty="0">
                <a:latin typeface="Lucida Console" panose="020B0609040504020204" pitchFamily="49" charset="0"/>
              </a:rPr>
              <a:t>		} </a:t>
            </a:r>
          </a:p>
          <a:p>
            <a:pPr defTabSz="457200">
              <a:spcAft>
                <a:spcPts val="600"/>
              </a:spcAft>
            </a:pPr>
            <a:r>
              <a:rPr lang="en-US" sz="1600" dirty="0">
                <a:latin typeface="Lucida Console" panose="020B0609040504020204" pitchFamily="49" charset="0"/>
              </a:rPr>
              <a:t>	] </a:t>
            </a:r>
          </a:p>
          <a:p>
            <a:pPr defTabSz="457200">
              <a:spcAft>
                <a:spcPts val="600"/>
              </a:spcAft>
            </a:pPr>
            <a:r>
              <a:rPr lang="en-US" sz="1600" dirty="0">
                <a:latin typeface="Lucida Console" panose="020B0609040504020204" pitchFamily="49" charset="0"/>
              </a:rPr>
              <a:t>}</a:t>
            </a:r>
          </a:p>
        </p:txBody>
      </p:sp>
    </p:spTree>
    <p:custDataLst>
      <p:tags r:id="rId1"/>
    </p:custDataLst>
    <p:extLst>
      <p:ext uri="{BB962C8B-B14F-4D97-AF65-F5344CB8AC3E}">
        <p14:creationId xmlns:p14="http://schemas.microsoft.com/office/powerpoint/2010/main" val="42615343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 name="Slide Number">
            <a:extLst>
              <a:ext uri="{FF2B5EF4-FFF2-40B4-BE49-F238E27FC236}">
                <a16:creationId xmlns:a16="http://schemas.microsoft.com/office/drawing/2014/main" id="{8E24F417-8B86-4D43-AD28-2D54C05E7FE9}"/>
              </a:ext>
            </a:extLst>
          </p:cNvPr>
          <p:cNvSpPr>
            <a:spLocks noGrp="1"/>
          </p:cNvSpPr>
          <p:nvPr>
            <p:ph type="sldNum" idx="97"/>
          </p:nvPr>
        </p:nvSpPr>
        <p:spPr/>
        <p:txBody>
          <a:bodyPr/>
          <a:lstStyle/>
          <a:p>
            <a:pPr lvl="0"/>
            <a:fld id="{B6A95138-A96E-2F42-A959-2EFD44FE4AB7}" type="slidenum">
              <a:rPr lang="en-US" noProof="0" smtClean="0"/>
              <a:pPr lvl="0"/>
              <a:t>46</a:t>
            </a:fld>
            <a:endParaRPr lang="en-US" noProof="0" dirty="0"/>
          </a:p>
        </p:txBody>
      </p:sp>
      <p:sp>
        <p:nvSpPr>
          <p:cNvPr id="6" name="Title">
            <a:extLst>
              <a:ext uri="{FF2B5EF4-FFF2-40B4-BE49-F238E27FC236}">
                <a16:creationId xmlns:a16="http://schemas.microsoft.com/office/drawing/2014/main" id="{58876D70-FA29-AB42-90F6-53D7BAF073BF}"/>
              </a:ext>
            </a:extLst>
          </p:cNvPr>
          <p:cNvSpPr>
            <a:spLocks noGrp="1"/>
          </p:cNvSpPr>
          <p:nvPr>
            <p:ph type="title" idx="1"/>
          </p:nvPr>
        </p:nvSpPr>
        <p:spPr/>
        <p:txBody>
          <a:bodyPr/>
          <a:lstStyle/>
          <a:p>
            <a:r>
              <a:rPr lang="en-US" dirty="0"/>
              <a:t>AWS Organizations: Attach SCPs</a:t>
            </a:r>
          </a:p>
        </p:txBody>
      </p:sp>
      <p:grpSp>
        <p:nvGrpSpPr>
          <p:cNvPr id="11" name="Flatten Step4group" descr="Continuation of previous diagram. Each policy is attached to the root, organizational unit, or account. More details in notes.">
            <a:extLst>
              <a:ext uri="{FF2B5EF4-FFF2-40B4-BE49-F238E27FC236}">
                <a16:creationId xmlns:a16="http://schemas.microsoft.com/office/drawing/2014/main" id="{18891CA3-C053-4CE1-8400-A85C96A58D87}"/>
              </a:ext>
            </a:extLst>
          </p:cNvPr>
          <p:cNvGrpSpPr/>
          <p:nvPr/>
        </p:nvGrpSpPr>
        <p:grpSpPr>
          <a:xfrm>
            <a:off x="258110" y="1457002"/>
            <a:ext cx="11842032" cy="4976498"/>
            <a:chOff x="258110" y="1457002"/>
            <a:chExt cx="11842032" cy="4976498"/>
          </a:xfrm>
        </p:grpSpPr>
        <p:grpSp>
          <p:nvGrpSpPr>
            <p:cNvPr id="73" name="Steps3group - FLATTEN" descr="Continuation of previous diagram. Three different service control policies (SCPs) are defined. More details in notes.">
              <a:extLst>
                <a:ext uri="{FF2B5EF4-FFF2-40B4-BE49-F238E27FC236}">
                  <a16:creationId xmlns:a16="http://schemas.microsoft.com/office/drawing/2014/main" id="{056B5679-A253-4B5D-9EE0-8E2AE54AEDF2}"/>
                </a:ext>
              </a:extLst>
            </p:cNvPr>
            <p:cNvGrpSpPr/>
            <p:nvPr/>
          </p:nvGrpSpPr>
          <p:grpSpPr>
            <a:xfrm>
              <a:off x="258110" y="1457002"/>
              <a:ext cx="11842032" cy="4976498"/>
              <a:chOff x="258110" y="1457002"/>
              <a:chExt cx="11842032" cy="4976498"/>
            </a:xfrm>
          </p:grpSpPr>
          <p:grpSp>
            <p:nvGrpSpPr>
              <p:cNvPr id="75" name="Step3 - Flatten">
                <a:extLst>
                  <a:ext uri="{FF2B5EF4-FFF2-40B4-BE49-F238E27FC236}">
                    <a16:creationId xmlns:a16="http://schemas.microsoft.com/office/drawing/2014/main" id="{6E73FD8D-C843-49B5-A35A-583171943BA1}"/>
                  </a:ext>
                </a:extLst>
              </p:cNvPr>
              <p:cNvGrpSpPr/>
              <p:nvPr/>
            </p:nvGrpSpPr>
            <p:grpSpPr>
              <a:xfrm>
                <a:off x="2843408" y="1512993"/>
                <a:ext cx="9256734" cy="4920507"/>
                <a:chOff x="2843408" y="1512993"/>
                <a:chExt cx="9256734" cy="4920507"/>
              </a:xfrm>
            </p:grpSpPr>
            <p:grpSp>
              <p:nvGrpSpPr>
                <p:cNvPr id="79" name="Flatten">
                  <a:extLst>
                    <a:ext uri="{FF2B5EF4-FFF2-40B4-BE49-F238E27FC236}">
                      <a16:creationId xmlns:a16="http://schemas.microsoft.com/office/drawing/2014/main" id="{D1D2BC35-4731-4477-88D3-76BF3A6F5769}"/>
                    </a:ext>
                  </a:extLst>
                </p:cNvPr>
                <p:cNvGrpSpPr/>
                <p:nvPr/>
              </p:nvGrpSpPr>
              <p:grpSpPr>
                <a:xfrm>
                  <a:off x="2843408" y="1512993"/>
                  <a:ext cx="9256734" cy="4920507"/>
                  <a:chOff x="2843408" y="1512993"/>
                  <a:chExt cx="9256734" cy="4920507"/>
                </a:xfrm>
              </p:grpSpPr>
              <p:sp>
                <p:nvSpPr>
                  <p:cNvPr id="81" name="Rectangle 80">
                    <a:extLst>
                      <a:ext uri="{FF2B5EF4-FFF2-40B4-BE49-F238E27FC236}">
                        <a16:creationId xmlns:a16="http://schemas.microsoft.com/office/drawing/2014/main" id="{5ECF97EA-424F-46FA-AA4D-CB0AB815A9CC}"/>
                      </a:ext>
                      <a:ext uri="{C183D7F6-B498-43B3-948B-1728B52AA6E4}">
                        <adec:decorative xmlns:adec="http://schemas.microsoft.com/office/drawing/2017/decorative" val="1"/>
                      </a:ext>
                    </a:extLst>
                  </p:cNvPr>
                  <p:cNvSpPr/>
                  <p:nvPr/>
                </p:nvSpPr>
                <p:spPr>
                  <a:xfrm>
                    <a:off x="9333403" y="4210756"/>
                    <a:ext cx="2441448" cy="411348"/>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20040" tIns="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ysClr val="windowText" lastClr="000000"/>
                        </a:solidFill>
                        <a:effectLst/>
                        <a:uLnTx/>
                        <a:uFillTx/>
                        <a:latin typeface="Amazon Ember Light"/>
                        <a:ea typeface="+mn-ea"/>
                        <a:cs typeface="+mn-cs"/>
                      </a:rPr>
                      <a:t>AWS account #3</a:t>
                    </a:r>
                  </a:p>
                </p:txBody>
              </p:sp>
              <p:sp>
                <p:nvSpPr>
                  <p:cNvPr id="82" name="Rectangle 81">
                    <a:extLst>
                      <a:ext uri="{FF2B5EF4-FFF2-40B4-BE49-F238E27FC236}">
                        <a16:creationId xmlns:a16="http://schemas.microsoft.com/office/drawing/2014/main" id="{AA38D2B1-AB95-47AD-9FC3-3E721D07D300}"/>
                      </a:ext>
                      <a:ext uri="{C183D7F6-B498-43B3-948B-1728B52AA6E4}">
                        <adec:decorative xmlns:adec="http://schemas.microsoft.com/office/drawing/2017/decorative" val="1"/>
                      </a:ext>
                    </a:extLst>
                  </p:cNvPr>
                  <p:cNvSpPr/>
                  <p:nvPr/>
                </p:nvSpPr>
                <p:spPr>
                  <a:xfrm>
                    <a:off x="2843408" y="1512993"/>
                    <a:ext cx="9256734" cy="492050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ysClr val="windowText" lastClr="000000"/>
                        </a:solidFill>
                        <a:effectLst/>
                        <a:uLnTx/>
                        <a:uFillTx/>
                        <a:latin typeface="Amazon Ember Light"/>
                        <a:ea typeface="+mn-ea"/>
                        <a:cs typeface="+mn-cs"/>
                      </a:rPr>
                      <a:t>AWS Cloud</a:t>
                    </a:r>
                  </a:p>
                </p:txBody>
              </p:sp>
              <p:sp>
                <p:nvSpPr>
                  <p:cNvPr id="83" name="Rectangle 82">
                    <a:extLst>
                      <a:ext uri="{FF2B5EF4-FFF2-40B4-BE49-F238E27FC236}">
                        <a16:creationId xmlns:a16="http://schemas.microsoft.com/office/drawing/2014/main" id="{20136CD5-E669-442C-B8E5-882F0ECAE054}"/>
                      </a:ext>
                      <a:ext uri="{C183D7F6-B498-43B3-948B-1728B52AA6E4}">
                        <adec:decorative xmlns:adec="http://schemas.microsoft.com/office/drawing/2017/decorative" val="1"/>
                      </a:ext>
                    </a:extLst>
                  </p:cNvPr>
                  <p:cNvSpPr/>
                  <p:nvPr/>
                </p:nvSpPr>
                <p:spPr>
                  <a:xfrm>
                    <a:off x="3169085" y="2010024"/>
                    <a:ext cx="5711868" cy="426412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i="0" u="none" strike="noStrike" kern="1200" cap="none" spc="0" normalizeH="0" baseline="0" noProof="0" dirty="0">
                        <a:ln>
                          <a:noFill/>
                        </a:ln>
                        <a:solidFill>
                          <a:srgbClr val="19594E"/>
                        </a:solidFill>
                        <a:effectLst/>
                        <a:uLnTx/>
                        <a:uFillTx/>
                        <a:latin typeface="Amazon Ember" panose="020B0603020204020204" pitchFamily="34" charset="0"/>
                        <a:ea typeface="Amazon Ember" panose="020B0603020204020204" pitchFamily="34" charset="0"/>
                        <a:cs typeface="Amazon Ember" panose="020B0603020204020204" pitchFamily="34" charset="0"/>
                      </a:rPr>
                      <a:t>Primary account</a:t>
                    </a:r>
                  </a:p>
                </p:txBody>
              </p:sp>
              <p:sp>
                <p:nvSpPr>
                  <p:cNvPr id="84" name="TextBox 83">
                    <a:extLst>
                      <a:ext uri="{FF2B5EF4-FFF2-40B4-BE49-F238E27FC236}">
                        <a16:creationId xmlns:a16="http://schemas.microsoft.com/office/drawing/2014/main" id="{0901EC4B-DB85-4D2F-865E-63D166E71AA1}"/>
                      </a:ext>
                      <a:ext uri="{C183D7F6-B498-43B3-948B-1728B52AA6E4}">
                        <adec:decorative xmlns:adec="http://schemas.microsoft.com/office/drawing/2017/decorative" val="1"/>
                      </a:ext>
                    </a:extLst>
                  </p:cNvPr>
                  <p:cNvSpPr txBox="1"/>
                  <p:nvPr/>
                </p:nvSpPr>
                <p:spPr>
                  <a:xfrm>
                    <a:off x="6705661" y="2424606"/>
                    <a:ext cx="1503962"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mazon Ember Light"/>
                        <a:ea typeface="+mn-ea"/>
                        <a:cs typeface="+mn-cs"/>
                      </a:rPr>
                      <a:t>Internal IT OU</a:t>
                    </a:r>
                  </a:p>
                </p:txBody>
              </p:sp>
              <p:pic>
                <p:nvPicPr>
                  <p:cNvPr id="85" name="Graphic 84">
                    <a:extLst>
                      <a:ext uri="{FF2B5EF4-FFF2-40B4-BE49-F238E27FC236}">
                        <a16:creationId xmlns:a16="http://schemas.microsoft.com/office/drawing/2014/main" id="{1F25A8A1-BDB1-42DD-A3F2-7FC22D520774}"/>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51722" y="2478438"/>
                    <a:ext cx="469900" cy="469900"/>
                  </a:xfrm>
                  <a:prstGeom prst="rect">
                    <a:avLst/>
                  </a:prstGeom>
                </p:spPr>
              </p:pic>
              <p:sp>
                <p:nvSpPr>
                  <p:cNvPr id="86" name="Rectangle 85">
                    <a:extLst>
                      <a:ext uri="{FF2B5EF4-FFF2-40B4-BE49-F238E27FC236}">
                        <a16:creationId xmlns:a16="http://schemas.microsoft.com/office/drawing/2014/main" id="{215750BE-FD0A-4129-AEB7-E983D45CE53E}"/>
                      </a:ext>
                      <a:ext uri="{C183D7F6-B498-43B3-948B-1728B52AA6E4}">
                        <adec:decorative xmlns:adec="http://schemas.microsoft.com/office/drawing/2017/decorative" val="1"/>
                      </a:ext>
                    </a:extLst>
                  </p:cNvPr>
                  <p:cNvSpPr/>
                  <p:nvPr/>
                </p:nvSpPr>
                <p:spPr>
                  <a:xfrm>
                    <a:off x="3319396" y="2437658"/>
                    <a:ext cx="5448823" cy="3719418"/>
                  </a:xfrm>
                  <a:prstGeom prst="rect">
                    <a:avLst/>
                  </a:prstGeom>
                  <a:noFill/>
                  <a:ln w="12700">
                    <a:solidFill>
                      <a:srgbClr val="5A6B86"/>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5A6B86"/>
                      </a:solidFill>
                      <a:effectLst/>
                      <a:uLnTx/>
                      <a:uFillTx/>
                      <a:latin typeface="Amazon Ember Light"/>
                      <a:ea typeface="+mn-ea"/>
                      <a:cs typeface="+mn-cs"/>
                    </a:endParaRPr>
                  </a:p>
                </p:txBody>
              </p:sp>
              <p:sp>
                <p:nvSpPr>
                  <p:cNvPr id="87" name="Rectangle 86">
                    <a:extLst>
                      <a:ext uri="{FF2B5EF4-FFF2-40B4-BE49-F238E27FC236}">
                        <a16:creationId xmlns:a16="http://schemas.microsoft.com/office/drawing/2014/main" id="{866377CC-0CED-483D-A87E-0FDBD73CF831}"/>
                      </a:ext>
                      <a:ext uri="{C183D7F6-B498-43B3-948B-1728B52AA6E4}">
                        <adec:decorative xmlns:adec="http://schemas.microsoft.com/office/drawing/2017/decorative" val="1"/>
                      </a:ext>
                    </a:extLst>
                  </p:cNvPr>
                  <p:cNvSpPr/>
                  <p:nvPr/>
                </p:nvSpPr>
                <p:spPr>
                  <a:xfrm>
                    <a:off x="4342933" y="2870488"/>
                    <a:ext cx="635494" cy="330201"/>
                  </a:xfrm>
                  <a:prstGeom prst="rect">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Amazon Ember Light"/>
                        <a:ea typeface="+mn-ea"/>
                        <a:cs typeface="+mn-cs"/>
                      </a:rPr>
                      <a:t>root</a:t>
                    </a:r>
                  </a:p>
                </p:txBody>
              </p:sp>
              <p:pic>
                <p:nvPicPr>
                  <p:cNvPr id="88" name="Graphic 87">
                    <a:extLst>
                      <a:ext uri="{FF2B5EF4-FFF2-40B4-BE49-F238E27FC236}">
                        <a16:creationId xmlns:a16="http://schemas.microsoft.com/office/drawing/2014/main" id="{8A220F8E-B593-4284-943D-F9B07647FDEE}"/>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38501" y="3298762"/>
                    <a:ext cx="469900" cy="469900"/>
                  </a:xfrm>
                  <a:prstGeom prst="rect">
                    <a:avLst/>
                  </a:prstGeom>
                </p:spPr>
              </p:pic>
              <p:sp>
                <p:nvSpPr>
                  <p:cNvPr id="90" name="TextBox 89">
                    <a:extLst>
                      <a:ext uri="{FF2B5EF4-FFF2-40B4-BE49-F238E27FC236}">
                        <a16:creationId xmlns:a16="http://schemas.microsoft.com/office/drawing/2014/main" id="{7ABC1E94-9326-4E6C-A279-763469AC0506}"/>
                      </a:ext>
                      <a:ext uri="{C183D7F6-B498-43B3-948B-1728B52AA6E4}">
                        <adec:decorative xmlns:adec="http://schemas.microsoft.com/office/drawing/2017/decorative" val="1"/>
                      </a:ext>
                    </a:extLst>
                  </p:cNvPr>
                  <p:cNvSpPr txBox="1"/>
                  <p:nvPr/>
                </p:nvSpPr>
                <p:spPr>
                  <a:xfrm>
                    <a:off x="6654007" y="3297964"/>
                    <a:ext cx="1648886" cy="338554"/>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mazon Ember Light"/>
                        <a:ea typeface="+mn-ea"/>
                        <a:cs typeface="+mn-cs"/>
                      </a:rPr>
                      <a:t>Engineering OU</a:t>
                    </a:r>
                  </a:p>
                </p:txBody>
              </p:sp>
              <p:pic>
                <p:nvPicPr>
                  <p:cNvPr id="91" name="Graphic 90">
                    <a:extLst>
                      <a:ext uri="{FF2B5EF4-FFF2-40B4-BE49-F238E27FC236}">
                        <a16:creationId xmlns:a16="http://schemas.microsoft.com/office/drawing/2014/main" id="{191C892A-D4AA-4725-AF01-70EE213BD53E}"/>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584524" y="5068545"/>
                    <a:ext cx="469900" cy="469900"/>
                  </a:xfrm>
                  <a:prstGeom prst="rect">
                    <a:avLst/>
                  </a:prstGeom>
                </p:spPr>
              </p:pic>
              <p:sp>
                <p:nvSpPr>
                  <p:cNvPr id="93" name="TextBox 92">
                    <a:extLst>
                      <a:ext uri="{FF2B5EF4-FFF2-40B4-BE49-F238E27FC236}">
                        <a16:creationId xmlns:a16="http://schemas.microsoft.com/office/drawing/2014/main" id="{E8572BB0-7A04-4697-9B34-EAA153B03A68}"/>
                      </a:ext>
                      <a:ext uri="{C183D7F6-B498-43B3-948B-1728B52AA6E4}">
                        <adec:decorative xmlns:adec="http://schemas.microsoft.com/office/drawing/2017/decorative" val="1"/>
                      </a:ext>
                    </a:extLst>
                  </p:cNvPr>
                  <p:cNvSpPr txBox="1"/>
                  <p:nvPr/>
                </p:nvSpPr>
                <p:spPr>
                  <a:xfrm>
                    <a:off x="6946622" y="4230832"/>
                    <a:ext cx="1796544"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mazon Ember Light"/>
                        <a:ea typeface="+mn-ea"/>
                        <a:cs typeface="+mn-cs"/>
                      </a:rPr>
                      <a:t> Development OU</a:t>
                    </a:r>
                  </a:p>
                </p:txBody>
              </p:sp>
              <p:pic>
                <p:nvPicPr>
                  <p:cNvPr id="94" name="Graphic 93">
                    <a:extLst>
                      <a:ext uri="{FF2B5EF4-FFF2-40B4-BE49-F238E27FC236}">
                        <a16:creationId xmlns:a16="http://schemas.microsoft.com/office/drawing/2014/main" id="{BFD90BBF-9229-43DB-B1A4-0BA3E16CCF53}"/>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573660" y="4255306"/>
                    <a:ext cx="469900" cy="469900"/>
                  </a:xfrm>
                  <a:prstGeom prst="rect">
                    <a:avLst/>
                  </a:prstGeom>
                </p:spPr>
              </p:pic>
              <p:sp>
                <p:nvSpPr>
                  <p:cNvPr id="95" name="TextBox 94">
                    <a:extLst>
                      <a:ext uri="{FF2B5EF4-FFF2-40B4-BE49-F238E27FC236}">
                        <a16:creationId xmlns:a16="http://schemas.microsoft.com/office/drawing/2014/main" id="{86BBF012-827E-4A47-B430-C0F2AA667284}"/>
                      </a:ext>
                      <a:ext uri="{C183D7F6-B498-43B3-948B-1728B52AA6E4}">
                        <adec:decorative xmlns:adec="http://schemas.microsoft.com/office/drawing/2017/decorative" val="1"/>
                      </a:ext>
                    </a:extLst>
                  </p:cNvPr>
                  <p:cNvSpPr txBox="1"/>
                  <p:nvPr/>
                </p:nvSpPr>
                <p:spPr>
                  <a:xfrm>
                    <a:off x="7070722" y="4968406"/>
                    <a:ext cx="162383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mazon Ember Light"/>
                        <a:ea typeface="+mn-ea"/>
                        <a:cs typeface="+mn-cs"/>
                      </a:rPr>
                      <a:t> Production OU</a:t>
                    </a:r>
                  </a:p>
                </p:txBody>
              </p:sp>
              <p:sp>
                <p:nvSpPr>
                  <p:cNvPr id="96" name="Rectangle 95">
                    <a:extLst>
                      <a:ext uri="{FF2B5EF4-FFF2-40B4-BE49-F238E27FC236}">
                        <a16:creationId xmlns:a16="http://schemas.microsoft.com/office/drawing/2014/main" id="{B8E61043-C92D-4EF3-BD2D-E1DD287F384C}"/>
                      </a:ext>
                      <a:ext uri="{C183D7F6-B498-43B3-948B-1728B52AA6E4}">
                        <adec:decorative xmlns:adec="http://schemas.microsoft.com/office/drawing/2017/decorative" val="1"/>
                      </a:ext>
                    </a:extLst>
                  </p:cNvPr>
                  <p:cNvSpPr/>
                  <p:nvPr/>
                </p:nvSpPr>
                <p:spPr>
                  <a:xfrm>
                    <a:off x="9333403" y="2273988"/>
                    <a:ext cx="2441448" cy="631858"/>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20040" tIns="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ysClr val="windowText" lastClr="000000"/>
                        </a:solidFill>
                        <a:effectLst/>
                        <a:uLnTx/>
                        <a:uFillTx/>
                        <a:latin typeface="Amazon Ember Light"/>
                        <a:ea typeface="+mn-ea"/>
                        <a:cs typeface="+mn-cs"/>
                      </a:rPr>
                      <a:t>AWS account #1</a:t>
                    </a:r>
                  </a:p>
                </p:txBody>
              </p:sp>
              <p:pic>
                <p:nvPicPr>
                  <p:cNvPr id="97" name="Graphic 96">
                    <a:extLst>
                      <a:ext uri="{FF2B5EF4-FFF2-40B4-BE49-F238E27FC236}">
                        <a16:creationId xmlns:a16="http://schemas.microsoft.com/office/drawing/2014/main" id="{8B1A4AC8-FE53-4C27-B84F-0C8215F74E79}"/>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337699" y="2273989"/>
                    <a:ext cx="274320" cy="274320"/>
                  </a:xfrm>
                  <a:prstGeom prst="rect">
                    <a:avLst/>
                  </a:prstGeom>
                </p:spPr>
              </p:pic>
              <p:cxnSp>
                <p:nvCxnSpPr>
                  <p:cNvPr id="99" name="Straight Connector 98">
                    <a:extLst>
                      <a:ext uri="{FF2B5EF4-FFF2-40B4-BE49-F238E27FC236}">
                        <a16:creationId xmlns:a16="http://schemas.microsoft.com/office/drawing/2014/main" id="{19BAA85E-AB50-455A-886A-D4325CA92DC9}"/>
                      </a:ext>
                      <a:ext uri="{C183D7F6-B498-43B3-948B-1728B52AA6E4}">
                        <adec:decorative xmlns:adec="http://schemas.microsoft.com/office/drawing/2017/decorative" val="1"/>
                      </a:ext>
                    </a:extLst>
                  </p:cNvPr>
                  <p:cNvCxnSpPr>
                    <a:cxnSpLocks/>
                  </p:cNvCxnSpPr>
                  <p:nvPr/>
                </p:nvCxnSpPr>
                <p:spPr>
                  <a:xfrm>
                    <a:off x="6721622" y="2738440"/>
                    <a:ext cx="2472482" cy="0"/>
                  </a:xfrm>
                  <a:prstGeom prst="line">
                    <a:avLst/>
                  </a:prstGeom>
                  <a:ln w="38100">
                    <a:solidFill>
                      <a:srgbClr val="248814"/>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8B5BE733-747F-49E1-969C-D57734CAADB3}"/>
                      </a:ext>
                      <a:ext uri="{C183D7F6-B498-43B3-948B-1728B52AA6E4}">
                        <adec:decorative xmlns:adec="http://schemas.microsoft.com/office/drawing/2017/decorative" val="1"/>
                      </a:ext>
                    </a:extLst>
                  </p:cNvPr>
                  <p:cNvCxnSpPr>
                    <a:cxnSpLocks/>
                  </p:cNvCxnSpPr>
                  <p:nvPr/>
                </p:nvCxnSpPr>
                <p:spPr>
                  <a:xfrm>
                    <a:off x="6756155" y="3583816"/>
                    <a:ext cx="2459736" cy="0"/>
                  </a:xfrm>
                  <a:prstGeom prst="line">
                    <a:avLst/>
                  </a:prstGeom>
                  <a:ln w="38100">
                    <a:solidFill>
                      <a:srgbClr val="248814"/>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C995CD49-57A1-4E77-8B75-745E47B93C2F}"/>
                      </a:ext>
                      <a:ext uri="{C183D7F6-B498-43B3-948B-1728B52AA6E4}">
                        <adec:decorative xmlns:adec="http://schemas.microsoft.com/office/drawing/2017/decorative" val="1"/>
                      </a:ext>
                    </a:extLst>
                  </p:cNvPr>
                  <p:cNvCxnSpPr>
                    <a:cxnSpLocks/>
                  </p:cNvCxnSpPr>
                  <p:nvPr/>
                </p:nvCxnSpPr>
                <p:spPr>
                  <a:xfrm>
                    <a:off x="7127310" y="5306539"/>
                    <a:ext cx="2091846" cy="0"/>
                  </a:xfrm>
                  <a:prstGeom prst="line">
                    <a:avLst/>
                  </a:prstGeom>
                  <a:ln w="38100">
                    <a:solidFill>
                      <a:srgbClr val="248814"/>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E078C09D-E015-4D53-96C1-E4311C973BDE}"/>
                      </a:ext>
                      <a:ext uri="{C183D7F6-B498-43B3-948B-1728B52AA6E4}">
                        <adec:decorative xmlns:adec="http://schemas.microsoft.com/office/drawing/2017/decorative" val="1"/>
                      </a:ext>
                    </a:extLst>
                  </p:cNvPr>
                  <p:cNvCxnSpPr>
                    <a:cxnSpLocks/>
                  </p:cNvCxnSpPr>
                  <p:nvPr/>
                </p:nvCxnSpPr>
                <p:spPr>
                  <a:xfrm>
                    <a:off x="7928975" y="5832441"/>
                    <a:ext cx="1240077" cy="0"/>
                  </a:xfrm>
                  <a:prstGeom prst="line">
                    <a:avLst/>
                  </a:prstGeom>
                  <a:ln w="38100">
                    <a:solidFill>
                      <a:srgbClr val="248814"/>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4" name="TextBox 103">
                    <a:extLst>
                      <a:ext uri="{FF2B5EF4-FFF2-40B4-BE49-F238E27FC236}">
                        <a16:creationId xmlns:a16="http://schemas.microsoft.com/office/drawing/2014/main" id="{299C9951-6712-4252-A5CE-99092FA47F56}"/>
                      </a:ext>
                      <a:ext uri="{C183D7F6-B498-43B3-948B-1728B52AA6E4}">
                        <adec:decorative xmlns:adec="http://schemas.microsoft.com/office/drawing/2017/decorative" val="1"/>
                      </a:ext>
                    </a:extLst>
                  </p:cNvPr>
                  <p:cNvSpPr txBox="1"/>
                  <p:nvPr/>
                </p:nvSpPr>
                <p:spPr>
                  <a:xfrm>
                    <a:off x="3626853" y="2435207"/>
                    <a:ext cx="1917513"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ysClr val="windowText" lastClr="000000"/>
                        </a:solidFill>
                        <a:effectLst/>
                        <a:uLnTx/>
                        <a:uFillTx/>
                        <a:latin typeface="Amazon Ember Light"/>
                        <a:ea typeface="+mn-ea"/>
                        <a:cs typeface="+mn-cs"/>
                      </a:rPr>
                      <a:t>AWS Organizations</a:t>
                    </a:r>
                    <a:endParaRPr kumimoji="0" lang="en-US" sz="1600" b="0" i="0" u="none" strike="noStrike" kern="1200" cap="none" spc="0" normalizeH="0" baseline="0" noProof="0" dirty="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pic>
                <p:nvPicPr>
                  <p:cNvPr id="105" name="Graphic 104">
                    <a:extLst>
                      <a:ext uri="{FF2B5EF4-FFF2-40B4-BE49-F238E27FC236}">
                        <a16:creationId xmlns:a16="http://schemas.microsoft.com/office/drawing/2014/main" id="{D0408A0A-457F-4C46-BA2F-603CC52CB4DC}"/>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336469" y="4211782"/>
                    <a:ext cx="274320" cy="274320"/>
                  </a:xfrm>
                  <a:prstGeom prst="rect">
                    <a:avLst/>
                  </a:prstGeom>
                </p:spPr>
              </p:pic>
              <p:pic>
                <p:nvPicPr>
                  <p:cNvPr id="106" name="Graphic 105">
                    <a:extLst>
                      <a:ext uri="{FF2B5EF4-FFF2-40B4-BE49-F238E27FC236}">
                        <a16:creationId xmlns:a16="http://schemas.microsoft.com/office/drawing/2014/main" id="{EDA548E3-606E-4FCC-816C-1AAE65C53384}"/>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329851" y="3289657"/>
                    <a:ext cx="274320" cy="274320"/>
                  </a:xfrm>
                  <a:prstGeom prst="rect">
                    <a:avLst/>
                  </a:prstGeom>
                </p:spPr>
              </p:pic>
              <p:cxnSp>
                <p:nvCxnSpPr>
                  <p:cNvPr id="107" name="Straight Connector 106">
                    <a:extLst>
                      <a:ext uri="{FF2B5EF4-FFF2-40B4-BE49-F238E27FC236}">
                        <a16:creationId xmlns:a16="http://schemas.microsoft.com/office/drawing/2014/main" id="{63B4B000-06E1-4F67-9E8C-16B90F370792}"/>
                      </a:ext>
                      <a:ext uri="{C183D7F6-B498-43B3-948B-1728B52AA6E4}">
                        <adec:decorative xmlns:adec="http://schemas.microsoft.com/office/drawing/2017/decorative" val="1"/>
                      </a:ext>
                    </a:extLst>
                  </p:cNvPr>
                  <p:cNvCxnSpPr>
                    <a:cxnSpLocks/>
                  </p:cNvCxnSpPr>
                  <p:nvPr/>
                </p:nvCxnSpPr>
                <p:spPr>
                  <a:xfrm>
                    <a:off x="7089731" y="4540360"/>
                    <a:ext cx="2091847" cy="0"/>
                  </a:xfrm>
                  <a:prstGeom prst="line">
                    <a:avLst/>
                  </a:prstGeom>
                  <a:ln w="38100">
                    <a:solidFill>
                      <a:srgbClr val="248814"/>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108" name="Graphic 107">
                    <a:extLst>
                      <a:ext uri="{FF2B5EF4-FFF2-40B4-BE49-F238E27FC236}">
                        <a16:creationId xmlns:a16="http://schemas.microsoft.com/office/drawing/2014/main" id="{9D9E9A6A-21EA-4114-9F18-1D9F32FAE1B3}"/>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341842" y="5005567"/>
                    <a:ext cx="274320" cy="274320"/>
                  </a:xfrm>
                  <a:prstGeom prst="rect">
                    <a:avLst/>
                  </a:prstGeom>
                </p:spPr>
              </p:pic>
              <p:sp>
                <p:nvSpPr>
                  <p:cNvPr id="109" name="Rectangle 108">
                    <a:extLst>
                      <a:ext uri="{FF2B5EF4-FFF2-40B4-BE49-F238E27FC236}">
                        <a16:creationId xmlns:a16="http://schemas.microsoft.com/office/drawing/2014/main" id="{969E4EC6-76B9-4A46-827B-5A2CC1F4341B}"/>
                      </a:ext>
                      <a:ext uri="{C183D7F6-B498-43B3-948B-1728B52AA6E4}">
                        <adec:decorative xmlns:adec="http://schemas.microsoft.com/office/drawing/2017/decorative" val="1"/>
                      </a:ext>
                    </a:extLst>
                  </p:cNvPr>
                  <p:cNvSpPr/>
                  <p:nvPr/>
                </p:nvSpPr>
                <p:spPr>
                  <a:xfrm>
                    <a:off x="9333402" y="5697917"/>
                    <a:ext cx="2441063" cy="45236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20040" tIns="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ysClr val="windowText" lastClr="000000"/>
                        </a:solidFill>
                        <a:effectLst/>
                        <a:uLnTx/>
                        <a:uFillTx/>
                        <a:latin typeface="Amazon Ember Light"/>
                        <a:ea typeface="+mn-ea"/>
                        <a:cs typeface="+mn-cs"/>
                      </a:rPr>
                      <a:t>AWS account #5</a:t>
                    </a:r>
                  </a:p>
                </p:txBody>
              </p:sp>
              <p:pic>
                <p:nvPicPr>
                  <p:cNvPr id="110" name="Graphic 109">
                    <a:extLst>
                      <a:ext uri="{FF2B5EF4-FFF2-40B4-BE49-F238E27FC236}">
                        <a16:creationId xmlns:a16="http://schemas.microsoft.com/office/drawing/2014/main" id="{9503273B-CDAC-4CB6-BD55-A89815BB07F7}"/>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336846" y="5713752"/>
                    <a:ext cx="274320" cy="274320"/>
                  </a:xfrm>
                  <a:prstGeom prst="rect">
                    <a:avLst/>
                  </a:prstGeom>
                </p:spPr>
              </p:pic>
              <p:sp>
                <p:nvSpPr>
                  <p:cNvPr id="111" name="TextBox 110">
                    <a:extLst>
                      <a:ext uri="{FF2B5EF4-FFF2-40B4-BE49-F238E27FC236}">
                        <a16:creationId xmlns:a16="http://schemas.microsoft.com/office/drawing/2014/main" id="{B494A053-4295-4C5E-A0BE-09A1CFC00959}"/>
                      </a:ext>
                      <a:ext uri="{C183D7F6-B498-43B3-948B-1728B52AA6E4}">
                        <adec:decorative xmlns:adec="http://schemas.microsoft.com/office/drawing/2017/decorative" val="1"/>
                      </a:ext>
                    </a:extLst>
                  </p:cNvPr>
                  <p:cNvSpPr txBox="1"/>
                  <p:nvPr/>
                </p:nvSpPr>
                <p:spPr>
                  <a:xfrm>
                    <a:off x="3371684" y="3560492"/>
                    <a:ext cx="1392338" cy="338554"/>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mazon Ember Light"/>
                        <a:ea typeface="+mn-ea"/>
                        <a:cs typeface="+mn-cs"/>
                      </a:rPr>
                      <a:t>SCP Policy</a:t>
                    </a:r>
                  </a:p>
                </p:txBody>
              </p:sp>
              <p:pic>
                <p:nvPicPr>
                  <p:cNvPr id="112" name="Graphic 111">
                    <a:extLst>
                      <a:ext uri="{FF2B5EF4-FFF2-40B4-BE49-F238E27FC236}">
                        <a16:creationId xmlns:a16="http://schemas.microsoft.com/office/drawing/2014/main" id="{B2C2ED1F-C156-4C4D-8C9A-551E8A5B69C7}"/>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452182" y="3591068"/>
                    <a:ext cx="383863" cy="383863"/>
                  </a:xfrm>
                  <a:prstGeom prst="rect">
                    <a:avLst/>
                  </a:prstGeom>
                </p:spPr>
              </p:pic>
              <p:pic>
                <p:nvPicPr>
                  <p:cNvPr id="113" name="Graphic 112">
                    <a:extLst>
                      <a:ext uri="{FF2B5EF4-FFF2-40B4-BE49-F238E27FC236}">
                        <a16:creationId xmlns:a16="http://schemas.microsoft.com/office/drawing/2014/main" id="{F7E1FEA9-C819-48C9-95DD-BCE48871BF8A}"/>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658287" y="2569974"/>
                    <a:ext cx="273127" cy="273127"/>
                  </a:xfrm>
                  <a:prstGeom prst="rect">
                    <a:avLst/>
                  </a:prstGeom>
                </p:spPr>
              </p:pic>
              <p:pic>
                <p:nvPicPr>
                  <p:cNvPr id="114" name="Graphic 113">
                    <a:extLst>
                      <a:ext uri="{FF2B5EF4-FFF2-40B4-BE49-F238E27FC236}">
                        <a16:creationId xmlns:a16="http://schemas.microsoft.com/office/drawing/2014/main" id="{872AD369-DE56-485F-8D5E-89CE9647A824}"/>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051921" y="2578332"/>
                    <a:ext cx="273127" cy="273127"/>
                  </a:xfrm>
                  <a:prstGeom prst="rect">
                    <a:avLst/>
                  </a:prstGeom>
                </p:spPr>
              </p:pic>
              <p:pic>
                <p:nvPicPr>
                  <p:cNvPr id="115" name="Graphic 114">
                    <a:extLst>
                      <a:ext uri="{FF2B5EF4-FFF2-40B4-BE49-F238E27FC236}">
                        <a16:creationId xmlns:a16="http://schemas.microsoft.com/office/drawing/2014/main" id="{BE484F9D-113E-4C92-A63B-EEF57EF43960}"/>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422472" y="2574952"/>
                    <a:ext cx="273127" cy="273127"/>
                  </a:xfrm>
                  <a:prstGeom prst="rect">
                    <a:avLst/>
                  </a:prstGeom>
                </p:spPr>
              </p:pic>
              <p:sp>
                <p:nvSpPr>
                  <p:cNvPr id="116" name="TextBox 115">
                    <a:extLst>
                      <a:ext uri="{FF2B5EF4-FFF2-40B4-BE49-F238E27FC236}">
                        <a16:creationId xmlns:a16="http://schemas.microsoft.com/office/drawing/2014/main" id="{123F6CC7-72B6-4E3C-A69F-94BE012713EA}"/>
                      </a:ext>
                      <a:ext uri="{C183D7F6-B498-43B3-948B-1728B52AA6E4}">
                        <adec:decorative xmlns:adec="http://schemas.microsoft.com/office/drawing/2017/decorative" val="1"/>
                      </a:ext>
                    </a:extLst>
                  </p:cNvPr>
                  <p:cNvSpPr txBox="1"/>
                  <p:nvPr/>
                </p:nvSpPr>
                <p:spPr>
                  <a:xfrm>
                    <a:off x="3339387" y="4339880"/>
                    <a:ext cx="1392338" cy="338554"/>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mazon Ember Light"/>
                        <a:ea typeface="+mn-ea"/>
                        <a:cs typeface="+mn-cs"/>
                      </a:rPr>
                      <a:t>SCP Policy</a:t>
                    </a:r>
                  </a:p>
                </p:txBody>
              </p:sp>
              <p:pic>
                <p:nvPicPr>
                  <p:cNvPr id="117" name="Graphic 116">
                    <a:extLst>
                      <a:ext uri="{FF2B5EF4-FFF2-40B4-BE49-F238E27FC236}">
                        <a16:creationId xmlns:a16="http://schemas.microsoft.com/office/drawing/2014/main" id="{558B9622-1839-4C6C-9074-FD2803CE2D17}"/>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452182" y="4345404"/>
                    <a:ext cx="383863" cy="383863"/>
                  </a:xfrm>
                  <a:prstGeom prst="rect">
                    <a:avLst/>
                  </a:prstGeom>
                </p:spPr>
              </p:pic>
              <p:sp>
                <p:nvSpPr>
                  <p:cNvPr id="118" name="TextBox 117">
                    <a:extLst>
                      <a:ext uri="{FF2B5EF4-FFF2-40B4-BE49-F238E27FC236}">
                        <a16:creationId xmlns:a16="http://schemas.microsoft.com/office/drawing/2014/main" id="{534A062C-AD52-4C23-914B-8B3DC8BA3BC9}"/>
                      </a:ext>
                      <a:ext uri="{C183D7F6-B498-43B3-948B-1728B52AA6E4}">
                        <adec:decorative xmlns:adec="http://schemas.microsoft.com/office/drawing/2017/decorative" val="1"/>
                      </a:ext>
                    </a:extLst>
                  </p:cNvPr>
                  <p:cNvSpPr txBox="1"/>
                  <p:nvPr/>
                </p:nvSpPr>
                <p:spPr>
                  <a:xfrm>
                    <a:off x="3394062" y="5500364"/>
                    <a:ext cx="1392338" cy="338554"/>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mazon Ember Light"/>
                        <a:ea typeface="+mn-ea"/>
                        <a:cs typeface="+mn-cs"/>
                      </a:rPr>
                      <a:t>SCP Policy</a:t>
                    </a:r>
                  </a:p>
                </p:txBody>
              </p:sp>
              <p:pic>
                <p:nvPicPr>
                  <p:cNvPr id="119" name="Graphic 118">
                    <a:extLst>
                      <a:ext uri="{FF2B5EF4-FFF2-40B4-BE49-F238E27FC236}">
                        <a16:creationId xmlns:a16="http://schemas.microsoft.com/office/drawing/2014/main" id="{CBC10266-A678-46B1-86BF-A1DBB6E2C0EC}"/>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452182" y="5728193"/>
                    <a:ext cx="383863" cy="383863"/>
                  </a:xfrm>
                  <a:prstGeom prst="rect">
                    <a:avLst/>
                  </a:prstGeom>
                </p:spPr>
              </p:pic>
              <p:sp>
                <p:nvSpPr>
                  <p:cNvPr id="121" name="Oval 120">
                    <a:extLst>
                      <a:ext uri="{FF2B5EF4-FFF2-40B4-BE49-F238E27FC236}">
                        <a16:creationId xmlns:a16="http://schemas.microsoft.com/office/drawing/2014/main" id="{D22055AA-DB49-4A11-AFBD-D0F87969FB2F}"/>
                      </a:ext>
                      <a:ext uri="{C183D7F6-B498-43B3-948B-1728B52AA6E4}">
                        <adec:decorative xmlns:adec="http://schemas.microsoft.com/office/drawing/2017/decorative" val="1"/>
                      </a:ext>
                    </a:extLst>
                  </p:cNvPr>
                  <p:cNvSpPr/>
                  <p:nvPr/>
                </p:nvSpPr>
                <p:spPr>
                  <a:xfrm>
                    <a:off x="3853416" y="3843712"/>
                    <a:ext cx="223284" cy="219767"/>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Amazon Ember Light"/>
                        <a:ea typeface="+mn-ea"/>
                        <a:cs typeface="+mn-cs"/>
                      </a:rPr>
                      <a:t>A</a:t>
                    </a:r>
                  </a:p>
                </p:txBody>
              </p:sp>
              <p:sp>
                <p:nvSpPr>
                  <p:cNvPr id="122" name="Oval 121">
                    <a:extLst>
                      <a:ext uri="{FF2B5EF4-FFF2-40B4-BE49-F238E27FC236}">
                        <a16:creationId xmlns:a16="http://schemas.microsoft.com/office/drawing/2014/main" id="{5819DF91-254A-4F1B-855C-17E8E45CCA35}"/>
                      </a:ext>
                      <a:ext uri="{C183D7F6-B498-43B3-948B-1728B52AA6E4}">
                        <adec:decorative xmlns:adec="http://schemas.microsoft.com/office/drawing/2017/decorative" val="1"/>
                      </a:ext>
                    </a:extLst>
                  </p:cNvPr>
                  <p:cNvSpPr/>
                  <p:nvPr/>
                </p:nvSpPr>
                <p:spPr>
                  <a:xfrm>
                    <a:off x="3853416" y="4715013"/>
                    <a:ext cx="223284" cy="219767"/>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Amazon Ember Light"/>
                        <a:ea typeface="+mn-ea"/>
                        <a:cs typeface="+mn-cs"/>
                      </a:rPr>
                      <a:t>B</a:t>
                    </a:r>
                  </a:p>
                </p:txBody>
              </p:sp>
              <p:sp>
                <p:nvSpPr>
                  <p:cNvPr id="124" name="Oval 123">
                    <a:extLst>
                      <a:ext uri="{FF2B5EF4-FFF2-40B4-BE49-F238E27FC236}">
                        <a16:creationId xmlns:a16="http://schemas.microsoft.com/office/drawing/2014/main" id="{B090C3C2-BB1D-46EB-9E95-D3E2E970CC70}"/>
                      </a:ext>
                      <a:ext uri="{C183D7F6-B498-43B3-948B-1728B52AA6E4}">
                        <adec:decorative xmlns:adec="http://schemas.microsoft.com/office/drawing/2017/decorative" val="1"/>
                      </a:ext>
                    </a:extLst>
                  </p:cNvPr>
                  <p:cNvSpPr/>
                  <p:nvPr/>
                </p:nvSpPr>
                <p:spPr>
                  <a:xfrm>
                    <a:off x="3853416" y="5793823"/>
                    <a:ext cx="223284" cy="219767"/>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Amazon Ember Light"/>
                        <a:ea typeface="+mn-ea"/>
                        <a:cs typeface="+mn-cs"/>
                      </a:rPr>
                      <a:t>C</a:t>
                    </a:r>
                  </a:p>
                </p:txBody>
              </p:sp>
              <p:sp>
                <p:nvSpPr>
                  <p:cNvPr id="125" name="Rectangle 124">
                    <a:extLst>
                      <a:ext uri="{FF2B5EF4-FFF2-40B4-BE49-F238E27FC236}">
                        <a16:creationId xmlns:a16="http://schemas.microsoft.com/office/drawing/2014/main" id="{9A1A92ED-90DB-4ACD-9762-8E14DD05F1B4}"/>
                      </a:ext>
                      <a:ext uri="{C183D7F6-B498-43B3-948B-1728B52AA6E4}">
                        <adec:decorative xmlns:adec="http://schemas.microsoft.com/office/drawing/2017/decorative" val="1"/>
                      </a:ext>
                    </a:extLst>
                  </p:cNvPr>
                  <p:cNvSpPr/>
                  <p:nvPr/>
                </p:nvSpPr>
                <p:spPr>
                  <a:xfrm>
                    <a:off x="9333403" y="5003275"/>
                    <a:ext cx="2441448" cy="39544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20040" tIns="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ysClr val="windowText" lastClr="000000"/>
                        </a:solidFill>
                        <a:effectLst/>
                        <a:uLnTx/>
                        <a:uFillTx/>
                        <a:latin typeface="Amazon Ember Light"/>
                        <a:ea typeface="+mn-ea"/>
                        <a:cs typeface="+mn-cs"/>
                      </a:rPr>
                      <a:t>AWS account #4</a:t>
                    </a:r>
                  </a:p>
                </p:txBody>
              </p:sp>
              <p:sp>
                <p:nvSpPr>
                  <p:cNvPr id="126" name="Rectangle 125">
                    <a:extLst>
                      <a:ext uri="{FF2B5EF4-FFF2-40B4-BE49-F238E27FC236}">
                        <a16:creationId xmlns:a16="http://schemas.microsoft.com/office/drawing/2014/main" id="{04EB6696-9F13-468D-B1D9-799BBEA08733}"/>
                      </a:ext>
                      <a:ext uri="{C183D7F6-B498-43B3-948B-1728B52AA6E4}">
                        <adec:decorative xmlns:adec="http://schemas.microsoft.com/office/drawing/2017/decorative" val="1"/>
                      </a:ext>
                    </a:extLst>
                  </p:cNvPr>
                  <p:cNvSpPr/>
                  <p:nvPr/>
                </p:nvSpPr>
                <p:spPr>
                  <a:xfrm>
                    <a:off x="9333403" y="3284186"/>
                    <a:ext cx="2441448" cy="423518"/>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20040" tIns="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ysClr val="windowText" lastClr="000000"/>
                        </a:solidFill>
                        <a:effectLst/>
                        <a:uLnTx/>
                        <a:uFillTx/>
                        <a:latin typeface="Amazon Ember Light"/>
                        <a:ea typeface="+mn-ea"/>
                        <a:cs typeface="+mn-cs"/>
                      </a:rPr>
                      <a:t>AWS account #2 </a:t>
                    </a:r>
                  </a:p>
                </p:txBody>
              </p:sp>
              <p:cxnSp>
                <p:nvCxnSpPr>
                  <p:cNvPr id="127" name="Connector: Elbow 126">
                    <a:extLst>
                      <a:ext uri="{FF2B5EF4-FFF2-40B4-BE49-F238E27FC236}">
                        <a16:creationId xmlns:a16="http://schemas.microsoft.com/office/drawing/2014/main" id="{3FC11177-C7B6-41C8-85B3-2FF9D62FADF8}"/>
                      </a:ext>
                    </a:extLst>
                  </p:cNvPr>
                  <p:cNvCxnSpPr>
                    <a:cxnSpLocks/>
                    <a:stCxn id="87" idx="3"/>
                    <a:endCxn id="85" idx="1"/>
                  </p:cNvCxnSpPr>
                  <p:nvPr/>
                </p:nvCxnSpPr>
                <p:spPr>
                  <a:xfrm flipV="1">
                    <a:off x="4978427" y="2713388"/>
                    <a:ext cx="1273295" cy="322201"/>
                  </a:xfrm>
                  <a:prstGeom prst="bentConnector3">
                    <a:avLst>
                      <a:gd name="adj1" fmla="val 30325"/>
                    </a:avLst>
                  </a:prstGeom>
                  <a:ln w="38100">
                    <a:solidFill>
                      <a:srgbClr val="248814"/>
                    </a:solidFill>
                    <a:tailEnd type="triangle"/>
                  </a:ln>
                </p:spPr>
                <p:style>
                  <a:lnRef idx="1">
                    <a:schemeClr val="accent1"/>
                  </a:lnRef>
                  <a:fillRef idx="0">
                    <a:schemeClr val="accent1"/>
                  </a:fillRef>
                  <a:effectRef idx="0">
                    <a:schemeClr val="accent1"/>
                  </a:effectRef>
                  <a:fontRef idx="minor">
                    <a:schemeClr val="tx1"/>
                  </a:fontRef>
                </p:style>
              </p:cxnSp>
              <p:cxnSp>
                <p:nvCxnSpPr>
                  <p:cNvPr id="128" name="Connector: Elbow 127">
                    <a:extLst>
                      <a:ext uri="{FF2B5EF4-FFF2-40B4-BE49-F238E27FC236}">
                        <a16:creationId xmlns:a16="http://schemas.microsoft.com/office/drawing/2014/main" id="{D3768E33-EE6D-472A-9F76-B5BA3BAC3D83}"/>
                      </a:ext>
                    </a:extLst>
                  </p:cNvPr>
                  <p:cNvCxnSpPr>
                    <a:cxnSpLocks/>
                  </p:cNvCxnSpPr>
                  <p:nvPr/>
                </p:nvCxnSpPr>
                <p:spPr>
                  <a:xfrm>
                    <a:off x="4978427" y="3048115"/>
                    <a:ext cx="1260074" cy="498123"/>
                  </a:xfrm>
                  <a:prstGeom prst="bentConnector3">
                    <a:avLst>
                      <a:gd name="adj1" fmla="val 31113"/>
                    </a:avLst>
                  </a:prstGeom>
                  <a:ln w="38100">
                    <a:solidFill>
                      <a:srgbClr val="248814"/>
                    </a:solidFill>
                    <a:tailEnd type="triangle"/>
                  </a:ln>
                </p:spPr>
                <p:style>
                  <a:lnRef idx="1">
                    <a:schemeClr val="accent1"/>
                  </a:lnRef>
                  <a:fillRef idx="0">
                    <a:schemeClr val="accent1"/>
                  </a:fillRef>
                  <a:effectRef idx="0">
                    <a:schemeClr val="accent1"/>
                  </a:effectRef>
                  <a:fontRef idx="minor">
                    <a:schemeClr val="tx1"/>
                  </a:fontRef>
                </p:style>
              </p:cxnSp>
              <p:cxnSp>
                <p:nvCxnSpPr>
                  <p:cNvPr id="129" name="Connector: Elbow 128">
                    <a:extLst>
                      <a:ext uri="{FF2B5EF4-FFF2-40B4-BE49-F238E27FC236}">
                        <a16:creationId xmlns:a16="http://schemas.microsoft.com/office/drawing/2014/main" id="{40F57379-340F-4CDF-85CE-A90D0538C58A}"/>
                      </a:ext>
                    </a:extLst>
                  </p:cNvPr>
                  <p:cNvCxnSpPr>
                    <a:cxnSpLocks/>
                  </p:cNvCxnSpPr>
                  <p:nvPr/>
                </p:nvCxnSpPr>
                <p:spPr>
                  <a:xfrm rot="16200000" flipH="1">
                    <a:off x="6123139" y="3931083"/>
                    <a:ext cx="640499" cy="215448"/>
                  </a:xfrm>
                  <a:prstGeom prst="bentConnector3">
                    <a:avLst>
                      <a:gd name="adj1" fmla="val 98892"/>
                    </a:avLst>
                  </a:prstGeom>
                  <a:ln w="38100">
                    <a:solidFill>
                      <a:srgbClr val="248814"/>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Connector: Elbow 129">
                    <a:extLst>
                      <a:ext uri="{FF2B5EF4-FFF2-40B4-BE49-F238E27FC236}">
                        <a16:creationId xmlns:a16="http://schemas.microsoft.com/office/drawing/2014/main" id="{9CD59680-872C-4E95-9E64-9F08045BA2E0}"/>
                      </a:ext>
                    </a:extLst>
                  </p:cNvPr>
                  <p:cNvCxnSpPr>
                    <a:cxnSpLocks/>
                    <a:endCxn id="91" idx="1"/>
                  </p:cNvCxnSpPr>
                  <p:nvPr/>
                </p:nvCxnSpPr>
                <p:spPr>
                  <a:xfrm rot="16200000" flipH="1">
                    <a:off x="5786624" y="4505595"/>
                    <a:ext cx="1346942" cy="248858"/>
                  </a:xfrm>
                  <a:prstGeom prst="bentConnector2">
                    <a:avLst/>
                  </a:prstGeom>
                  <a:ln w="38100">
                    <a:solidFill>
                      <a:srgbClr val="248814"/>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D77499F0-7FB9-4EB7-B706-4188545B34FB}"/>
                      </a:ext>
                    </a:extLst>
                  </p:cNvPr>
                  <p:cNvCxnSpPr>
                    <a:cxnSpLocks/>
                  </p:cNvCxnSpPr>
                  <p:nvPr/>
                </p:nvCxnSpPr>
                <p:spPr>
                  <a:xfrm flipV="1">
                    <a:off x="7941501" y="5323562"/>
                    <a:ext cx="0" cy="526092"/>
                  </a:xfrm>
                  <a:prstGeom prst="line">
                    <a:avLst/>
                  </a:prstGeom>
                  <a:ln w="38100">
                    <a:solidFill>
                      <a:srgbClr val="248814"/>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E4C63F74-D420-4281-9E9A-3A47B5573FB0}"/>
                      </a:ext>
                      <a:ext uri="{C183D7F6-B498-43B3-948B-1728B52AA6E4}">
                        <adec:decorative xmlns:adec="http://schemas.microsoft.com/office/drawing/2017/decorative" val="1"/>
                      </a:ext>
                    </a:extLst>
                  </p:cNvPr>
                  <p:cNvCxnSpPr>
                    <a:cxnSpLocks/>
                  </p:cNvCxnSpPr>
                  <p:nvPr/>
                </p:nvCxnSpPr>
                <p:spPr>
                  <a:xfrm flipV="1">
                    <a:off x="4631588" y="3219189"/>
                    <a:ext cx="0" cy="396932"/>
                  </a:xfrm>
                  <a:prstGeom prst="line">
                    <a:avLst/>
                  </a:prstGeom>
                  <a:ln w="19050">
                    <a:solidFill>
                      <a:srgbClr val="197956"/>
                    </a:solidFill>
                    <a:prstDash val="dash"/>
                  </a:ln>
                </p:spPr>
                <p:style>
                  <a:lnRef idx="1">
                    <a:schemeClr val="accent1"/>
                  </a:lnRef>
                  <a:fillRef idx="0">
                    <a:schemeClr val="accent1"/>
                  </a:fillRef>
                  <a:effectRef idx="0">
                    <a:schemeClr val="accent1"/>
                  </a:effectRef>
                  <a:fontRef idx="minor">
                    <a:schemeClr val="tx1"/>
                  </a:fontRef>
                </p:style>
              </p:cxnSp>
              <p:pic>
                <p:nvPicPr>
                  <p:cNvPr id="133" name="Graphic 132">
                    <a:extLst>
                      <a:ext uri="{FF2B5EF4-FFF2-40B4-BE49-F238E27FC236}">
                        <a16:creationId xmlns:a16="http://schemas.microsoft.com/office/drawing/2014/main" id="{8D9B423E-0AE6-4B25-BC48-1B414EB2401E}"/>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870607" y="1542222"/>
                    <a:ext cx="330200" cy="330200"/>
                  </a:xfrm>
                  <a:prstGeom prst="rect">
                    <a:avLst/>
                  </a:prstGeom>
                </p:spPr>
              </p:pic>
              <p:pic>
                <p:nvPicPr>
                  <p:cNvPr id="134" name="Graphic 133">
                    <a:extLst>
                      <a:ext uri="{FF2B5EF4-FFF2-40B4-BE49-F238E27FC236}">
                        <a16:creationId xmlns:a16="http://schemas.microsoft.com/office/drawing/2014/main" id="{76A6B8D4-D063-46EA-A127-D13544556690}"/>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195756" y="2038594"/>
                    <a:ext cx="330200" cy="330200"/>
                  </a:xfrm>
                  <a:prstGeom prst="rect">
                    <a:avLst/>
                  </a:prstGeom>
                </p:spPr>
              </p:pic>
              <p:pic>
                <p:nvPicPr>
                  <p:cNvPr id="135" name="Graphic 134">
                    <a:extLst>
                      <a:ext uri="{FF2B5EF4-FFF2-40B4-BE49-F238E27FC236}">
                        <a16:creationId xmlns:a16="http://schemas.microsoft.com/office/drawing/2014/main" id="{9EADAD03-F57E-45CD-A124-E84345C84215}"/>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3342591" y="2460457"/>
                    <a:ext cx="330243" cy="330200"/>
                  </a:xfrm>
                  <a:prstGeom prst="rect">
                    <a:avLst/>
                  </a:prstGeom>
                </p:spPr>
              </p:pic>
            </p:grpSp>
            <p:sp>
              <p:nvSpPr>
                <p:cNvPr id="80" name="TextBox 79">
                  <a:extLst>
                    <a:ext uri="{FF2B5EF4-FFF2-40B4-BE49-F238E27FC236}">
                      <a16:creationId xmlns:a16="http://schemas.microsoft.com/office/drawing/2014/main" id="{DB0B8DDA-C80B-4AEE-95B1-CDCEB98E6596}"/>
                    </a:ext>
                    <a:ext uri="{C183D7F6-B498-43B3-948B-1728B52AA6E4}">
                      <adec:decorative xmlns:adec="http://schemas.microsoft.com/office/drawing/2017/decorative" val="1"/>
                    </a:ext>
                  </a:extLst>
                </p:cNvPr>
                <p:cNvSpPr txBox="1"/>
                <p:nvPr/>
              </p:nvSpPr>
              <p:spPr>
                <a:xfrm>
                  <a:off x="9519184" y="1895937"/>
                  <a:ext cx="1832553"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effectLst/>
                      <a:uLnTx/>
                      <a:uFillTx/>
                      <a:ea typeface="Amazon Ember Light" panose="020B0403020204020204" pitchFamily="34" charset="0"/>
                      <a:cs typeface="Amazon Ember Light" panose="020B0403020204020204" pitchFamily="34" charset="0"/>
                    </a:rPr>
                    <a:t>Member accounts</a:t>
                  </a:r>
                </a:p>
              </p:txBody>
            </p:sp>
          </p:grpSp>
          <p:grpSp>
            <p:nvGrpSpPr>
              <p:cNvPr id="76" name="Group 75">
                <a:extLst>
                  <a:ext uri="{FF2B5EF4-FFF2-40B4-BE49-F238E27FC236}">
                    <a16:creationId xmlns:a16="http://schemas.microsoft.com/office/drawing/2014/main" id="{9567A44E-7C39-439F-B5CD-FCE144BC3813}"/>
                  </a:ext>
                </a:extLst>
              </p:cNvPr>
              <p:cNvGrpSpPr/>
              <p:nvPr/>
            </p:nvGrpSpPr>
            <p:grpSpPr>
              <a:xfrm>
                <a:off x="258110" y="1457002"/>
                <a:ext cx="2572278" cy="2483489"/>
                <a:chOff x="258110" y="1457002"/>
                <a:chExt cx="2572278" cy="2483489"/>
              </a:xfrm>
            </p:grpSpPr>
            <p:sp>
              <p:nvSpPr>
                <p:cNvPr id="77" name="TextBox 76">
                  <a:extLst>
                    <a:ext uri="{FF2B5EF4-FFF2-40B4-BE49-F238E27FC236}">
                      <a16:creationId xmlns:a16="http://schemas.microsoft.com/office/drawing/2014/main" id="{CDA596BA-EAD9-4FE6-A1A4-280243CCA64C}"/>
                    </a:ext>
                  </a:extLst>
                </p:cNvPr>
                <p:cNvSpPr txBox="1"/>
                <p:nvPr/>
              </p:nvSpPr>
              <p:spPr>
                <a:xfrm>
                  <a:off x="258110" y="1457002"/>
                  <a:ext cx="2572278"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ea typeface="Amazon Ember" panose="020B0603020204020204" pitchFamily="34" charset="0"/>
                      <a:cs typeface="Amazon Ember" panose="020B0603020204020204" pitchFamily="34" charset="0"/>
                    </a:rPr>
                    <a:t>In the AWS Organizations </a:t>
                  </a:r>
                  <a:r>
                    <a:rPr kumimoji="0" lang="en-US" sz="1600" b="0" i="0" u="none" strike="noStrike" kern="1200" cap="none" spc="0" normalizeH="0" baseline="0" noProof="0" dirty="0">
                      <a:ln>
                        <a:noFill/>
                      </a:ln>
                      <a:solidFill>
                        <a:srgbClr val="000000"/>
                      </a:solidFill>
                      <a:effectLst/>
                      <a:uLnTx/>
                      <a:uFillTx/>
                      <a:ea typeface="Amazon Ember" panose="02000000000000000000" pitchFamily="2" charset="0"/>
                      <a:cs typeface="Amazon Ember" panose="020B0603020204020204" pitchFamily="34" charset="0"/>
                    </a:rPr>
                    <a:t>primary account:</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1" i="0" u="none" strike="noStrike" kern="1200" cap="none" spc="0" normalizeH="0" baseline="0" noProof="0" dirty="0">
                    <a:ln>
                      <a:noFill/>
                    </a:ln>
                    <a:solidFill>
                      <a:srgbClr val="000000"/>
                    </a:solidFill>
                    <a:effectLst/>
                    <a:uLnTx/>
                    <a:uFillTx/>
                    <a:ea typeface="Amazon Ember" panose="020B0603020204020204" pitchFamily="34" charset="0"/>
                    <a:cs typeface="Amazon Ember" panose="020B0603020204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effectLst/>
                      <a:uLnTx/>
                      <a:uFillTx/>
                      <a:ea typeface="Amazon Ember" panose="020B0603020204020204" pitchFamily="34" charset="0"/>
                      <a:cs typeface="Amazon Ember" panose="020B0603020204020204" pitchFamily="34" charset="0"/>
                    </a:rPr>
                    <a:t>Create a hierarchy of organizational units (OUs).</a:t>
                  </a:r>
                </a:p>
              </p:txBody>
            </p:sp>
            <p:sp>
              <p:nvSpPr>
                <p:cNvPr id="78" name="TextBox 77">
                  <a:extLst>
                    <a:ext uri="{FF2B5EF4-FFF2-40B4-BE49-F238E27FC236}">
                      <a16:creationId xmlns:a16="http://schemas.microsoft.com/office/drawing/2014/main" id="{4197CC86-96FD-4D1E-8A1C-E737B82916DE}"/>
                    </a:ext>
                  </a:extLst>
                </p:cNvPr>
                <p:cNvSpPr txBox="1"/>
                <p:nvPr/>
              </p:nvSpPr>
              <p:spPr>
                <a:xfrm>
                  <a:off x="258110" y="3109494"/>
                  <a:ext cx="2572278" cy="830997"/>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2"/>
                    <a:tabLst/>
                    <a:defRPr/>
                  </a:pPr>
                  <a:r>
                    <a:rPr kumimoji="0" lang="en-US" sz="1600" b="0" i="0" u="none" strike="noStrike" kern="1200" cap="none" spc="0" normalizeH="0" baseline="0" noProof="0" dirty="0">
                      <a:ln>
                        <a:noFill/>
                      </a:ln>
                      <a:effectLst/>
                      <a:uLnTx/>
                      <a:uFillTx/>
                      <a:ea typeface="Amazon Ember" panose="020B0603020204020204" pitchFamily="34" charset="0"/>
                      <a:cs typeface="Amazon Ember" panose="020B0603020204020204" pitchFamily="34" charset="0"/>
                    </a:rPr>
                    <a:t>Assign accounts to OUs as member accounts.</a:t>
                  </a:r>
                </a:p>
              </p:txBody>
            </p:sp>
          </p:grpSp>
        </p:grpSp>
        <p:sp>
          <p:nvSpPr>
            <p:cNvPr id="137" name="Rectangle 136">
              <a:extLst>
                <a:ext uri="{FF2B5EF4-FFF2-40B4-BE49-F238E27FC236}">
                  <a16:creationId xmlns:a16="http://schemas.microsoft.com/office/drawing/2014/main" id="{250516AC-9EB2-4448-9B6F-22DD31CE70A3}"/>
                </a:ext>
              </a:extLst>
            </p:cNvPr>
            <p:cNvSpPr/>
            <p:nvPr/>
          </p:nvSpPr>
          <p:spPr>
            <a:xfrm>
              <a:off x="258110" y="4023323"/>
              <a:ext cx="2546888" cy="1077218"/>
            </a:xfrm>
            <a:prstGeom prst="rect">
              <a:avLst/>
            </a:prstGeom>
          </p:spPr>
          <p:txBody>
            <a:bodyPr wrap="square">
              <a:spAutoFit/>
            </a:bodyPr>
            <a:lstStyle/>
            <a:p>
              <a:pPr marL="342900" lvl="0" indent="-342900">
                <a:buFont typeface="+mj-lt"/>
                <a:buAutoNum type="arabicPeriod" startAt="3"/>
                <a:defRPr/>
              </a:pPr>
              <a:r>
                <a:rPr lang="en-US" sz="1600" dirty="0">
                  <a:ea typeface="Amazon Ember" panose="020B0603020204020204" pitchFamily="34" charset="0"/>
                  <a:cs typeface="Amazon Ember" panose="020B0603020204020204" pitchFamily="34" charset="0"/>
                </a:rPr>
                <a:t>Define SCPs that apply permissions restrictions to specific member accounts.</a:t>
              </a:r>
            </a:p>
          </p:txBody>
        </p:sp>
        <p:cxnSp>
          <p:nvCxnSpPr>
            <p:cNvPr id="138" name="Straight Connector 137">
              <a:extLst>
                <a:ext uri="{FF2B5EF4-FFF2-40B4-BE49-F238E27FC236}">
                  <a16:creationId xmlns:a16="http://schemas.microsoft.com/office/drawing/2014/main" id="{991176DB-17FE-4CFE-AE66-C22E0EB42A56}"/>
                </a:ext>
                <a:ext uri="{C183D7F6-B498-43B3-948B-1728B52AA6E4}">
                  <adec:decorative xmlns:adec="http://schemas.microsoft.com/office/drawing/2017/decorative" val="1"/>
                </a:ext>
              </a:extLst>
            </p:cNvPr>
            <p:cNvCxnSpPr>
              <a:cxnSpLocks/>
            </p:cNvCxnSpPr>
            <p:nvPr/>
          </p:nvCxnSpPr>
          <p:spPr>
            <a:xfrm>
              <a:off x="4789196" y="4516402"/>
              <a:ext cx="1715121" cy="0"/>
            </a:xfrm>
            <a:prstGeom prst="line">
              <a:avLst/>
            </a:prstGeom>
            <a:ln w="19050">
              <a:solidFill>
                <a:srgbClr val="197956"/>
              </a:solidFill>
              <a:prstDash val="dash"/>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F2AACCAF-F3FD-4052-A716-8037D70576A9}"/>
                </a:ext>
                <a:ext uri="{C183D7F6-B498-43B3-948B-1728B52AA6E4}">
                  <adec:decorative xmlns:adec="http://schemas.microsoft.com/office/drawing/2017/decorative" val="1"/>
                </a:ext>
              </a:extLst>
            </p:cNvPr>
            <p:cNvCxnSpPr>
              <a:cxnSpLocks/>
            </p:cNvCxnSpPr>
            <p:nvPr/>
          </p:nvCxnSpPr>
          <p:spPr>
            <a:xfrm>
              <a:off x="4789668" y="5910062"/>
              <a:ext cx="4572000" cy="0"/>
            </a:xfrm>
            <a:prstGeom prst="line">
              <a:avLst/>
            </a:prstGeom>
            <a:ln w="19050">
              <a:solidFill>
                <a:srgbClr val="197956"/>
              </a:solidFill>
              <a:prstDash val="dash"/>
            </a:ln>
          </p:spPr>
          <p:style>
            <a:lnRef idx="1">
              <a:schemeClr val="accent1"/>
            </a:lnRef>
            <a:fillRef idx="0">
              <a:schemeClr val="accent1"/>
            </a:fillRef>
            <a:effectRef idx="0">
              <a:schemeClr val="accent1"/>
            </a:effectRef>
            <a:fontRef idx="minor">
              <a:schemeClr val="tx1"/>
            </a:fontRef>
          </p:style>
        </p:cxnSp>
      </p:grpSp>
      <p:sp>
        <p:nvSpPr>
          <p:cNvPr id="136" name="Rectangle 135">
            <a:extLst>
              <a:ext uri="{FF2B5EF4-FFF2-40B4-BE49-F238E27FC236}">
                <a16:creationId xmlns:a16="http://schemas.microsoft.com/office/drawing/2014/main" id="{7AA6B271-CB45-4DDA-857E-EB0822567C6F}"/>
              </a:ext>
            </a:extLst>
          </p:cNvPr>
          <p:cNvSpPr/>
          <p:nvPr/>
        </p:nvSpPr>
        <p:spPr>
          <a:xfrm>
            <a:off x="254370" y="5091516"/>
            <a:ext cx="2321468" cy="830997"/>
          </a:xfrm>
          <a:prstGeom prst="rect">
            <a:avLst/>
          </a:prstGeom>
        </p:spPr>
        <p:txBody>
          <a:bodyPr wrap="square">
            <a:spAutoFit/>
          </a:bodyPr>
          <a:lstStyle/>
          <a:p>
            <a:pPr marL="342900" lvl="0" indent="-342900">
              <a:buFont typeface="+mj-lt"/>
              <a:buAutoNum type="arabicPeriod" startAt="4"/>
              <a:defRPr/>
            </a:pPr>
            <a:r>
              <a:rPr lang="en-US" sz="1600" dirty="0">
                <a:ea typeface="Amazon Ember" panose="020B0603020204020204" pitchFamily="34" charset="0"/>
                <a:cs typeface="Amazon Ember" panose="020B0603020204020204" pitchFamily="34" charset="0"/>
              </a:rPr>
              <a:t>Attach the SPCs to root, OUs, or accounts.</a:t>
            </a:r>
          </a:p>
        </p:txBody>
      </p:sp>
    </p:spTree>
    <p:custDataLst>
      <p:tags r:id="rId1"/>
    </p:custDataLst>
    <p:extLst>
      <p:ext uri="{BB962C8B-B14F-4D97-AF65-F5344CB8AC3E}">
        <p14:creationId xmlns:p14="http://schemas.microsoft.com/office/powerpoint/2010/main" val="32694039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lide Number">
            <a:extLst>
              <a:ext uri="{FF2B5EF4-FFF2-40B4-BE49-F238E27FC236}">
                <a16:creationId xmlns:a16="http://schemas.microsoft.com/office/drawing/2014/main" id="{BC0B2296-1918-4001-B318-48A172A9FAFC}"/>
              </a:ext>
            </a:extLst>
          </p:cNvPr>
          <p:cNvSpPr>
            <a:spLocks noGrp="1"/>
          </p:cNvSpPr>
          <p:nvPr>
            <p:ph type="sldNum" idx="97"/>
          </p:nvPr>
        </p:nvSpPr>
        <p:spPr/>
        <p:txBody>
          <a:bodyPr/>
          <a:lstStyle/>
          <a:p>
            <a:fld id="{B6A95138-A96E-2F42-A959-2EFD44FE4AB7}" type="slidenum">
              <a:rPr lang="en-US" smtClean="0"/>
              <a:pPr/>
              <a:t>47</a:t>
            </a:fld>
            <a:endParaRPr lang="en-US" dirty="0"/>
          </a:p>
        </p:txBody>
      </p:sp>
      <p:sp>
        <p:nvSpPr>
          <p:cNvPr id="6" name="Title">
            <a:extLst>
              <a:ext uri="{FF2B5EF4-FFF2-40B4-BE49-F238E27FC236}">
                <a16:creationId xmlns:a16="http://schemas.microsoft.com/office/drawing/2014/main" id="{294FBCB0-CC42-47BB-8BF5-551780AC13F0}"/>
              </a:ext>
            </a:extLst>
          </p:cNvPr>
          <p:cNvSpPr>
            <a:spLocks noGrp="1"/>
          </p:cNvSpPr>
          <p:nvPr>
            <p:ph type="title" idx="1"/>
          </p:nvPr>
        </p:nvSpPr>
        <p:spPr/>
        <p:txBody>
          <a:bodyPr>
            <a:normAutofit/>
          </a:bodyPr>
          <a:lstStyle/>
          <a:p>
            <a:r>
              <a:rPr lang="en-US" dirty="0"/>
              <a:t>Combining SCPs with IAM identity-based policies </a:t>
            </a:r>
          </a:p>
        </p:txBody>
      </p:sp>
      <p:sp>
        <p:nvSpPr>
          <p:cNvPr id="66" name="Rectangle 65">
            <a:extLst>
              <a:ext uri="{FF2B5EF4-FFF2-40B4-BE49-F238E27FC236}">
                <a16:creationId xmlns:a16="http://schemas.microsoft.com/office/drawing/2014/main" id="{B086F4DC-6DED-41DC-9C4E-FF67EB25D27C}"/>
              </a:ext>
            </a:extLst>
          </p:cNvPr>
          <p:cNvSpPr/>
          <p:nvPr/>
        </p:nvSpPr>
        <p:spPr>
          <a:xfrm>
            <a:off x="359664" y="1235779"/>
            <a:ext cx="11494718" cy="369332"/>
          </a:xfrm>
          <a:prstGeom prst="rect">
            <a:avLst/>
          </a:prstGeom>
          <a:solidFill>
            <a:srgbClr val="19594E"/>
          </a:solidFill>
        </p:spPr>
        <p:txBody>
          <a:bodyPr wrap="square" anchor="ctr">
            <a:spAutoFit/>
          </a:bodyPr>
          <a:lstStyle/>
          <a:p>
            <a:pPr algn="ctr"/>
            <a:r>
              <a:rPr lang="en-US" dirty="0">
                <a:solidFill>
                  <a:schemeClr val="bg1"/>
                </a:solidFill>
              </a:rPr>
              <a:t>Permissions granted are those allowed in both an SCP and an IAM identity-based permissions policy</a:t>
            </a:r>
          </a:p>
        </p:txBody>
      </p:sp>
      <p:grpSp>
        <p:nvGrpSpPr>
          <p:cNvPr id="67" name="Flatten SCPVennDiagram" descr="Venn diagram with organizations SCP, permission boundary, and identity based policy. More details in notes.&#10;">
            <a:extLst>
              <a:ext uri="{FF2B5EF4-FFF2-40B4-BE49-F238E27FC236}">
                <a16:creationId xmlns:a16="http://schemas.microsoft.com/office/drawing/2014/main" id="{B3D74D44-89AC-424C-A45A-12D1E4997C6F}"/>
              </a:ext>
            </a:extLst>
          </p:cNvPr>
          <p:cNvGrpSpPr/>
          <p:nvPr/>
        </p:nvGrpSpPr>
        <p:grpSpPr>
          <a:xfrm>
            <a:off x="1322453" y="2513613"/>
            <a:ext cx="9547093" cy="3058577"/>
            <a:chOff x="1910169" y="2942324"/>
            <a:chExt cx="9547093" cy="3058577"/>
          </a:xfrm>
        </p:grpSpPr>
        <p:sp>
          <p:nvSpPr>
            <p:cNvPr id="43" name="Rectangle: Rounded Corners 42">
              <a:extLst>
                <a:ext uri="{FF2B5EF4-FFF2-40B4-BE49-F238E27FC236}">
                  <a16:creationId xmlns:a16="http://schemas.microsoft.com/office/drawing/2014/main" id="{5A559E05-7E3C-46D7-990D-893E75ACC503}"/>
                </a:ext>
              </a:extLst>
            </p:cNvPr>
            <p:cNvSpPr/>
            <p:nvPr/>
          </p:nvSpPr>
          <p:spPr>
            <a:xfrm>
              <a:off x="5745974" y="2942324"/>
              <a:ext cx="5711288" cy="2157574"/>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TextBox 43">
              <a:extLst>
                <a:ext uri="{FF2B5EF4-FFF2-40B4-BE49-F238E27FC236}">
                  <a16:creationId xmlns:a16="http://schemas.microsoft.com/office/drawing/2014/main" id="{152C8B47-6456-4FE3-BDCA-B7B6E2C4404C}"/>
                </a:ext>
              </a:extLst>
            </p:cNvPr>
            <p:cNvSpPr txBox="1"/>
            <p:nvPr/>
          </p:nvSpPr>
          <p:spPr>
            <a:xfrm>
              <a:off x="7226141" y="3789228"/>
              <a:ext cx="4231121" cy="1015663"/>
            </a:xfrm>
            <a:prstGeom prst="rect">
              <a:avLst/>
            </a:prstGeom>
            <a:noFill/>
          </p:spPr>
          <p:txBody>
            <a:bodyPr wrap="square" rtlCol="0">
              <a:spAutoFit/>
            </a:bodyPr>
            <a:lstStyle/>
            <a:p>
              <a:r>
                <a:rPr lang="en-US" sz="2000" dirty="0"/>
                <a:t>Identity-based policy permissions</a:t>
              </a:r>
            </a:p>
            <a:p>
              <a:pPr marL="285750" indent="-285750">
                <a:buFont typeface="Arial" panose="020B0604020202020204" pitchFamily="34" charset="0"/>
                <a:buChar char="•"/>
              </a:pPr>
              <a:r>
                <a:rPr lang="en-US" sz="2000" dirty="0">
                  <a:latin typeface="Lucida Console" panose="020B0609040504020204" pitchFamily="49" charset="0"/>
                </a:rPr>
                <a:t>Allow ec2:*</a:t>
              </a:r>
            </a:p>
            <a:p>
              <a:pPr marL="285750" indent="-285750">
                <a:buFont typeface="Arial" panose="020B0604020202020204" pitchFamily="34" charset="0"/>
                <a:buChar char="•"/>
              </a:pPr>
              <a:r>
                <a:rPr lang="en-US" sz="2000" dirty="0">
                  <a:latin typeface="Lucida Console" panose="020B0609040504020204" pitchFamily="49" charset="0"/>
                </a:rPr>
                <a:t>Allow s3:*</a:t>
              </a:r>
            </a:p>
          </p:txBody>
        </p:sp>
        <p:sp>
          <p:nvSpPr>
            <p:cNvPr id="45" name="Rectangle: Rounded Corners 44">
              <a:extLst>
                <a:ext uri="{FF2B5EF4-FFF2-40B4-BE49-F238E27FC236}">
                  <a16:creationId xmlns:a16="http://schemas.microsoft.com/office/drawing/2014/main" id="{23DF3D61-F7C6-477F-895E-CBD601D33E54}"/>
                </a:ext>
              </a:extLst>
            </p:cNvPr>
            <p:cNvSpPr/>
            <p:nvPr/>
          </p:nvSpPr>
          <p:spPr>
            <a:xfrm>
              <a:off x="1910169" y="3397568"/>
              <a:ext cx="5041383" cy="2003461"/>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0" name="Graphic 49" descr="Checkmark">
              <a:extLst>
                <a:ext uri="{FF2B5EF4-FFF2-40B4-BE49-F238E27FC236}">
                  <a16:creationId xmlns:a16="http://schemas.microsoft.com/office/drawing/2014/main" id="{926F05E3-4CCD-46B0-9C2D-0BD11332CDD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4667" y="4387996"/>
              <a:ext cx="365760" cy="365760"/>
            </a:xfrm>
            <a:prstGeom prst="rect">
              <a:avLst/>
            </a:prstGeom>
          </p:spPr>
        </p:pic>
        <p:pic>
          <p:nvPicPr>
            <p:cNvPr id="53" name="Graphic 52">
              <a:extLst>
                <a:ext uri="{FF2B5EF4-FFF2-40B4-BE49-F238E27FC236}">
                  <a16:creationId xmlns:a16="http://schemas.microsoft.com/office/drawing/2014/main" id="{D7D7D7C6-2428-439E-9D0D-1B2BF15CC2F3}"/>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787357" y="3001069"/>
              <a:ext cx="457200" cy="457200"/>
            </a:xfrm>
            <a:prstGeom prst="rect">
              <a:avLst/>
            </a:prstGeom>
          </p:spPr>
        </p:pic>
        <p:sp>
          <p:nvSpPr>
            <p:cNvPr id="55" name="Rectangle 54">
              <a:extLst>
                <a:ext uri="{FF2B5EF4-FFF2-40B4-BE49-F238E27FC236}">
                  <a16:creationId xmlns:a16="http://schemas.microsoft.com/office/drawing/2014/main" id="{56821367-08D6-44DB-A92C-134D8548E222}"/>
                </a:ext>
              </a:extLst>
            </p:cNvPr>
            <p:cNvSpPr/>
            <p:nvPr/>
          </p:nvSpPr>
          <p:spPr>
            <a:xfrm>
              <a:off x="2964966" y="3789228"/>
              <a:ext cx="2429429" cy="707886"/>
            </a:xfrm>
            <a:prstGeom prst="rect">
              <a:avLst/>
            </a:prstGeom>
          </p:spPr>
          <p:txBody>
            <a:bodyPr wrap="square">
              <a:spAutoFit/>
            </a:bodyPr>
            <a:lstStyle/>
            <a:p>
              <a:r>
                <a:rPr lang="en-US" sz="2000" dirty="0"/>
                <a:t>Organization's SCP</a:t>
              </a:r>
            </a:p>
            <a:p>
              <a:pPr marL="342900" indent="-342900">
                <a:buFont typeface="Arial" panose="020B0604020202020204" pitchFamily="34" charset="0"/>
                <a:buChar char="•"/>
              </a:pPr>
              <a:r>
                <a:rPr lang="en-US" sz="2000" dirty="0">
                  <a:latin typeface="Lucida Console" panose="020B0609040504020204" pitchFamily="49" charset="0"/>
                </a:rPr>
                <a:t>Deny ec2:*</a:t>
              </a:r>
            </a:p>
          </p:txBody>
        </p:sp>
        <p:cxnSp>
          <p:nvCxnSpPr>
            <p:cNvPr id="56" name="Straight Connector 55">
              <a:extLst>
                <a:ext uri="{FF2B5EF4-FFF2-40B4-BE49-F238E27FC236}">
                  <a16:creationId xmlns:a16="http://schemas.microsoft.com/office/drawing/2014/main" id="{C0FF97DB-EBD6-4837-925E-F3A27BF52C1D}"/>
                </a:ext>
              </a:extLst>
            </p:cNvPr>
            <p:cNvCxnSpPr>
              <a:cxnSpLocks/>
            </p:cNvCxnSpPr>
            <p:nvPr/>
          </p:nvCxnSpPr>
          <p:spPr>
            <a:xfrm>
              <a:off x="6741363" y="4925180"/>
              <a:ext cx="410932" cy="603590"/>
            </a:xfrm>
            <a:prstGeom prst="line">
              <a:avLst/>
            </a:prstGeom>
            <a:ln w="38100">
              <a:solidFill>
                <a:srgbClr val="248814"/>
              </a:solidFill>
            </a:ln>
          </p:spPr>
          <p:style>
            <a:lnRef idx="1">
              <a:schemeClr val="accent1"/>
            </a:lnRef>
            <a:fillRef idx="0">
              <a:schemeClr val="accent1"/>
            </a:fillRef>
            <a:effectRef idx="0">
              <a:schemeClr val="accent1"/>
            </a:effectRef>
            <a:fontRef idx="minor">
              <a:schemeClr val="tx1"/>
            </a:fontRef>
          </p:style>
        </p:cxnSp>
        <p:sp>
          <p:nvSpPr>
            <p:cNvPr id="57" name="Oval 56">
              <a:extLst>
                <a:ext uri="{FF2B5EF4-FFF2-40B4-BE49-F238E27FC236}">
                  <a16:creationId xmlns:a16="http://schemas.microsoft.com/office/drawing/2014/main" id="{BC4ACBA7-9527-4B96-8324-B2199F60F38C}"/>
                </a:ext>
              </a:extLst>
            </p:cNvPr>
            <p:cNvSpPr/>
            <p:nvPr/>
          </p:nvSpPr>
          <p:spPr>
            <a:xfrm>
              <a:off x="5745974" y="3678035"/>
              <a:ext cx="1205579" cy="1402543"/>
            </a:xfrm>
            <a:prstGeom prst="ellipse">
              <a:avLst/>
            </a:prstGeom>
            <a:noFill/>
            <a:ln w="38100">
              <a:solidFill>
                <a:srgbClr val="2488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TextBox 57">
              <a:extLst>
                <a:ext uri="{FF2B5EF4-FFF2-40B4-BE49-F238E27FC236}">
                  <a16:creationId xmlns:a16="http://schemas.microsoft.com/office/drawing/2014/main" id="{151A08C7-C968-4AF3-BD1F-9263E6733D86}"/>
                </a:ext>
              </a:extLst>
            </p:cNvPr>
            <p:cNvSpPr txBox="1"/>
            <p:nvPr/>
          </p:nvSpPr>
          <p:spPr>
            <a:xfrm>
              <a:off x="4300319" y="5600791"/>
              <a:ext cx="5041382" cy="400110"/>
            </a:xfrm>
            <a:prstGeom prst="rect">
              <a:avLst/>
            </a:prstGeom>
            <a:noFill/>
          </p:spPr>
          <p:txBody>
            <a:bodyPr wrap="square" rtlCol="0">
              <a:spAutoFit/>
            </a:bodyPr>
            <a:lstStyle/>
            <a:p>
              <a:pPr algn="ctr"/>
              <a:r>
                <a:rPr lang="en-US" sz="2000" dirty="0"/>
                <a:t>Effective Permissions</a:t>
              </a:r>
            </a:p>
          </p:txBody>
        </p:sp>
        <p:pic>
          <p:nvPicPr>
            <p:cNvPr id="15" name="Picture 14">
              <a:extLst>
                <a:ext uri="{FF2B5EF4-FFF2-40B4-BE49-F238E27FC236}">
                  <a16:creationId xmlns:a16="http://schemas.microsoft.com/office/drawing/2014/main" id="{1281AB6F-5B7B-47F3-B945-98F5CE453A3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474667" y="4095203"/>
              <a:ext cx="365760" cy="365760"/>
            </a:xfrm>
            <a:prstGeom prst="rect">
              <a:avLst/>
            </a:prstGeom>
          </p:spPr>
        </p:pic>
        <p:sp>
          <p:nvSpPr>
            <p:cNvPr id="21" name="Rectangle 20">
              <a:extLst>
                <a:ext uri="{FF2B5EF4-FFF2-40B4-BE49-F238E27FC236}">
                  <a16:creationId xmlns:a16="http://schemas.microsoft.com/office/drawing/2014/main" id="{C528A8A4-8D04-4F76-A88E-E87C9505B1B8}"/>
                </a:ext>
              </a:extLst>
            </p:cNvPr>
            <p:cNvSpPr/>
            <p:nvPr/>
          </p:nvSpPr>
          <p:spPr>
            <a:xfrm>
              <a:off x="5902990" y="4095203"/>
              <a:ext cx="646331" cy="707886"/>
            </a:xfrm>
            <a:prstGeom prst="rect">
              <a:avLst/>
            </a:prstGeom>
          </p:spPr>
          <p:txBody>
            <a:bodyPr wrap="none">
              <a:spAutoFit/>
            </a:bodyPr>
            <a:lstStyle/>
            <a:p>
              <a:r>
                <a:rPr lang="en-US" sz="2000" dirty="0">
                  <a:latin typeface="Lucida Console" panose="020B0609040504020204" pitchFamily="49" charset="0"/>
                </a:rPr>
                <a:t>ec2</a:t>
              </a:r>
            </a:p>
            <a:p>
              <a:r>
                <a:rPr lang="en-US" sz="2000" dirty="0">
                  <a:latin typeface="Lucida Console" panose="020B0609040504020204" pitchFamily="49" charset="0"/>
                </a:rPr>
                <a:t>s3</a:t>
              </a:r>
              <a:endParaRPr lang="en-US" sz="2000" dirty="0"/>
            </a:p>
          </p:txBody>
        </p:sp>
        <p:pic>
          <p:nvPicPr>
            <p:cNvPr id="62" name="Graphic 61">
              <a:extLst>
                <a:ext uri="{FF2B5EF4-FFF2-40B4-BE49-F238E27FC236}">
                  <a16:creationId xmlns:a16="http://schemas.microsoft.com/office/drawing/2014/main" id="{17E159FF-718B-44A3-8898-6EF2BBCD863A}"/>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132443" y="3482827"/>
              <a:ext cx="457200" cy="457200"/>
            </a:xfrm>
            <a:prstGeom prst="rect">
              <a:avLst/>
            </a:prstGeom>
          </p:spPr>
        </p:pic>
      </p:grpSp>
    </p:spTree>
    <p:custDataLst>
      <p:tags r:id="rId1"/>
    </p:custDataLst>
    <p:extLst>
      <p:ext uri="{BB962C8B-B14F-4D97-AF65-F5344CB8AC3E}">
        <p14:creationId xmlns:p14="http://schemas.microsoft.com/office/powerpoint/2010/main" val="17446171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a:extLst>
              <a:ext uri="{FF2B5EF4-FFF2-40B4-BE49-F238E27FC236}">
                <a16:creationId xmlns:a16="http://schemas.microsoft.com/office/drawing/2014/main" id="{27011276-4E52-4352-9F25-F029B7E46850}"/>
              </a:ext>
            </a:extLst>
          </p:cNvPr>
          <p:cNvSpPr>
            <a:spLocks noGrp="1"/>
          </p:cNvSpPr>
          <p:nvPr>
            <p:ph type="sldNum" idx="97"/>
          </p:nvPr>
        </p:nvSpPr>
        <p:spPr/>
        <p:txBody>
          <a:bodyPr/>
          <a:lstStyle/>
          <a:p>
            <a:fld id="{B6A95138-A96E-2F42-A959-2EFD44FE4AB7}" type="slidenum">
              <a:rPr lang="en-US" smtClean="0"/>
              <a:t>48</a:t>
            </a:fld>
            <a:endParaRPr lang="en-US" dirty="0"/>
          </a:p>
        </p:txBody>
      </p:sp>
      <p:sp>
        <p:nvSpPr>
          <p:cNvPr id="6" name="Title">
            <a:extLst>
              <a:ext uri="{FF2B5EF4-FFF2-40B4-BE49-F238E27FC236}">
                <a16:creationId xmlns:a16="http://schemas.microsoft.com/office/drawing/2014/main" id="{294FBCB0-CC42-47BB-8BF5-551780AC13F0}"/>
              </a:ext>
            </a:extLst>
          </p:cNvPr>
          <p:cNvSpPr>
            <a:spLocks noGrp="1"/>
          </p:cNvSpPr>
          <p:nvPr>
            <p:ph type="title" idx="1"/>
          </p:nvPr>
        </p:nvSpPr>
        <p:spPr/>
        <p:txBody>
          <a:bodyPr>
            <a:normAutofit/>
          </a:bodyPr>
          <a:lstStyle/>
          <a:p>
            <a:r>
              <a:rPr lang="en-US" dirty="0"/>
              <a:t>Permissions boundaries set limits on IAM entities</a:t>
            </a:r>
          </a:p>
        </p:txBody>
      </p:sp>
      <p:sp>
        <p:nvSpPr>
          <p:cNvPr id="11" name="Rectangle 4">
            <a:extLst>
              <a:ext uri="{FF2B5EF4-FFF2-40B4-BE49-F238E27FC236}">
                <a16:creationId xmlns:a16="http://schemas.microsoft.com/office/drawing/2014/main" id="{8AFD837F-37C9-42C0-9B77-7035601265DD}"/>
              </a:ext>
            </a:extLst>
          </p:cNvPr>
          <p:cNvSpPr>
            <a:spLocks noChangeArrowheads="1"/>
          </p:cNvSpPr>
          <p:nvPr/>
        </p:nvSpPr>
        <p:spPr bwMode="auto">
          <a:xfrm>
            <a:off x="5206999" y="5082369"/>
            <a:ext cx="644465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kumimoji="0" lang="en-US" altLang="en-US" b="0" i="0" u="none" strike="noStrike" cap="none" normalizeH="0" baseline="0" dirty="0">
                <a:ln>
                  <a:noFill/>
                </a:ln>
                <a:solidFill>
                  <a:srgbClr val="16191F"/>
                </a:solidFill>
                <a:effectLst/>
                <a:latin typeface="+mn-lt"/>
                <a:cs typeface="Amazon Ember" panose="020B0603020204020204" pitchFamily="34" charset="0"/>
              </a:rPr>
              <a:t>The permission boundary does not include access to IAM, so the identity policy will fail to grant the iam:CreateUser permission to this user.</a:t>
            </a:r>
            <a:endParaRPr kumimoji="0" lang="en-US" altLang="en-US" b="0" i="0" u="none" strike="noStrike" cap="none" normalizeH="0" baseline="0" dirty="0">
              <a:ln>
                <a:noFill/>
              </a:ln>
              <a:solidFill>
                <a:schemeClr val="tx1"/>
              </a:solidFill>
              <a:effectLst/>
              <a:latin typeface="+mn-lt"/>
            </a:endParaRPr>
          </a:p>
        </p:txBody>
      </p:sp>
      <p:sp>
        <p:nvSpPr>
          <p:cNvPr id="13" name="Rectangle 12" descr="An example of permission boundaries in JSON format.">
            <a:extLst>
              <a:ext uri="{FF2B5EF4-FFF2-40B4-BE49-F238E27FC236}">
                <a16:creationId xmlns:a16="http://schemas.microsoft.com/office/drawing/2014/main" id="{3D362665-5B43-4078-A028-34A9C06AD04C}"/>
              </a:ext>
            </a:extLst>
          </p:cNvPr>
          <p:cNvSpPr/>
          <p:nvPr/>
        </p:nvSpPr>
        <p:spPr>
          <a:xfrm>
            <a:off x="540343" y="2343240"/>
            <a:ext cx="4023911" cy="3539430"/>
          </a:xfrm>
          <a:prstGeom prst="rect">
            <a:avLst/>
          </a:prstGeom>
          <a:ln w="38100">
            <a:solidFill>
              <a:srgbClr val="19594E"/>
            </a:solidFill>
          </a:ln>
        </p:spPr>
        <p:txBody>
          <a:bodyPr wrap="square">
            <a:spAutoFit/>
          </a:bodyPr>
          <a:lstStyle/>
          <a:p>
            <a:r>
              <a:rPr lang="en-US" sz="1600" dirty="0">
                <a:solidFill>
                  <a:srgbClr val="16191F"/>
                </a:solidFill>
                <a:latin typeface="Lucida Console" panose="020B0609040504020204" pitchFamily="49" charset="0"/>
              </a:rPr>
              <a:t>{    </a:t>
            </a:r>
          </a:p>
          <a:p>
            <a:r>
              <a:rPr lang="en-US" sz="1600" dirty="0">
                <a:solidFill>
                  <a:srgbClr val="16191F"/>
                </a:solidFill>
                <a:latin typeface="Lucida Console" panose="020B0609040504020204" pitchFamily="49" charset="0"/>
              </a:rPr>
              <a:t>    "Version": "2012-10-17",</a:t>
            </a:r>
          </a:p>
          <a:p>
            <a:r>
              <a:rPr lang="en-US" sz="1600" dirty="0">
                <a:solidFill>
                  <a:srgbClr val="16191F"/>
                </a:solidFill>
                <a:latin typeface="Lucida Console" panose="020B0609040504020204" pitchFamily="49" charset="0"/>
              </a:rPr>
              <a:t>    "Statement": [</a:t>
            </a:r>
          </a:p>
          <a:p>
            <a:r>
              <a:rPr lang="en-US" sz="1600" dirty="0">
                <a:solidFill>
                  <a:srgbClr val="16191F"/>
                </a:solidFill>
                <a:latin typeface="Lucida Console" panose="020B0609040504020204" pitchFamily="49" charset="0"/>
              </a:rPr>
              <a:t>        {</a:t>
            </a:r>
          </a:p>
          <a:p>
            <a:r>
              <a:rPr lang="en-US" sz="1600" dirty="0">
                <a:solidFill>
                  <a:srgbClr val="16191F"/>
                </a:solidFill>
                <a:latin typeface="Lucida Console" panose="020B0609040504020204" pitchFamily="49" charset="0"/>
              </a:rPr>
              <a:t>            "Effect": "Allow",</a:t>
            </a:r>
          </a:p>
          <a:p>
            <a:r>
              <a:rPr lang="en-US" sz="1600" dirty="0">
                <a:solidFill>
                  <a:srgbClr val="16191F"/>
                </a:solidFill>
                <a:latin typeface="Lucida Console" panose="020B0609040504020204" pitchFamily="49" charset="0"/>
              </a:rPr>
              <a:t>            "Action": [</a:t>
            </a:r>
          </a:p>
          <a:p>
            <a:r>
              <a:rPr lang="en-US" sz="1600" dirty="0">
                <a:solidFill>
                  <a:srgbClr val="16191F"/>
                </a:solidFill>
                <a:latin typeface="Lucida Console" panose="020B0609040504020204" pitchFamily="49" charset="0"/>
              </a:rPr>
              <a:t>                "s3:*",</a:t>
            </a:r>
          </a:p>
          <a:p>
            <a:r>
              <a:rPr lang="en-US" sz="1600" dirty="0">
                <a:solidFill>
                  <a:srgbClr val="16191F"/>
                </a:solidFill>
                <a:latin typeface="Lucida Console" panose="020B0609040504020204" pitchFamily="49" charset="0"/>
              </a:rPr>
              <a:t>                "cloudwatch:*", </a:t>
            </a:r>
          </a:p>
          <a:p>
            <a:r>
              <a:rPr lang="en-US" sz="1600" dirty="0">
                <a:solidFill>
                  <a:srgbClr val="16191F"/>
                </a:solidFill>
                <a:latin typeface="Lucida Console" panose="020B0609040504020204" pitchFamily="49" charset="0"/>
              </a:rPr>
              <a:t>                "ec2:*"</a:t>
            </a:r>
          </a:p>
          <a:p>
            <a:r>
              <a:rPr lang="en-US" sz="1600" dirty="0">
                <a:solidFill>
                  <a:srgbClr val="16191F"/>
                </a:solidFill>
                <a:latin typeface="Lucida Console" panose="020B0609040504020204" pitchFamily="49" charset="0"/>
              </a:rPr>
              <a:t>            ],</a:t>
            </a:r>
          </a:p>
          <a:p>
            <a:r>
              <a:rPr lang="en-US" sz="1600" dirty="0">
                <a:solidFill>
                  <a:srgbClr val="16191F"/>
                </a:solidFill>
                <a:latin typeface="Lucida Console" panose="020B0609040504020204" pitchFamily="49" charset="0"/>
              </a:rPr>
              <a:t>            "Resource": "*"</a:t>
            </a:r>
          </a:p>
          <a:p>
            <a:r>
              <a:rPr lang="en-US" sz="1600" dirty="0">
                <a:solidFill>
                  <a:srgbClr val="16191F"/>
                </a:solidFill>
                <a:latin typeface="Lucida Console" panose="020B0609040504020204" pitchFamily="49" charset="0"/>
              </a:rPr>
              <a:t>        }</a:t>
            </a:r>
          </a:p>
          <a:p>
            <a:r>
              <a:rPr lang="en-US" sz="1600" dirty="0">
                <a:solidFill>
                  <a:srgbClr val="16191F"/>
                </a:solidFill>
                <a:latin typeface="Lucida Console" panose="020B0609040504020204" pitchFamily="49" charset="0"/>
              </a:rPr>
              <a:t>    ]</a:t>
            </a:r>
          </a:p>
          <a:p>
            <a:r>
              <a:rPr lang="en-US" sz="1600" dirty="0">
                <a:solidFill>
                  <a:srgbClr val="16191F"/>
                </a:solidFill>
                <a:latin typeface="Lucida Console" panose="020B0609040504020204" pitchFamily="49" charset="0"/>
              </a:rPr>
              <a:t>}</a:t>
            </a:r>
            <a:endParaRPr lang="en-US" sz="1600" dirty="0">
              <a:latin typeface="Lucida Console" panose="020B0609040504020204" pitchFamily="49" charset="0"/>
            </a:endParaRPr>
          </a:p>
        </p:txBody>
      </p:sp>
      <p:sp>
        <p:nvSpPr>
          <p:cNvPr id="14" name="Callout: permissions">
            <a:extLst>
              <a:ext uri="{FF2B5EF4-FFF2-40B4-BE49-F238E27FC236}">
                <a16:creationId xmlns:a16="http://schemas.microsoft.com/office/drawing/2014/main" id="{6FB90C09-C2CA-4E47-9E32-B87D6B563EAA}"/>
              </a:ext>
              <a:ext uri="{C183D7F6-B498-43B3-948B-1728B52AA6E4}">
                <adec:decorative xmlns:adec="http://schemas.microsoft.com/office/drawing/2017/decorative" val="1"/>
              </a:ext>
            </a:extLst>
          </p:cNvPr>
          <p:cNvSpPr/>
          <p:nvPr/>
        </p:nvSpPr>
        <p:spPr>
          <a:xfrm>
            <a:off x="540343" y="1352894"/>
            <a:ext cx="4023911" cy="830997"/>
          </a:xfrm>
          <a:prstGeom prst="borderCallout1">
            <a:avLst>
              <a:gd name="adj1" fmla="val 100120"/>
              <a:gd name="adj2" fmla="val 88008"/>
              <a:gd name="adj3" fmla="val 242523"/>
              <a:gd name="adj4" fmla="val 88124"/>
            </a:avLst>
          </a:prstGeom>
          <a:solidFill>
            <a:schemeClr val="accent1"/>
          </a:solidFill>
          <a:ln w="44450">
            <a:solidFill>
              <a:schemeClr val="accent1"/>
            </a:solidFill>
            <a:headEnd type="none" w="med" len="med"/>
            <a:tailEnd type="arrow" w="med" len="med"/>
          </a:ln>
          <a:effectLst>
            <a:outerShdw blurRad="63500" dist="53881" dir="2700016" rotWithShape="0">
              <a:scrgbClr r="0" g="0" b="0">
                <a:alpha val="25000"/>
              </a:scrgbClr>
            </a:outerShdw>
          </a:effectLst>
        </p:spPr>
        <p:style>
          <a:lnRef idx="3">
            <a:schemeClr val="lt1"/>
          </a:lnRef>
          <a:fillRef idx="1">
            <a:schemeClr val="accent6"/>
          </a:fillRef>
          <a:effectRef idx="1">
            <a:schemeClr val="accent6"/>
          </a:effectRef>
          <a:fontRef idx="minor">
            <a:schemeClr val="lt1"/>
          </a:fontRef>
        </p:style>
        <p:txBody>
          <a:bodyPr wrap="square" lIns="45720" rIns="45720" rtlCol="0" anchor="ctr">
            <a:spAutoFit/>
          </a:bodyPr>
          <a:lstStyle/>
          <a:p>
            <a:pPr lvl="0">
              <a:spcBef>
                <a:spcPts val="600"/>
              </a:spcBef>
              <a:defRPr/>
            </a:pPr>
            <a:r>
              <a:rPr lang="en-US" sz="1600" dirty="0">
                <a:solidFill>
                  <a:schemeClr val="bg1"/>
                </a:solidFill>
              </a:rPr>
              <a:t>This permission boundary allows access to only Amazon S3, Amazon CloudWatch, and Amazon EC2</a:t>
            </a:r>
          </a:p>
        </p:txBody>
      </p:sp>
      <p:sp>
        <p:nvSpPr>
          <p:cNvPr id="7" name="Rectangle 6" descr="An example of permission boundaries in JSON format.">
            <a:extLst>
              <a:ext uri="{FF2B5EF4-FFF2-40B4-BE49-F238E27FC236}">
                <a16:creationId xmlns:a16="http://schemas.microsoft.com/office/drawing/2014/main" id="{8AFE82BD-69C0-4994-92C0-DAB4EB8C07BE}"/>
              </a:ext>
            </a:extLst>
          </p:cNvPr>
          <p:cNvSpPr/>
          <p:nvPr/>
        </p:nvSpPr>
        <p:spPr>
          <a:xfrm>
            <a:off x="7725123" y="2343240"/>
            <a:ext cx="4243387" cy="2062103"/>
          </a:xfrm>
          <a:prstGeom prst="rect">
            <a:avLst/>
          </a:prstGeom>
          <a:ln w="38100">
            <a:solidFill>
              <a:srgbClr val="19594E"/>
            </a:solidFill>
          </a:ln>
        </p:spPr>
        <p:txBody>
          <a:bodyPr wrap="square">
            <a:spAutoFit/>
          </a:bodyPr>
          <a:lstStyle/>
          <a:p>
            <a:r>
              <a:rPr lang="en-US" sz="1600" dirty="0">
                <a:solidFill>
                  <a:srgbClr val="16191F"/>
                </a:solidFill>
                <a:latin typeface="Lucida Console" panose="020B0609040504020204" pitchFamily="49" charset="0"/>
              </a:rPr>
              <a:t>{  </a:t>
            </a:r>
          </a:p>
          <a:p>
            <a:r>
              <a:rPr lang="en-US" sz="1600" dirty="0">
                <a:solidFill>
                  <a:srgbClr val="16191F"/>
                </a:solidFill>
                <a:latin typeface="Lucida Console" panose="020B0609040504020204" pitchFamily="49" charset="0"/>
              </a:rPr>
              <a:t>    "Version": "2012-10-17",</a:t>
            </a:r>
          </a:p>
          <a:p>
            <a:r>
              <a:rPr lang="en-US" sz="1600" dirty="0">
                <a:solidFill>
                  <a:srgbClr val="16191F"/>
                </a:solidFill>
                <a:latin typeface="Lucida Console" panose="020B0609040504020204" pitchFamily="49" charset="0"/>
              </a:rPr>
              <a:t>    "Statement": {</a:t>
            </a:r>
          </a:p>
          <a:p>
            <a:r>
              <a:rPr lang="en-US" sz="1600" dirty="0">
                <a:solidFill>
                  <a:srgbClr val="16191F"/>
                </a:solidFill>
                <a:latin typeface="Lucida Console" panose="020B0609040504020204" pitchFamily="49" charset="0"/>
              </a:rPr>
              <a:t>      "Effect": "Allow", </a:t>
            </a:r>
          </a:p>
          <a:p>
            <a:r>
              <a:rPr lang="en-US" sz="1600" dirty="0">
                <a:solidFill>
                  <a:srgbClr val="16191F"/>
                </a:solidFill>
                <a:latin typeface="Lucida Console" panose="020B0609040504020204" pitchFamily="49" charset="0"/>
              </a:rPr>
              <a:t>      "Action":"iam:CreateUser",</a:t>
            </a:r>
          </a:p>
          <a:p>
            <a:r>
              <a:rPr lang="en-US" sz="1600" dirty="0">
                <a:solidFill>
                  <a:srgbClr val="16191F"/>
                </a:solidFill>
                <a:latin typeface="Lucida Console" panose="020B0609040504020204" pitchFamily="49" charset="0"/>
              </a:rPr>
              <a:t>      "Resource": "*"  </a:t>
            </a:r>
          </a:p>
          <a:p>
            <a:r>
              <a:rPr lang="en-US" sz="1600" dirty="0">
                <a:solidFill>
                  <a:srgbClr val="16191F"/>
                </a:solidFill>
                <a:latin typeface="Lucida Console" panose="020B0609040504020204" pitchFamily="49" charset="0"/>
              </a:rPr>
              <a:t>    }</a:t>
            </a:r>
          </a:p>
          <a:p>
            <a:r>
              <a:rPr lang="en-US" sz="1600" dirty="0">
                <a:solidFill>
                  <a:srgbClr val="16191F"/>
                </a:solidFill>
                <a:latin typeface="Lucida Console" panose="020B0609040504020204" pitchFamily="49" charset="0"/>
              </a:rPr>
              <a:t>}</a:t>
            </a:r>
            <a:endParaRPr lang="en-US" sz="1600" dirty="0">
              <a:latin typeface="Lucida Console" panose="020B0609040504020204" pitchFamily="49" charset="0"/>
            </a:endParaRPr>
          </a:p>
        </p:txBody>
      </p:sp>
      <p:sp>
        <p:nvSpPr>
          <p:cNvPr id="15" name="Callout: permissions">
            <a:extLst>
              <a:ext uri="{FF2B5EF4-FFF2-40B4-BE49-F238E27FC236}">
                <a16:creationId xmlns:a16="http://schemas.microsoft.com/office/drawing/2014/main" id="{3A046AFF-C172-467A-A244-468879353904}"/>
              </a:ext>
              <a:ext uri="{C183D7F6-B498-43B3-948B-1728B52AA6E4}">
                <adec:decorative xmlns:adec="http://schemas.microsoft.com/office/drawing/2017/decorative" val="1"/>
              </a:ext>
            </a:extLst>
          </p:cNvPr>
          <p:cNvSpPr/>
          <p:nvPr/>
        </p:nvSpPr>
        <p:spPr>
          <a:xfrm>
            <a:off x="7718530" y="1599116"/>
            <a:ext cx="4243387" cy="584775"/>
          </a:xfrm>
          <a:prstGeom prst="borderCallout1">
            <a:avLst>
              <a:gd name="adj1" fmla="val 100907"/>
              <a:gd name="adj2" fmla="val 83070"/>
              <a:gd name="adj3" fmla="val 297054"/>
              <a:gd name="adj4" fmla="val 83204"/>
            </a:avLst>
          </a:prstGeom>
          <a:solidFill>
            <a:schemeClr val="accent4"/>
          </a:solidFill>
          <a:ln w="44450">
            <a:solidFill>
              <a:schemeClr val="accent4"/>
            </a:solidFill>
            <a:headEnd type="none" w="med" len="med"/>
            <a:tailEnd type="arrow" w="med" len="med"/>
          </a:ln>
          <a:effectLst>
            <a:outerShdw blurRad="63500" dist="53881" dir="2700016" rotWithShape="0">
              <a:scrgbClr r="0" g="0" b="0">
                <a:alpha val="25000"/>
              </a:scrgbClr>
            </a:outerShdw>
          </a:effectLst>
        </p:spPr>
        <p:style>
          <a:lnRef idx="3">
            <a:schemeClr val="lt1"/>
          </a:lnRef>
          <a:fillRef idx="1">
            <a:schemeClr val="accent6"/>
          </a:fillRef>
          <a:effectRef idx="1">
            <a:schemeClr val="accent6"/>
          </a:effectRef>
          <a:fontRef idx="minor">
            <a:schemeClr val="lt1"/>
          </a:fontRef>
        </p:style>
        <p:txBody>
          <a:bodyPr wrap="square" lIns="45720" rIns="45720" rtlCol="0" anchor="ctr">
            <a:spAutoFit/>
          </a:bodyPr>
          <a:lstStyle/>
          <a:p>
            <a:pPr lvl="0" algn="ctr">
              <a:defRPr/>
            </a:pPr>
            <a:r>
              <a:rPr lang="en-US" sz="1600" dirty="0">
                <a:solidFill>
                  <a:schemeClr val="tx1"/>
                </a:solidFill>
              </a:rPr>
              <a:t>This identity-based policy grants a user permission to create IAM users</a:t>
            </a:r>
          </a:p>
        </p:txBody>
      </p:sp>
      <p:pic>
        <p:nvPicPr>
          <p:cNvPr id="16" name="Graphic 15">
            <a:extLst>
              <a:ext uri="{FF2B5EF4-FFF2-40B4-BE49-F238E27FC236}">
                <a16:creationId xmlns:a16="http://schemas.microsoft.com/office/drawing/2014/main" id="{F88A09D3-715E-42D7-BCA3-E62A247C695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42870" y="3127722"/>
            <a:ext cx="1247675" cy="1247675"/>
          </a:xfrm>
          <a:prstGeom prst="rect">
            <a:avLst/>
          </a:prstGeom>
        </p:spPr>
      </p:pic>
      <p:sp>
        <p:nvSpPr>
          <p:cNvPr id="10" name="Rectangle 9">
            <a:extLst>
              <a:ext uri="{FF2B5EF4-FFF2-40B4-BE49-F238E27FC236}">
                <a16:creationId xmlns:a16="http://schemas.microsoft.com/office/drawing/2014/main" id="{CFBA5E23-79D5-49A8-9E90-149F3734801E}"/>
              </a:ext>
            </a:extLst>
          </p:cNvPr>
          <p:cNvSpPr/>
          <p:nvPr/>
        </p:nvSpPr>
        <p:spPr>
          <a:xfrm>
            <a:off x="5620724" y="4181052"/>
            <a:ext cx="1091966" cy="369332"/>
          </a:xfrm>
          <a:prstGeom prst="rect">
            <a:avLst/>
          </a:prstGeom>
        </p:spPr>
        <p:txBody>
          <a:bodyPr wrap="none">
            <a:spAutoFit/>
          </a:bodyPr>
          <a:lstStyle/>
          <a:p>
            <a:r>
              <a:rPr lang="en-US" altLang="en-US" dirty="0">
                <a:solidFill>
                  <a:srgbClr val="16191F"/>
                </a:solidFill>
                <a:cs typeface="Amazon Ember" panose="020B0603020204020204" pitchFamily="34" charset="0"/>
              </a:rPr>
              <a:t>IAM user</a:t>
            </a:r>
            <a:endParaRPr lang="en-US" dirty="0"/>
          </a:p>
        </p:txBody>
      </p:sp>
      <p:cxnSp>
        <p:nvCxnSpPr>
          <p:cNvPr id="27" name="Straight Arrow Connector 26">
            <a:extLst>
              <a:ext uri="{FF2B5EF4-FFF2-40B4-BE49-F238E27FC236}">
                <a16:creationId xmlns:a16="http://schemas.microsoft.com/office/drawing/2014/main" id="{12917E82-97EE-4149-8F89-8410641910C1}"/>
              </a:ext>
            </a:extLst>
          </p:cNvPr>
          <p:cNvCxnSpPr>
            <a:cxnSpLocks/>
            <a:stCxn id="10" idx="2"/>
          </p:cNvCxnSpPr>
          <p:nvPr/>
        </p:nvCxnSpPr>
        <p:spPr>
          <a:xfrm>
            <a:off x="6166707" y="4550384"/>
            <a:ext cx="0" cy="545618"/>
          </a:xfrm>
          <a:prstGeom prst="straightConnector1">
            <a:avLst/>
          </a:prstGeom>
          <a:ln w="12700">
            <a:solidFill>
              <a:srgbClr val="232F3E"/>
            </a:solidFill>
            <a:tailEnd type="arrow" w="lg"/>
          </a:ln>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id="{59754A65-7758-4BAF-A168-D59418EA5360}"/>
              </a:ext>
            </a:extLst>
          </p:cNvPr>
          <p:cNvCxnSpPr/>
          <p:nvPr/>
        </p:nvCxnSpPr>
        <p:spPr>
          <a:xfrm>
            <a:off x="4614884" y="4334215"/>
            <a:ext cx="1005840" cy="0"/>
          </a:xfrm>
          <a:prstGeom prst="straightConnector1">
            <a:avLst/>
          </a:prstGeom>
          <a:ln w="12700">
            <a:solidFill>
              <a:srgbClr val="232F3E"/>
            </a:solidFill>
            <a:tailEnd type="arrow" w="lg"/>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BD40B9B7-85C7-42E6-8EF9-D55A4E6E6FCB}"/>
              </a:ext>
            </a:extLst>
          </p:cNvPr>
          <p:cNvCxnSpPr/>
          <p:nvPr/>
        </p:nvCxnSpPr>
        <p:spPr>
          <a:xfrm flipH="1">
            <a:off x="6712690" y="4334215"/>
            <a:ext cx="1005840" cy="0"/>
          </a:xfrm>
          <a:prstGeom prst="straightConnector1">
            <a:avLst/>
          </a:prstGeom>
          <a:ln w="12700">
            <a:solidFill>
              <a:srgbClr val="232F3E"/>
            </a:solidFill>
            <a:tailEnd type="arrow" w="lg"/>
          </a:ln>
        </p:spPr>
        <p:style>
          <a:lnRef idx="1">
            <a:schemeClr val="accent1"/>
          </a:lnRef>
          <a:fillRef idx="0">
            <a:schemeClr val="accent1"/>
          </a:fillRef>
          <a:effectRef idx="0">
            <a:schemeClr val="accent1"/>
          </a:effectRef>
          <a:fontRef idx="minor">
            <a:schemeClr val="tx1"/>
          </a:fontRef>
        </p:style>
      </p:cxnSp>
      <p:pic>
        <p:nvPicPr>
          <p:cNvPr id="19" name="Picture 18">
            <a:extLst>
              <a:ext uri="{FF2B5EF4-FFF2-40B4-BE49-F238E27FC236}">
                <a16:creationId xmlns:a16="http://schemas.microsoft.com/office/drawing/2014/main" id="{AECF8426-F8CC-4B5D-84E0-07469AFC3F7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071657" y="4151335"/>
            <a:ext cx="365760" cy="365760"/>
          </a:xfrm>
          <a:prstGeom prst="rect">
            <a:avLst/>
          </a:prstGeom>
        </p:spPr>
      </p:pic>
    </p:spTree>
    <p:custDataLst>
      <p:tags r:id="rId1"/>
    </p:custDataLst>
    <p:extLst>
      <p:ext uri="{BB962C8B-B14F-4D97-AF65-F5344CB8AC3E}">
        <p14:creationId xmlns:p14="http://schemas.microsoft.com/office/powerpoint/2010/main" val="7958259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a:extLst>
              <a:ext uri="{FF2B5EF4-FFF2-40B4-BE49-F238E27FC236}">
                <a16:creationId xmlns:a16="http://schemas.microsoft.com/office/drawing/2014/main" id="{27011276-4E52-4352-9F25-F029B7E46850}"/>
              </a:ext>
            </a:extLst>
          </p:cNvPr>
          <p:cNvSpPr>
            <a:spLocks noGrp="1"/>
          </p:cNvSpPr>
          <p:nvPr>
            <p:ph type="sldNum" idx="97"/>
          </p:nvPr>
        </p:nvSpPr>
        <p:spPr/>
        <p:txBody>
          <a:bodyPr/>
          <a:lstStyle/>
          <a:p>
            <a:fld id="{B6A95138-A96E-2F42-A959-2EFD44FE4AB7}" type="slidenum">
              <a:rPr lang="en-US" smtClean="0"/>
              <a:pPr/>
              <a:t>49</a:t>
            </a:fld>
            <a:endParaRPr lang="en-US" dirty="0"/>
          </a:p>
        </p:txBody>
      </p:sp>
      <p:sp>
        <p:nvSpPr>
          <p:cNvPr id="6" name="Title">
            <a:extLst>
              <a:ext uri="{FF2B5EF4-FFF2-40B4-BE49-F238E27FC236}">
                <a16:creationId xmlns:a16="http://schemas.microsoft.com/office/drawing/2014/main" id="{294FBCB0-CC42-47BB-8BF5-551780AC13F0}"/>
              </a:ext>
            </a:extLst>
          </p:cNvPr>
          <p:cNvSpPr>
            <a:spLocks noGrp="1"/>
          </p:cNvSpPr>
          <p:nvPr>
            <p:ph type="title" idx="1"/>
          </p:nvPr>
        </p:nvSpPr>
        <p:spPr/>
        <p:txBody>
          <a:bodyPr>
            <a:normAutofit/>
          </a:bodyPr>
          <a:lstStyle/>
          <a:p>
            <a:r>
              <a:rPr lang="en-US" dirty="0"/>
              <a:t>Permissions must be allowed by both policy types</a:t>
            </a:r>
          </a:p>
        </p:txBody>
      </p:sp>
      <p:grpSp>
        <p:nvGrpSpPr>
          <p:cNvPr id="2" name="Flatten PermissionsVennDiagram" descr="Diagram of an identity-based policy and permission boundary. The overlap is the effective permissions. See notes for more details.">
            <a:extLst>
              <a:ext uri="{FF2B5EF4-FFF2-40B4-BE49-F238E27FC236}">
                <a16:creationId xmlns:a16="http://schemas.microsoft.com/office/drawing/2014/main" id="{9ACE439D-2493-4AA6-B311-C4DD57195C29}"/>
              </a:ext>
            </a:extLst>
          </p:cNvPr>
          <p:cNvGrpSpPr/>
          <p:nvPr/>
        </p:nvGrpSpPr>
        <p:grpSpPr>
          <a:xfrm>
            <a:off x="546422" y="2286000"/>
            <a:ext cx="11249794" cy="3645763"/>
            <a:chOff x="546422" y="2286000"/>
            <a:chExt cx="11249794" cy="3645763"/>
          </a:xfrm>
        </p:grpSpPr>
        <p:sp>
          <p:nvSpPr>
            <p:cNvPr id="35" name="Rectangle: Rounded Corners 34">
              <a:extLst>
                <a:ext uri="{FF2B5EF4-FFF2-40B4-BE49-F238E27FC236}">
                  <a16:creationId xmlns:a16="http://schemas.microsoft.com/office/drawing/2014/main" id="{6FEEE281-F928-4F3E-8159-8E8766E46FC5}"/>
                </a:ext>
              </a:extLst>
            </p:cNvPr>
            <p:cNvSpPr/>
            <p:nvPr/>
          </p:nvSpPr>
          <p:spPr>
            <a:xfrm>
              <a:off x="3670300" y="2546010"/>
              <a:ext cx="7848600" cy="2157574"/>
            </a:xfrm>
            <a:prstGeom prst="roundRect">
              <a:avLst/>
            </a:pr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TextBox 35">
              <a:extLst>
                <a:ext uri="{FF2B5EF4-FFF2-40B4-BE49-F238E27FC236}">
                  <a16:creationId xmlns:a16="http://schemas.microsoft.com/office/drawing/2014/main" id="{632441FD-158E-4597-B727-FF4928C32D94}"/>
                </a:ext>
              </a:extLst>
            </p:cNvPr>
            <p:cNvSpPr txBox="1"/>
            <p:nvPr/>
          </p:nvSpPr>
          <p:spPr>
            <a:xfrm>
              <a:off x="7255917" y="3107049"/>
              <a:ext cx="4540299" cy="1231106"/>
            </a:xfrm>
            <a:prstGeom prst="rect">
              <a:avLst/>
            </a:prstGeom>
            <a:noFill/>
          </p:spPr>
          <p:txBody>
            <a:bodyPr wrap="square" rtlCol="0">
              <a:spAutoFit/>
            </a:bodyPr>
            <a:lstStyle/>
            <a:p>
              <a:r>
                <a:rPr lang="en-US" sz="2000" dirty="0"/>
                <a:t>Identity-based policy</a:t>
              </a:r>
            </a:p>
            <a:p>
              <a:pPr marL="285750" indent="-285750">
                <a:buFont typeface="Arial" panose="020B0604020202020204" pitchFamily="34" charset="0"/>
                <a:buChar char="•"/>
              </a:pPr>
              <a:r>
                <a:rPr lang="en-US" dirty="0">
                  <a:latin typeface="Lucida Console" panose="020B0609040504020204" pitchFamily="49" charset="0"/>
                </a:rPr>
                <a:t>Allow iam:CreateUser</a:t>
              </a:r>
            </a:p>
            <a:p>
              <a:pPr marL="285750" indent="-285750">
                <a:buFont typeface="Arial" panose="020B0604020202020204" pitchFamily="34" charset="0"/>
                <a:buChar char="•"/>
              </a:pPr>
              <a:r>
                <a:rPr lang="en-US" dirty="0">
                  <a:latin typeface="Lucida Console" panose="020B0609040504020204" pitchFamily="49" charset="0"/>
                </a:rPr>
                <a:t>Deny </a:t>
              </a:r>
              <a:r>
                <a:rPr lang="en-US" altLang="en-US" dirty="0">
                  <a:latin typeface="Lucida Console" panose="020B0609040504020204" pitchFamily="49" charset="0"/>
                </a:rPr>
                <a:t>s3*</a:t>
              </a:r>
            </a:p>
            <a:p>
              <a:pPr marL="285750" indent="-285750">
                <a:buFont typeface="Arial" panose="020B0604020202020204" pitchFamily="34" charset="0"/>
                <a:buChar char="•"/>
              </a:pPr>
              <a:r>
                <a:rPr lang="en-US" dirty="0">
                  <a:latin typeface="Lucida Console" panose="020B0609040504020204" pitchFamily="49" charset="0"/>
                </a:rPr>
                <a:t>Allow </a:t>
              </a:r>
              <a:r>
                <a:rPr lang="en-US" altLang="en-US" dirty="0">
                  <a:latin typeface="Lucida Console" panose="020B0609040504020204" pitchFamily="49" charset="0"/>
                </a:rPr>
                <a:t>ec2:DescribeInstances</a:t>
              </a:r>
            </a:p>
          </p:txBody>
        </p:sp>
        <p:sp>
          <p:nvSpPr>
            <p:cNvPr id="37" name="Rectangle: Rounded Corners 36">
              <a:extLst>
                <a:ext uri="{FF2B5EF4-FFF2-40B4-BE49-F238E27FC236}">
                  <a16:creationId xmlns:a16="http://schemas.microsoft.com/office/drawing/2014/main" id="{2A3C3BE8-9849-4F69-8E11-6914C5C8AD86}"/>
                </a:ext>
              </a:extLst>
            </p:cNvPr>
            <p:cNvSpPr/>
            <p:nvPr/>
          </p:nvSpPr>
          <p:spPr>
            <a:xfrm>
              <a:off x="546422" y="3093390"/>
              <a:ext cx="6590978" cy="2003461"/>
            </a:xfrm>
            <a:prstGeom prst="roundRect">
              <a:avLst/>
            </a:pr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3" name="Graphic 42">
              <a:extLst>
                <a:ext uri="{FF2B5EF4-FFF2-40B4-BE49-F238E27FC236}">
                  <a16:creationId xmlns:a16="http://schemas.microsoft.com/office/drawing/2014/main" id="{6256A55D-9C7D-4FC2-86A3-60028F278F6A}"/>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249966" y="2734820"/>
              <a:ext cx="559719" cy="559719"/>
            </a:xfrm>
            <a:prstGeom prst="rect">
              <a:avLst/>
            </a:prstGeom>
          </p:spPr>
        </p:pic>
        <p:sp>
          <p:nvSpPr>
            <p:cNvPr id="45" name="Rectangle 44">
              <a:extLst>
                <a:ext uri="{FF2B5EF4-FFF2-40B4-BE49-F238E27FC236}">
                  <a16:creationId xmlns:a16="http://schemas.microsoft.com/office/drawing/2014/main" id="{C6C67A13-AB0C-4B3F-A08C-94D444FAFA02}"/>
                </a:ext>
              </a:extLst>
            </p:cNvPr>
            <p:cNvSpPr/>
            <p:nvPr/>
          </p:nvSpPr>
          <p:spPr>
            <a:xfrm>
              <a:off x="726433" y="3681095"/>
              <a:ext cx="3037775" cy="1231106"/>
            </a:xfrm>
            <a:prstGeom prst="rect">
              <a:avLst/>
            </a:prstGeom>
          </p:spPr>
          <p:txBody>
            <a:bodyPr wrap="square">
              <a:spAutoFit/>
            </a:bodyPr>
            <a:lstStyle/>
            <a:p>
              <a:r>
                <a:rPr lang="en-US" sz="2000" dirty="0"/>
                <a:t>Permissions Boundary</a:t>
              </a:r>
            </a:p>
            <a:p>
              <a:pPr marL="285750" indent="-285750">
                <a:buFont typeface="Arial" panose="020B0604020202020204" pitchFamily="34" charset="0"/>
                <a:buChar char="•"/>
              </a:pPr>
              <a:r>
                <a:rPr lang="en-US" dirty="0">
                  <a:latin typeface="Lucida Console" panose="020B0609040504020204" pitchFamily="49" charset="0"/>
                </a:rPr>
                <a:t>Allow s3*</a:t>
              </a:r>
            </a:p>
            <a:p>
              <a:pPr marL="285750" indent="-285750">
                <a:buFont typeface="Arial" panose="020B0604020202020204" pitchFamily="34" charset="0"/>
                <a:buChar char="•"/>
              </a:pPr>
              <a:r>
                <a:rPr lang="en-US" dirty="0">
                  <a:latin typeface="Lucida Console" panose="020B0609040504020204" pitchFamily="49" charset="0"/>
                </a:rPr>
                <a:t>Allow cloudwatch*</a:t>
              </a:r>
            </a:p>
            <a:p>
              <a:pPr marL="285750" indent="-285750">
                <a:buFont typeface="Arial" panose="020B0604020202020204" pitchFamily="34" charset="0"/>
                <a:buChar char="•"/>
              </a:pPr>
              <a:r>
                <a:rPr lang="en-US" dirty="0">
                  <a:latin typeface="Lucida Console" panose="020B0609040504020204" pitchFamily="49" charset="0"/>
                </a:rPr>
                <a:t>Allow ec2*</a:t>
              </a:r>
            </a:p>
          </p:txBody>
        </p:sp>
        <p:cxnSp>
          <p:nvCxnSpPr>
            <p:cNvPr id="46" name="Straight Connector 45">
              <a:extLst>
                <a:ext uri="{FF2B5EF4-FFF2-40B4-BE49-F238E27FC236}">
                  <a16:creationId xmlns:a16="http://schemas.microsoft.com/office/drawing/2014/main" id="{2A523AF9-3BF2-40B4-A24E-175677CC6831}"/>
                </a:ext>
              </a:extLst>
            </p:cNvPr>
            <p:cNvCxnSpPr/>
            <p:nvPr/>
          </p:nvCxnSpPr>
          <p:spPr>
            <a:xfrm>
              <a:off x="6069738" y="5167013"/>
              <a:ext cx="586714" cy="424751"/>
            </a:xfrm>
            <a:prstGeom prst="line">
              <a:avLst/>
            </a:prstGeom>
            <a:ln w="38100">
              <a:solidFill>
                <a:srgbClr val="248814"/>
              </a:solidFill>
            </a:ln>
          </p:spPr>
          <p:style>
            <a:lnRef idx="1">
              <a:schemeClr val="accent1"/>
            </a:lnRef>
            <a:fillRef idx="0">
              <a:schemeClr val="accent1"/>
            </a:fillRef>
            <a:effectRef idx="0">
              <a:schemeClr val="accent1"/>
            </a:effectRef>
            <a:fontRef idx="minor">
              <a:schemeClr val="tx1"/>
            </a:fontRef>
          </p:style>
        </p:cxnSp>
        <p:sp>
          <p:nvSpPr>
            <p:cNvPr id="48" name="Oval 47">
              <a:extLst>
                <a:ext uri="{FF2B5EF4-FFF2-40B4-BE49-F238E27FC236}">
                  <a16:creationId xmlns:a16="http://schemas.microsoft.com/office/drawing/2014/main" id="{1E1226D3-74C6-4ADF-AFFF-D4C43672F62D}"/>
                </a:ext>
              </a:extLst>
            </p:cNvPr>
            <p:cNvSpPr/>
            <p:nvPr/>
          </p:nvSpPr>
          <p:spPr>
            <a:xfrm flipH="1">
              <a:off x="3653814" y="2286000"/>
              <a:ext cx="3480120" cy="2960403"/>
            </a:xfrm>
            <a:prstGeom prst="ellipse">
              <a:avLst/>
            </a:prstGeom>
            <a:noFill/>
            <a:ln w="38100">
              <a:solidFill>
                <a:srgbClr val="2488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TextBox 46">
              <a:extLst>
                <a:ext uri="{FF2B5EF4-FFF2-40B4-BE49-F238E27FC236}">
                  <a16:creationId xmlns:a16="http://schemas.microsoft.com/office/drawing/2014/main" id="{674623F9-BCD7-4E61-90E6-926E8760133C}"/>
                </a:ext>
              </a:extLst>
            </p:cNvPr>
            <p:cNvSpPr txBox="1"/>
            <p:nvPr/>
          </p:nvSpPr>
          <p:spPr>
            <a:xfrm>
              <a:off x="6561795" y="5531653"/>
              <a:ext cx="2653290" cy="400110"/>
            </a:xfrm>
            <a:prstGeom prst="rect">
              <a:avLst/>
            </a:prstGeom>
            <a:noFill/>
          </p:spPr>
          <p:txBody>
            <a:bodyPr wrap="none" rtlCol="0">
              <a:spAutoFit/>
            </a:bodyPr>
            <a:lstStyle/>
            <a:p>
              <a:pPr algn="ctr"/>
              <a:r>
                <a:rPr lang="en-US" sz="2000" dirty="0"/>
                <a:t>Effective Permissions</a:t>
              </a:r>
            </a:p>
          </p:txBody>
        </p:sp>
        <p:pic>
          <p:nvPicPr>
            <p:cNvPr id="23" name="Picture 22">
              <a:extLst>
                <a:ext uri="{FF2B5EF4-FFF2-40B4-BE49-F238E27FC236}">
                  <a16:creationId xmlns:a16="http://schemas.microsoft.com/office/drawing/2014/main" id="{1A731233-60CB-4B32-9EEE-8EEE9AB46E9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663289" y="3448282"/>
              <a:ext cx="274320" cy="274320"/>
            </a:xfrm>
            <a:prstGeom prst="rect">
              <a:avLst/>
            </a:prstGeom>
          </p:spPr>
        </p:pic>
        <p:pic>
          <p:nvPicPr>
            <p:cNvPr id="27" name="Graphic 26">
              <a:extLst>
                <a:ext uri="{FF2B5EF4-FFF2-40B4-BE49-F238E27FC236}">
                  <a16:creationId xmlns:a16="http://schemas.microsoft.com/office/drawing/2014/main" id="{B7FF9879-7521-4735-A7A2-02F8E25C8847}"/>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31194" y="3142037"/>
              <a:ext cx="559719" cy="559719"/>
            </a:xfrm>
            <a:prstGeom prst="rect">
              <a:avLst/>
            </a:prstGeom>
          </p:spPr>
        </p:pic>
        <p:sp>
          <p:nvSpPr>
            <p:cNvPr id="9" name="Rectangle 8">
              <a:extLst>
                <a:ext uri="{FF2B5EF4-FFF2-40B4-BE49-F238E27FC236}">
                  <a16:creationId xmlns:a16="http://schemas.microsoft.com/office/drawing/2014/main" id="{14486507-244D-4142-BA3E-39B23CE843C8}"/>
                </a:ext>
              </a:extLst>
            </p:cNvPr>
            <p:cNvSpPr/>
            <p:nvPr/>
          </p:nvSpPr>
          <p:spPr>
            <a:xfrm>
              <a:off x="3699859" y="3399437"/>
              <a:ext cx="3113353" cy="923330"/>
            </a:xfrm>
            <a:prstGeom prst="rect">
              <a:avLst/>
            </a:prstGeom>
          </p:spPr>
          <p:txBody>
            <a:bodyPr wrap="none">
              <a:spAutoFit/>
            </a:bodyPr>
            <a:lstStyle/>
            <a:p>
              <a:r>
                <a:rPr lang="en-US" dirty="0">
                  <a:latin typeface="Lucida Console" panose="020B0609040504020204" pitchFamily="49" charset="0"/>
                </a:rPr>
                <a:t>iam:CreateUser</a:t>
              </a:r>
            </a:p>
            <a:p>
              <a:r>
                <a:rPr lang="en-US" altLang="en-US" dirty="0">
                  <a:latin typeface="Lucida Console" panose="020B0609040504020204" pitchFamily="49" charset="0"/>
                </a:rPr>
                <a:t>S3</a:t>
              </a:r>
            </a:p>
            <a:p>
              <a:r>
                <a:rPr lang="en-US" altLang="en-US" dirty="0">
                  <a:latin typeface="Lucida Console" panose="020B0609040504020204" pitchFamily="49" charset="0"/>
                </a:rPr>
                <a:t>ec2:DescribeInstances</a:t>
              </a:r>
              <a:endParaRPr lang="en-US" dirty="0">
                <a:latin typeface="Lucida Console" panose="020B0609040504020204" pitchFamily="49" charset="0"/>
              </a:endParaRPr>
            </a:p>
          </p:txBody>
        </p:sp>
        <p:pic>
          <p:nvPicPr>
            <p:cNvPr id="34" name="Picture 33">
              <a:extLst>
                <a:ext uri="{FF2B5EF4-FFF2-40B4-BE49-F238E27FC236}">
                  <a16:creationId xmlns:a16="http://schemas.microsoft.com/office/drawing/2014/main" id="{6B70F30D-C334-4B80-944C-DCC89B74A72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676052" y="3697371"/>
              <a:ext cx="274320" cy="274320"/>
            </a:xfrm>
            <a:prstGeom prst="rect">
              <a:avLst/>
            </a:prstGeom>
          </p:spPr>
        </p:pic>
        <p:pic>
          <p:nvPicPr>
            <p:cNvPr id="49" name="Graphic 48" descr="Checkmark">
              <a:extLst>
                <a:ext uri="{FF2B5EF4-FFF2-40B4-BE49-F238E27FC236}">
                  <a16:creationId xmlns:a16="http://schemas.microsoft.com/office/drawing/2014/main" id="{4A3224F1-46EF-46CF-9E30-521DBF166C5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87504" y="3957960"/>
              <a:ext cx="274320" cy="274320"/>
            </a:xfrm>
            <a:prstGeom prst="rect">
              <a:avLst/>
            </a:prstGeom>
          </p:spPr>
        </p:pic>
      </p:grpSp>
    </p:spTree>
    <p:custDataLst>
      <p:tags r:id="rId1"/>
    </p:custDataLst>
    <p:extLst>
      <p:ext uri="{BB962C8B-B14F-4D97-AF65-F5344CB8AC3E}">
        <p14:creationId xmlns:p14="http://schemas.microsoft.com/office/powerpoint/2010/main" val="190040825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17F722E9-4917-45EC-B938-83BBAE807C89}"/>
              </a:ext>
            </a:extLst>
          </p:cNvPr>
          <p:cNvSpPr>
            <a:spLocks noGrp="1"/>
          </p:cNvSpPr>
          <p:nvPr>
            <p:ph type="sldNum" idx="97"/>
          </p:nvPr>
        </p:nvSpPr>
        <p:spPr/>
        <p:txBody>
          <a:bodyPr/>
          <a:lstStyle/>
          <a:p>
            <a:fld id="{4037B1B0-0345-4E15-985A-6BECCDBE474F}" type="slidenum">
              <a:rPr lang="en-US" smtClean="0"/>
              <a:pPr/>
              <a:t>50</a:t>
            </a:fld>
            <a:endParaRPr lang="en-US" dirty="0"/>
          </a:p>
        </p:txBody>
      </p:sp>
      <p:sp>
        <p:nvSpPr>
          <p:cNvPr id="6" name="Title">
            <a:extLst>
              <a:ext uri="{FF2B5EF4-FFF2-40B4-BE49-F238E27FC236}">
                <a16:creationId xmlns:a16="http://schemas.microsoft.com/office/drawing/2014/main" id="{AB7C3340-3930-4185-A35F-E1C1CC0C47FB}"/>
              </a:ext>
            </a:extLst>
          </p:cNvPr>
          <p:cNvSpPr>
            <a:spLocks noGrp="1"/>
          </p:cNvSpPr>
          <p:nvPr>
            <p:ph type="title" idx="1"/>
          </p:nvPr>
        </p:nvSpPr>
        <p:spPr/>
        <p:txBody>
          <a:bodyPr>
            <a:normAutofit/>
          </a:bodyPr>
          <a:lstStyle/>
          <a:p>
            <a:r>
              <a:rPr lang="en-US" dirty="0"/>
              <a:t>How multiple policy types impact permissions</a:t>
            </a:r>
          </a:p>
        </p:txBody>
      </p:sp>
      <p:sp>
        <p:nvSpPr>
          <p:cNvPr id="5" name="Rectangle: Rounded Corners 4">
            <a:extLst>
              <a:ext uri="{FF2B5EF4-FFF2-40B4-BE49-F238E27FC236}">
                <a16:creationId xmlns:a16="http://schemas.microsoft.com/office/drawing/2014/main" id="{A0577536-446D-4974-A185-119C3FE02FCF}"/>
              </a:ext>
            </a:extLst>
          </p:cNvPr>
          <p:cNvSpPr/>
          <p:nvPr/>
        </p:nvSpPr>
        <p:spPr>
          <a:xfrm>
            <a:off x="365759" y="1274511"/>
            <a:ext cx="3279483" cy="1554480"/>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b="1" dirty="0">
                <a:solidFill>
                  <a:schemeClr val="tx1"/>
                </a:solidFill>
              </a:rPr>
              <a:t>SCP attached to test OU</a:t>
            </a:r>
          </a:p>
          <a:p>
            <a:pPr marL="285750" indent="-285750">
              <a:buFont typeface="Arial" panose="020B0604020202020204" pitchFamily="34" charset="0"/>
              <a:buChar char="•"/>
            </a:pPr>
            <a:r>
              <a:rPr lang="en-US" dirty="0">
                <a:solidFill>
                  <a:schemeClr val="tx1"/>
                </a:solidFill>
                <a:latin typeface="Lucida Console" panose="020B0609040504020204" pitchFamily="49" charset="0"/>
              </a:rPr>
              <a:t>Deny ec2*</a:t>
            </a:r>
          </a:p>
          <a:p>
            <a:pPr marL="285750" indent="-285750">
              <a:buFont typeface="Arial" panose="020B0604020202020204" pitchFamily="34" charset="0"/>
              <a:buChar char="•"/>
            </a:pPr>
            <a:r>
              <a:rPr lang="en-US" dirty="0">
                <a:solidFill>
                  <a:schemeClr val="tx1"/>
                </a:solidFill>
                <a:latin typeface="Lucida Console" panose="020B0609040504020204" pitchFamily="49" charset="0"/>
              </a:rPr>
              <a:t>Deny sqs*</a:t>
            </a:r>
          </a:p>
        </p:txBody>
      </p:sp>
      <p:sp>
        <p:nvSpPr>
          <p:cNvPr id="7" name="Rectangle: Rounded Corners 6">
            <a:extLst>
              <a:ext uri="{FF2B5EF4-FFF2-40B4-BE49-F238E27FC236}">
                <a16:creationId xmlns:a16="http://schemas.microsoft.com/office/drawing/2014/main" id="{85F1F65F-C6CB-46B5-8AD2-98ADDF95D232}"/>
              </a:ext>
            </a:extLst>
          </p:cNvPr>
          <p:cNvSpPr/>
          <p:nvPr/>
        </p:nvSpPr>
        <p:spPr>
          <a:xfrm>
            <a:off x="8723870" y="1274511"/>
            <a:ext cx="3102370" cy="1554480"/>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b="1" dirty="0">
                <a:solidFill>
                  <a:schemeClr val="tx1"/>
                </a:solidFill>
              </a:rPr>
              <a:t>Permission boundary </a:t>
            </a:r>
          </a:p>
          <a:p>
            <a:pPr marL="285750" indent="-285750">
              <a:buFont typeface="Arial" panose="020B0604020202020204" pitchFamily="34" charset="0"/>
              <a:buChar char="•"/>
            </a:pPr>
            <a:r>
              <a:rPr lang="en-US" dirty="0">
                <a:solidFill>
                  <a:schemeClr val="tx1"/>
                </a:solidFill>
                <a:latin typeface="Lucida Console" panose="020B0609040504020204" pitchFamily="49" charset="0"/>
              </a:rPr>
              <a:t>Allow s3*</a:t>
            </a:r>
          </a:p>
          <a:p>
            <a:pPr marL="285750" indent="-285750">
              <a:buFont typeface="Arial" panose="020B0604020202020204" pitchFamily="34" charset="0"/>
              <a:buChar char="•"/>
            </a:pPr>
            <a:r>
              <a:rPr lang="en-US" dirty="0">
                <a:solidFill>
                  <a:schemeClr val="tx1"/>
                </a:solidFill>
                <a:latin typeface="Lucida Console" panose="020B0609040504020204" pitchFamily="49" charset="0"/>
              </a:rPr>
              <a:t>Allow sqs*</a:t>
            </a:r>
          </a:p>
        </p:txBody>
      </p:sp>
      <p:sp>
        <p:nvSpPr>
          <p:cNvPr id="8" name="Rectangle: Rounded Corners 7">
            <a:extLst>
              <a:ext uri="{FF2B5EF4-FFF2-40B4-BE49-F238E27FC236}">
                <a16:creationId xmlns:a16="http://schemas.microsoft.com/office/drawing/2014/main" id="{F314D4E5-6459-49DC-AF8D-DF65FE88AA34}"/>
              </a:ext>
            </a:extLst>
          </p:cNvPr>
          <p:cNvSpPr/>
          <p:nvPr/>
        </p:nvSpPr>
        <p:spPr>
          <a:xfrm>
            <a:off x="4053028" y="1274512"/>
            <a:ext cx="4374670" cy="1554480"/>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b="1" dirty="0">
                <a:solidFill>
                  <a:schemeClr val="tx1"/>
                </a:solidFill>
              </a:rPr>
              <a:t>Identity-based IAM policy</a:t>
            </a:r>
          </a:p>
          <a:p>
            <a:pPr marL="285750" indent="-285750">
              <a:buFont typeface="Arial" panose="020B0604020202020204" pitchFamily="34" charset="0"/>
              <a:buChar char="•"/>
            </a:pPr>
            <a:r>
              <a:rPr lang="en-US" dirty="0">
                <a:solidFill>
                  <a:schemeClr val="tx1"/>
                </a:solidFill>
                <a:latin typeface="Lucida Console" panose="020B0609040504020204" pitchFamily="49" charset="0"/>
              </a:rPr>
              <a:t>Allow </a:t>
            </a:r>
            <a:r>
              <a:rPr lang="en-US" altLang="en-US" dirty="0">
                <a:solidFill>
                  <a:schemeClr val="tx1"/>
                </a:solidFill>
                <a:latin typeface="Lucida Console" panose="020B0609040504020204" pitchFamily="49" charset="0"/>
              </a:rPr>
              <a:t>ec2:DescribeInstances </a:t>
            </a:r>
            <a:endParaRPr lang="en-US" dirty="0">
              <a:solidFill>
                <a:schemeClr val="tx1"/>
              </a:solidFill>
              <a:latin typeface="Lucida Console" panose="020B0609040504020204" pitchFamily="49" charset="0"/>
            </a:endParaRPr>
          </a:p>
          <a:p>
            <a:pPr marL="285750" indent="-285750">
              <a:buFont typeface="Arial" panose="020B0604020202020204" pitchFamily="34" charset="0"/>
              <a:buChar char="•"/>
            </a:pPr>
            <a:r>
              <a:rPr lang="en-US" dirty="0">
                <a:solidFill>
                  <a:schemeClr val="tx1"/>
                </a:solidFill>
                <a:latin typeface="Lucida Console" panose="020B0609040504020204" pitchFamily="49" charset="0"/>
              </a:rPr>
              <a:t>Allow kms*</a:t>
            </a:r>
          </a:p>
          <a:p>
            <a:pPr marL="285750" indent="-285750">
              <a:buFont typeface="Arial" panose="020B0604020202020204" pitchFamily="34" charset="0"/>
              <a:buChar char="•"/>
            </a:pPr>
            <a:r>
              <a:rPr lang="en-US" dirty="0">
                <a:solidFill>
                  <a:schemeClr val="tx1"/>
                </a:solidFill>
                <a:latin typeface="Lucida Console" panose="020B0609040504020204" pitchFamily="49" charset="0"/>
              </a:rPr>
              <a:t>Allow s3*</a:t>
            </a:r>
          </a:p>
          <a:p>
            <a:pPr marL="285750" indent="-285750">
              <a:buFont typeface="Arial" panose="020B0604020202020204" pitchFamily="34" charset="0"/>
              <a:buChar char="•"/>
            </a:pPr>
            <a:r>
              <a:rPr lang="en-US" dirty="0">
                <a:solidFill>
                  <a:schemeClr val="tx1"/>
                </a:solidFill>
                <a:latin typeface="Lucida Console" panose="020B0609040504020204" pitchFamily="49" charset="0"/>
              </a:rPr>
              <a:t>Allow sqs:SendMessage</a:t>
            </a:r>
          </a:p>
        </p:txBody>
      </p:sp>
      <p:pic>
        <p:nvPicPr>
          <p:cNvPr id="11" name="Graphic 10">
            <a:extLst>
              <a:ext uri="{FF2B5EF4-FFF2-40B4-BE49-F238E27FC236}">
                <a16:creationId xmlns:a16="http://schemas.microsoft.com/office/drawing/2014/main" id="{2DF3C5E7-5533-4CA5-80C1-FB7856B23DA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79834" y="2931440"/>
            <a:ext cx="721057" cy="721057"/>
          </a:xfrm>
          <a:prstGeom prst="rect">
            <a:avLst/>
          </a:prstGeom>
        </p:spPr>
      </p:pic>
      <p:sp>
        <p:nvSpPr>
          <p:cNvPr id="12" name="Rectangle 11">
            <a:extLst>
              <a:ext uri="{FF2B5EF4-FFF2-40B4-BE49-F238E27FC236}">
                <a16:creationId xmlns:a16="http://schemas.microsoft.com/office/drawing/2014/main" id="{D1D58767-4F82-40C8-847B-2A24578D173C}"/>
              </a:ext>
            </a:extLst>
          </p:cNvPr>
          <p:cNvSpPr/>
          <p:nvPr/>
        </p:nvSpPr>
        <p:spPr>
          <a:xfrm>
            <a:off x="5145817" y="3467831"/>
            <a:ext cx="2210862" cy="369332"/>
          </a:xfrm>
          <a:prstGeom prst="rect">
            <a:avLst/>
          </a:prstGeom>
        </p:spPr>
        <p:txBody>
          <a:bodyPr wrap="none">
            <a:spAutoFit/>
          </a:bodyPr>
          <a:lstStyle/>
          <a:p>
            <a:r>
              <a:rPr lang="en-US" altLang="en-US" dirty="0">
                <a:solidFill>
                  <a:srgbClr val="16191F"/>
                </a:solidFill>
                <a:cs typeface="Amazon Ember" panose="020B0603020204020204" pitchFamily="34" charset="0"/>
              </a:rPr>
              <a:t>IAM user in test OU</a:t>
            </a:r>
            <a:endParaRPr lang="en-US" dirty="0"/>
          </a:p>
        </p:txBody>
      </p:sp>
      <p:cxnSp>
        <p:nvCxnSpPr>
          <p:cNvPr id="14" name="Connector: Elbow 13">
            <a:extLst>
              <a:ext uri="{FF2B5EF4-FFF2-40B4-BE49-F238E27FC236}">
                <a16:creationId xmlns:a16="http://schemas.microsoft.com/office/drawing/2014/main" id="{23AF9761-8A62-43D3-9BA1-E49DC796916A}"/>
              </a:ext>
            </a:extLst>
          </p:cNvPr>
          <p:cNvCxnSpPr>
            <a:cxnSpLocks/>
            <a:stCxn id="5" idx="2"/>
            <a:endCxn id="12" idx="1"/>
          </p:cNvCxnSpPr>
          <p:nvPr/>
        </p:nvCxnSpPr>
        <p:spPr>
          <a:xfrm rot="16200000" flipH="1">
            <a:off x="3163906" y="1670586"/>
            <a:ext cx="823506" cy="314031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nector: Elbow 16">
            <a:extLst>
              <a:ext uri="{FF2B5EF4-FFF2-40B4-BE49-F238E27FC236}">
                <a16:creationId xmlns:a16="http://schemas.microsoft.com/office/drawing/2014/main" id="{C6BAC32D-A041-42E0-AD64-5AA7879C3104}"/>
              </a:ext>
            </a:extLst>
          </p:cNvPr>
          <p:cNvCxnSpPr>
            <a:cxnSpLocks/>
            <a:stCxn id="7" idx="2"/>
            <a:endCxn id="12" idx="3"/>
          </p:cNvCxnSpPr>
          <p:nvPr/>
        </p:nvCxnSpPr>
        <p:spPr>
          <a:xfrm rot="5400000">
            <a:off x="8404114" y="1781556"/>
            <a:ext cx="823506" cy="291837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6D88D062-468C-42DE-A9DA-1C8D2DA0CBDB}"/>
              </a:ext>
            </a:extLst>
          </p:cNvPr>
          <p:cNvCxnSpPr>
            <a:cxnSpLocks/>
            <a:stCxn id="8" idx="2"/>
            <a:endCxn id="11" idx="0"/>
          </p:cNvCxnSpPr>
          <p:nvPr/>
        </p:nvCxnSpPr>
        <p:spPr>
          <a:xfrm>
            <a:off x="6240363" y="2828992"/>
            <a:ext cx="0" cy="102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39" name="Table 38">
            <a:extLst>
              <a:ext uri="{FF2B5EF4-FFF2-40B4-BE49-F238E27FC236}">
                <a16:creationId xmlns:a16="http://schemas.microsoft.com/office/drawing/2014/main" id="{855F7B1A-BB5E-4A84-97A3-B7E8F5642890}"/>
              </a:ext>
            </a:extLst>
          </p:cNvPr>
          <p:cNvGraphicFramePr>
            <a:graphicFrameLocks noGrp="1"/>
          </p:cNvGraphicFramePr>
          <p:nvPr>
            <p:extLst>
              <p:ext uri="{D42A27DB-BD31-4B8C-83A1-F6EECF244321}">
                <p14:modId xmlns:p14="http://schemas.microsoft.com/office/powerpoint/2010/main" val="2743457048"/>
              </p:ext>
            </p:extLst>
          </p:nvPr>
        </p:nvGraphicFramePr>
        <p:xfrm>
          <a:off x="590755" y="3780027"/>
          <a:ext cx="11010489" cy="2722880"/>
        </p:xfrm>
        <a:graphic>
          <a:graphicData uri="http://schemas.openxmlformats.org/drawingml/2006/table">
            <a:tbl>
              <a:tblPr firstRow="1" bandRow="1">
                <a:tableStyleId>{5C22544A-7EE6-4342-B048-85BDC9FD1C3A}</a:tableStyleId>
              </a:tblPr>
              <a:tblGrid>
                <a:gridCol w="2533753">
                  <a:extLst>
                    <a:ext uri="{9D8B030D-6E8A-4147-A177-3AD203B41FA5}">
                      <a16:colId xmlns:a16="http://schemas.microsoft.com/office/drawing/2014/main" val="4256360465"/>
                    </a:ext>
                  </a:extLst>
                </a:gridCol>
                <a:gridCol w="1143000">
                  <a:extLst>
                    <a:ext uri="{9D8B030D-6E8A-4147-A177-3AD203B41FA5}">
                      <a16:colId xmlns:a16="http://schemas.microsoft.com/office/drawing/2014/main" val="3228725211"/>
                    </a:ext>
                  </a:extLst>
                </a:gridCol>
                <a:gridCol w="7333736">
                  <a:extLst>
                    <a:ext uri="{9D8B030D-6E8A-4147-A177-3AD203B41FA5}">
                      <a16:colId xmlns:a16="http://schemas.microsoft.com/office/drawing/2014/main" val="3737298147"/>
                    </a:ext>
                  </a:extLst>
                </a:gridCol>
              </a:tblGrid>
              <a:tr h="370840">
                <a:tc>
                  <a:txBody>
                    <a:bodyPr/>
                    <a:lstStyle/>
                    <a:p>
                      <a:r>
                        <a:rPr lang="en-US" sz="1600" dirty="0"/>
                        <a:t>Resource or permission</a:t>
                      </a:r>
                    </a:p>
                  </a:txBody>
                  <a:tcPr/>
                </a:tc>
                <a:tc>
                  <a:txBody>
                    <a:bodyPr/>
                    <a:lstStyle/>
                    <a:p>
                      <a:r>
                        <a:rPr lang="en-US" sz="1600" dirty="0"/>
                        <a:t>Allowed? </a:t>
                      </a:r>
                    </a:p>
                  </a:txBody>
                  <a:tcPr/>
                </a:tc>
                <a:tc>
                  <a:txBody>
                    <a:bodyPr/>
                    <a:lstStyle/>
                    <a:p>
                      <a:r>
                        <a:rPr lang="en-US" sz="1600" dirty="0"/>
                        <a:t>Rationale</a:t>
                      </a:r>
                    </a:p>
                  </a:txBody>
                  <a:tcPr/>
                </a:tc>
                <a:extLst>
                  <a:ext uri="{0D108BD9-81ED-4DB2-BD59-A6C34878D82A}">
                    <a16:rowId xmlns:a16="http://schemas.microsoft.com/office/drawing/2014/main" val="2572766657"/>
                  </a:ext>
                </a:extLst>
              </a:tr>
              <a:tr h="370840">
                <a:tc>
                  <a:txBody>
                    <a:bodyPr/>
                    <a:lstStyle/>
                    <a:p>
                      <a:r>
                        <a:rPr lang="en-US" sz="1600" dirty="0"/>
                        <a:t>EC2 describe instances</a:t>
                      </a:r>
                    </a:p>
                  </a:txBody>
                  <a:tcPr/>
                </a:tc>
                <a:tc>
                  <a:txBody>
                    <a:bodyPr/>
                    <a:lstStyle/>
                    <a:p>
                      <a:pPr algn="ctr"/>
                      <a:r>
                        <a:rPr lang="en-US" sz="1600" dirty="0"/>
                        <a:t>No</a:t>
                      </a:r>
                    </a:p>
                  </a:txBody>
                  <a:tcPr/>
                </a:tc>
                <a:tc>
                  <a:txBody>
                    <a:bodyPr/>
                    <a:lstStyle/>
                    <a:p>
                      <a:r>
                        <a:rPr lang="en-US" sz="1600" dirty="0"/>
                        <a:t>Explicit deny to EC2 in SCP overrides allow in IAM policy. </a:t>
                      </a:r>
                    </a:p>
                  </a:txBody>
                  <a:tcPr/>
                </a:tc>
                <a:extLst>
                  <a:ext uri="{0D108BD9-81ED-4DB2-BD59-A6C34878D82A}">
                    <a16:rowId xmlns:a16="http://schemas.microsoft.com/office/drawing/2014/main" val="2832683306"/>
                  </a:ext>
                </a:extLst>
              </a:tr>
              <a:tr h="370840">
                <a:tc>
                  <a:txBody>
                    <a:bodyPr/>
                    <a:lstStyle/>
                    <a:p>
                      <a:r>
                        <a:rPr lang="en-US" sz="1600" dirty="0"/>
                        <a:t>AWS Key Management Service (AWS KMS)</a:t>
                      </a:r>
                    </a:p>
                  </a:txBody>
                  <a:tcPr/>
                </a:tc>
                <a:tc>
                  <a:txBody>
                    <a:bodyPr/>
                    <a:lstStyle/>
                    <a:p>
                      <a:pPr algn="ctr"/>
                      <a:r>
                        <a:rPr lang="en-US" sz="1600" dirty="0"/>
                        <a:t>No</a:t>
                      </a:r>
                    </a:p>
                  </a:txBody>
                  <a:tcPr/>
                </a:tc>
                <a:tc>
                  <a:txBody>
                    <a:bodyPr/>
                    <a:lstStyle/>
                    <a:p>
                      <a:r>
                        <a:rPr lang="en-US" sz="1600" dirty="0"/>
                        <a:t>There is no explicit deny, but this service is not within the permission boundary.</a:t>
                      </a:r>
                    </a:p>
                  </a:txBody>
                  <a:tcPr/>
                </a:tc>
                <a:extLst>
                  <a:ext uri="{0D108BD9-81ED-4DB2-BD59-A6C34878D82A}">
                    <a16:rowId xmlns:a16="http://schemas.microsoft.com/office/drawing/2014/main" val="2508478589"/>
                  </a:ext>
                </a:extLst>
              </a:tr>
              <a:tr h="370840">
                <a:tc>
                  <a:txBody>
                    <a:bodyPr/>
                    <a:lstStyle/>
                    <a:p>
                      <a:r>
                        <a:rPr lang="en-US" sz="1600" dirty="0"/>
                        <a:t>Amazon S3</a:t>
                      </a:r>
                    </a:p>
                  </a:txBody>
                  <a:tcPr/>
                </a:tc>
                <a:tc>
                  <a:txBody>
                    <a:bodyPr/>
                    <a:lstStyle/>
                    <a:p>
                      <a:pPr algn="ctr"/>
                      <a:r>
                        <a:rPr lang="en-US" sz="1600" dirty="0"/>
                        <a:t>Yes</a:t>
                      </a:r>
                    </a:p>
                  </a:txBody>
                  <a:tcPr/>
                </a:tc>
                <a:tc>
                  <a:txBody>
                    <a:bodyPr/>
                    <a:lstStyle/>
                    <a:p>
                      <a:r>
                        <a:rPr lang="en-US" sz="1600" dirty="0"/>
                        <a:t>S3 is within the permission boundary and there is no explicit deny in the SCP. The IAM policy grants access.</a:t>
                      </a:r>
                    </a:p>
                  </a:txBody>
                  <a:tcPr/>
                </a:tc>
                <a:extLst>
                  <a:ext uri="{0D108BD9-81ED-4DB2-BD59-A6C34878D82A}">
                    <a16:rowId xmlns:a16="http://schemas.microsoft.com/office/drawing/2014/main" val="2143472869"/>
                  </a:ext>
                </a:extLst>
              </a:tr>
              <a:tr h="370840">
                <a:tc>
                  <a:txBody>
                    <a:bodyPr/>
                    <a:lstStyle/>
                    <a:p>
                      <a:r>
                        <a:rPr lang="en-US" sz="1600" dirty="0"/>
                        <a:t>Amazon Simple Queue Service (Amazon SQS) send message</a:t>
                      </a:r>
                    </a:p>
                  </a:txBody>
                  <a:tcPr/>
                </a:tc>
                <a:tc>
                  <a:txBody>
                    <a:bodyPr/>
                    <a:lstStyle/>
                    <a:p>
                      <a:pPr algn="ctr"/>
                      <a:r>
                        <a:rPr lang="en-US" sz="1600" dirty="0"/>
                        <a:t>No</a:t>
                      </a:r>
                    </a:p>
                  </a:txBody>
                  <a:tcPr/>
                </a:tc>
                <a:tc>
                  <a:txBody>
                    <a:bodyPr/>
                    <a:lstStyle/>
                    <a:p>
                      <a:r>
                        <a:rPr lang="en-US" sz="1600" dirty="0"/>
                        <a:t>Explicit deny in SCP overrides the allow in the permission boundary and IAM policy.</a:t>
                      </a:r>
                    </a:p>
                  </a:txBody>
                  <a:tcPr/>
                </a:tc>
                <a:extLst>
                  <a:ext uri="{0D108BD9-81ED-4DB2-BD59-A6C34878D82A}">
                    <a16:rowId xmlns:a16="http://schemas.microsoft.com/office/drawing/2014/main" val="10015108"/>
                  </a:ext>
                </a:extLst>
              </a:tr>
            </a:tbl>
          </a:graphicData>
        </a:graphic>
      </p:graphicFrame>
    </p:spTree>
    <p:custDataLst>
      <p:tags r:id="rId1"/>
    </p:custDataLst>
    <p:extLst>
      <p:ext uri="{BB962C8B-B14F-4D97-AF65-F5344CB8AC3E}">
        <p14:creationId xmlns:p14="http://schemas.microsoft.com/office/powerpoint/2010/main" val="11822351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7FAFA254-4C6C-4792-B447-F15F3F38DC6E}"/>
              </a:ext>
            </a:extLst>
          </p:cNvPr>
          <p:cNvSpPr>
            <a:spLocks noGrp="1"/>
          </p:cNvSpPr>
          <p:nvPr>
            <p:ph type="sldNum" idx="97"/>
          </p:nvPr>
        </p:nvSpPr>
        <p:spPr/>
        <p:txBody>
          <a:bodyPr/>
          <a:lstStyle/>
          <a:p>
            <a:fld id="{4037B1B0-0345-4E15-985A-6BECCDBE474F}" type="slidenum">
              <a:rPr lang="en-US" smtClean="0"/>
              <a:pPr/>
              <a:t>51</a:t>
            </a:fld>
            <a:endParaRPr lang="en-US" dirty="0"/>
          </a:p>
        </p:txBody>
      </p:sp>
      <p:sp>
        <p:nvSpPr>
          <p:cNvPr id="8" name="Title">
            <a:extLst>
              <a:ext uri="{FF2B5EF4-FFF2-40B4-BE49-F238E27FC236}">
                <a16:creationId xmlns:a16="http://schemas.microsoft.com/office/drawing/2014/main" id="{4A0CB90F-228A-4CFA-BF01-901B38A56B80}"/>
              </a:ext>
            </a:extLst>
          </p:cNvPr>
          <p:cNvSpPr>
            <a:spLocks noGrp="1"/>
          </p:cNvSpPr>
          <p:nvPr>
            <p:ph type="title" idx="1"/>
          </p:nvPr>
        </p:nvSpPr>
        <p:spPr/>
        <p:txBody>
          <a:bodyPr>
            <a:normAutofit/>
          </a:bodyPr>
          <a:lstStyle/>
          <a:p>
            <a:r>
              <a:rPr lang="en-US" dirty="0"/>
              <a:t>Comparing permission boundaries and SCPs</a:t>
            </a:r>
          </a:p>
        </p:txBody>
      </p:sp>
      <p:graphicFrame>
        <p:nvGraphicFramePr>
          <p:cNvPr id="10" name="Content Placeholder 9">
            <a:extLst>
              <a:ext uri="{FF2B5EF4-FFF2-40B4-BE49-F238E27FC236}">
                <a16:creationId xmlns:a16="http://schemas.microsoft.com/office/drawing/2014/main" id="{DA1C09D7-0B6F-4CA4-A665-056A0BE4BFF5}"/>
              </a:ext>
            </a:extLst>
          </p:cNvPr>
          <p:cNvGraphicFramePr>
            <a:graphicFrameLocks noGrp="1"/>
          </p:cNvGraphicFramePr>
          <p:nvPr>
            <p:ph idx="2"/>
            <p:extLst>
              <p:ext uri="{D42A27DB-BD31-4B8C-83A1-F6EECF244321}">
                <p14:modId xmlns:p14="http://schemas.microsoft.com/office/powerpoint/2010/main" val="1169553434"/>
              </p:ext>
            </p:extLst>
          </p:nvPr>
        </p:nvGraphicFramePr>
        <p:xfrm>
          <a:off x="365125" y="1166238"/>
          <a:ext cx="11466514" cy="5093784"/>
        </p:xfrm>
        <a:graphic>
          <a:graphicData uri="http://schemas.openxmlformats.org/drawingml/2006/table">
            <a:tbl>
              <a:tblPr firstRow="1" bandRow="1">
                <a:tableStyleId>{5C22544A-7EE6-4342-B048-85BDC9FD1C3A}</a:tableStyleId>
              </a:tblPr>
              <a:tblGrid>
                <a:gridCol w="5733257">
                  <a:extLst>
                    <a:ext uri="{9D8B030D-6E8A-4147-A177-3AD203B41FA5}">
                      <a16:colId xmlns:a16="http://schemas.microsoft.com/office/drawing/2014/main" val="4221239042"/>
                    </a:ext>
                  </a:extLst>
                </a:gridCol>
                <a:gridCol w="5733257">
                  <a:extLst>
                    <a:ext uri="{9D8B030D-6E8A-4147-A177-3AD203B41FA5}">
                      <a16:colId xmlns:a16="http://schemas.microsoft.com/office/drawing/2014/main" val="1338042418"/>
                    </a:ext>
                  </a:extLst>
                </a:gridCol>
              </a:tblGrid>
              <a:tr h="369384">
                <a:tc>
                  <a:txBody>
                    <a:bodyPr/>
                    <a:lstStyle/>
                    <a:p>
                      <a:r>
                        <a:rPr lang="en-US" dirty="0"/>
                        <a:t>Permission boundary</a:t>
                      </a:r>
                    </a:p>
                  </a:txBody>
                  <a:tcPr/>
                </a:tc>
                <a:tc>
                  <a:txBody>
                    <a:bodyPr/>
                    <a:lstStyle/>
                    <a:p>
                      <a:r>
                        <a:rPr lang="en-US" dirty="0"/>
                        <a:t>Organizational SCP</a:t>
                      </a:r>
                    </a:p>
                  </a:txBody>
                  <a:tcPr/>
                </a:tc>
                <a:extLst>
                  <a:ext uri="{0D108BD9-81ED-4DB2-BD59-A6C34878D82A}">
                    <a16:rowId xmlns:a16="http://schemas.microsoft.com/office/drawing/2014/main" val="4027978904"/>
                  </a:ext>
                </a:extLst>
              </a:tr>
              <a:tr h="6982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Applies to an IAM entity (user or role)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Applies to all members of an organization or OU</a:t>
                      </a:r>
                    </a:p>
                  </a:txBody>
                  <a:tcPr/>
                </a:tc>
                <a:extLst>
                  <a:ext uri="{0D108BD9-81ED-4DB2-BD59-A6C34878D82A}">
                    <a16:rowId xmlns:a16="http://schemas.microsoft.com/office/drawing/2014/main" val="2862646357"/>
                  </a:ext>
                </a:extLst>
              </a:tr>
              <a:tr h="10018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Defines the maximum permissions that the associated identity-based policies can grant to an entity</a:t>
                      </a:r>
                    </a:p>
                  </a:txBody>
                  <a:tcPr/>
                </a:tc>
                <a:tc>
                  <a:txBody>
                    <a:bodyPr/>
                    <a:lstStyle/>
                    <a:p>
                      <a:r>
                        <a:rPr lang="en-US" sz="2000" dirty="0"/>
                        <a:t>Defines the maximum permissions for account members of an organization or organizational unit (OU)</a:t>
                      </a:r>
                    </a:p>
                  </a:txBody>
                  <a:tcPr/>
                </a:tc>
                <a:extLst>
                  <a:ext uri="{0D108BD9-81ED-4DB2-BD59-A6C34878D82A}">
                    <a16:rowId xmlns:a16="http://schemas.microsoft.com/office/drawing/2014/main" val="740609673"/>
                  </a:ext>
                </a:extLst>
              </a:tr>
              <a:tr h="3946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Does not grant permissions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Does not grant permissions</a:t>
                      </a:r>
                    </a:p>
                  </a:txBody>
                  <a:tcPr/>
                </a:tc>
                <a:extLst>
                  <a:ext uri="{0D108BD9-81ED-4DB2-BD59-A6C34878D82A}">
                    <a16:rowId xmlns:a16="http://schemas.microsoft.com/office/drawing/2014/main" val="346380378"/>
                  </a:ext>
                </a:extLst>
              </a:tr>
              <a:tr h="6982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Typically used to scope which resources a user or role is allowed to access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Typically used to deny access to a set of resources</a:t>
                      </a:r>
                    </a:p>
                  </a:txBody>
                  <a:tcPr/>
                </a:tc>
                <a:extLst>
                  <a:ext uri="{0D108BD9-81ED-4DB2-BD59-A6C34878D82A}">
                    <a16:rowId xmlns:a16="http://schemas.microsoft.com/office/drawing/2014/main" val="240422480"/>
                  </a:ext>
                </a:extLst>
              </a:tr>
              <a:tr h="19127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Example: Allow the IAM role developer to access EC2, Amazon S3, and Amazon CloudWatch.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Result: The developer role can only access EC2, Amazon S3, and CloudWatch regardless of other policies associated with their role.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Example: Deny access to Amazon Relational Database Service (Amazon RDS) to all members of the Internal IT OU.</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Result: All members of the Internal IT OU will be denied access to Amazon RDS regardless of other policies associated with their identity.</a:t>
                      </a:r>
                    </a:p>
                  </a:txBody>
                  <a:tcPr/>
                </a:tc>
                <a:extLst>
                  <a:ext uri="{0D108BD9-81ED-4DB2-BD59-A6C34878D82A}">
                    <a16:rowId xmlns:a16="http://schemas.microsoft.com/office/drawing/2014/main" val="1475615704"/>
                  </a:ext>
                </a:extLst>
              </a:tr>
            </a:tbl>
          </a:graphicData>
        </a:graphic>
      </p:graphicFrame>
    </p:spTree>
    <p:custDataLst>
      <p:tags r:id="rId1"/>
    </p:custDataLst>
    <p:extLst>
      <p:ext uri="{BB962C8B-B14F-4D97-AF65-F5344CB8AC3E}">
        <p14:creationId xmlns:p14="http://schemas.microsoft.com/office/powerpoint/2010/main" val="91482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84AD0B94-E3FC-4753-9505-89976A31A655}"/>
              </a:ext>
            </a:extLst>
          </p:cNvPr>
          <p:cNvSpPr>
            <a:spLocks noGrp="1"/>
          </p:cNvSpPr>
          <p:nvPr>
            <p:ph type="sldNum" idx="97"/>
          </p:nvPr>
        </p:nvSpPr>
        <p:spPr/>
        <p:txBody>
          <a:bodyPr/>
          <a:lstStyle/>
          <a:p>
            <a:fld id="{4037B1B0-0345-4E15-985A-6BECCDBE474F}" type="slidenum">
              <a:rPr lang="en-US" smtClean="0"/>
              <a:pPr/>
              <a:t>52</a:t>
            </a:fld>
            <a:endParaRPr lang="en-US" dirty="0"/>
          </a:p>
        </p:txBody>
      </p:sp>
      <p:sp>
        <p:nvSpPr>
          <p:cNvPr id="3" name="Title">
            <a:extLst>
              <a:ext uri="{FF2B5EF4-FFF2-40B4-BE49-F238E27FC236}">
                <a16:creationId xmlns:a16="http://schemas.microsoft.com/office/drawing/2014/main" id="{0FD83D18-0B99-4D4A-9EA0-93ED8C927170}"/>
              </a:ext>
            </a:extLst>
          </p:cNvPr>
          <p:cNvSpPr>
            <a:spLocks noGrp="1"/>
          </p:cNvSpPr>
          <p:nvPr>
            <p:ph type="title" idx="1"/>
          </p:nvPr>
        </p:nvSpPr>
        <p:spPr/>
        <p:txBody>
          <a:bodyPr/>
          <a:lstStyle/>
          <a:p>
            <a:r>
              <a:rPr lang="en-US" dirty="0"/>
              <a:t>AWS Control Tower</a:t>
            </a:r>
          </a:p>
        </p:txBody>
      </p:sp>
      <p:pic>
        <p:nvPicPr>
          <p:cNvPr id="9" name="Graphic 20">
            <a:extLst>
              <a:ext uri="{FF2B5EF4-FFF2-40B4-BE49-F238E27FC236}">
                <a16:creationId xmlns:a16="http://schemas.microsoft.com/office/drawing/2014/main" id="{03F1FA83-DE13-4EC1-895D-5C8E17879A4F}"/>
              </a:ext>
              <a:ext uri="{C183D7F6-B498-43B3-948B-1728B52AA6E4}">
                <adec:decorative xmlns:adec="http://schemas.microsoft.com/office/drawing/2017/decorative" val="1"/>
              </a:ext>
            </a:extLst>
          </p:cNvPr>
          <p:cNvPicPr>
            <a:picLocks noGrp="1" noChangeAspect="1" noChangeArrowheads="1"/>
          </p:cNvPicPr>
          <p:nvPr>
            <p:ph type="pic" idx="3"/>
          </p:nvPr>
        </p:nvPicPr>
        <p:blipFill>
          <a:blip r:embed="rId4">
            <a:extLst>
              <a:ext uri="{96DAC541-7B7A-43D3-8B79-37D633B846F1}">
                <asvg:svgBlip xmlns:asvg="http://schemas.microsoft.com/office/drawing/2016/SVG/main" r:embed="rId5"/>
              </a:ext>
            </a:extLst>
          </a:blip>
          <a:srcRect/>
          <a:stretch/>
        </p:blipFill>
        <p:spPr bwMode="auto">
          <a:xfrm>
            <a:off x="531813" y="2182813"/>
            <a:ext cx="2286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Placeholder 10">
            <a:extLst>
              <a:ext uri="{FF2B5EF4-FFF2-40B4-BE49-F238E27FC236}">
                <a16:creationId xmlns:a16="http://schemas.microsoft.com/office/drawing/2014/main" id="{949E49F2-127C-48B2-BB1B-AE15FF52E7D0}"/>
              </a:ext>
              <a:ext uri="{C183D7F6-B498-43B3-948B-1728B52AA6E4}">
                <adec:decorative xmlns:adec="http://schemas.microsoft.com/office/drawing/2017/decorative" val="1"/>
              </a:ext>
            </a:extLst>
          </p:cNvPr>
          <p:cNvSpPr>
            <a:spLocks noGrp="1"/>
          </p:cNvSpPr>
          <p:nvPr>
            <p:ph type="body" idx="4"/>
          </p:nvPr>
        </p:nvSpPr>
        <p:spPr>
          <a:xfrm>
            <a:off x="445773" y="4654739"/>
            <a:ext cx="2458221" cy="914400"/>
          </a:xfrm>
        </p:spPr>
        <p:txBody>
          <a:bodyPr/>
          <a:lstStyle/>
          <a:p>
            <a:r>
              <a:rPr lang="en-US" dirty="0"/>
              <a:t>AWS Control Tower</a:t>
            </a:r>
          </a:p>
        </p:txBody>
      </p:sp>
      <p:sp>
        <p:nvSpPr>
          <p:cNvPr id="4" name="Content Placeholder 3">
            <a:extLst>
              <a:ext uri="{FF2B5EF4-FFF2-40B4-BE49-F238E27FC236}">
                <a16:creationId xmlns:a16="http://schemas.microsoft.com/office/drawing/2014/main" id="{0B33E57F-4019-4457-995C-97838B6F3292}"/>
              </a:ext>
            </a:extLst>
          </p:cNvPr>
          <p:cNvSpPr>
            <a:spLocks noGrp="1"/>
          </p:cNvSpPr>
          <p:nvPr>
            <p:ph idx="2"/>
          </p:nvPr>
        </p:nvSpPr>
        <p:spPr/>
        <p:txBody>
          <a:bodyPr>
            <a:normAutofit lnSpcReduction="10000"/>
          </a:bodyPr>
          <a:lstStyle/>
          <a:p>
            <a:r>
              <a:rPr lang="en-US" sz="2800" dirty="0"/>
              <a:t>AWS Control Tower facilitates the set up and governance of a secure, multi-account AWS environment.</a:t>
            </a:r>
          </a:p>
          <a:p>
            <a:r>
              <a:rPr lang="en-US" sz="2800" dirty="0"/>
              <a:t>AWS Control Tower benefits include the following:</a:t>
            </a:r>
          </a:p>
          <a:p>
            <a:pPr lvl="1"/>
            <a:r>
              <a:rPr lang="en-US" dirty="0"/>
              <a:t>Automated set up of a new well-architected multi-account environment based on best practices blueprints</a:t>
            </a:r>
          </a:p>
          <a:p>
            <a:pPr lvl="1"/>
            <a:r>
              <a:rPr lang="en-US" dirty="0"/>
              <a:t>Governance of AWS workloads with rules for security, operations, and internal compliance</a:t>
            </a:r>
          </a:p>
          <a:p>
            <a:pPr lvl="1"/>
            <a:r>
              <a:rPr lang="en-US" dirty="0"/>
              <a:t>Prescriptive guidance to govern your AWS environment at scale</a:t>
            </a:r>
            <a:endParaRPr lang="en-US" sz="2400" dirty="0"/>
          </a:p>
        </p:txBody>
      </p:sp>
    </p:spTree>
    <p:custDataLst>
      <p:tags r:id="rId1"/>
    </p:custDataLst>
    <p:extLst>
      <p:ext uri="{BB962C8B-B14F-4D97-AF65-F5344CB8AC3E}">
        <p14:creationId xmlns:p14="http://schemas.microsoft.com/office/powerpoint/2010/main" val="25532351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BA39FD17-FF1D-49C8-B325-ED5597FB55C5}"/>
              </a:ext>
            </a:extLst>
          </p:cNvPr>
          <p:cNvSpPr>
            <a:spLocks noGrp="1"/>
          </p:cNvSpPr>
          <p:nvPr>
            <p:ph type="sldNum" idx="97"/>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834CDD4-D76F-4459-B025-0310E913C243}" type="slidenum">
              <a:rPr kumimoji="0" lang="en-US" b="0" i="0" u="none" strike="noStrike" kern="1200" cap="none" spc="0" normalizeH="0" baseline="0" noProof="0" smtClean="0">
                <a:ln>
                  <a:noFill/>
                </a:ln>
                <a:solidFill>
                  <a:srgbClr val="232F3E"/>
                </a:solidFill>
                <a:effectLst/>
                <a:uLnTx/>
                <a:uFillTx/>
                <a:latin typeface="Amazon Ember"/>
                <a:ea typeface="Amazon Ember" panose="020B0603020204020204" pitchFamily="34" charset="0"/>
                <a:cs typeface="Amazon Ember" panose="020B0603020204020204" pitchFamily="34" charset="0"/>
              </a:rPr>
              <a:pPr marL="0" marR="0" lvl="0" indent="0" algn="r" defTabSz="228600" rtl="0" eaLnBrk="1" fontAlgn="auto" latinLnBrk="0" hangingPunct="1">
                <a:lnSpc>
                  <a:spcPct val="100000"/>
                </a:lnSpc>
                <a:spcBef>
                  <a:spcPts val="0"/>
                </a:spcBef>
                <a:spcAft>
                  <a:spcPts val="0"/>
                </a:spcAft>
                <a:buClrTx/>
                <a:buSzTx/>
                <a:buFontTx/>
                <a:buNone/>
                <a:tabLst/>
                <a:defRPr/>
              </a:pPr>
              <a:t>53</a:t>
            </a:fld>
            <a:endParaRPr kumimoji="0" lang="en-US" b="0" i="0" u="none" strike="noStrike" kern="1200" cap="none" spc="0" normalizeH="0" baseline="0" noProof="0" dirty="0">
              <a:ln>
                <a:noFill/>
              </a:ln>
              <a:solidFill>
                <a:srgbClr val="232F3E"/>
              </a:solidFill>
              <a:effectLst/>
              <a:uLnTx/>
              <a:uFillTx/>
              <a:latin typeface="Amazon Ember"/>
              <a:ea typeface="Amazon Ember" panose="020B0603020204020204" pitchFamily="34" charset="0"/>
              <a:cs typeface="Amazon Ember" panose="020B0603020204020204" pitchFamily="34" charset="0"/>
            </a:endParaRPr>
          </a:p>
        </p:txBody>
      </p:sp>
      <p:sp>
        <p:nvSpPr>
          <p:cNvPr id="3" name="Title">
            <a:extLst>
              <a:ext uri="{FF2B5EF4-FFF2-40B4-BE49-F238E27FC236}">
                <a16:creationId xmlns:a16="http://schemas.microsoft.com/office/drawing/2014/main" id="{760DB9B4-29E1-4A1C-AA35-4F6A3D99AB9B}"/>
              </a:ext>
            </a:extLst>
          </p:cNvPr>
          <p:cNvSpPr>
            <a:spLocks noGrp="1"/>
          </p:cNvSpPr>
          <p:nvPr>
            <p:ph type="title" idx="1"/>
          </p:nvPr>
        </p:nvSpPr>
        <p:spPr/>
        <p:txBody>
          <a:bodyPr>
            <a:normAutofit fontScale="90000"/>
          </a:bodyPr>
          <a:lstStyle/>
          <a:p>
            <a:r>
              <a:rPr lang="en-US" dirty="0"/>
              <a:t>Key takeaways: Managing access to multiple accounts</a:t>
            </a:r>
          </a:p>
        </p:txBody>
      </p:sp>
      <p:sp>
        <p:nvSpPr>
          <p:cNvPr id="4" name="Content Placeholder 3">
            <a:extLst>
              <a:ext uri="{FF2B5EF4-FFF2-40B4-BE49-F238E27FC236}">
                <a16:creationId xmlns:a16="http://schemas.microsoft.com/office/drawing/2014/main" id="{589A2A19-367C-4F43-80A7-1A7FE24BEBCB}"/>
              </a:ext>
            </a:extLst>
          </p:cNvPr>
          <p:cNvSpPr>
            <a:spLocks noGrp="1"/>
          </p:cNvSpPr>
          <p:nvPr>
            <p:ph type="body" idx="3"/>
          </p:nvPr>
        </p:nvSpPr>
        <p:spPr/>
        <p:txBody>
          <a:bodyPr>
            <a:normAutofit/>
          </a:bodyPr>
          <a:lstStyle/>
          <a:p>
            <a:pPr>
              <a:spcBef>
                <a:spcPts val="1200"/>
              </a:spcBef>
            </a:pPr>
            <a:r>
              <a:rPr lang="en-US" sz="2000" dirty="0">
                <a:solidFill>
                  <a:schemeClr val="tx1"/>
                </a:solidFill>
              </a:rPr>
              <a:t>Most organizations choose to create multiple AWS accounts and define a VPC in each account. </a:t>
            </a:r>
          </a:p>
          <a:p>
            <a:pPr>
              <a:spcBef>
                <a:spcPts val="1200"/>
              </a:spcBef>
            </a:pPr>
            <a:r>
              <a:rPr lang="en-US" sz="2000" dirty="0">
                <a:solidFill>
                  <a:schemeClr val="tx1"/>
                </a:solidFill>
              </a:rPr>
              <a:t>Multiple accounts allow for billing consolidation to help save money by grouping together with tiered pricing. It also enables organizations to cleanly separate different types of resources while providing some security benefits. </a:t>
            </a:r>
          </a:p>
          <a:p>
            <a:pPr>
              <a:spcBef>
                <a:spcPts val="1200"/>
              </a:spcBef>
            </a:pPr>
            <a:r>
              <a:rPr lang="en-US" sz="2000" dirty="0">
                <a:solidFill>
                  <a:schemeClr val="tx1"/>
                </a:solidFill>
              </a:rPr>
              <a:t>AWS Organizations allows you to consolidate multiple AWS accounts into a centrally managed organization.</a:t>
            </a:r>
          </a:p>
          <a:p>
            <a:pPr>
              <a:spcBef>
                <a:spcPts val="1200"/>
              </a:spcBef>
            </a:pPr>
            <a:r>
              <a:rPr lang="en-US" sz="2000" dirty="0">
                <a:solidFill>
                  <a:schemeClr val="tx1"/>
                </a:solidFill>
              </a:rPr>
              <a:t>SCPs allow you to set limits on permissions across an organization, while permissions boundaries let you set limits on IAM entities (users and roles).</a:t>
            </a:r>
          </a:p>
          <a:p>
            <a:pPr>
              <a:spcBef>
                <a:spcPts val="1200"/>
              </a:spcBef>
            </a:pPr>
            <a:r>
              <a:rPr lang="en-US" sz="2000" dirty="0">
                <a:solidFill>
                  <a:schemeClr val="tx1"/>
                </a:solidFill>
              </a:rPr>
              <a:t>Users or groups can have multiple policies attached to them that grant different permissions. If a user isn’t granted an explicit permission for an action and a resource, the user doesn’t have those permissions.</a:t>
            </a:r>
          </a:p>
          <a:p>
            <a:pPr>
              <a:spcBef>
                <a:spcPts val="1200"/>
              </a:spcBef>
            </a:pPr>
            <a:endParaRPr lang="en-US" sz="2000" dirty="0">
              <a:solidFill>
                <a:srgbClr val="000000"/>
              </a:solidFill>
            </a:endParaRPr>
          </a:p>
          <a:p>
            <a:endParaRPr lang="en-US" sz="3200" dirty="0">
              <a:solidFill>
                <a:schemeClr val="tx1"/>
              </a:solidFill>
              <a:ea typeface="Amazon Ember" panose="020B0603020204020204" pitchFamily="34" charset="0"/>
              <a:cs typeface="Amazon Ember" panose="020B0603020204020204" pitchFamily="34" charset="0"/>
            </a:endParaRPr>
          </a:p>
        </p:txBody>
      </p:sp>
      <p:pic>
        <p:nvPicPr>
          <p:cNvPr id="5" name="Content Placeholder 13">
            <a:extLst>
              <a:ext uri="{FF2B5EF4-FFF2-40B4-BE49-F238E27FC236}">
                <a16:creationId xmlns:a16="http://schemas.microsoft.com/office/drawing/2014/main" id="{C60E2301-BD08-4CA9-9B9E-97BF17A22633}"/>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8565" y="2892425"/>
            <a:ext cx="2511045" cy="2743200"/>
          </a:xfrm>
          <a:prstGeom prst="rect">
            <a:avLst/>
          </a:prstGeom>
        </p:spPr>
      </p:pic>
    </p:spTree>
    <p:custDataLst>
      <p:tags r:id="rId1"/>
    </p:custDataLst>
    <p:extLst>
      <p:ext uri="{BB962C8B-B14F-4D97-AF65-F5344CB8AC3E}">
        <p14:creationId xmlns:p14="http://schemas.microsoft.com/office/powerpoint/2010/main" val="50102411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a:extLst>
              <a:ext uri="{FF2B5EF4-FFF2-40B4-BE49-F238E27FC236}">
                <a16:creationId xmlns:a16="http://schemas.microsoft.com/office/drawing/2014/main" id="{1E9EEBBC-428A-42AC-831C-CAE4F2EE36BA}"/>
              </a:ext>
            </a:extLst>
          </p:cNvPr>
          <p:cNvSpPr>
            <a:spLocks noGrp="1"/>
          </p:cNvSpPr>
          <p:nvPr>
            <p:ph type="sldNum" idx="97"/>
          </p:nvPr>
        </p:nvSpPr>
        <p:spPr/>
        <p:txBody>
          <a:bodyPr/>
          <a:lstStyle/>
          <a:p>
            <a:fld id="{4037B1B0-0345-4E15-985A-6BECCDBE474F}" type="slidenum">
              <a:rPr lang="en-US" smtClean="0"/>
              <a:pPr/>
              <a:t>54</a:t>
            </a:fld>
            <a:endParaRPr lang="en-US" dirty="0"/>
          </a:p>
        </p:txBody>
      </p:sp>
      <p:sp>
        <p:nvSpPr>
          <p:cNvPr id="2" name="Title">
            <a:extLst>
              <a:ext uri="{FF2B5EF4-FFF2-40B4-BE49-F238E27FC236}">
                <a16:creationId xmlns:a16="http://schemas.microsoft.com/office/drawing/2014/main" id="{A172A253-7951-4FDC-8FD5-1D1FB8851F09}"/>
              </a:ext>
            </a:extLst>
          </p:cNvPr>
          <p:cNvSpPr>
            <a:spLocks noGrp="1"/>
          </p:cNvSpPr>
          <p:nvPr>
            <p:ph type="title" idx="1"/>
          </p:nvPr>
        </p:nvSpPr>
        <p:spPr/>
        <p:txBody>
          <a:bodyPr/>
          <a:lstStyle/>
          <a:p>
            <a:r>
              <a:rPr lang="en-US" dirty="0"/>
              <a:t>Encrypting data at rest</a:t>
            </a:r>
            <a:endParaRPr lang="en-US" dirty="0">
              <a:solidFill>
                <a:srgbClr val="FF0000"/>
              </a:solidFill>
            </a:endParaRPr>
          </a:p>
        </p:txBody>
      </p:sp>
      <p:sp>
        <p:nvSpPr>
          <p:cNvPr id="3" name="Subtitle 2">
            <a:extLst>
              <a:ext uri="{FF2B5EF4-FFF2-40B4-BE49-F238E27FC236}">
                <a16:creationId xmlns:a16="http://schemas.microsoft.com/office/drawing/2014/main" id="{1FA371E5-44E3-4505-9B6C-F5E806BC0FB0}"/>
              </a:ext>
            </a:extLst>
          </p:cNvPr>
          <p:cNvSpPr>
            <a:spLocks noGrp="1"/>
          </p:cNvSpPr>
          <p:nvPr>
            <p:ph type="subTitle" idx="2"/>
          </p:nvPr>
        </p:nvSpPr>
        <p:spPr/>
        <p:txBody>
          <a:bodyPr/>
          <a:lstStyle/>
          <a:p>
            <a:r>
              <a:rPr lang="en-US" dirty="0"/>
              <a:t>Securing User, Application, and Data Access</a:t>
            </a:r>
          </a:p>
        </p:txBody>
      </p:sp>
    </p:spTree>
    <p:custDataLst>
      <p:tags r:id="rId1"/>
    </p:custDataLst>
    <p:extLst>
      <p:ext uri="{BB962C8B-B14F-4D97-AF65-F5344CB8AC3E}">
        <p14:creationId xmlns:p14="http://schemas.microsoft.com/office/powerpoint/2010/main" val="143167697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55</a:t>
            </a:fld>
            <a:endParaRPr lang="en-US" dirty="0"/>
          </a:p>
        </p:txBody>
      </p:sp>
      <p:sp>
        <p:nvSpPr>
          <p:cNvPr id="3" name="Title">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t>Why protect data at rest?</a:t>
            </a:r>
          </a:p>
        </p:txBody>
      </p:sp>
      <p:sp>
        <p:nvSpPr>
          <p:cNvPr id="4" name="Content Placeholder 3">
            <a:extLst>
              <a:ext uri="{FF2B5EF4-FFF2-40B4-BE49-F238E27FC236}">
                <a16:creationId xmlns:a16="http://schemas.microsoft.com/office/drawing/2014/main" id="{B13DCEF6-627B-4A3E-BC65-B749116E5CED}"/>
              </a:ext>
            </a:extLst>
          </p:cNvPr>
          <p:cNvSpPr>
            <a:spLocks noGrp="1"/>
          </p:cNvSpPr>
          <p:nvPr>
            <p:ph idx="2"/>
          </p:nvPr>
        </p:nvSpPr>
        <p:spPr>
          <a:xfrm>
            <a:off x="365760" y="1097280"/>
            <a:ext cx="6229912" cy="5330952"/>
          </a:xfrm>
        </p:spPr>
        <p:txBody>
          <a:bodyPr>
            <a:normAutofit/>
          </a:bodyPr>
          <a:lstStyle/>
          <a:p>
            <a:pPr marL="0" indent="0">
              <a:buNone/>
            </a:pPr>
            <a:r>
              <a:rPr lang="en-US" dirty="0"/>
              <a:t>Protecting data at rest does the following:</a:t>
            </a:r>
          </a:p>
          <a:p>
            <a:pPr lvl="1"/>
            <a:r>
              <a:rPr lang="en-US" sz="2800" dirty="0"/>
              <a:t>Ensures the confidentiality and integrity of information</a:t>
            </a:r>
          </a:p>
          <a:p>
            <a:pPr lvl="1"/>
            <a:r>
              <a:rPr lang="en-US" sz="2800" dirty="0"/>
              <a:t>Provides an extra layer of protection if your system is compromised</a:t>
            </a:r>
          </a:p>
          <a:p>
            <a:pPr lvl="1"/>
            <a:endParaRPr lang="en-US" sz="2800" dirty="0"/>
          </a:p>
          <a:p>
            <a:pPr marL="0" indent="0">
              <a:buNone/>
            </a:pPr>
            <a:r>
              <a:rPr lang="en-US" dirty="0"/>
              <a:t>Encryption helps protect data at rest.</a:t>
            </a:r>
          </a:p>
        </p:txBody>
      </p:sp>
      <p:grpSp>
        <p:nvGrpSpPr>
          <p:cNvPr id="32" name="Flatten CIATriad" descr="Triangle with Information security in the middle and the sides labeled as Confidentiality, Integrity, and Availability.">
            <a:extLst>
              <a:ext uri="{FF2B5EF4-FFF2-40B4-BE49-F238E27FC236}">
                <a16:creationId xmlns:a16="http://schemas.microsoft.com/office/drawing/2014/main" id="{F14ED7DB-4340-4A89-B9E6-26187C812AA0}"/>
              </a:ext>
            </a:extLst>
          </p:cNvPr>
          <p:cNvGrpSpPr/>
          <p:nvPr/>
        </p:nvGrpSpPr>
        <p:grpSpPr>
          <a:xfrm>
            <a:off x="6743154" y="1250390"/>
            <a:ext cx="5562771" cy="5607610"/>
            <a:chOff x="2406701" y="929030"/>
            <a:chExt cx="4734912" cy="4773078"/>
          </a:xfrm>
        </p:grpSpPr>
        <p:sp>
          <p:nvSpPr>
            <p:cNvPr id="33" name="Freeform: Shape 32">
              <a:extLst>
                <a:ext uri="{FF2B5EF4-FFF2-40B4-BE49-F238E27FC236}">
                  <a16:creationId xmlns:a16="http://schemas.microsoft.com/office/drawing/2014/main" id="{1858A907-06D3-40E8-8CCC-C82457E53888}"/>
                </a:ext>
                <a:ext uri="{C183D7F6-B498-43B3-948B-1728B52AA6E4}">
                  <adec:decorative xmlns:adec="http://schemas.microsoft.com/office/drawing/2017/decorative" val="1"/>
                </a:ext>
              </a:extLst>
            </p:cNvPr>
            <p:cNvSpPr/>
            <p:nvPr/>
          </p:nvSpPr>
          <p:spPr>
            <a:xfrm>
              <a:off x="2406701" y="929030"/>
              <a:ext cx="4433011" cy="3847796"/>
            </a:xfrm>
            <a:custGeom>
              <a:avLst/>
              <a:gdLst>
                <a:gd name="connsiteX0" fmla="*/ 1675181 w 4433011"/>
                <a:gd name="connsiteY0" fmla="*/ 0 h 3847796"/>
                <a:gd name="connsiteX1" fmla="*/ 2765145 w 4433011"/>
                <a:gd name="connsiteY1" fmla="*/ 14631 h 3847796"/>
                <a:gd name="connsiteX2" fmla="*/ 4433011 w 4433011"/>
                <a:gd name="connsiteY2" fmla="*/ 2867559 h 3847796"/>
                <a:gd name="connsiteX3" fmla="*/ 3884371 w 4433011"/>
                <a:gd name="connsiteY3" fmla="*/ 3825850 h 3847796"/>
                <a:gd name="connsiteX4" fmla="*/ 577901 w 4433011"/>
                <a:gd name="connsiteY4" fmla="*/ 3847796 h 3847796"/>
                <a:gd name="connsiteX5" fmla="*/ 0 w 4433011"/>
                <a:gd name="connsiteY5" fmla="*/ 2867559 h 3847796"/>
                <a:gd name="connsiteX6" fmla="*/ 1675181 w 4433011"/>
                <a:gd name="connsiteY6" fmla="*/ 0 h 3847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33011" h="3847796">
                  <a:moveTo>
                    <a:pt x="1675181" y="0"/>
                  </a:moveTo>
                  <a:lnTo>
                    <a:pt x="2765145" y="14631"/>
                  </a:lnTo>
                  <a:lnTo>
                    <a:pt x="4433011" y="2867559"/>
                  </a:lnTo>
                  <a:lnTo>
                    <a:pt x="3884371" y="3825850"/>
                  </a:lnTo>
                  <a:lnTo>
                    <a:pt x="577901" y="3847796"/>
                  </a:lnTo>
                  <a:lnTo>
                    <a:pt x="0" y="2867559"/>
                  </a:lnTo>
                  <a:lnTo>
                    <a:pt x="1675181" y="0"/>
                  </a:lnTo>
                  <a:close/>
                </a:path>
              </a:pathLst>
            </a:custGeom>
            <a:solidFill>
              <a:srgbClr val="D5DBDB"/>
            </a:solidFill>
            <a:ln w="9525" cap="flat" cmpd="sng" algn="ctr">
              <a:noFill/>
              <a:prstDash val="solid"/>
            </a:ln>
            <a:effectLst/>
          </p:spPr>
          <p:txBody>
            <a:bodyPr rtlCol="0" anchor="ctr"/>
            <a:lstStyle/>
            <a:p>
              <a:pPr marL="0" marR="0" lvl="0" indent="0" algn="ctr" defTabSz="609585" eaLnBrk="1" fontAlgn="auto" latinLnBrk="0" hangingPunct="1">
                <a:lnSpc>
                  <a:spcPct val="100000"/>
                </a:lnSpc>
                <a:spcBef>
                  <a:spcPts val="0"/>
                </a:spcBef>
                <a:spcAft>
                  <a:spcPts val="0"/>
                </a:spcAft>
                <a:buClrTx/>
                <a:buSzTx/>
                <a:buFontTx/>
                <a:buNone/>
                <a:tabLst/>
                <a:defRPr/>
              </a:pPr>
              <a:endParaRPr kumimoji="0" lang="en-US" sz="3200" b="0" i="0" u="none" strike="noStrike" kern="0" cap="none" spc="0" normalizeH="0" baseline="0" noProof="0" dirty="0">
                <a:ln>
                  <a:noFill/>
                </a:ln>
                <a:solidFill>
                  <a:srgbClr val="FFFFFF"/>
                </a:solidFill>
                <a:effectLst/>
                <a:uLnTx/>
                <a:uFillTx/>
                <a:ea typeface="Amazon Ember Light" panose="020B0403020204020204" pitchFamily="34" charset="0"/>
                <a:cs typeface="Amazon Ember Light" panose="020B0403020204020204" pitchFamily="34" charset="0"/>
              </a:endParaRPr>
            </a:p>
          </p:txBody>
        </p:sp>
        <p:sp>
          <p:nvSpPr>
            <p:cNvPr id="34" name="Parallelogram 33">
              <a:extLst>
                <a:ext uri="{FF2B5EF4-FFF2-40B4-BE49-F238E27FC236}">
                  <a16:creationId xmlns:a16="http://schemas.microsoft.com/office/drawing/2014/main" id="{7ECC59FB-5DF8-4DDD-9C83-DABADFA72BDB}"/>
                </a:ext>
                <a:ext uri="{C183D7F6-B498-43B3-948B-1728B52AA6E4}">
                  <adec:decorative xmlns:adec="http://schemas.microsoft.com/office/drawing/2017/decorative" val="1"/>
                </a:ext>
              </a:extLst>
            </p:cNvPr>
            <p:cNvSpPr/>
            <p:nvPr/>
          </p:nvSpPr>
          <p:spPr>
            <a:xfrm>
              <a:off x="2474371" y="930960"/>
              <a:ext cx="2722323" cy="2785161"/>
            </a:xfrm>
            <a:prstGeom prst="parallelogram">
              <a:avLst>
                <a:gd name="adj" fmla="val 59670"/>
              </a:avLst>
            </a:prstGeom>
            <a:solidFill>
              <a:srgbClr val="197956"/>
            </a:solidFill>
            <a:ln w="9525" cap="flat" cmpd="sng" algn="ctr">
              <a:noFill/>
              <a:prstDash val="solid"/>
            </a:ln>
            <a:effectLst/>
          </p:spPr>
          <p:txBody>
            <a:bodyPr rtlCol="0" anchor="ctr"/>
            <a:lstStyle/>
            <a:p>
              <a:pPr marL="0" marR="0" lvl="0" indent="0" algn="ctr" defTabSz="609585" eaLnBrk="1" fontAlgn="auto" latinLnBrk="0" hangingPunct="1">
                <a:lnSpc>
                  <a:spcPct val="100000"/>
                </a:lnSpc>
                <a:spcBef>
                  <a:spcPts val="0"/>
                </a:spcBef>
                <a:spcAft>
                  <a:spcPts val="0"/>
                </a:spcAft>
                <a:buClrTx/>
                <a:buSzTx/>
                <a:buFontTx/>
                <a:buNone/>
                <a:tabLst/>
                <a:defRPr/>
              </a:pPr>
              <a:endParaRPr kumimoji="0" lang="en-US" sz="3200" b="0" i="0" u="none" strike="noStrike" kern="0" cap="none" spc="0" normalizeH="0" baseline="0" noProof="0" dirty="0">
                <a:ln>
                  <a:noFill/>
                </a:ln>
                <a:solidFill>
                  <a:srgbClr val="FFFFFF"/>
                </a:solidFill>
                <a:effectLst/>
                <a:uLnTx/>
                <a:uFillTx/>
                <a:ea typeface="Amazon Ember Light" panose="020B0403020204020204" pitchFamily="34" charset="0"/>
                <a:cs typeface="Amazon Ember Light" panose="020B0403020204020204" pitchFamily="34" charset="0"/>
              </a:endParaRPr>
            </a:p>
          </p:txBody>
        </p:sp>
        <p:sp>
          <p:nvSpPr>
            <p:cNvPr id="35" name="TextBox 34">
              <a:extLst>
                <a:ext uri="{FF2B5EF4-FFF2-40B4-BE49-F238E27FC236}">
                  <a16:creationId xmlns:a16="http://schemas.microsoft.com/office/drawing/2014/main" id="{37BE4F2B-CA70-4F8F-8984-2593D3EDEE98}"/>
                </a:ext>
              </a:extLst>
            </p:cNvPr>
            <p:cNvSpPr txBox="1"/>
            <p:nvPr/>
          </p:nvSpPr>
          <p:spPr>
            <a:xfrm rot="17998533">
              <a:off x="2705615" y="2129285"/>
              <a:ext cx="2242841" cy="445354"/>
            </a:xfrm>
            <a:prstGeom prst="rect">
              <a:avLst/>
            </a:prstGeom>
            <a:noFill/>
          </p:spPr>
          <p:txBody>
            <a:bodyPr wrap="square" rtlCol="0">
              <a:spAutoFit/>
            </a:bodyPr>
            <a:lstStyle/>
            <a:p>
              <a:pPr marL="0" marR="0" lvl="0" indent="0" algn="ctr" defTabSz="609585"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FFFFFF"/>
                  </a:solidFill>
                  <a:effectLst/>
                  <a:uLnTx/>
                  <a:uFillTx/>
                  <a:ea typeface="Amazon Ember Light" panose="020B0403020204020204" pitchFamily="34" charset="0"/>
                  <a:cs typeface="Amazon Ember Light" panose="020B0403020204020204" pitchFamily="34" charset="0"/>
                </a:rPr>
                <a:t>Confidentiality</a:t>
              </a:r>
            </a:p>
          </p:txBody>
        </p:sp>
        <p:sp>
          <p:nvSpPr>
            <p:cNvPr id="36" name="Parallelogram 35">
              <a:extLst>
                <a:ext uri="{FF2B5EF4-FFF2-40B4-BE49-F238E27FC236}">
                  <a16:creationId xmlns:a16="http://schemas.microsoft.com/office/drawing/2014/main" id="{F1F41825-9685-4082-80E4-F60960E67939}"/>
                </a:ext>
                <a:ext uri="{C183D7F6-B498-43B3-948B-1728B52AA6E4}">
                  <adec:decorative xmlns:adec="http://schemas.microsoft.com/office/drawing/2017/decorative" val="1"/>
                </a:ext>
              </a:extLst>
            </p:cNvPr>
            <p:cNvSpPr/>
            <p:nvPr/>
          </p:nvSpPr>
          <p:spPr>
            <a:xfrm rot="7128940">
              <a:off x="4383060" y="1523974"/>
              <a:ext cx="2760342" cy="2756765"/>
            </a:xfrm>
            <a:prstGeom prst="parallelogram">
              <a:avLst>
                <a:gd name="adj" fmla="val 59956"/>
              </a:avLst>
            </a:prstGeom>
            <a:solidFill>
              <a:srgbClr val="005276"/>
            </a:solidFill>
            <a:ln w="9525" cap="flat" cmpd="sng" algn="ctr">
              <a:noFill/>
              <a:prstDash val="solid"/>
            </a:ln>
            <a:effectLst/>
          </p:spPr>
          <p:txBody>
            <a:bodyPr rtlCol="0" anchor="ctr"/>
            <a:lstStyle/>
            <a:p>
              <a:pPr marL="0" marR="0" lvl="0" indent="0" algn="ctr" defTabSz="609585" eaLnBrk="1" fontAlgn="auto" latinLnBrk="0" hangingPunct="1">
                <a:lnSpc>
                  <a:spcPct val="100000"/>
                </a:lnSpc>
                <a:spcBef>
                  <a:spcPts val="0"/>
                </a:spcBef>
                <a:spcAft>
                  <a:spcPts val="0"/>
                </a:spcAft>
                <a:buClrTx/>
                <a:buSzTx/>
                <a:buFontTx/>
                <a:buNone/>
                <a:tabLst/>
                <a:defRPr/>
              </a:pPr>
              <a:endParaRPr kumimoji="0" lang="en-US" sz="3200" b="0" i="0" u="none" strike="noStrike" kern="0" cap="none" spc="0" normalizeH="0" baseline="0" noProof="0" dirty="0">
                <a:ln>
                  <a:noFill/>
                </a:ln>
                <a:solidFill>
                  <a:schemeClr val="bg1"/>
                </a:solidFill>
                <a:effectLst/>
                <a:uLnTx/>
                <a:uFillTx/>
                <a:ea typeface="+mn-ea"/>
                <a:cs typeface="+mn-cs"/>
              </a:endParaRPr>
            </a:p>
          </p:txBody>
        </p:sp>
        <p:sp>
          <p:nvSpPr>
            <p:cNvPr id="37" name="TextBox 36">
              <a:extLst>
                <a:ext uri="{FF2B5EF4-FFF2-40B4-BE49-F238E27FC236}">
                  <a16:creationId xmlns:a16="http://schemas.microsoft.com/office/drawing/2014/main" id="{50A7FD50-00CD-4590-A4B9-B75C35C8DD58}"/>
                </a:ext>
              </a:extLst>
            </p:cNvPr>
            <p:cNvSpPr txBox="1"/>
            <p:nvPr/>
          </p:nvSpPr>
          <p:spPr>
            <a:xfrm rot="3478931">
              <a:off x="4763556" y="2692579"/>
              <a:ext cx="2044596" cy="445354"/>
            </a:xfrm>
            <a:prstGeom prst="rect">
              <a:avLst/>
            </a:prstGeom>
            <a:noFill/>
          </p:spPr>
          <p:txBody>
            <a:bodyPr wrap="square" rtlCol="0">
              <a:spAutoFit/>
            </a:bodyPr>
            <a:lstStyle/>
            <a:p>
              <a:pPr marL="0" marR="0" lvl="0" indent="0" algn="ctr" defTabSz="609585"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chemeClr val="bg1"/>
                  </a:solidFill>
                  <a:effectLst/>
                  <a:uLnTx/>
                  <a:uFillTx/>
                  <a:ea typeface="Amazon Ember Light" panose="020B0403020204020204" pitchFamily="34" charset="0"/>
                  <a:cs typeface="Amazon Ember Light" panose="020B0403020204020204" pitchFamily="34" charset="0"/>
                </a:rPr>
                <a:t>Integrity</a:t>
              </a:r>
            </a:p>
          </p:txBody>
        </p:sp>
        <p:sp>
          <p:nvSpPr>
            <p:cNvPr id="38" name="Parallelogram 37">
              <a:extLst>
                <a:ext uri="{FF2B5EF4-FFF2-40B4-BE49-F238E27FC236}">
                  <a16:creationId xmlns:a16="http://schemas.microsoft.com/office/drawing/2014/main" id="{50C818ED-EF6C-475F-9C5B-8DE43E2B57DF}"/>
                </a:ext>
                <a:ext uri="{C183D7F6-B498-43B3-948B-1728B52AA6E4}">
                  <adec:decorative xmlns:adec="http://schemas.microsoft.com/office/drawing/2017/decorative" val="1"/>
                </a:ext>
              </a:extLst>
            </p:cNvPr>
            <p:cNvSpPr/>
            <p:nvPr/>
          </p:nvSpPr>
          <p:spPr>
            <a:xfrm rot="3464395">
              <a:off x="2886851" y="2927390"/>
              <a:ext cx="2837189" cy="2712247"/>
            </a:xfrm>
            <a:prstGeom prst="parallelogram">
              <a:avLst>
                <a:gd name="adj" fmla="val 62686"/>
              </a:avLst>
            </a:prstGeom>
            <a:solidFill>
              <a:srgbClr val="007FAA"/>
            </a:solidFill>
            <a:ln w="9525" cap="flat" cmpd="sng" algn="ctr">
              <a:noFill/>
              <a:prstDash val="solid"/>
            </a:ln>
            <a:effectLst/>
          </p:spPr>
          <p:txBody>
            <a:bodyPr rtlCol="0" anchor="ctr"/>
            <a:lstStyle/>
            <a:p>
              <a:pPr marL="0" marR="0" lvl="0" indent="0" algn="ctr" defTabSz="609585" eaLnBrk="1" fontAlgn="auto" latinLnBrk="0" hangingPunct="1">
                <a:lnSpc>
                  <a:spcPct val="100000"/>
                </a:lnSpc>
                <a:spcBef>
                  <a:spcPts val="0"/>
                </a:spcBef>
                <a:spcAft>
                  <a:spcPts val="0"/>
                </a:spcAft>
                <a:buClrTx/>
                <a:buSzTx/>
                <a:buFontTx/>
                <a:buNone/>
                <a:tabLst/>
                <a:defRPr/>
              </a:pPr>
              <a:endParaRPr kumimoji="0" lang="en-US" sz="3200" b="0" i="0" u="none" strike="noStrike" kern="0" cap="none" spc="0" normalizeH="0" baseline="0" noProof="0" dirty="0">
                <a:ln>
                  <a:noFill/>
                </a:ln>
                <a:solidFill>
                  <a:srgbClr val="FFFFFF"/>
                </a:solidFill>
                <a:effectLst/>
                <a:uLnTx/>
                <a:uFillTx/>
                <a:ea typeface="+mn-ea"/>
                <a:cs typeface="+mn-cs"/>
              </a:endParaRPr>
            </a:p>
          </p:txBody>
        </p:sp>
        <p:sp>
          <p:nvSpPr>
            <p:cNvPr id="39" name="TextBox 38">
              <a:extLst>
                <a:ext uri="{FF2B5EF4-FFF2-40B4-BE49-F238E27FC236}">
                  <a16:creationId xmlns:a16="http://schemas.microsoft.com/office/drawing/2014/main" id="{107D6D54-8993-40A5-9814-D371102FFAFF}"/>
                </a:ext>
              </a:extLst>
            </p:cNvPr>
            <p:cNvSpPr txBox="1"/>
            <p:nvPr/>
          </p:nvSpPr>
          <p:spPr>
            <a:xfrm>
              <a:off x="3283147" y="4098467"/>
              <a:ext cx="2044596" cy="445354"/>
            </a:xfrm>
            <a:prstGeom prst="rect">
              <a:avLst/>
            </a:prstGeom>
            <a:noFill/>
          </p:spPr>
          <p:txBody>
            <a:bodyPr wrap="square" rtlCol="0">
              <a:spAutoFit/>
            </a:bodyPr>
            <a:lstStyle/>
            <a:p>
              <a:pPr marL="0" marR="0" lvl="0" indent="0" algn="ctr" defTabSz="609585"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chemeClr val="bg1"/>
                  </a:solidFill>
                  <a:effectLst/>
                  <a:uLnTx/>
                  <a:uFillTx/>
                  <a:ea typeface="Amazon Ember Light" panose="020B0403020204020204" pitchFamily="34" charset="0"/>
                  <a:cs typeface="Amazon Ember Light" panose="020B0403020204020204" pitchFamily="34" charset="0"/>
                </a:rPr>
                <a:t>Availability</a:t>
              </a:r>
            </a:p>
          </p:txBody>
        </p:sp>
        <p:sp>
          <p:nvSpPr>
            <p:cNvPr id="40" name="TextBox 39">
              <a:extLst>
                <a:ext uri="{FF2B5EF4-FFF2-40B4-BE49-F238E27FC236}">
                  <a16:creationId xmlns:a16="http://schemas.microsoft.com/office/drawing/2014/main" id="{209219FD-C81D-4BFD-8D2F-EDD67BEDF91A}"/>
                </a:ext>
              </a:extLst>
            </p:cNvPr>
            <p:cNvSpPr txBox="1"/>
            <p:nvPr/>
          </p:nvSpPr>
          <p:spPr>
            <a:xfrm>
              <a:off x="3901116" y="2984331"/>
              <a:ext cx="1467236" cy="653929"/>
            </a:xfrm>
            <a:prstGeom prst="rect">
              <a:avLst/>
            </a:prstGeom>
            <a:noFill/>
          </p:spPr>
          <p:txBody>
            <a:bodyPr wrap="square" rtlCol="0">
              <a:spAutoFit/>
            </a:bodyPr>
            <a:lstStyle/>
            <a:p>
              <a:pPr marL="0" marR="0" lvl="0" indent="0" algn="ctr" defTabSz="609585"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a:ln>
                    <a:noFill/>
                  </a:ln>
                  <a:solidFill>
                    <a:srgbClr val="232F3E"/>
                  </a:solidFill>
                  <a:effectLst/>
                  <a:uLnTx/>
                  <a:uFillTx/>
                  <a:ea typeface="Amazon Ember Light" panose="020B0403020204020204" pitchFamily="34" charset="0"/>
                  <a:cs typeface="Amazon Ember Light" panose="020B0403020204020204" pitchFamily="34" charset="0"/>
                </a:rPr>
                <a:t>Information security</a:t>
              </a:r>
            </a:p>
          </p:txBody>
        </p:sp>
      </p:grpSp>
    </p:spTree>
    <p:custDataLst>
      <p:tags r:id="rId1"/>
    </p:custDataLst>
    <p:extLst>
      <p:ext uri="{BB962C8B-B14F-4D97-AF65-F5344CB8AC3E}">
        <p14:creationId xmlns:p14="http://schemas.microsoft.com/office/powerpoint/2010/main" val="31082149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2266069E-7EC1-4314-BF84-016D017897A1}"/>
              </a:ext>
            </a:extLst>
          </p:cNvPr>
          <p:cNvSpPr>
            <a:spLocks noGrp="1"/>
          </p:cNvSpPr>
          <p:nvPr>
            <p:ph type="sldNum" idx="97"/>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834CDD4-D76F-4459-B025-0310E913C243}" type="slidenum">
              <a:rPr kumimoji="0" lang="en-US" sz="1100" b="0" i="0" u="none" strike="noStrike" kern="1200" cap="none" spc="0" normalizeH="0" baseline="0" noProof="0" smtClean="0">
                <a:ln>
                  <a:noFill/>
                </a:ln>
                <a:solidFill>
                  <a:srgbClr val="232F3E"/>
                </a:solidFill>
                <a:effectLst/>
                <a:uLnTx/>
                <a:uFillTx/>
                <a:latin typeface="Amazon Ember"/>
                <a:ea typeface="Amazon Ember" panose="020B0603020204020204" pitchFamily="34" charset="0"/>
                <a:cs typeface="Amazon Ember" panose="020B0603020204020204" pitchFamily="34" charset="0"/>
              </a:rPr>
              <a:pPr marL="0" marR="0" lvl="0" indent="0" algn="r" defTabSz="228600" rtl="0" eaLnBrk="1" fontAlgn="auto" latinLnBrk="0" hangingPunct="1">
                <a:lnSpc>
                  <a:spcPct val="100000"/>
                </a:lnSpc>
                <a:spcBef>
                  <a:spcPts val="0"/>
                </a:spcBef>
                <a:spcAft>
                  <a:spcPts val="0"/>
                </a:spcAft>
                <a:buClrTx/>
                <a:buSzTx/>
                <a:buFontTx/>
                <a:buNone/>
                <a:tabLst/>
                <a:defRPr/>
              </a:pPr>
              <a:t>56</a:t>
            </a:fld>
            <a:endParaRPr kumimoji="0" lang="en-US" sz="1100" b="0" i="0" u="none" strike="noStrike" kern="1200" cap="none" spc="0" normalizeH="0" baseline="0" noProof="0" dirty="0">
              <a:ln>
                <a:noFill/>
              </a:ln>
              <a:solidFill>
                <a:srgbClr val="232F3E"/>
              </a:solidFill>
              <a:effectLst/>
              <a:uLnTx/>
              <a:uFillTx/>
              <a:latin typeface="Amazon Ember"/>
              <a:ea typeface="Amazon Ember" panose="020B0603020204020204" pitchFamily="34" charset="0"/>
              <a:cs typeface="Amazon Ember" panose="020B0603020204020204" pitchFamily="34" charset="0"/>
            </a:endParaRPr>
          </a:p>
        </p:txBody>
      </p:sp>
      <p:sp>
        <p:nvSpPr>
          <p:cNvPr id="3" name="Title">
            <a:extLst>
              <a:ext uri="{FF2B5EF4-FFF2-40B4-BE49-F238E27FC236}">
                <a16:creationId xmlns:a16="http://schemas.microsoft.com/office/drawing/2014/main" id="{167BCA35-5753-454B-B8A4-1F27AFE981F4}"/>
              </a:ext>
            </a:extLst>
          </p:cNvPr>
          <p:cNvSpPr>
            <a:spLocks noGrp="1"/>
          </p:cNvSpPr>
          <p:nvPr>
            <p:ph type="title" idx="1"/>
          </p:nvPr>
        </p:nvSpPr>
        <p:spPr/>
        <p:txBody>
          <a:bodyPr/>
          <a:lstStyle/>
          <a:p>
            <a:r>
              <a:rPr lang="en-US" dirty="0"/>
              <a:t>What is data encryption?</a:t>
            </a:r>
          </a:p>
        </p:txBody>
      </p:sp>
      <p:grpSp>
        <p:nvGrpSpPr>
          <p:cNvPr id="14" name="Flatten DataEncryption" descr="Diagram of data encryption. Plaintext data goes through an encryption process that uses a key and algorithms. The outcome is ciphertext.">
            <a:extLst>
              <a:ext uri="{FF2B5EF4-FFF2-40B4-BE49-F238E27FC236}">
                <a16:creationId xmlns:a16="http://schemas.microsoft.com/office/drawing/2014/main" id="{626C38DC-B491-44F8-89B9-E37FA25E3E09}"/>
              </a:ext>
            </a:extLst>
          </p:cNvPr>
          <p:cNvGrpSpPr/>
          <p:nvPr/>
        </p:nvGrpSpPr>
        <p:grpSpPr>
          <a:xfrm>
            <a:off x="1891707" y="1790057"/>
            <a:ext cx="8347670" cy="3277885"/>
            <a:chOff x="1856538" y="1217139"/>
            <a:chExt cx="8347670" cy="3277885"/>
          </a:xfrm>
        </p:grpSpPr>
        <p:pic>
          <p:nvPicPr>
            <p:cNvPr id="9" name="Graphic 8">
              <a:extLst>
                <a:ext uri="{FF2B5EF4-FFF2-40B4-BE49-F238E27FC236}">
                  <a16:creationId xmlns:a16="http://schemas.microsoft.com/office/drawing/2014/main" id="{041CE5E5-0299-456D-B2C5-CD9C11BF04A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519473" y="1217139"/>
              <a:ext cx="1152779" cy="1152779"/>
            </a:xfrm>
            <a:prstGeom prst="rect">
              <a:avLst/>
            </a:prstGeom>
          </p:spPr>
        </p:pic>
        <p:pic>
          <p:nvPicPr>
            <p:cNvPr id="15" name="Graphic 14">
              <a:extLst>
                <a:ext uri="{FF2B5EF4-FFF2-40B4-BE49-F238E27FC236}">
                  <a16:creationId xmlns:a16="http://schemas.microsoft.com/office/drawing/2014/main" id="{BE6E574A-12F0-4B59-8C21-3D5B49819D8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265465" y="3138714"/>
              <a:ext cx="873292" cy="873292"/>
            </a:xfrm>
            <a:prstGeom prst="rect">
              <a:avLst/>
            </a:prstGeom>
          </p:spPr>
        </p:pic>
        <p:sp>
          <p:nvSpPr>
            <p:cNvPr id="16" name="TextBox 15">
              <a:extLst>
                <a:ext uri="{FF2B5EF4-FFF2-40B4-BE49-F238E27FC236}">
                  <a16:creationId xmlns:a16="http://schemas.microsoft.com/office/drawing/2014/main" id="{905AA18C-565F-48EC-89FA-6ABA8A030217}"/>
                </a:ext>
              </a:extLst>
            </p:cNvPr>
            <p:cNvSpPr txBox="1"/>
            <p:nvPr/>
          </p:nvSpPr>
          <p:spPr>
            <a:xfrm>
              <a:off x="5709725" y="2053012"/>
              <a:ext cx="566181" cy="369332"/>
            </a:xfrm>
            <a:prstGeom prst="rect">
              <a:avLst/>
            </a:prstGeom>
            <a:noFill/>
          </p:spPr>
          <p:txBody>
            <a:bodyPr wrap="none" rtlCol="0">
              <a:spAutoFit/>
            </a:bodyPr>
            <a:lstStyle/>
            <a:p>
              <a:r>
                <a:rPr lang="en-US" dirty="0"/>
                <a:t>Key</a:t>
              </a:r>
            </a:p>
          </p:txBody>
        </p:sp>
        <p:sp>
          <p:nvSpPr>
            <p:cNvPr id="17" name="TextBox 16">
              <a:extLst>
                <a:ext uri="{FF2B5EF4-FFF2-40B4-BE49-F238E27FC236}">
                  <a16:creationId xmlns:a16="http://schemas.microsoft.com/office/drawing/2014/main" id="{94886464-33EF-4BFE-B6EE-026094727F7C}"/>
                </a:ext>
              </a:extLst>
            </p:cNvPr>
            <p:cNvSpPr txBox="1"/>
            <p:nvPr/>
          </p:nvSpPr>
          <p:spPr>
            <a:xfrm>
              <a:off x="1856538" y="4125692"/>
              <a:ext cx="1643399" cy="369332"/>
            </a:xfrm>
            <a:prstGeom prst="rect">
              <a:avLst/>
            </a:prstGeom>
            <a:noFill/>
          </p:spPr>
          <p:txBody>
            <a:bodyPr wrap="none" rtlCol="0">
              <a:spAutoFit/>
            </a:bodyPr>
            <a:lstStyle/>
            <a:p>
              <a:r>
                <a:rPr lang="en-US" dirty="0"/>
                <a:t>Plaintext data</a:t>
              </a:r>
            </a:p>
          </p:txBody>
        </p:sp>
        <p:sp>
          <p:nvSpPr>
            <p:cNvPr id="18" name="TextBox 17">
              <a:extLst>
                <a:ext uri="{FF2B5EF4-FFF2-40B4-BE49-F238E27FC236}">
                  <a16:creationId xmlns:a16="http://schemas.microsoft.com/office/drawing/2014/main" id="{3E3D4D37-C3B2-4129-B4C6-316C77EF00E3}"/>
                </a:ext>
              </a:extLst>
            </p:cNvPr>
            <p:cNvSpPr txBox="1"/>
            <p:nvPr/>
          </p:nvSpPr>
          <p:spPr>
            <a:xfrm>
              <a:off x="8931103" y="4125692"/>
              <a:ext cx="1273105" cy="369332"/>
            </a:xfrm>
            <a:prstGeom prst="rect">
              <a:avLst/>
            </a:prstGeom>
            <a:noFill/>
          </p:spPr>
          <p:txBody>
            <a:bodyPr wrap="none" rtlCol="0">
              <a:spAutoFit/>
            </a:bodyPr>
            <a:lstStyle/>
            <a:p>
              <a:r>
                <a:rPr lang="en-US" dirty="0"/>
                <a:t>Ciphertext</a:t>
              </a:r>
            </a:p>
          </p:txBody>
        </p:sp>
        <p:cxnSp>
          <p:nvCxnSpPr>
            <p:cNvPr id="7" name="Straight Arrow Connector 6">
              <a:extLst>
                <a:ext uri="{FF2B5EF4-FFF2-40B4-BE49-F238E27FC236}">
                  <a16:creationId xmlns:a16="http://schemas.microsoft.com/office/drawing/2014/main" id="{B128BC0F-6A84-4B1E-8808-6BD47C4305CC}"/>
                </a:ext>
              </a:extLst>
            </p:cNvPr>
            <p:cNvCxnSpPr/>
            <p:nvPr/>
          </p:nvCxnSpPr>
          <p:spPr>
            <a:xfrm>
              <a:off x="3188032" y="3594911"/>
              <a:ext cx="1828800" cy="0"/>
            </a:xfrm>
            <a:prstGeom prst="straightConnector1">
              <a:avLst/>
            </a:prstGeom>
            <a:ln w="44450">
              <a:solidFill>
                <a:schemeClr val="tx1"/>
              </a:solidFill>
              <a:tailEnd type="arrow" w="lg"/>
            </a:ln>
            <a:effectLst>
              <a:outerShdw blurRad="63500" dist="53881" dir="2700016" rotWithShape="0">
                <a:scrgbClr r="0" g="0" b="0">
                  <a:alpha val="25000"/>
                </a:scrgbClr>
              </a:outerShdw>
            </a:effectLst>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F349FA08-1B6D-4298-AC59-BE1611C317C0}"/>
                </a:ext>
              </a:extLst>
            </p:cNvPr>
            <p:cNvCxnSpPr/>
            <p:nvPr/>
          </p:nvCxnSpPr>
          <p:spPr>
            <a:xfrm>
              <a:off x="7118348" y="3546785"/>
              <a:ext cx="1828800" cy="0"/>
            </a:xfrm>
            <a:prstGeom prst="straightConnector1">
              <a:avLst/>
            </a:prstGeom>
            <a:ln w="44450">
              <a:solidFill>
                <a:schemeClr val="tx1"/>
              </a:solidFill>
              <a:tailEnd type="arrow" w="lg"/>
            </a:ln>
            <a:effectLst>
              <a:outerShdw blurRad="63500" dist="53881" dir="2700016" rotWithShape="0">
                <a:scrgbClr r="0" g="0" b="0">
                  <a:alpha val="25000"/>
                </a:scrgbClr>
              </a:outerShdw>
            </a:effectLst>
          </p:spPr>
          <p:style>
            <a:lnRef idx="1">
              <a:schemeClr val="accent1"/>
            </a:lnRef>
            <a:fillRef idx="0">
              <a:schemeClr val="accent1"/>
            </a:fillRef>
            <a:effectRef idx="0">
              <a:schemeClr val="accent1"/>
            </a:effectRef>
            <a:fontRef idx="minor">
              <a:schemeClr val="tx1"/>
            </a:fontRef>
          </p:style>
        </p:cxnSp>
        <p:pic>
          <p:nvPicPr>
            <p:cNvPr id="20" name="Picture 4" descr="C:\Users\patray\AppData\Local\Temp\SNAGHTML27835b.PNG">
              <a:extLst>
                <a:ext uri="{FF2B5EF4-FFF2-40B4-BE49-F238E27FC236}">
                  <a16:creationId xmlns:a16="http://schemas.microsoft.com/office/drawing/2014/main" id="{14BF3660-631D-43F2-AC3A-9C5689E42E0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221875" y="3138714"/>
              <a:ext cx="752475" cy="876300"/>
            </a:xfrm>
            <a:prstGeom prst="rect">
              <a:avLst/>
            </a:prstGeom>
            <a:noFill/>
            <a:extLst>
              <a:ext uri="{909E8E84-426E-40DD-AFC4-6F175D3DCCD1}">
                <a14:hiddenFill xmlns:a14="http://schemas.microsoft.com/office/drawing/2010/main">
                  <a:solidFill>
                    <a:srgbClr val="FFFFFF"/>
                  </a:solidFill>
                </a14:hiddenFill>
              </a:ext>
            </a:extLst>
          </p:spPr>
        </p:pic>
        <p:pic>
          <p:nvPicPr>
            <p:cNvPr id="23" name="Graphic 22">
              <a:extLst>
                <a:ext uri="{FF2B5EF4-FFF2-40B4-BE49-F238E27FC236}">
                  <a16:creationId xmlns:a16="http://schemas.microsoft.com/office/drawing/2014/main" id="{521F6410-5A31-4938-BD00-EF44054A6F44}"/>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379783" y="3053016"/>
              <a:ext cx="1257300" cy="1257300"/>
            </a:xfrm>
            <a:prstGeom prst="rect">
              <a:avLst/>
            </a:prstGeom>
          </p:spPr>
        </p:pic>
        <p:cxnSp>
          <p:nvCxnSpPr>
            <p:cNvPr id="28" name="Straight Arrow Connector 27">
              <a:extLst>
                <a:ext uri="{FF2B5EF4-FFF2-40B4-BE49-F238E27FC236}">
                  <a16:creationId xmlns:a16="http://schemas.microsoft.com/office/drawing/2014/main" id="{52DB9A44-C00F-4A94-A190-77F0754D99DA}"/>
                </a:ext>
              </a:extLst>
            </p:cNvPr>
            <p:cNvCxnSpPr>
              <a:cxnSpLocks/>
            </p:cNvCxnSpPr>
            <p:nvPr/>
          </p:nvCxnSpPr>
          <p:spPr>
            <a:xfrm flipH="1">
              <a:off x="5992414" y="2402655"/>
              <a:ext cx="401" cy="726624"/>
            </a:xfrm>
            <a:prstGeom prst="straightConnector1">
              <a:avLst/>
            </a:prstGeom>
            <a:ln w="44450">
              <a:solidFill>
                <a:schemeClr val="accent5"/>
              </a:solidFill>
              <a:headEnd type="none" w="lg"/>
              <a:tailEnd type="arrow" w="lg"/>
            </a:ln>
            <a:effectLst>
              <a:outerShdw blurRad="63500" dist="53881" dir="2700016" rotWithShape="0">
                <a:srgbClr val="232F3E">
                  <a:alpha val="25000"/>
                </a:srgbClr>
              </a:outerShdw>
            </a:effectLst>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08D03E36-488D-407C-9F97-ED41D3F7D1C6}"/>
                </a:ext>
              </a:extLst>
            </p:cNvPr>
            <p:cNvSpPr txBox="1"/>
            <p:nvPr/>
          </p:nvSpPr>
          <p:spPr>
            <a:xfrm>
              <a:off x="4959786" y="4125692"/>
              <a:ext cx="2159566" cy="369332"/>
            </a:xfrm>
            <a:prstGeom prst="rect">
              <a:avLst/>
            </a:prstGeom>
            <a:noFill/>
          </p:spPr>
          <p:txBody>
            <a:bodyPr wrap="none" rtlCol="0">
              <a:spAutoFit/>
            </a:bodyPr>
            <a:lstStyle/>
            <a:p>
              <a:r>
                <a:rPr lang="en-US" dirty="0"/>
                <a:t>Encryption process</a:t>
              </a:r>
            </a:p>
          </p:txBody>
        </p:sp>
      </p:grpSp>
    </p:spTree>
    <p:custDataLst>
      <p:tags r:id="rId1"/>
    </p:custDataLst>
    <p:extLst>
      <p:ext uri="{BB962C8B-B14F-4D97-AF65-F5344CB8AC3E}">
        <p14:creationId xmlns:p14="http://schemas.microsoft.com/office/powerpoint/2010/main" val="283679072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B6A9F98B-5D1F-4E20-9DC1-6177D8EC97CF}"/>
              </a:ext>
            </a:extLst>
          </p:cNvPr>
          <p:cNvSpPr>
            <a:spLocks noGrp="1"/>
          </p:cNvSpPr>
          <p:nvPr>
            <p:ph type="sldNum" idx="97"/>
          </p:nvPr>
        </p:nvSpPr>
        <p:spPr/>
        <p:txBody>
          <a:bodyPr/>
          <a:lstStyle/>
          <a:p>
            <a:fld id="{4037B1B0-0345-4E15-985A-6BECCDBE474F}" type="slidenum">
              <a:rPr lang="en-US" smtClean="0"/>
              <a:pPr/>
              <a:t>57</a:t>
            </a:fld>
            <a:endParaRPr lang="en-US" dirty="0"/>
          </a:p>
        </p:txBody>
      </p:sp>
      <p:sp>
        <p:nvSpPr>
          <p:cNvPr id="3" name="Title">
            <a:extLst>
              <a:ext uri="{FF2B5EF4-FFF2-40B4-BE49-F238E27FC236}">
                <a16:creationId xmlns:a16="http://schemas.microsoft.com/office/drawing/2014/main" id="{FA54C80E-7BE4-4508-9F10-45C03C41B78E}"/>
              </a:ext>
            </a:extLst>
          </p:cNvPr>
          <p:cNvSpPr>
            <a:spLocks noGrp="1"/>
          </p:cNvSpPr>
          <p:nvPr>
            <p:ph type="title" idx="1"/>
          </p:nvPr>
        </p:nvSpPr>
        <p:spPr/>
        <p:txBody>
          <a:bodyPr>
            <a:normAutofit/>
          </a:bodyPr>
          <a:lstStyle/>
          <a:p>
            <a:r>
              <a:rPr lang="en-US" dirty="0"/>
              <a:t>Symmetric encryption</a:t>
            </a:r>
          </a:p>
        </p:txBody>
      </p:sp>
      <p:sp>
        <p:nvSpPr>
          <p:cNvPr id="66" name="Content Placeholder 65">
            <a:extLst>
              <a:ext uri="{FF2B5EF4-FFF2-40B4-BE49-F238E27FC236}">
                <a16:creationId xmlns:a16="http://schemas.microsoft.com/office/drawing/2014/main" id="{C50DEB8C-EC2C-4162-A6BC-F70F78F4CFB5}"/>
              </a:ext>
            </a:extLst>
          </p:cNvPr>
          <p:cNvSpPr>
            <a:spLocks noGrp="1"/>
          </p:cNvSpPr>
          <p:nvPr>
            <p:ph idx="2"/>
          </p:nvPr>
        </p:nvSpPr>
        <p:spPr>
          <a:xfrm>
            <a:off x="365760" y="1097280"/>
            <a:ext cx="5155060" cy="5330952"/>
          </a:xfrm>
        </p:spPr>
        <p:txBody>
          <a:bodyPr/>
          <a:lstStyle/>
          <a:p>
            <a:pPr marL="342900" indent="-342900">
              <a:spcBef>
                <a:spcPts val="600"/>
              </a:spcBef>
              <a:spcAft>
                <a:spcPts val="600"/>
              </a:spcAft>
              <a:buFont typeface="Arial" panose="020B0604020202020204" pitchFamily="34" charset="0"/>
              <a:buChar char="•"/>
            </a:pPr>
            <a:r>
              <a:rPr lang="en-US" dirty="0"/>
              <a:t>Uses same key to encrypt and decrypt the data</a:t>
            </a:r>
          </a:p>
          <a:p>
            <a:pPr marL="342900" indent="-342900">
              <a:spcBef>
                <a:spcPts val="600"/>
              </a:spcBef>
              <a:spcAft>
                <a:spcPts val="600"/>
              </a:spcAft>
              <a:buFont typeface="Arial" panose="020B0604020202020204" pitchFamily="34" charset="0"/>
              <a:buChar char="•"/>
            </a:pPr>
            <a:r>
              <a:rPr lang="en-US" dirty="0"/>
              <a:t>Typically faster and efficient for large amounts of data</a:t>
            </a:r>
          </a:p>
          <a:p>
            <a:pPr marL="342900" indent="-342900">
              <a:spcBef>
                <a:spcPts val="600"/>
              </a:spcBef>
              <a:spcAft>
                <a:spcPts val="600"/>
              </a:spcAft>
              <a:buFont typeface="Arial" panose="020B0604020202020204" pitchFamily="34" charset="0"/>
              <a:buChar char="•"/>
            </a:pPr>
            <a:r>
              <a:rPr lang="en-US" dirty="0"/>
              <a:t>Widely used and generally accepted to be secure</a:t>
            </a:r>
            <a:endParaRPr lang="en-US" dirty="0">
              <a:solidFill>
                <a:srgbClr val="16191F"/>
              </a:solidFill>
            </a:endParaRPr>
          </a:p>
          <a:p>
            <a:endParaRPr lang="en-US" dirty="0"/>
          </a:p>
        </p:txBody>
      </p:sp>
      <p:grpSp>
        <p:nvGrpSpPr>
          <p:cNvPr id="7" name="Flatten SymmetricGroup" descr="Symmetric encryption flow. See the notes for additional information.">
            <a:extLst>
              <a:ext uri="{FF2B5EF4-FFF2-40B4-BE49-F238E27FC236}">
                <a16:creationId xmlns:a16="http://schemas.microsoft.com/office/drawing/2014/main" id="{09F09414-8832-4FEA-AE1C-AB68123979B6}"/>
              </a:ext>
            </a:extLst>
          </p:cNvPr>
          <p:cNvGrpSpPr/>
          <p:nvPr/>
        </p:nvGrpSpPr>
        <p:grpSpPr>
          <a:xfrm>
            <a:off x="6083994" y="1574643"/>
            <a:ext cx="5657731" cy="4330303"/>
            <a:chOff x="6083994" y="1574643"/>
            <a:chExt cx="5657731" cy="4330303"/>
          </a:xfrm>
        </p:grpSpPr>
        <p:sp>
          <p:nvSpPr>
            <p:cNvPr id="45" name="Rectangle 44">
              <a:extLst>
                <a:ext uri="{FF2B5EF4-FFF2-40B4-BE49-F238E27FC236}">
                  <a16:creationId xmlns:a16="http://schemas.microsoft.com/office/drawing/2014/main" id="{786BD006-9807-46CA-9C80-6430685D8894}"/>
                </a:ext>
              </a:extLst>
            </p:cNvPr>
            <p:cNvSpPr/>
            <p:nvPr/>
          </p:nvSpPr>
          <p:spPr>
            <a:xfrm>
              <a:off x="7756911" y="1711711"/>
              <a:ext cx="1126273" cy="60216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Encrypt</a:t>
              </a:r>
            </a:p>
          </p:txBody>
        </p:sp>
        <p:sp>
          <p:nvSpPr>
            <p:cNvPr id="46" name="Rectangle 45">
              <a:extLst>
                <a:ext uri="{FF2B5EF4-FFF2-40B4-BE49-F238E27FC236}">
                  <a16:creationId xmlns:a16="http://schemas.microsoft.com/office/drawing/2014/main" id="{C01760A9-B7D8-4778-B1D1-AAADD126249F}"/>
                </a:ext>
              </a:extLst>
            </p:cNvPr>
            <p:cNvSpPr/>
            <p:nvPr/>
          </p:nvSpPr>
          <p:spPr>
            <a:xfrm>
              <a:off x="7756911" y="4544626"/>
              <a:ext cx="1126273" cy="60216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Decrypt</a:t>
              </a:r>
            </a:p>
          </p:txBody>
        </p:sp>
        <p:pic>
          <p:nvPicPr>
            <p:cNvPr id="61" name="Graphic 60">
              <a:extLst>
                <a:ext uri="{FF2B5EF4-FFF2-40B4-BE49-F238E27FC236}">
                  <a16:creationId xmlns:a16="http://schemas.microsoft.com/office/drawing/2014/main" id="{4FBC40BA-E84B-4727-A4A2-D56F6ABEB2C1}"/>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t="19392" b="19392"/>
            <a:stretch/>
          </p:blipFill>
          <p:spPr>
            <a:xfrm rot="5400000">
              <a:off x="7837738" y="3011820"/>
              <a:ext cx="995680" cy="640080"/>
            </a:xfrm>
            <a:prstGeom prst="rect">
              <a:avLst/>
            </a:prstGeom>
          </p:spPr>
        </p:pic>
        <p:sp>
          <p:nvSpPr>
            <p:cNvPr id="78" name="TextBox 77">
              <a:extLst>
                <a:ext uri="{FF2B5EF4-FFF2-40B4-BE49-F238E27FC236}">
                  <a16:creationId xmlns:a16="http://schemas.microsoft.com/office/drawing/2014/main" id="{35A4F298-173C-4492-98D7-9E8138FCF3FC}"/>
                </a:ext>
              </a:extLst>
            </p:cNvPr>
            <p:cNvSpPr txBox="1"/>
            <p:nvPr/>
          </p:nvSpPr>
          <p:spPr>
            <a:xfrm>
              <a:off x="8036957" y="3829700"/>
              <a:ext cx="566181" cy="369332"/>
            </a:xfrm>
            <a:prstGeom prst="rect">
              <a:avLst/>
            </a:prstGeom>
            <a:noFill/>
          </p:spPr>
          <p:txBody>
            <a:bodyPr wrap="none" rtlCol="0">
              <a:spAutoFit/>
            </a:bodyPr>
            <a:lstStyle/>
            <a:p>
              <a:r>
                <a:rPr lang="en-US" dirty="0"/>
                <a:t>Key</a:t>
              </a:r>
            </a:p>
          </p:txBody>
        </p:sp>
        <p:pic>
          <p:nvPicPr>
            <p:cNvPr id="29" name="Graphic 28">
              <a:extLst>
                <a:ext uri="{FF2B5EF4-FFF2-40B4-BE49-F238E27FC236}">
                  <a16:creationId xmlns:a16="http://schemas.microsoft.com/office/drawing/2014/main" id="{677C16B1-636F-43C8-8288-E056E174EFB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729566" y="2984315"/>
              <a:ext cx="771830" cy="771830"/>
            </a:xfrm>
            <a:prstGeom prst="rect">
              <a:avLst/>
            </a:prstGeom>
          </p:spPr>
        </p:pic>
        <p:pic>
          <p:nvPicPr>
            <p:cNvPr id="36" name="Graphic 35">
              <a:extLst>
                <a:ext uri="{FF2B5EF4-FFF2-40B4-BE49-F238E27FC236}">
                  <a16:creationId xmlns:a16="http://schemas.microsoft.com/office/drawing/2014/main" id="{CD393A1D-091E-43E8-B1CB-2FAA893560F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415733" y="1576147"/>
              <a:ext cx="873292" cy="873292"/>
            </a:xfrm>
            <a:prstGeom prst="rect">
              <a:avLst/>
            </a:prstGeom>
          </p:spPr>
        </p:pic>
        <p:pic>
          <p:nvPicPr>
            <p:cNvPr id="1028" name="Picture 4" descr="C:\Users\patray\AppData\Local\Temp\SNAGHTML27835b.PNG">
              <a:extLst>
                <a:ext uri="{FF2B5EF4-FFF2-40B4-BE49-F238E27FC236}">
                  <a16:creationId xmlns:a16="http://schemas.microsoft.com/office/drawing/2014/main" id="{38A06F01-E86E-474B-A016-7B507A2AB31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739244" y="1574643"/>
              <a:ext cx="752475" cy="876300"/>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 descr="C:\Users\patray\AppData\Local\Temp\SNAGHTML27835b.PNG">
              <a:extLst>
                <a:ext uri="{FF2B5EF4-FFF2-40B4-BE49-F238E27FC236}">
                  <a16:creationId xmlns:a16="http://schemas.microsoft.com/office/drawing/2014/main" id="{B96C3332-EEF1-4AE0-A08C-3A93C539563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739244" y="4407558"/>
              <a:ext cx="752475" cy="876300"/>
            </a:xfrm>
            <a:prstGeom prst="rect">
              <a:avLst/>
            </a:prstGeom>
            <a:noFill/>
            <a:extLst>
              <a:ext uri="{909E8E84-426E-40DD-AFC4-6F175D3DCCD1}">
                <a14:hiddenFill xmlns:a14="http://schemas.microsoft.com/office/drawing/2010/main">
                  <a:solidFill>
                    <a:srgbClr val="FFFFFF"/>
                  </a:solidFill>
                </a14:hiddenFill>
              </a:ext>
            </a:extLst>
          </p:spPr>
        </p:pic>
        <p:pic>
          <p:nvPicPr>
            <p:cNvPr id="50" name="Graphic 49">
              <a:extLst>
                <a:ext uri="{FF2B5EF4-FFF2-40B4-BE49-F238E27FC236}">
                  <a16:creationId xmlns:a16="http://schemas.microsoft.com/office/drawing/2014/main" id="{484E8B10-B063-4677-96A4-1573E23AC5F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415733" y="4409062"/>
              <a:ext cx="873292" cy="873292"/>
            </a:xfrm>
            <a:prstGeom prst="rect">
              <a:avLst/>
            </a:prstGeom>
          </p:spPr>
        </p:pic>
        <p:cxnSp>
          <p:nvCxnSpPr>
            <p:cNvPr id="33" name="Straight Arrow Connector 32">
              <a:extLst>
                <a:ext uri="{FF2B5EF4-FFF2-40B4-BE49-F238E27FC236}">
                  <a16:creationId xmlns:a16="http://schemas.microsoft.com/office/drawing/2014/main" id="{650F1954-C2E7-4C5D-9B2E-C50B8C0D631F}"/>
                </a:ext>
              </a:extLst>
            </p:cNvPr>
            <p:cNvCxnSpPr>
              <a:stCxn id="36" idx="3"/>
              <a:endCxn id="45" idx="1"/>
            </p:cNvCxnSpPr>
            <p:nvPr/>
          </p:nvCxnSpPr>
          <p:spPr>
            <a:xfrm>
              <a:off x="7289025" y="2012793"/>
              <a:ext cx="467886"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439A7774-DF8C-4AB1-9BCC-E2ED727B6C4B}"/>
                </a:ext>
              </a:extLst>
            </p:cNvPr>
            <p:cNvCxnSpPr>
              <a:stCxn id="45" idx="3"/>
              <a:endCxn id="1028" idx="1"/>
            </p:cNvCxnSpPr>
            <p:nvPr/>
          </p:nvCxnSpPr>
          <p:spPr>
            <a:xfrm flipV="1">
              <a:off x="8883184" y="2012793"/>
              <a:ext cx="85606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7A2BAA1D-427A-4C18-8F81-DB4BF9A15E13}"/>
                </a:ext>
              </a:extLst>
            </p:cNvPr>
            <p:cNvCxnSpPr>
              <a:stCxn id="61" idx="1"/>
              <a:endCxn id="45" idx="2"/>
            </p:cNvCxnSpPr>
            <p:nvPr/>
          </p:nvCxnSpPr>
          <p:spPr>
            <a:xfrm flipH="1" flipV="1">
              <a:off x="8320048" y="2313876"/>
              <a:ext cx="15530" cy="5201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7631900C-4E52-4932-911C-2FD3CEF7E4EE}"/>
                </a:ext>
              </a:extLst>
            </p:cNvPr>
            <p:cNvCxnSpPr>
              <a:stCxn id="1028" idx="2"/>
              <a:endCxn id="29" idx="0"/>
            </p:cNvCxnSpPr>
            <p:nvPr/>
          </p:nvCxnSpPr>
          <p:spPr>
            <a:xfrm flipH="1">
              <a:off x="10115481" y="2450943"/>
              <a:ext cx="1" cy="5333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1A989273-73D4-41EA-A079-80AB8566F788}"/>
                </a:ext>
              </a:extLst>
            </p:cNvPr>
            <p:cNvCxnSpPr>
              <a:stCxn id="29" idx="2"/>
              <a:endCxn id="42" idx="0"/>
            </p:cNvCxnSpPr>
            <p:nvPr/>
          </p:nvCxnSpPr>
          <p:spPr>
            <a:xfrm>
              <a:off x="10115481" y="3756145"/>
              <a:ext cx="1" cy="6514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E1B3D016-9773-4DA5-9F41-C3B0D6FAD9BF}"/>
                </a:ext>
              </a:extLst>
            </p:cNvPr>
            <p:cNvCxnSpPr>
              <a:stCxn id="42" idx="1"/>
              <a:endCxn id="46" idx="3"/>
            </p:cNvCxnSpPr>
            <p:nvPr/>
          </p:nvCxnSpPr>
          <p:spPr>
            <a:xfrm flipH="1">
              <a:off x="8883184" y="4845708"/>
              <a:ext cx="85606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DF74CD9A-B25D-49A9-B9A4-271FB9D3FDF5}"/>
                </a:ext>
              </a:extLst>
            </p:cNvPr>
            <p:cNvCxnSpPr>
              <a:stCxn id="46" idx="1"/>
              <a:endCxn id="50" idx="3"/>
            </p:cNvCxnSpPr>
            <p:nvPr/>
          </p:nvCxnSpPr>
          <p:spPr>
            <a:xfrm flipH="1" flipV="1">
              <a:off x="7289025" y="4845708"/>
              <a:ext cx="467886"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6D360C94-570B-43BD-9906-D823364E3160}"/>
                </a:ext>
              </a:extLst>
            </p:cNvPr>
            <p:cNvCxnSpPr>
              <a:stCxn id="78" idx="2"/>
              <a:endCxn id="46" idx="0"/>
            </p:cNvCxnSpPr>
            <p:nvPr/>
          </p:nvCxnSpPr>
          <p:spPr>
            <a:xfrm>
              <a:off x="8320048" y="4199032"/>
              <a:ext cx="0" cy="3455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5588EC83-27A0-4536-A5A1-9430B73082AD}"/>
                </a:ext>
              </a:extLst>
            </p:cNvPr>
            <p:cNvSpPr txBox="1"/>
            <p:nvPr/>
          </p:nvSpPr>
          <p:spPr>
            <a:xfrm>
              <a:off x="10443612" y="1851538"/>
              <a:ext cx="1250006" cy="646331"/>
            </a:xfrm>
            <a:prstGeom prst="rect">
              <a:avLst/>
            </a:prstGeom>
            <a:noFill/>
          </p:spPr>
          <p:txBody>
            <a:bodyPr wrap="square" rtlCol="0">
              <a:spAutoFit/>
            </a:bodyPr>
            <a:lstStyle/>
            <a:p>
              <a:pPr algn="ctr"/>
              <a:r>
                <a:rPr lang="en-US" dirty="0"/>
                <a:t>Encrypted file</a:t>
              </a:r>
            </a:p>
          </p:txBody>
        </p:sp>
        <p:sp>
          <p:nvSpPr>
            <p:cNvPr id="68" name="TextBox 67">
              <a:extLst>
                <a:ext uri="{FF2B5EF4-FFF2-40B4-BE49-F238E27FC236}">
                  <a16:creationId xmlns:a16="http://schemas.microsoft.com/office/drawing/2014/main" id="{FFE93888-3C77-494D-9F01-CAE7EB2D2BEC}"/>
                </a:ext>
              </a:extLst>
            </p:cNvPr>
            <p:cNvSpPr txBox="1"/>
            <p:nvPr/>
          </p:nvSpPr>
          <p:spPr>
            <a:xfrm>
              <a:off x="6083994" y="5258615"/>
              <a:ext cx="1536768" cy="646331"/>
            </a:xfrm>
            <a:prstGeom prst="rect">
              <a:avLst/>
            </a:prstGeom>
            <a:noFill/>
          </p:spPr>
          <p:txBody>
            <a:bodyPr wrap="square" rtlCol="0">
              <a:spAutoFit/>
            </a:bodyPr>
            <a:lstStyle/>
            <a:p>
              <a:pPr algn="ctr"/>
              <a:r>
                <a:rPr lang="en-US" dirty="0"/>
                <a:t>Unencrypted file</a:t>
              </a:r>
            </a:p>
          </p:txBody>
        </p:sp>
        <p:sp>
          <p:nvSpPr>
            <p:cNvPr id="69" name="TextBox 68">
              <a:extLst>
                <a:ext uri="{FF2B5EF4-FFF2-40B4-BE49-F238E27FC236}">
                  <a16:creationId xmlns:a16="http://schemas.microsoft.com/office/drawing/2014/main" id="{E281452F-C737-4FF7-94C6-CD428C0BCD7B}"/>
                </a:ext>
              </a:extLst>
            </p:cNvPr>
            <p:cNvSpPr txBox="1"/>
            <p:nvPr/>
          </p:nvSpPr>
          <p:spPr>
            <a:xfrm>
              <a:off x="6083994" y="2425701"/>
              <a:ext cx="1536769" cy="646331"/>
            </a:xfrm>
            <a:prstGeom prst="rect">
              <a:avLst/>
            </a:prstGeom>
            <a:noFill/>
          </p:spPr>
          <p:txBody>
            <a:bodyPr wrap="square" rtlCol="0">
              <a:spAutoFit/>
            </a:bodyPr>
            <a:lstStyle/>
            <a:p>
              <a:pPr algn="ctr"/>
              <a:r>
                <a:rPr lang="en-US" dirty="0"/>
                <a:t>Unencrypted file</a:t>
              </a:r>
            </a:p>
          </p:txBody>
        </p:sp>
        <p:sp>
          <p:nvSpPr>
            <p:cNvPr id="75" name="TextBox 74">
              <a:extLst>
                <a:ext uri="{FF2B5EF4-FFF2-40B4-BE49-F238E27FC236}">
                  <a16:creationId xmlns:a16="http://schemas.microsoft.com/office/drawing/2014/main" id="{9A734D1C-DD7B-4738-80A1-2B81055229BE}"/>
                </a:ext>
              </a:extLst>
            </p:cNvPr>
            <p:cNvSpPr txBox="1"/>
            <p:nvPr/>
          </p:nvSpPr>
          <p:spPr>
            <a:xfrm>
              <a:off x="10491719" y="4612284"/>
              <a:ext cx="1250006" cy="646331"/>
            </a:xfrm>
            <a:prstGeom prst="rect">
              <a:avLst/>
            </a:prstGeom>
            <a:noFill/>
          </p:spPr>
          <p:txBody>
            <a:bodyPr wrap="square" rtlCol="0">
              <a:spAutoFit/>
            </a:bodyPr>
            <a:lstStyle/>
            <a:p>
              <a:pPr algn="ctr"/>
              <a:r>
                <a:rPr lang="en-US" dirty="0"/>
                <a:t>Encrypted file</a:t>
              </a:r>
            </a:p>
          </p:txBody>
        </p:sp>
      </p:grpSp>
    </p:spTree>
    <p:custDataLst>
      <p:tags r:id="rId1"/>
    </p:custDataLst>
    <p:extLst>
      <p:ext uri="{BB962C8B-B14F-4D97-AF65-F5344CB8AC3E}">
        <p14:creationId xmlns:p14="http://schemas.microsoft.com/office/powerpoint/2010/main" val="276240587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923F2F90-B34F-42DD-A36E-F47F090F2265}"/>
              </a:ext>
            </a:extLst>
          </p:cNvPr>
          <p:cNvSpPr>
            <a:spLocks noGrp="1"/>
          </p:cNvSpPr>
          <p:nvPr>
            <p:ph type="sldNum" idx="97"/>
          </p:nvPr>
        </p:nvSpPr>
        <p:spPr/>
        <p:txBody>
          <a:bodyPr/>
          <a:lstStyle/>
          <a:p>
            <a:fld id="{930176A1-BCF0-4712-97A6-6B495F55390B}" type="slidenum">
              <a:rPr lang="en-US" smtClean="0"/>
              <a:t>58</a:t>
            </a:fld>
            <a:endParaRPr lang="en-US" dirty="0"/>
          </a:p>
        </p:txBody>
      </p:sp>
      <p:sp>
        <p:nvSpPr>
          <p:cNvPr id="8" name="Title">
            <a:extLst>
              <a:ext uri="{FF2B5EF4-FFF2-40B4-BE49-F238E27FC236}">
                <a16:creationId xmlns:a16="http://schemas.microsoft.com/office/drawing/2014/main" id="{7D1E250E-E5F5-4DBC-838B-A930A135ED62}"/>
              </a:ext>
            </a:extLst>
          </p:cNvPr>
          <p:cNvSpPr>
            <a:spLocks noGrp="1"/>
          </p:cNvSpPr>
          <p:nvPr>
            <p:ph type="title" idx="1"/>
          </p:nvPr>
        </p:nvSpPr>
        <p:spPr>
          <a:xfrm>
            <a:off x="365760" y="371945"/>
            <a:ext cx="7957628" cy="590931"/>
          </a:xfrm>
          <a:prstGeom prst="rect">
            <a:avLst/>
          </a:prstGeom>
        </p:spPr>
        <p:txBody>
          <a:bodyPr wrap="none">
            <a:spAutoFit/>
          </a:bodyPr>
          <a:lstStyle/>
          <a:p>
            <a:r>
              <a:rPr lang="en-US" dirty="0">
                <a:solidFill>
                  <a:srgbClr val="16191F"/>
                </a:solidFill>
                <a:latin typeface="+mj-lt"/>
              </a:rPr>
              <a:t>When to use symmetric encryption</a:t>
            </a:r>
            <a:endParaRPr lang="en-US" i="0" dirty="0">
              <a:solidFill>
                <a:srgbClr val="16191F"/>
              </a:solidFill>
              <a:effectLst/>
              <a:latin typeface="+mj-lt"/>
            </a:endParaRPr>
          </a:p>
        </p:txBody>
      </p:sp>
      <p:sp>
        <p:nvSpPr>
          <p:cNvPr id="3" name="Content Placeholder 2">
            <a:extLst>
              <a:ext uri="{FF2B5EF4-FFF2-40B4-BE49-F238E27FC236}">
                <a16:creationId xmlns:a16="http://schemas.microsoft.com/office/drawing/2014/main" id="{9A293E10-2A57-4B88-AC86-7420C9603034}"/>
              </a:ext>
            </a:extLst>
          </p:cNvPr>
          <p:cNvSpPr>
            <a:spLocks noGrp="1"/>
          </p:cNvSpPr>
          <p:nvPr>
            <p:ph idx="2"/>
          </p:nvPr>
        </p:nvSpPr>
        <p:spPr>
          <a:xfrm>
            <a:off x="365760" y="1097280"/>
            <a:ext cx="11466576" cy="2211404"/>
          </a:xfrm>
        </p:spPr>
        <p:txBody>
          <a:bodyPr/>
          <a:lstStyle/>
          <a:p>
            <a:pPr marL="347472" indent="-342900">
              <a:spcBef>
                <a:spcPts val="600"/>
              </a:spcBef>
              <a:spcAft>
                <a:spcPts val="600"/>
              </a:spcAft>
              <a:buFont typeface="Arial" panose="020B0604020202020204" pitchFamily="34" charset="0"/>
              <a:buChar char="•"/>
            </a:pPr>
            <a:r>
              <a:rPr lang="en-US" dirty="0">
                <a:solidFill>
                  <a:srgbClr val="16191F"/>
                </a:solidFill>
              </a:rPr>
              <a:t>If speed, cost, and lower computational overhead are a priority</a:t>
            </a:r>
          </a:p>
          <a:p>
            <a:pPr marL="347472" indent="-342900">
              <a:spcBef>
                <a:spcPts val="600"/>
              </a:spcBef>
              <a:spcAft>
                <a:spcPts val="600"/>
              </a:spcAft>
              <a:buFont typeface="Arial" panose="020B0604020202020204" pitchFamily="34" charset="0"/>
              <a:buChar char="•"/>
            </a:pPr>
            <a:r>
              <a:rPr lang="en-US" dirty="0">
                <a:solidFill>
                  <a:srgbClr val="16191F"/>
                </a:solidFill>
              </a:rPr>
              <a:t>If you’re encrypting a large amount of data</a:t>
            </a:r>
          </a:p>
          <a:p>
            <a:pPr marL="347472" indent="-342900">
              <a:spcBef>
                <a:spcPts val="600"/>
              </a:spcBef>
              <a:spcAft>
                <a:spcPts val="600"/>
              </a:spcAft>
              <a:buFont typeface="Arial" panose="020B0604020202020204" pitchFamily="34" charset="0"/>
              <a:buChar char="•"/>
            </a:pPr>
            <a:r>
              <a:rPr lang="en-US" dirty="0">
                <a:solidFill>
                  <a:srgbClr val="16191F"/>
                </a:solidFill>
              </a:rPr>
              <a:t>If encrypted data isn’t leaving the boundaries of the organization’s network</a:t>
            </a:r>
          </a:p>
          <a:p>
            <a:pPr marL="0" indent="0">
              <a:buNone/>
            </a:pPr>
            <a:endParaRPr lang="en-US" dirty="0"/>
          </a:p>
        </p:txBody>
      </p:sp>
    </p:spTree>
    <p:custDataLst>
      <p:tags r:id="rId1"/>
    </p:custDataLst>
    <p:extLst>
      <p:ext uri="{BB962C8B-B14F-4D97-AF65-F5344CB8AC3E}">
        <p14:creationId xmlns:p14="http://schemas.microsoft.com/office/powerpoint/2010/main" val="2455678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B6A9F98B-5D1F-4E20-9DC1-6177D8EC97CF}"/>
              </a:ext>
            </a:extLst>
          </p:cNvPr>
          <p:cNvSpPr>
            <a:spLocks noGrp="1"/>
          </p:cNvSpPr>
          <p:nvPr>
            <p:ph type="sldNum" idx="97"/>
          </p:nvPr>
        </p:nvSpPr>
        <p:spPr/>
        <p:txBody>
          <a:bodyPr/>
          <a:lstStyle/>
          <a:p>
            <a:fld id="{4037B1B0-0345-4E15-985A-6BECCDBE474F}" type="slidenum">
              <a:rPr lang="en-US" smtClean="0"/>
              <a:pPr/>
              <a:t>59</a:t>
            </a:fld>
            <a:endParaRPr lang="en-US" dirty="0"/>
          </a:p>
        </p:txBody>
      </p:sp>
      <p:sp>
        <p:nvSpPr>
          <p:cNvPr id="3" name="Title">
            <a:extLst>
              <a:ext uri="{FF2B5EF4-FFF2-40B4-BE49-F238E27FC236}">
                <a16:creationId xmlns:a16="http://schemas.microsoft.com/office/drawing/2014/main" id="{FA54C80E-7BE4-4508-9F10-45C03C41B78E}"/>
              </a:ext>
            </a:extLst>
          </p:cNvPr>
          <p:cNvSpPr>
            <a:spLocks noGrp="1"/>
          </p:cNvSpPr>
          <p:nvPr>
            <p:ph type="title" idx="1"/>
          </p:nvPr>
        </p:nvSpPr>
        <p:spPr/>
        <p:txBody>
          <a:bodyPr>
            <a:normAutofit/>
          </a:bodyPr>
          <a:lstStyle/>
          <a:p>
            <a:r>
              <a:rPr lang="en-US" dirty="0"/>
              <a:t>Asymmetric encryption</a:t>
            </a:r>
          </a:p>
        </p:txBody>
      </p:sp>
      <p:sp>
        <p:nvSpPr>
          <p:cNvPr id="66" name="Content Placeholder 65">
            <a:extLst>
              <a:ext uri="{FF2B5EF4-FFF2-40B4-BE49-F238E27FC236}">
                <a16:creationId xmlns:a16="http://schemas.microsoft.com/office/drawing/2014/main" id="{C50DEB8C-EC2C-4162-A6BC-F70F78F4CFB5}"/>
              </a:ext>
            </a:extLst>
          </p:cNvPr>
          <p:cNvSpPr>
            <a:spLocks noGrp="1"/>
          </p:cNvSpPr>
          <p:nvPr>
            <p:ph idx="2"/>
          </p:nvPr>
        </p:nvSpPr>
        <p:spPr>
          <a:xfrm>
            <a:off x="365760" y="1097280"/>
            <a:ext cx="5155060" cy="5330952"/>
          </a:xfrm>
        </p:spPr>
        <p:txBody>
          <a:bodyPr/>
          <a:lstStyle/>
          <a:p>
            <a:pPr marL="342900" indent="-342900">
              <a:spcBef>
                <a:spcPts val="600"/>
              </a:spcBef>
              <a:spcAft>
                <a:spcPts val="600"/>
              </a:spcAft>
              <a:buFont typeface="Arial" panose="020B0604020202020204" pitchFamily="34" charset="0"/>
              <a:buChar char="•"/>
            </a:pPr>
            <a:r>
              <a:rPr lang="en-US" dirty="0"/>
              <a:t>Uses a key pair: a public key for encryption and a private key for decryption</a:t>
            </a:r>
          </a:p>
          <a:p>
            <a:pPr marL="342900" indent="-342900">
              <a:spcBef>
                <a:spcPts val="600"/>
              </a:spcBef>
              <a:spcAft>
                <a:spcPts val="600"/>
              </a:spcAft>
              <a:buFont typeface="Arial" panose="020B0604020202020204" pitchFamily="34" charset="0"/>
              <a:buChar char="•"/>
            </a:pPr>
            <a:r>
              <a:rPr lang="en-US" dirty="0"/>
              <a:t>Generally regarded to be more secure than symmetric encryption, but it is slower</a:t>
            </a:r>
            <a:endParaRPr lang="en-US" dirty="0">
              <a:solidFill>
                <a:srgbClr val="16191F"/>
              </a:solidFill>
            </a:endParaRPr>
          </a:p>
          <a:p>
            <a:endParaRPr lang="en-US" dirty="0"/>
          </a:p>
        </p:txBody>
      </p:sp>
      <p:grpSp>
        <p:nvGrpSpPr>
          <p:cNvPr id="10" name="Flatten AsymmetricGroup" descr="Asymmetric encryption flow. See the notes for additional information.">
            <a:extLst>
              <a:ext uri="{FF2B5EF4-FFF2-40B4-BE49-F238E27FC236}">
                <a16:creationId xmlns:a16="http://schemas.microsoft.com/office/drawing/2014/main" id="{F7FA062A-FD7F-4814-A04C-675A515ED721}"/>
              </a:ext>
            </a:extLst>
          </p:cNvPr>
          <p:cNvGrpSpPr/>
          <p:nvPr/>
        </p:nvGrpSpPr>
        <p:grpSpPr>
          <a:xfrm>
            <a:off x="6083994" y="1389905"/>
            <a:ext cx="5657731" cy="5042758"/>
            <a:chOff x="6083994" y="1389905"/>
            <a:chExt cx="5657731" cy="5042758"/>
          </a:xfrm>
        </p:grpSpPr>
        <p:grpSp>
          <p:nvGrpSpPr>
            <p:cNvPr id="6" name="Group 5">
              <a:extLst>
                <a:ext uri="{FF2B5EF4-FFF2-40B4-BE49-F238E27FC236}">
                  <a16:creationId xmlns:a16="http://schemas.microsoft.com/office/drawing/2014/main" id="{2F82AC17-CDEA-446F-B13A-A927582B5843}"/>
                </a:ext>
              </a:extLst>
            </p:cNvPr>
            <p:cNvGrpSpPr/>
            <p:nvPr/>
          </p:nvGrpSpPr>
          <p:grpSpPr>
            <a:xfrm>
              <a:off x="6083994" y="1389905"/>
              <a:ext cx="5657731" cy="5042758"/>
              <a:chOff x="6083994" y="1389905"/>
              <a:chExt cx="5657731" cy="5042758"/>
            </a:xfrm>
          </p:grpSpPr>
          <p:sp>
            <p:nvSpPr>
              <p:cNvPr id="68" name="TextBox 67">
                <a:extLst>
                  <a:ext uri="{FF2B5EF4-FFF2-40B4-BE49-F238E27FC236}">
                    <a16:creationId xmlns:a16="http://schemas.microsoft.com/office/drawing/2014/main" id="{FFE93888-3C77-494D-9F01-CAE7EB2D2BEC}"/>
                  </a:ext>
                </a:extLst>
              </p:cNvPr>
              <p:cNvSpPr txBox="1"/>
              <p:nvPr/>
            </p:nvSpPr>
            <p:spPr>
              <a:xfrm>
                <a:off x="6083994" y="5786332"/>
                <a:ext cx="1536768" cy="646331"/>
              </a:xfrm>
              <a:prstGeom prst="rect">
                <a:avLst/>
              </a:prstGeom>
              <a:noFill/>
            </p:spPr>
            <p:txBody>
              <a:bodyPr wrap="square" rtlCol="0">
                <a:spAutoFit/>
              </a:bodyPr>
              <a:lstStyle/>
              <a:p>
                <a:pPr algn="ctr"/>
                <a:r>
                  <a:rPr lang="en-US" dirty="0"/>
                  <a:t>Unencrypted file</a:t>
                </a:r>
              </a:p>
            </p:txBody>
          </p:sp>
          <p:grpSp>
            <p:nvGrpSpPr>
              <p:cNvPr id="4" name="AsymmetricGroup- Flatten">
                <a:extLst>
                  <a:ext uri="{FF2B5EF4-FFF2-40B4-BE49-F238E27FC236}">
                    <a16:creationId xmlns:a16="http://schemas.microsoft.com/office/drawing/2014/main" id="{1802A871-559C-4D26-A768-FAEBE725E344}"/>
                  </a:ext>
                </a:extLst>
              </p:cNvPr>
              <p:cNvGrpSpPr/>
              <p:nvPr/>
            </p:nvGrpSpPr>
            <p:grpSpPr>
              <a:xfrm>
                <a:off x="6083994" y="1389905"/>
                <a:ext cx="5657731" cy="4396427"/>
                <a:chOff x="6083994" y="1415148"/>
                <a:chExt cx="5657731" cy="4396427"/>
              </a:xfrm>
            </p:grpSpPr>
            <p:sp>
              <p:nvSpPr>
                <p:cNvPr id="45" name="Rectangle 44">
                  <a:extLst>
                    <a:ext uri="{FF2B5EF4-FFF2-40B4-BE49-F238E27FC236}">
                      <a16:creationId xmlns:a16="http://schemas.microsoft.com/office/drawing/2014/main" id="{786BD006-9807-46CA-9C80-6430685D8894}"/>
                    </a:ext>
                  </a:extLst>
                </p:cNvPr>
                <p:cNvSpPr/>
                <p:nvPr/>
              </p:nvSpPr>
              <p:spPr>
                <a:xfrm>
                  <a:off x="7756911" y="1552216"/>
                  <a:ext cx="1126273" cy="60216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Encrypt</a:t>
                  </a:r>
                </a:p>
              </p:txBody>
            </p:sp>
            <p:sp>
              <p:nvSpPr>
                <p:cNvPr id="46" name="Rectangle 45">
                  <a:extLst>
                    <a:ext uri="{FF2B5EF4-FFF2-40B4-BE49-F238E27FC236}">
                      <a16:creationId xmlns:a16="http://schemas.microsoft.com/office/drawing/2014/main" id="{C01760A9-B7D8-4778-B1D1-AAADD126249F}"/>
                    </a:ext>
                  </a:extLst>
                </p:cNvPr>
                <p:cNvSpPr/>
                <p:nvPr/>
              </p:nvSpPr>
              <p:spPr>
                <a:xfrm>
                  <a:off x="7756911" y="5072343"/>
                  <a:ext cx="1126273" cy="602165"/>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Decrypt</a:t>
                  </a:r>
                </a:p>
              </p:txBody>
            </p:sp>
            <p:pic>
              <p:nvPicPr>
                <p:cNvPr id="29" name="Graphic 28">
                  <a:extLst>
                    <a:ext uri="{FF2B5EF4-FFF2-40B4-BE49-F238E27FC236}">
                      <a16:creationId xmlns:a16="http://schemas.microsoft.com/office/drawing/2014/main" id="{677C16B1-636F-43C8-8288-E056E174EFB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710211" y="3197042"/>
                  <a:ext cx="771830" cy="771830"/>
                </a:xfrm>
                <a:prstGeom prst="rect">
                  <a:avLst/>
                </a:prstGeom>
              </p:spPr>
            </p:pic>
            <p:pic>
              <p:nvPicPr>
                <p:cNvPr id="36" name="Graphic 35">
                  <a:extLst>
                    <a:ext uri="{FF2B5EF4-FFF2-40B4-BE49-F238E27FC236}">
                      <a16:creationId xmlns:a16="http://schemas.microsoft.com/office/drawing/2014/main" id="{CD393A1D-091E-43E8-B1CB-2FAA893560F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15733" y="1416652"/>
                  <a:ext cx="873292" cy="873292"/>
                </a:xfrm>
                <a:prstGeom prst="rect">
                  <a:avLst/>
                </a:prstGeom>
              </p:spPr>
            </p:pic>
            <p:pic>
              <p:nvPicPr>
                <p:cNvPr id="1028" name="Picture 4" descr="C:\Users\patray\AppData\Local\Temp\SNAGHTML27835b.PNG">
                  <a:extLst>
                    <a:ext uri="{FF2B5EF4-FFF2-40B4-BE49-F238E27FC236}">
                      <a16:creationId xmlns:a16="http://schemas.microsoft.com/office/drawing/2014/main" id="{38A06F01-E86E-474B-A016-7B507A2AB31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739244" y="1415148"/>
                  <a:ext cx="752475" cy="876300"/>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 descr="C:\Users\patray\AppData\Local\Temp\SNAGHTML27835b.PNG">
                  <a:extLst>
                    <a:ext uri="{FF2B5EF4-FFF2-40B4-BE49-F238E27FC236}">
                      <a16:creationId xmlns:a16="http://schemas.microsoft.com/office/drawing/2014/main" id="{B96C3332-EEF1-4AE0-A08C-3A93C539563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739244" y="4935275"/>
                  <a:ext cx="752475" cy="876300"/>
                </a:xfrm>
                <a:prstGeom prst="rect">
                  <a:avLst/>
                </a:prstGeom>
                <a:noFill/>
                <a:extLst>
                  <a:ext uri="{909E8E84-426E-40DD-AFC4-6F175D3DCCD1}">
                    <a14:hiddenFill xmlns:a14="http://schemas.microsoft.com/office/drawing/2010/main">
                      <a:solidFill>
                        <a:srgbClr val="FFFFFF"/>
                      </a:solidFill>
                    </a14:hiddenFill>
                  </a:ext>
                </a:extLst>
              </p:spPr>
            </p:pic>
            <p:pic>
              <p:nvPicPr>
                <p:cNvPr id="50" name="Graphic 49">
                  <a:extLst>
                    <a:ext uri="{FF2B5EF4-FFF2-40B4-BE49-F238E27FC236}">
                      <a16:creationId xmlns:a16="http://schemas.microsoft.com/office/drawing/2014/main" id="{484E8B10-B063-4677-96A4-1573E23AC5F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15733" y="4936779"/>
                  <a:ext cx="873292" cy="873292"/>
                </a:xfrm>
                <a:prstGeom prst="rect">
                  <a:avLst/>
                </a:prstGeom>
              </p:spPr>
            </p:pic>
            <p:cxnSp>
              <p:nvCxnSpPr>
                <p:cNvPr id="33" name="Straight Arrow Connector 32">
                  <a:extLst>
                    <a:ext uri="{FF2B5EF4-FFF2-40B4-BE49-F238E27FC236}">
                      <a16:creationId xmlns:a16="http://schemas.microsoft.com/office/drawing/2014/main" id="{650F1954-C2E7-4C5D-9B2E-C50B8C0D631F}"/>
                    </a:ext>
                  </a:extLst>
                </p:cNvPr>
                <p:cNvCxnSpPr>
                  <a:stCxn id="36" idx="3"/>
                  <a:endCxn id="45" idx="1"/>
                </p:cNvCxnSpPr>
                <p:nvPr/>
              </p:nvCxnSpPr>
              <p:spPr>
                <a:xfrm>
                  <a:off x="7289025" y="1853298"/>
                  <a:ext cx="467886" cy="1"/>
                </a:xfrm>
                <a:prstGeom prst="straightConnector1">
                  <a:avLst/>
                </a:prstGeom>
                <a:ln w="44450">
                  <a:solidFill>
                    <a:schemeClr val="tx1"/>
                  </a:solidFill>
                  <a:tailEnd type="arrow" w="lg"/>
                </a:ln>
                <a:effectLst>
                  <a:outerShdw blurRad="63500" dist="53881" dir="2700016" rotWithShape="0">
                    <a:scrgbClr r="0" g="0" b="0">
                      <a:alpha val="25000"/>
                    </a:scrgbClr>
                  </a:outerShdw>
                </a:effectLst>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439A7774-DF8C-4AB1-9BCC-E2ED727B6C4B}"/>
                    </a:ext>
                  </a:extLst>
                </p:cNvPr>
                <p:cNvCxnSpPr>
                  <a:stCxn id="45" idx="3"/>
                  <a:endCxn id="1028" idx="1"/>
                </p:cNvCxnSpPr>
                <p:nvPr/>
              </p:nvCxnSpPr>
              <p:spPr>
                <a:xfrm flipV="1">
                  <a:off x="8883184" y="1853298"/>
                  <a:ext cx="856060" cy="1"/>
                </a:xfrm>
                <a:prstGeom prst="straightConnector1">
                  <a:avLst/>
                </a:prstGeom>
                <a:ln w="44450">
                  <a:solidFill>
                    <a:schemeClr val="tx1"/>
                  </a:solidFill>
                  <a:tailEnd type="arrow" w="lg"/>
                </a:ln>
                <a:effectLst>
                  <a:outerShdw blurRad="63500" dist="53881" dir="2700016" rotWithShape="0">
                    <a:scrgbClr r="0" g="0" b="0">
                      <a:alpha val="25000"/>
                    </a:scrgbClr>
                  </a:outerShdw>
                </a:effectLst>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7631900C-4E52-4932-911C-2FD3CEF7E4EE}"/>
                    </a:ext>
                  </a:extLst>
                </p:cNvPr>
                <p:cNvCxnSpPr>
                  <a:stCxn id="1028" idx="2"/>
                  <a:endCxn id="29" idx="0"/>
                </p:cNvCxnSpPr>
                <p:nvPr/>
              </p:nvCxnSpPr>
              <p:spPr>
                <a:xfrm flipH="1">
                  <a:off x="10096126" y="2291448"/>
                  <a:ext cx="19356" cy="905594"/>
                </a:xfrm>
                <a:prstGeom prst="straightConnector1">
                  <a:avLst/>
                </a:prstGeom>
                <a:ln w="44450">
                  <a:solidFill>
                    <a:schemeClr val="tx1"/>
                  </a:solidFill>
                  <a:tailEnd type="arrow" w="lg"/>
                </a:ln>
                <a:effectLst>
                  <a:outerShdw blurRad="63500" dist="53881" dir="2700016" rotWithShape="0">
                    <a:scrgbClr r="0" g="0" b="0">
                      <a:alpha val="25000"/>
                    </a:scrgbClr>
                  </a:outerShdw>
                </a:effectLst>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1A989273-73D4-41EA-A079-80AB8566F788}"/>
                    </a:ext>
                  </a:extLst>
                </p:cNvPr>
                <p:cNvCxnSpPr>
                  <a:stCxn id="29" idx="2"/>
                  <a:endCxn id="42" idx="0"/>
                </p:cNvCxnSpPr>
                <p:nvPr/>
              </p:nvCxnSpPr>
              <p:spPr>
                <a:xfrm>
                  <a:off x="10096126" y="3968872"/>
                  <a:ext cx="19356" cy="966403"/>
                </a:xfrm>
                <a:prstGeom prst="straightConnector1">
                  <a:avLst/>
                </a:prstGeom>
                <a:ln w="44450">
                  <a:solidFill>
                    <a:schemeClr val="tx1"/>
                  </a:solidFill>
                  <a:tailEnd type="arrow" w="lg"/>
                </a:ln>
                <a:effectLst>
                  <a:outerShdw blurRad="63500" dist="53881" dir="2700016" rotWithShape="0">
                    <a:scrgbClr r="0" g="0" b="0">
                      <a:alpha val="25000"/>
                    </a:scrgbClr>
                  </a:outerShdw>
                </a:effectLst>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E1B3D016-9773-4DA5-9F41-C3B0D6FAD9BF}"/>
                    </a:ext>
                  </a:extLst>
                </p:cNvPr>
                <p:cNvCxnSpPr>
                  <a:stCxn id="42" idx="1"/>
                  <a:endCxn id="46" idx="3"/>
                </p:cNvCxnSpPr>
                <p:nvPr/>
              </p:nvCxnSpPr>
              <p:spPr>
                <a:xfrm flipH="1">
                  <a:off x="8883184" y="5373425"/>
                  <a:ext cx="856060" cy="1"/>
                </a:xfrm>
                <a:prstGeom prst="straightConnector1">
                  <a:avLst/>
                </a:prstGeom>
                <a:ln w="44450">
                  <a:solidFill>
                    <a:schemeClr val="tx1"/>
                  </a:solidFill>
                  <a:tailEnd type="arrow" w="lg"/>
                </a:ln>
                <a:effectLst>
                  <a:outerShdw blurRad="63500" dist="53881" dir="2700016" rotWithShape="0">
                    <a:scrgbClr r="0" g="0" b="0">
                      <a:alpha val="25000"/>
                    </a:scrgbClr>
                  </a:outerShdw>
                </a:effectLst>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DF74CD9A-B25D-49A9-B9A4-271FB9D3FDF5}"/>
                    </a:ext>
                  </a:extLst>
                </p:cNvPr>
                <p:cNvCxnSpPr>
                  <a:stCxn id="46" idx="1"/>
                  <a:endCxn id="50" idx="3"/>
                </p:cNvCxnSpPr>
                <p:nvPr/>
              </p:nvCxnSpPr>
              <p:spPr>
                <a:xfrm flipH="1" flipV="1">
                  <a:off x="7289025" y="5373425"/>
                  <a:ext cx="467886" cy="1"/>
                </a:xfrm>
                <a:prstGeom prst="straightConnector1">
                  <a:avLst/>
                </a:prstGeom>
                <a:ln w="44450">
                  <a:solidFill>
                    <a:schemeClr val="tx1"/>
                  </a:solidFill>
                  <a:tailEnd type="arrow" w="lg"/>
                </a:ln>
                <a:effectLst>
                  <a:outerShdw blurRad="63500" dist="53881" dir="2700016" rotWithShape="0">
                    <a:scrgbClr r="0" g="0" b="0">
                      <a:alpha val="25000"/>
                    </a:scrgbClr>
                  </a:outerShdw>
                </a:effectLst>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5588EC83-27A0-4536-A5A1-9430B73082AD}"/>
                    </a:ext>
                  </a:extLst>
                </p:cNvPr>
                <p:cNvSpPr txBox="1"/>
                <p:nvPr/>
              </p:nvSpPr>
              <p:spPr>
                <a:xfrm>
                  <a:off x="10443612" y="1692043"/>
                  <a:ext cx="1250006" cy="646331"/>
                </a:xfrm>
                <a:prstGeom prst="rect">
                  <a:avLst/>
                </a:prstGeom>
                <a:noFill/>
              </p:spPr>
              <p:txBody>
                <a:bodyPr wrap="square" rtlCol="0">
                  <a:spAutoFit/>
                </a:bodyPr>
                <a:lstStyle/>
                <a:p>
                  <a:pPr algn="ctr"/>
                  <a:r>
                    <a:rPr lang="en-US" dirty="0"/>
                    <a:t>Encrypted file</a:t>
                  </a:r>
                </a:p>
              </p:txBody>
            </p:sp>
            <p:sp>
              <p:nvSpPr>
                <p:cNvPr id="69" name="TextBox 68">
                  <a:extLst>
                    <a:ext uri="{FF2B5EF4-FFF2-40B4-BE49-F238E27FC236}">
                      <a16:creationId xmlns:a16="http://schemas.microsoft.com/office/drawing/2014/main" id="{E281452F-C737-4FF7-94C6-CD428C0BCD7B}"/>
                    </a:ext>
                  </a:extLst>
                </p:cNvPr>
                <p:cNvSpPr txBox="1"/>
                <p:nvPr/>
              </p:nvSpPr>
              <p:spPr>
                <a:xfrm>
                  <a:off x="6083994" y="2266206"/>
                  <a:ext cx="1536769" cy="646331"/>
                </a:xfrm>
                <a:prstGeom prst="rect">
                  <a:avLst/>
                </a:prstGeom>
                <a:noFill/>
              </p:spPr>
              <p:txBody>
                <a:bodyPr wrap="square" rtlCol="0">
                  <a:spAutoFit/>
                </a:bodyPr>
                <a:lstStyle/>
                <a:p>
                  <a:pPr algn="ctr"/>
                  <a:r>
                    <a:rPr lang="en-US" dirty="0"/>
                    <a:t>Unencrypted file</a:t>
                  </a:r>
                </a:p>
              </p:txBody>
            </p:sp>
            <p:sp>
              <p:nvSpPr>
                <p:cNvPr id="75" name="TextBox 74">
                  <a:extLst>
                    <a:ext uri="{FF2B5EF4-FFF2-40B4-BE49-F238E27FC236}">
                      <a16:creationId xmlns:a16="http://schemas.microsoft.com/office/drawing/2014/main" id="{9A734D1C-DD7B-4738-80A1-2B81055229BE}"/>
                    </a:ext>
                  </a:extLst>
                </p:cNvPr>
                <p:cNvSpPr txBox="1"/>
                <p:nvPr/>
              </p:nvSpPr>
              <p:spPr>
                <a:xfrm>
                  <a:off x="10491719" y="5140001"/>
                  <a:ext cx="1250006" cy="646331"/>
                </a:xfrm>
                <a:prstGeom prst="rect">
                  <a:avLst/>
                </a:prstGeom>
                <a:noFill/>
              </p:spPr>
              <p:txBody>
                <a:bodyPr wrap="square" rtlCol="0">
                  <a:spAutoFit/>
                </a:bodyPr>
                <a:lstStyle/>
                <a:p>
                  <a:pPr algn="ctr"/>
                  <a:r>
                    <a:rPr lang="en-US" dirty="0"/>
                    <a:t>Encrypted file</a:t>
                  </a:r>
                </a:p>
              </p:txBody>
            </p:sp>
            <p:pic>
              <p:nvPicPr>
                <p:cNvPr id="26" name="Graphic 25">
                  <a:extLst>
                    <a:ext uri="{FF2B5EF4-FFF2-40B4-BE49-F238E27FC236}">
                      <a16:creationId xmlns:a16="http://schemas.microsoft.com/office/drawing/2014/main" id="{9C6BF8AB-3E41-4836-80E8-3ABFD3799F2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rot="5400000">
                  <a:off x="7358517" y="2857514"/>
                  <a:ext cx="1097280" cy="1097280"/>
                </a:xfrm>
                <a:prstGeom prst="rect">
                  <a:avLst/>
                </a:prstGeom>
              </p:spPr>
            </p:pic>
            <p:sp>
              <p:nvSpPr>
                <p:cNvPr id="28" name="TextBox 27">
                  <a:extLst>
                    <a:ext uri="{FF2B5EF4-FFF2-40B4-BE49-F238E27FC236}">
                      <a16:creationId xmlns:a16="http://schemas.microsoft.com/office/drawing/2014/main" id="{5AC40413-A106-4866-B70C-B4F23ACEEE50}"/>
                    </a:ext>
                  </a:extLst>
                </p:cNvPr>
                <p:cNvSpPr txBox="1"/>
                <p:nvPr/>
              </p:nvSpPr>
              <p:spPr>
                <a:xfrm>
                  <a:off x="8253801" y="3844303"/>
                  <a:ext cx="1005254" cy="584775"/>
                </a:xfrm>
                <a:prstGeom prst="rect">
                  <a:avLst/>
                </a:prstGeom>
                <a:noFill/>
              </p:spPr>
              <p:txBody>
                <a:bodyPr wrap="square" rtlCol="0">
                  <a:spAutoFit/>
                </a:bodyPr>
                <a:lstStyle/>
                <a:p>
                  <a:pPr algn="ctr"/>
                  <a:r>
                    <a:rPr lang="en-US" sz="1600" dirty="0"/>
                    <a:t>Private key</a:t>
                  </a:r>
                </a:p>
              </p:txBody>
            </p:sp>
            <p:sp>
              <p:nvSpPr>
                <p:cNvPr id="30" name="TextBox 29">
                  <a:extLst>
                    <a:ext uri="{FF2B5EF4-FFF2-40B4-BE49-F238E27FC236}">
                      <a16:creationId xmlns:a16="http://schemas.microsoft.com/office/drawing/2014/main" id="{F7E746EE-75D3-48BC-BC38-B0AC67C5A0E2}"/>
                    </a:ext>
                  </a:extLst>
                </p:cNvPr>
                <p:cNvSpPr txBox="1"/>
                <p:nvPr/>
              </p:nvSpPr>
              <p:spPr>
                <a:xfrm>
                  <a:off x="7337450" y="3844303"/>
                  <a:ext cx="1104028" cy="584775"/>
                </a:xfrm>
                <a:prstGeom prst="rect">
                  <a:avLst/>
                </a:prstGeom>
                <a:noFill/>
              </p:spPr>
              <p:txBody>
                <a:bodyPr wrap="square" rtlCol="0">
                  <a:spAutoFit/>
                </a:bodyPr>
                <a:lstStyle/>
                <a:p>
                  <a:pPr algn="ctr"/>
                  <a:r>
                    <a:rPr lang="en-US" sz="1600" dirty="0"/>
                    <a:t>Public key</a:t>
                  </a:r>
                </a:p>
              </p:txBody>
            </p:sp>
            <p:cxnSp>
              <p:nvCxnSpPr>
                <p:cNvPr id="5" name="Connector: Elbow 4">
                  <a:extLst>
                    <a:ext uri="{FF2B5EF4-FFF2-40B4-BE49-F238E27FC236}">
                      <a16:creationId xmlns:a16="http://schemas.microsoft.com/office/drawing/2014/main" id="{8B5912F5-F07F-49F0-A48B-9ABCB620016C}"/>
                    </a:ext>
                  </a:extLst>
                </p:cNvPr>
                <p:cNvCxnSpPr>
                  <a:cxnSpLocks/>
                  <a:endCxn id="45" idx="2"/>
                </p:cNvCxnSpPr>
                <p:nvPr/>
              </p:nvCxnSpPr>
              <p:spPr>
                <a:xfrm rot="5400000" flipH="1" flipV="1">
                  <a:off x="7777958" y="2258623"/>
                  <a:ext cx="646332" cy="437848"/>
                </a:xfrm>
                <a:prstGeom prst="bentConnector3">
                  <a:avLst/>
                </a:prstGeom>
                <a:ln w="44450">
                  <a:solidFill>
                    <a:schemeClr val="tx1"/>
                  </a:solidFill>
                  <a:tailEnd type="arrow" w="lg"/>
                </a:ln>
                <a:effectLst>
                  <a:outerShdw blurRad="63500" dist="53881" dir="2700016" rotWithShape="0">
                    <a:scrgbClr r="0" g="0" b="0">
                      <a:alpha val="25000"/>
                    </a:scrgbClr>
                  </a:outerShdw>
                </a:effectLst>
              </p:spPr>
              <p:style>
                <a:lnRef idx="1">
                  <a:schemeClr val="accent1"/>
                </a:lnRef>
                <a:fillRef idx="0">
                  <a:schemeClr val="accent1"/>
                </a:fillRef>
                <a:effectRef idx="0">
                  <a:schemeClr val="accent1"/>
                </a:effectRef>
                <a:fontRef idx="minor">
                  <a:schemeClr val="tx1"/>
                </a:fontRef>
              </p:style>
            </p:cxnSp>
            <p:cxnSp>
              <p:nvCxnSpPr>
                <p:cNvPr id="7" name="Connector: Elbow 6">
                  <a:extLst>
                    <a:ext uri="{FF2B5EF4-FFF2-40B4-BE49-F238E27FC236}">
                      <a16:creationId xmlns:a16="http://schemas.microsoft.com/office/drawing/2014/main" id="{248023A4-7D46-4749-BA4E-9B89A06E3C20}"/>
                    </a:ext>
                  </a:extLst>
                </p:cNvPr>
                <p:cNvCxnSpPr>
                  <a:cxnSpLocks/>
                  <a:stCxn id="28" idx="2"/>
                  <a:endCxn id="46" idx="0"/>
                </p:cNvCxnSpPr>
                <p:nvPr/>
              </p:nvCxnSpPr>
              <p:spPr>
                <a:xfrm rot="5400000">
                  <a:off x="8216606" y="4532520"/>
                  <a:ext cx="643265" cy="436380"/>
                </a:xfrm>
                <a:prstGeom prst="bentConnector3">
                  <a:avLst/>
                </a:prstGeom>
                <a:ln w="44450">
                  <a:solidFill>
                    <a:schemeClr val="tx1"/>
                  </a:solidFill>
                  <a:tailEnd type="arrow" w="lg"/>
                </a:ln>
                <a:effectLst>
                  <a:outerShdw blurRad="63500" dist="53881" dir="2700016" rotWithShape="0">
                    <a:scrgbClr r="0" g="0" b="0">
                      <a:alpha val="25000"/>
                    </a:scrgbClr>
                  </a:outerShdw>
                </a:effectLst>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1AD736EA-64C9-434F-B43F-71B83E071E0C}"/>
                    </a:ext>
                  </a:extLst>
                </p:cNvPr>
                <p:cNvSpPr/>
                <p:nvPr/>
              </p:nvSpPr>
              <p:spPr>
                <a:xfrm>
                  <a:off x="7337450" y="2840088"/>
                  <a:ext cx="2015878" cy="1588978"/>
                </a:xfrm>
                <a:prstGeom prst="rect">
                  <a:avLst/>
                </a:prstGeom>
                <a:no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pic>
          <p:nvPicPr>
            <p:cNvPr id="14" name="Graphic 13">
              <a:extLst>
                <a:ext uri="{FF2B5EF4-FFF2-40B4-BE49-F238E27FC236}">
                  <a16:creationId xmlns:a16="http://schemas.microsoft.com/office/drawing/2014/main" id="{1330CB97-A4EB-4BC2-84AA-9399C891AE9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5400000">
              <a:off x="8249662" y="3142132"/>
              <a:ext cx="962109" cy="502920"/>
            </a:xfrm>
            <a:prstGeom prst="rect">
              <a:avLst/>
            </a:prstGeom>
          </p:spPr>
        </p:pic>
      </p:grpSp>
    </p:spTree>
    <p:custDataLst>
      <p:tags r:id="rId1"/>
    </p:custDataLst>
    <p:extLst>
      <p:ext uri="{BB962C8B-B14F-4D97-AF65-F5344CB8AC3E}">
        <p14:creationId xmlns:p14="http://schemas.microsoft.com/office/powerpoint/2010/main" val="19214986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923F2F90-B34F-42DD-A36E-F47F090F2265}"/>
              </a:ext>
            </a:extLst>
          </p:cNvPr>
          <p:cNvSpPr>
            <a:spLocks noGrp="1"/>
          </p:cNvSpPr>
          <p:nvPr>
            <p:ph type="sldNum" idx="97"/>
          </p:nvPr>
        </p:nvSpPr>
        <p:spPr/>
        <p:txBody>
          <a:bodyPr/>
          <a:lstStyle/>
          <a:p>
            <a:fld id="{930176A1-BCF0-4712-97A6-6B495F55390B}" type="slidenum">
              <a:rPr lang="en-US" smtClean="0"/>
              <a:t>60</a:t>
            </a:fld>
            <a:endParaRPr lang="en-US" dirty="0"/>
          </a:p>
        </p:txBody>
      </p:sp>
      <p:sp>
        <p:nvSpPr>
          <p:cNvPr id="8" name="Title">
            <a:extLst>
              <a:ext uri="{FF2B5EF4-FFF2-40B4-BE49-F238E27FC236}">
                <a16:creationId xmlns:a16="http://schemas.microsoft.com/office/drawing/2014/main" id="{7D1E250E-E5F5-4DBC-838B-A930A135ED62}"/>
              </a:ext>
            </a:extLst>
          </p:cNvPr>
          <p:cNvSpPr>
            <a:spLocks noGrp="1"/>
          </p:cNvSpPr>
          <p:nvPr>
            <p:ph type="title" idx="1"/>
          </p:nvPr>
        </p:nvSpPr>
        <p:spPr>
          <a:xfrm>
            <a:off x="365760" y="371945"/>
            <a:ext cx="8218917" cy="590931"/>
          </a:xfrm>
          <a:prstGeom prst="rect">
            <a:avLst/>
          </a:prstGeom>
        </p:spPr>
        <p:txBody>
          <a:bodyPr wrap="none">
            <a:spAutoFit/>
          </a:bodyPr>
          <a:lstStyle/>
          <a:p>
            <a:r>
              <a:rPr lang="en-US" dirty="0">
                <a:solidFill>
                  <a:srgbClr val="16191F"/>
                </a:solidFill>
                <a:latin typeface="+mj-lt"/>
              </a:rPr>
              <a:t>When to use asymmetric encryption</a:t>
            </a:r>
            <a:endParaRPr lang="en-US" i="0" dirty="0">
              <a:solidFill>
                <a:srgbClr val="16191F"/>
              </a:solidFill>
              <a:effectLst/>
              <a:latin typeface="+mj-lt"/>
            </a:endParaRPr>
          </a:p>
        </p:txBody>
      </p:sp>
      <p:sp>
        <p:nvSpPr>
          <p:cNvPr id="3" name="Content Placeholder 2">
            <a:extLst>
              <a:ext uri="{FF2B5EF4-FFF2-40B4-BE49-F238E27FC236}">
                <a16:creationId xmlns:a16="http://schemas.microsoft.com/office/drawing/2014/main" id="{9A293E10-2A57-4B88-AC86-7420C9603034}"/>
              </a:ext>
            </a:extLst>
          </p:cNvPr>
          <p:cNvSpPr>
            <a:spLocks noGrp="1"/>
          </p:cNvSpPr>
          <p:nvPr>
            <p:ph idx="2"/>
          </p:nvPr>
        </p:nvSpPr>
        <p:spPr>
          <a:xfrm>
            <a:off x="365760" y="1097279"/>
            <a:ext cx="11466576" cy="4892703"/>
          </a:xfrm>
        </p:spPr>
        <p:txBody>
          <a:bodyPr>
            <a:normAutofit/>
          </a:bodyPr>
          <a:lstStyle/>
          <a:p>
            <a:pPr marL="347472" indent="-342900">
              <a:spcBef>
                <a:spcPts val="600"/>
              </a:spcBef>
              <a:spcAft>
                <a:spcPts val="600"/>
              </a:spcAft>
              <a:buFont typeface="Arial" panose="020B0604020202020204" pitchFamily="34" charset="0"/>
              <a:buChar char="•"/>
            </a:pPr>
            <a:r>
              <a:rPr lang="en-US" dirty="0">
                <a:solidFill>
                  <a:srgbClr val="16191F"/>
                </a:solidFill>
              </a:rPr>
              <a:t>If you’re sharing the data outside of the organization</a:t>
            </a:r>
          </a:p>
          <a:p>
            <a:pPr marL="347472" indent="-342900">
              <a:spcBef>
                <a:spcPts val="600"/>
              </a:spcBef>
              <a:spcAft>
                <a:spcPts val="600"/>
              </a:spcAft>
              <a:buFont typeface="Arial" panose="020B0604020202020204" pitchFamily="34" charset="0"/>
              <a:buChar char="•"/>
            </a:pPr>
            <a:r>
              <a:rPr lang="en-US" dirty="0">
                <a:solidFill>
                  <a:srgbClr val="16191F"/>
                </a:solidFill>
              </a:rPr>
              <a:t>If regulations or governance prohibit sharing the key</a:t>
            </a:r>
          </a:p>
          <a:p>
            <a:pPr marL="347472" indent="-342900">
              <a:spcBef>
                <a:spcPts val="600"/>
              </a:spcBef>
              <a:spcAft>
                <a:spcPts val="600"/>
              </a:spcAft>
              <a:buFont typeface="Arial" panose="020B0604020202020204" pitchFamily="34" charset="0"/>
              <a:buChar char="•"/>
            </a:pPr>
            <a:r>
              <a:rPr lang="en-US" dirty="0">
                <a:solidFill>
                  <a:srgbClr val="16191F"/>
                </a:solidFill>
              </a:rPr>
              <a:t>If non-repudiation is required (Non-repudiation prevents a user from denying prior commitments or actions)</a:t>
            </a:r>
          </a:p>
          <a:p>
            <a:pPr marL="347472" indent="-342900">
              <a:spcBef>
                <a:spcPts val="600"/>
              </a:spcBef>
              <a:spcAft>
                <a:spcPts val="600"/>
              </a:spcAft>
              <a:buFont typeface="Arial" panose="020B0604020202020204" pitchFamily="34" charset="0"/>
              <a:buChar char="•"/>
            </a:pPr>
            <a:r>
              <a:rPr lang="en-US" dirty="0">
                <a:solidFill>
                  <a:srgbClr val="16191F"/>
                </a:solidFill>
              </a:rPr>
              <a:t>If you’re strictly segregating access to encryption keys based on organization roles</a:t>
            </a:r>
          </a:p>
          <a:p>
            <a:pPr marL="0" indent="0">
              <a:buNone/>
            </a:pPr>
            <a:endParaRPr lang="en-US" dirty="0"/>
          </a:p>
        </p:txBody>
      </p:sp>
    </p:spTree>
    <p:custDataLst>
      <p:tags r:id="rId1"/>
    </p:custDataLst>
    <p:extLst>
      <p:ext uri="{BB962C8B-B14F-4D97-AF65-F5344CB8AC3E}">
        <p14:creationId xmlns:p14="http://schemas.microsoft.com/office/powerpoint/2010/main" val="386944674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D94348E5-5633-4AAC-8381-F400FFB84393}"/>
              </a:ext>
            </a:extLst>
          </p:cNvPr>
          <p:cNvSpPr>
            <a:spLocks noGrp="1"/>
          </p:cNvSpPr>
          <p:nvPr>
            <p:ph type="sldNum" idx="97"/>
          </p:nvPr>
        </p:nvSpPr>
        <p:spPr/>
        <p:txBody>
          <a:bodyPr/>
          <a:lstStyle/>
          <a:p>
            <a:fld id="{4037B1B0-0345-4E15-985A-6BECCDBE474F}" type="slidenum">
              <a:rPr lang="en-US" smtClean="0"/>
              <a:pPr/>
              <a:t>61</a:t>
            </a:fld>
            <a:endParaRPr lang="en-US" dirty="0"/>
          </a:p>
        </p:txBody>
      </p:sp>
      <p:sp>
        <p:nvSpPr>
          <p:cNvPr id="25" name="Title">
            <a:extLst>
              <a:ext uri="{FF2B5EF4-FFF2-40B4-BE49-F238E27FC236}">
                <a16:creationId xmlns:a16="http://schemas.microsoft.com/office/drawing/2014/main" id="{42432EB0-6677-4AED-AFB9-C678E2BF0F1D}"/>
              </a:ext>
            </a:extLst>
          </p:cNvPr>
          <p:cNvSpPr>
            <a:spLocks noGrp="1"/>
          </p:cNvSpPr>
          <p:nvPr>
            <p:ph type="title" idx="1"/>
          </p:nvPr>
        </p:nvSpPr>
        <p:spPr/>
        <p:txBody>
          <a:bodyPr>
            <a:normAutofit/>
          </a:bodyPr>
          <a:lstStyle/>
          <a:p>
            <a:r>
              <a:rPr lang="en-US" dirty="0"/>
              <a:t>Applying envelope encryption</a:t>
            </a:r>
          </a:p>
        </p:txBody>
      </p:sp>
      <p:grpSp>
        <p:nvGrpSpPr>
          <p:cNvPr id="4" name="Flatten Envelope Group">
            <a:extLst>
              <a:ext uri="{FF2B5EF4-FFF2-40B4-BE49-F238E27FC236}">
                <a16:creationId xmlns:a16="http://schemas.microsoft.com/office/drawing/2014/main" id="{5E461CE8-DBB5-4804-977D-DB1862CBC706}"/>
              </a:ext>
              <a:ext uri="{C183D7F6-B498-43B3-948B-1728B52AA6E4}">
                <adec:decorative xmlns:adec="http://schemas.microsoft.com/office/drawing/2017/decorative" val="1"/>
              </a:ext>
            </a:extLst>
          </p:cNvPr>
          <p:cNvGrpSpPr/>
          <p:nvPr/>
        </p:nvGrpSpPr>
        <p:grpSpPr>
          <a:xfrm>
            <a:off x="2200173" y="1185263"/>
            <a:ext cx="9624226" cy="5073828"/>
            <a:chOff x="2200173" y="1185263"/>
            <a:chExt cx="9624226" cy="5073828"/>
          </a:xfrm>
        </p:grpSpPr>
        <p:pic>
          <p:nvPicPr>
            <p:cNvPr id="101" name="Graphic 100">
              <a:extLst>
                <a:ext uri="{FF2B5EF4-FFF2-40B4-BE49-F238E27FC236}">
                  <a16:creationId xmlns:a16="http://schemas.microsoft.com/office/drawing/2014/main" id="{DB48BB9B-1CC8-4DB4-A066-D91BB8F5F56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3378619" y="1235682"/>
              <a:ext cx="914400" cy="914400"/>
            </a:xfrm>
            <a:prstGeom prst="rect">
              <a:avLst/>
            </a:prstGeom>
          </p:spPr>
        </p:pic>
        <p:cxnSp>
          <p:nvCxnSpPr>
            <p:cNvPr id="119" name="Straight Arrow Connector 118">
              <a:extLst>
                <a:ext uri="{FF2B5EF4-FFF2-40B4-BE49-F238E27FC236}">
                  <a16:creationId xmlns:a16="http://schemas.microsoft.com/office/drawing/2014/main" id="{864CBDB6-473C-4710-BEB1-E32CF34DE1F3}"/>
                </a:ext>
              </a:extLst>
            </p:cNvPr>
            <p:cNvCxnSpPr>
              <a:cxnSpLocks/>
              <a:stCxn id="15" idx="2"/>
              <a:endCxn id="107" idx="1"/>
            </p:cNvCxnSpPr>
            <p:nvPr/>
          </p:nvCxnSpPr>
          <p:spPr>
            <a:xfrm flipH="1">
              <a:off x="3850739" y="2424733"/>
              <a:ext cx="1449" cy="364485"/>
            </a:xfrm>
            <a:prstGeom prst="straightConnector1">
              <a:avLst/>
            </a:prstGeom>
            <a:ln w="12700">
              <a:solidFill>
                <a:srgbClr val="232F3E"/>
              </a:solidFill>
              <a:prstDash val="dash"/>
              <a:tailEnd type="arrow" w="lg"/>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DDC5EA7D-9A3C-4E9D-B427-60AFE47F5A47}"/>
                </a:ext>
              </a:extLst>
            </p:cNvPr>
            <p:cNvCxnSpPr>
              <a:cxnSpLocks/>
              <a:endCxn id="157" idx="1"/>
            </p:cNvCxnSpPr>
            <p:nvPr/>
          </p:nvCxnSpPr>
          <p:spPr>
            <a:xfrm flipH="1">
              <a:off x="6979264" y="4375397"/>
              <a:ext cx="476" cy="235978"/>
            </a:xfrm>
            <a:prstGeom prst="straightConnector1">
              <a:avLst/>
            </a:prstGeom>
            <a:ln w="12700">
              <a:solidFill>
                <a:srgbClr val="232F3E"/>
              </a:solidFill>
              <a:prstDash val="dash"/>
              <a:tailEnd type="arrow" w="lg"/>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FE933ACE-F39E-49AD-AE9E-787AEE874A1F}"/>
                </a:ext>
              </a:extLst>
            </p:cNvPr>
            <p:cNvGrpSpPr/>
            <p:nvPr/>
          </p:nvGrpSpPr>
          <p:grpSpPr>
            <a:xfrm>
              <a:off x="2200173" y="1185263"/>
              <a:ext cx="9624226" cy="5073828"/>
              <a:chOff x="2200173" y="1185263"/>
              <a:chExt cx="9624226" cy="5073828"/>
            </a:xfrm>
          </p:grpSpPr>
          <p:pic>
            <p:nvPicPr>
              <p:cNvPr id="5" name="Graphic 4">
                <a:extLst>
                  <a:ext uri="{FF2B5EF4-FFF2-40B4-BE49-F238E27FC236}">
                    <a16:creationId xmlns:a16="http://schemas.microsoft.com/office/drawing/2014/main" id="{D9F230D1-B967-412B-B3EA-2F5AC856A29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341621" y="1256236"/>
                <a:ext cx="873292" cy="873292"/>
              </a:xfrm>
              <a:prstGeom prst="rect">
                <a:avLst/>
              </a:prstGeom>
            </p:spPr>
          </p:pic>
          <p:pic>
            <p:nvPicPr>
              <p:cNvPr id="8" name="Picture 4" descr="C:\Users\patray\AppData\Local\Temp\SNAGHTML27835b.PNG">
                <a:extLst>
                  <a:ext uri="{FF2B5EF4-FFF2-40B4-BE49-F238E27FC236}">
                    <a16:creationId xmlns:a16="http://schemas.microsoft.com/office/drawing/2014/main" id="{CFC6B156-9B83-44DF-BF9D-7AB06FA4D58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19799" y="1254732"/>
                <a:ext cx="752475" cy="876300"/>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B4C066FE-E6D6-4B12-A79E-F474606324C3}"/>
                  </a:ext>
                </a:extLst>
              </p:cNvPr>
              <p:cNvSpPr/>
              <p:nvPr/>
            </p:nvSpPr>
            <p:spPr>
              <a:xfrm>
                <a:off x="9264840" y="5587862"/>
                <a:ext cx="2559559" cy="646331"/>
              </a:xfrm>
              <a:prstGeom prst="rect">
                <a:avLst/>
              </a:prstGeom>
            </p:spPr>
            <p:txBody>
              <a:bodyPr wrap="square">
                <a:spAutoFit/>
              </a:bodyPr>
              <a:lstStyle/>
              <a:p>
                <a:pPr algn="ctr"/>
                <a:r>
                  <a:rPr lang="en-US" b="1" dirty="0">
                    <a:solidFill>
                      <a:schemeClr val="accent6"/>
                    </a:solidFill>
                  </a:rPr>
                  <a:t>Encrypted </a:t>
                </a:r>
                <a:br>
                  <a:rPr lang="en-US" dirty="0"/>
                </a:br>
                <a:r>
                  <a:rPr lang="en-US" dirty="0"/>
                  <a:t>key-encryption key 1</a:t>
                </a:r>
              </a:p>
            </p:txBody>
          </p:sp>
          <p:sp>
            <p:nvSpPr>
              <p:cNvPr id="15" name="TextBox 14">
                <a:extLst>
                  <a:ext uri="{FF2B5EF4-FFF2-40B4-BE49-F238E27FC236}">
                    <a16:creationId xmlns:a16="http://schemas.microsoft.com/office/drawing/2014/main" id="{9517D73B-DA47-43BB-BA0D-40618CF94C14}"/>
                  </a:ext>
                </a:extLst>
              </p:cNvPr>
              <p:cNvSpPr txBox="1"/>
              <p:nvPr/>
            </p:nvSpPr>
            <p:spPr>
              <a:xfrm>
                <a:off x="3303800" y="2055401"/>
                <a:ext cx="1096775" cy="369332"/>
              </a:xfrm>
              <a:prstGeom prst="rect">
                <a:avLst/>
              </a:prstGeom>
              <a:noFill/>
            </p:spPr>
            <p:txBody>
              <a:bodyPr wrap="none" rtlCol="0">
                <a:spAutoFit/>
              </a:bodyPr>
              <a:lstStyle/>
              <a:p>
                <a:r>
                  <a:rPr lang="en-US" dirty="0"/>
                  <a:t>Data key</a:t>
                </a:r>
              </a:p>
            </p:txBody>
          </p:sp>
          <p:sp>
            <p:nvSpPr>
              <p:cNvPr id="16" name="Rectangle 15">
                <a:extLst>
                  <a:ext uri="{FF2B5EF4-FFF2-40B4-BE49-F238E27FC236}">
                    <a16:creationId xmlns:a16="http://schemas.microsoft.com/office/drawing/2014/main" id="{0EC49C6F-31F2-43FD-A9B5-2545880790A5}"/>
                  </a:ext>
                </a:extLst>
              </p:cNvPr>
              <p:cNvSpPr/>
              <p:nvPr/>
            </p:nvSpPr>
            <p:spPr>
              <a:xfrm>
                <a:off x="4225224" y="3661831"/>
                <a:ext cx="2000931" cy="646331"/>
              </a:xfrm>
              <a:prstGeom prst="rect">
                <a:avLst/>
              </a:prstGeom>
            </p:spPr>
            <p:txBody>
              <a:bodyPr wrap="square">
                <a:spAutoFit/>
              </a:bodyPr>
              <a:lstStyle/>
              <a:p>
                <a:pPr algn="ctr"/>
                <a:r>
                  <a:rPr lang="en-US" dirty="0"/>
                  <a:t>key-encryption key 1</a:t>
                </a:r>
              </a:p>
            </p:txBody>
          </p:sp>
          <p:pic>
            <p:nvPicPr>
              <p:cNvPr id="22" name="Graphic 21">
                <a:extLst>
                  <a:ext uri="{FF2B5EF4-FFF2-40B4-BE49-F238E27FC236}">
                    <a16:creationId xmlns:a16="http://schemas.microsoft.com/office/drawing/2014/main" id="{F5D15730-C2B7-42AD-841D-E2FB91C8C80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rot="5400000">
                <a:off x="4677049" y="2662711"/>
                <a:ext cx="1097280" cy="1167414"/>
              </a:xfrm>
              <a:prstGeom prst="rect">
                <a:avLst/>
              </a:prstGeom>
            </p:spPr>
          </p:pic>
          <p:sp>
            <p:nvSpPr>
              <p:cNvPr id="26" name="Rectangle 25">
                <a:extLst>
                  <a:ext uri="{FF2B5EF4-FFF2-40B4-BE49-F238E27FC236}">
                    <a16:creationId xmlns:a16="http://schemas.microsoft.com/office/drawing/2014/main" id="{1F4EC5F9-22C9-4E72-BA97-1627B51D8D8D}"/>
                  </a:ext>
                </a:extLst>
              </p:cNvPr>
              <p:cNvSpPr/>
              <p:nvPr/>
            </p:nvSpPr>
            <p:spPr>
              <a:xfrm>
                <a:off x="6134729" y="3661831"/>
                <a:ext cx="1715965" cy="646331"/>
              </a:xfrm>
              <a:prstGeom prst="rect">
                <a:avLst/>
              </a:prstGeom>
            </p:spPr>
            <p:txBody>
              <a:bodyPr wrap="square">
                <a:spAutoFit/>
              </a:bodyPr>
              <a:lstStyle/>
              <a:p>
                <a:pPr algn="ctr"/>
                <a:r>
                  <a:rPr lang="en-US" b="1" dirty="0">
                    <a:solidFill>
                      <a:schemeClr val="accent6"/>
                    </a:solidFill>
                  </a:rPr>
                  <a:t>Encrypted</a:t>
                </a:r>
                <a:r>
                  <a:rPr lang="en-US" dirty="0"/>
                  <a:t> data key</a:t>
                </a:r>
              </a:p>
            </p:txBody>
          </p:sp>
          <p:sp>
            <p:nvSpPr>
              <p:cNvPr id="30" name="Rectangle 29">
                <a:extLst>
                  <a:ext uri="{FF2B5EF4-FFF2-40B4-BE49-F238E27FC236}">
                    <a16:creationId xmlns:a16="http://schemas.microsoft.com/office/drawing/2014/main" id="{62C5A525-C9D7-4A59-B708-439EF076D892}"/>
                  </a:ext>
                </a:extLst>
              </p:cNvPr>
              <p:cNvSpPr/>
              <p:nvPr/>
            </p:nvSpPr>
            <p:spPr>
              <a:xfrm>
                <a:off x="7512544" y="5612760"/>
                <a:ext cx="2084259" cy="646331"/>
              </a:xfrm>
              <a:prstGeom prst="rect">
                <a:avLst/>
              </a:prstGeom>
            </p:spPr>
            <p:txBody>
              <a:bodyPr wrap="square">
                <a:spAutoFit/>
              </a:bodyPr>
              <a:lstStyle/>
              <a:p>
                <a:pPr algn="ctr"/>
                <a:r>
                  <a:rPr lang="en-US" dirty="0"/>
                  <a:t>key-encryption key 2</a:t>
                </a:r>
              </a:p>
            </p:txBody>
          </p:sp>
          <p:sp>
            <p:nvSpPr>
              <p:cNvPr id="31" name="TextBox 30">
                <a:extLst>
                  <a:ext uri="{FF2B5EF4-FFF2-40B4-BE49-F238E27FC236}">
                    <a16:creationId xmlns:a16="http://schemas.microsoft.com/office/drawing/2014/main" id="{8B22DA8F-691C-41C8-A161-59FFAC0567C9}"/>
                  </a:ext>
                </a:extLst>
              </p:cNvPr>
              <p:cNvSpPr txBox="1"/>
              <p:nvPr/>
            </p:nvSpPr>
            <p:spPr>
              <a:xfrm>
                <a:off x="2200173" y="2055401"/>
                <a:ext cx="1156189" cy="646331"/>
              </a:xfrm>
              <a:prstGeom prst="rect">
                <a:avLst/>
              </a:prstGeom>
              <a:noFill/>
            </p:spPr>
            <p:txBody>
              <a:bodyPr wrap="square" rtlCol="0">
                <a:spAutoFit/>
              </a:bodyPr>
              <a:lstStyle/>
              <a:p>
                <a:pPr algn="ctr"/>
                <a:r>
                  <a:rPr lang="en-US" dirty="0"/>
                  <a:t>Plaintext item</a:t>
                </a:r>
              </a:p>
            </p:txBody>
          </p:sp>
          <p:sp>
            <p:nvSpPr>
              <p:cNvPr id="32" name="TextBox 31">
                <a:extLst>
                  <a:ext uri="{FF2B5EF4-FFF2-40B4-BE49-F238E27FC236}">
                    <a16:creationId xmlns:a16="http://schemas.microsoft.com/office/drawing/2014/main" id="{BA9B6AF7-AE82-46E3-8254-ADAAE7E585E2}"/>
                  </a:ext>
                </a:extLst>
              </p:cNvPr>
              <p:cNvSpPr txBox="1"/>
              <p:nvPr/>
            </p:nvSpPr>
            <p:spPr>
              <a:xfrm>
                <a:off x="4519124" y="2055401"/>
                <a:ext cx="1509964" cy="646331"/>
              </a:xfrm>
              <a:prstGeom prst="rect">
                <a:avLst/>
              </a:prstGeom>
              <a:noFill/>
            </p:spPr>
            <p:txBody>
              <a:bodyPr wrap="square" rtlCol="0">
                <a:spAutoFit/>
              </a:bodyPr>
              <a:lstStyle/>
              <a:p>
                <a:pPr algn="ctr"/>
                <a:r>
                  <a:rPr lang="en-US" b="1" dirty="0">
                    <a:solidFill>
                      <a:schemeClr val="accent6"/>
                    </a:solidFill>
                  </a:rPr>
                  <a:t>Encrypted </a:t>
                </a:r>
                <a:r>
                  <a:rPr lang="en-US" dirty="0"/>
                  <a:t>item</a:t>
                </a:r>
              </a:p>
            </p:txBody>
          </p:sp>
          <p:cxnSp>
            <p:nvCxnSpPr>
              <p:cNvPr id="37" name="Straight Arrow Connector 36">
                <a:extLst>
                  <a:ext uri="{FF2B5EF4-FFF2-40B4-BE49-F238E27FC236}">
                    <a16:creationId xmlns:a16="http://schemas.microsoft.com/office/drawing/2014/main" id="{7CEEBC1E-AB12-47E8-93E8-5AB22E976FD0}"/>
                  </a:ext>
                </a:extLst>
              </p:cNvPr>
              <p:cNvCxnSpPr>
                <a:cxnSpLocks/>
              </p:cNvCxnSpPr>
              <p:nvPr/>
            </p:nvCxnSpPr>
            <p:spPr>
              <a:xfrm>
                <a:off x="4135123" y="1634895"/>
                <a:ext cx="822960" cy="1"/>
              </a:xfrm>
              <a:prstGeom prst="straightConnector1">
                <a:avLst/>
              </a:prstGeom>
              <a:ln w="44450">
                <a:solidFill>
                  <a:schemeClr val="hlink"/>
                </a:solidFill>
                <a:tailEnd type="arrow" w="lg"/>
              </a:ln>
              <a:effectLst>
                <a:outerShdw blurRad="63500" dist="53881" dir="2700016" rotWithShape="0">
                  <a:scrgbClr r="0" g="0" b="0">
                    <a:alpha val="25000"/>
                  </a:scrgbClr>
                </a:outerShdw>
              </a:effectLst>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5EA8AE41-A9AC-4D37-A78F-6E0FEBA3C859}"/>
                  </a:ext>
                </a:extLst>
              </p:cNvPr>
              <p:cNvCxnSpPr>
                <a:cxnSpLocks/>
              </p:cNvCxnSpPr>
              <p:nvPr/>
            </p:nvCxnSpPr>
            <p:spPr>
              <a:xfrm>
                <a:off x="5592636" y="3055948"/>
                <a:ext cx="1097280" cy="0"/>
              </a:xfrm>
              <a:prstGeom prst="straightConnector1">
                <a:avLst/>
              </a:prstGeom>
              <a:ln w="44450">
                <a:solidFill>
                  <a:schemeClr val="hlink"/>
                </a:solidFill>
                <a:tailEnd type="arrow" w="lg"/>
              </a:ln>
              <a:effectLst>
                <a:outerShdw blurRad="63500" dist="53881" dir="2700016" rotWithShape="0">
                  <a:srgbClr val="232F3E">
                    <a:alpha val="25000"/>
                  </a:srgbClr>
                </a:outerShdw>
              </a:effectLst>
            </p:spPr>
            <p:style>
              <a:lnRef idx="1">
                <a:schemeClr val="accent1"/>
              </a:lnRef>
              <a:fillRef idx="0">
                <a:schemeClr val="accent1"/>
              </a:fillRef>
              <a:effectRef idx="0">
                <a:schemeClr val="accent1"/>
              </a:effectRef>
              <a:fontRef idx="minor">
                <a:schemeClr val="tx1"/>
              </a:fontRef>
            </p:style>
          </p:cxnSp>
          <p:pic>
            <p:nvPicPr>
              <p:cNvPr id="44" name="Graphic 43">
                <a:extLst>
                  <a:ext uri="{FF2B5EF4-FFF2-40B4-BE49-F238E27FC236}">
                    <a16:creationId xmlns:a16="http://schemas.microsoft.com/office/drawing/2014/main" id="{DA191562-C777-4CA9-A523-F960D07AEA14}"/>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716132" y="1185263"/>
                <a:ext cx="1108267" cy="1108267"/>
              </a:xfrm>
              <a:prstGeom prst="rect">
                <a:avLst/>
              </a:prstGeom>
            </p:spPr>
          </p:pic>
          <p:sp>
            <p:nvSpPr>
              <p:cNvPr id="58" name="TextBox 57">
                <a:extLst>
                  <a:ext uri="{FF2B5EF4-FFF2-40B4-BE49-F238E27FC236}">
                    <a16:creationId xmlns:a16="http://schemas.microsoft.com/office/drawing/2014/main" id="{23BA76F3-D76E-423E-AD49-1FF22677113D}"/>
                  </a:ext>
                </a:extLst>
              </p:cNvPr>
              <p:cNvSpPr txBox="1"/>
              <p:nvPr/>
            </p:nvSpPr>
            <p:spPr>
              <a:xfrm>
                <a:off x="3302352" y="3661831"/>
                <a:ext cx="1096775" cy="369332"/>
              </a:xfrm>
              <a:prstGeom prst="rect">
                <a:avLst/>
              </a:prstGeom>
              <a:noFill/>
            </p:spPr>
            <p:txBody>
              <a:bodyPr wrap="none" rtlCol="0">
                <a:spAutoFit/>
              </a:bodyPr>
              <a:lstStyle/>
              <a:p>
                <a:r>
                  <a:rPr lang="en-US" dirty="0"/>
                  <a:t>Data key</a:t>
                </a:r>
              </a:p>
            </p:txBody>
          </p:sp>
          <p:sp>
            <p:nvSpPr>
              <p:cNvPr id="65" name="Rectangle 64">
                <a:extLst>
                  <a:ext uri="{FF2B5EF4-FFF2-40B4-BE49-F238E27FC236}">
                    <a16:creationId xmlns:a16="http://schemas.microsoft.com/office/drawing/2014/main" id="{B43CCBFD-CBDA-45BD-8230-82FC0144B37A}"/>
                  </a:ext>
                </a:extLst>
              </p:cNvPr>
              <p:cNvSpPr/>
              <p:nvPr/>
            </p:nvSpPr>
            <p:spPr>
              <a:xfrm>
                <a:off x="6121282" y="5612760"/>
                <a:ext cx="1715965" cy="646331"/>
              </a:xfrm>
              <a:prstGeom prst="rect">
                <a:avLst/>
              </a:prstGeom>
            </p:spPr>
            <p:txBody>
              <a:bodyPr wrap="square">
                <a:spAutoFit/>
              </a:bodyPr>
              <a:lstStyle/>
              <a:p>
                <a:pPr algn="ctr"/>
                <a:r>
                  <a:rPr lang="en-US" dirty="0"/>
                  <a:t>Encrypted data key</a:t>
                </a:r>
              </a:p>
            </p:txBody>
          </p:sp>
          <p:pic>
            <p:nvPicPr>
              <p:cNvPr id="104" name="Graphic 103">
                <a:extLst>
                  <a:ext uri="{FF2B5EF4-FFF2-40B4-BE49-F238E27FC236}">
                    <a16:creationId xmlns:a16="http://schemas.microsoft.com/office/drawing/2014/main" id="{3173F141-6BEA-4E44-93E0-CE3FE671415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rot="5400000">
                <a:off x="8023132" y="4486184"/>
                <a:ext cx="1164781" cy="1280160"/>
              </a:xfrm>
              <a:prstGeom prst="rect">
                <a:avLst/>
              </a:prstGeom>
            </p:spPr>
          </p:pic>
          <p:pic>
            <p:nvPicPr>
              <p:cNvPr id="107" name="Graphic 106">
                <a:extLst>
                  <a:ext uri="{FF2B5EF4-FFF2-40B4-BE49-F238E27FC236}">
                    <a16:creationId xmlns:a16="http://schemas.microsoft.com/office/drawing/2014/main" id="{7A20A0FB-2F47-4CBA-B36C-1AD966547AA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5400000">
                <a:off x="3393539" y="2789218"/>
                <a:ext cx="914400" cy="914400"/>
              </a:xfrm>
              <a:prstGeom prst="rect">
                <a:avLst/>
              </a:prstGeom>
            </p:spPr>
          </p:pic>
          <p:pic>
            <p:nvPicPr>
              <p:cNvPr id="106" name="Graphic 105">
                <a:extLst>
                  <a:ext uri="{FF2B5EF4-FFF2-40B4-BE49-F238E27FC236}">
                    <a16:creationId xmlns:a16="http://schemas.microsoft.com/office/drawing/2014/main" id="{EE49EB5B-AFAA-41BA-90B4-BB15D46EAF2A}"/>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5400000">
                <a:off x="9903428" y="4519935"/>
                <a:ext cx="1188720" cy="1188720"/>
              </a:xfrm>
              <a:prstGeom prst="rect">
                <a:avLst/>
              </a:prstGeom>
            </p:spPr>
          </p:pic>
          <p:cxnSp>
            <p:nvCxnSpPr>
              <p:cNvPr id="117" name="Straight Arrow Connector 116">
                <a:extLst>
                  <a:ext uri="{FF2B5EF4-FFF2-40B4-BE49-F238E27FC236}">
                    <a16:creationId xmlns:a16="http://schemas.microsoft.com/office/drawing/2014/main" id="{866E329B-A414-433B-9DE9-4D4282DC84C4}"/>
                  </a:ext>
                </a:extLst>
              </p:cNvPr>
              <p:cNvCxnSpPr>
                <a:cxnSpLocks/>
              </p:cNvCxnSpPr>
              <p:nvPr/>
            </p:nvCxnSpPr>
            <p:spPr>
              <a:xfrm>
                <a:off x="8964029" y="5013011"/>
                <a:ext cx="1097280" cy="0"/>
              </a:xfrm>
              <a:prstGeom prst="straightConnector1">
                <a:avLst/>
              </a:prstGeom>
              <a:ln w="44450">
                <a:solidFill>
                  <a:schemeClr val="hlink"/>
                </a:solidFill>
                <a:tailEnd type="arrow" w="lg"/>
              </a:ln>
              <a:effectLst>
                <a:outerShdw blurRad="63500" dist="53881" dir="2700016" rotWithShape="0">
                  <a:srgbClr val="232F3E">
                    <a:alpha val="25000"/>
                  </a:srgbClr>
                </a:outerShdw>
              </a:effectLst>
            </p:spPr>
            <p:style>
              <a:lnRef idx="1">
                <a:schemeClr val="accent1"/>
              </a:lnRef>
              <a:fillRef idx="0">
                <a:schemeClr val="accent1"/>
              </a:fillRef>
              <a:effectRef idx="0">
                <a:schemeClr val="accent1"/>
              </a:effectRef>
              <a:fontRef idx="minor">
                <a:schemeClr val="tx1"/>
              </a:fontRef>
            </p:style>
          </p:cxnSp>
          <p:grpSp>
            <p:nvGrpSpPr>
              <p:cNvPr id="134" name="Group 133">
                <a:extLst>
                  <a:ext uri="{FF2B5EF4-FFF2-40B4-BE49-F238E27FC236}">
                    <a16:creationId xmlns:a16="http://schemas.microsoft.com/office/drawing/2014/main" id="{DEAF163A-7105-4F84-8274-76F06D05D146}"/>
                  </a:ext>
                </a:extLst>
              </p:cNvPr>
              <p:cNvGrpSpPr/>
              <p:nvPr/>
            </p:nvGrpSpPr>
            <p:grpSpPr>
              <a:xfrm>
                <a:off x="7704448" y="1868817"/>
                <a:ext cx="1391192" cy="792574"/>
                <a:chOff x="7657357" y="1400567"/>
                <a:chExt cx="1391192" cy="792574"/>
              </a:xfrm>
            </p:grpSpPr>
            <p:pic>
              <p:nvPicPr>
                <p:cNvPr id="126" name="Graphic 125">
                  <a:extLst>
                    <a:ext uri="{FF2B5EF4-FFF2-40B4-BE49-F238E27FC236}">
                      <a16:creationId xmlns:a16="http://schemas.microsoft.com/office/drawing/2014/main" id="{DED10C9A-12BA-4AC6-9A06-AB07087CC985}"/>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5400000">
                  <a:off x="8380599" y="1542970"/>
                  <a:ext cx="584369" cy="584369"/>
                </a:xfrm>
                <a:prstGeom prst="rect">
                  <a:avLst/>
                </a:prstGeom>
              </p:spPr>
            </p:pic>
            <p:pic>
              <p:nvPicPr>
                <p:cNvPr id="127" name="Picture 4" descr="C:\Users\patray\AppData\Local\Temp\SNAGHTML27835b.PNG">
                  <a:extLst>
                    <a:ext uri="{FF2B5EF4-FFF2-40B4-BE49-F238E27FC236}">
                      <a16:creationId xmlns:a16="http://schemas.microsoft.com/office/drawing/2014/main" id="{DC7E58B1-C103-45F7-A110-F3EC7BD1F53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763198" y="1552489"/>
                  <a:ext cx="515001" cy="599748"/>
                </a:xfrm>
                <a:prstGeom prst="rect">
                  <a:avLst/>
                </a:prstGeom>
                <a:noFill/>
                <a:extLst>
                  <a:ext uri="{909E8E84-426E-40DD-AFC4-6F175D3DCCD1}">
                    <a14:hiddenFill xmlns:a14="http://schemas.microsoft.com/office/drawing/2010/main">
                      <a:solidFill>
                        <a:srgbClr val="FFFFFF"/>
                      </a:solidFill>
                    </a14:hiddenFill>
                  </a:ext>
                </a:extLst>
              </p:spPr>
            </p:pic>
            <p:sp>
              <p:nvSpPr>
                <p:cNvPr id="128" name="Rectangle 127">
                  <a:extLst>
                    <a:ext uri="{FF2B5EF4-FFF2-40B4-BE49-F238E27FC236}">
                      <a16:creationId xmlns:a16="http://schemas.microsoft.com/office/drawing/2014/main" id="{EBAECCC1-2162-4318-B923-544A9DCA1D3D}"/>
                    </a:ext>
                  </a:extLst>
                </p:cNvPr>
                <p:cNvSpPr/>
                <p:nvPr/>
              </p:nvSpPr>
              <p:spPr>
                <a:xfrm>
                  <a:off x="7657357" y="1400568"/>
                  <a:ext cx="1391191" cy="79257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9" name="Isosceles Triangle 128">
                  <a:extLst>
                    <a:ext uri="{FF2B5EF4-FFF2-40B4-BE49-F238E27FC236}">
                      <a16:creationId xmlns:a16="http://schemas.microsoft.com/office/drawing/2014/main" id="{AE85ADE5-7ACE-41E7-83E4-2EC9270331CC}"/>
                    </a:ext>
                  </a:extLst>
                </p:cNvPr>
                <p:cNvSpPr/>
                <p:nvPr/>
              </p:nvSpPr>
              <p:spPr>
                <a:xfrm flipV="1">
                  <a:off x="7657357" y="1400567"/>
                  <a:ext cx="1391192" cy="151922"/>
                </a:xfrm>
                <a:prstGeom prst="triangle">
                  <a:avLst>
                    <a:gd name="adj" fmla="val 52306"/>
                  </a:avLst>
                </a:prstGeom>
                <a:solidFill>
                  <a:schemeClr val="bg1"/>
                </a:solidFill>
                <a:ln>
                  <a:prstDash val="dash"/>
                </a:ln>
                <a:effectLst>
                  <a:outerShdw blurRad="50800" dist="38100" dir="5400000" sx="82000" sy="82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131" name="Connector: Elbow 130">
                <a:extLst>
                  <a:ext uri="{FF2B5EF4-FFF2-40B4-BE49-F238E27FC236}">
                    <a16:creationId xmlns:a16="http://schemas.microsoft.com/office/drawing/2014/main" id="{7F55D4DD-9B49-40EF-8D7A-BD54866B7BE9}"/>
                  </a:ext>
                </a:extLst>
              </p:cNvPr>
              <p:cNvCxnSpPr>
                <a:cxnSpLocks/>
                <a:stCxn id="106" idx="1"/>
                <a:endCxn id="128" idx="2"/>
              </p:cNvCxnSpPr>
              <p:nvPr/>
            </p:nvCxnSpPr>
            <p:spPr>
              <a:xfrm rot="16200000" flipV="1">
                <a:off x="8519644" y="2541791"/>
                <a:ext cx="1858544" cy="2097744"/>
              </a:xfrm>
              <a:prstGeom prst="bentConnector3">
                <a:avLst/>
              </a:prstGeom>
              <a:ln w="44450">
                <a:solidFill>
                  <a:schemeClr val="hlink"/>
                </a:solidFill>
                <a:prstDash val="solid"/>
                <a:tailEnd type="arrow" w="lg"/>
              </a:ln>
              <a:effectLst>
                <a:outerShdw blurRad="63500" dist="53881" dir="2700016" rotWithShape="0">
                  <a:scrgbClr r="0" g="0" b="0">
                    <a:alpha val="25000"/>
                  </a:scrgbClr>
                </a:outerShdw>
              </a:effectLst>
            </p:spPr>
            <p:style>
              <a:lnRef idx="1">
                <a:schemeClr val="accent1"/>
              </a:lnRef>
              <a:fillRef idx="0">
                <a:schemeClr val="accent1"/>
              </a:fillRef>
              <a:effectRef idx="0">
                <a:schemeClr val="accent1"/>
              </a:effectRef>
              <a:fontRef idx="minor">
                <a:schemeClr val="tx1"/>
              </a:fontRef>
            </p:style>
          </p:cxnSp>
          <p:cxnSp>
            <p:nvCxnSpPr>
              <p:cNvPr id="133" name="Connector: Elbow 132">
                <a:extLst>
                  <a:ext uri="{FF2B5EF4-FFF2-40B4-BE49-F238E27FC236}">
                    <a16:creationId xmlns:a16="http://schemas.microsoft.com/office/drawing/2014/main" id="{6C6EE878-1C2C-4086-AC4F-ABEFB6729B60}"/>
                  </a:ext>
                </a:extLst>
              </p:cNvPr>
              <p:cNvCxnSpPr>
                <a:cxnSpLocks/>
                <a:stCxn id="8" idx="3"/>
                <a:endCxn id="128" idx="1"/>
              </p:cNvCxnSpPr>
              <p:nvPr/>
            </p:nvCxnSpPr>
            <p:spPr>
              <a:xfrm>
                <a:off x="5672274" y="1692882"/>
                <a:ext cx="2032174" cy="572223"/>
              </a:xfrm>
              <a:prstGeom prst="bentConnector3">
                <a:avLst>
                  <a:gd name="adj1" fmla="val 50000"/>
                </a:avLst>
              </a:prstGeom>
              <a:ln w="44450">
                <a:solidFill>
                  <a:schemeClr val="hlink"/>
                </a:solidFill>
                <a:prstDash val="solid"/>
                <a:tailEnd type="arrow" w="lg"/>
              </a:ln>
              <a:effectLst>
                <a:outerShdw blurRad="63500" dist="53881" dir="2700016" rotWithShape="0">
                  <a:scrgbClr r="0" g="0" b="0">
                    <a:alpha val="25000"/>
                  </a:scrgbClr>
                </a:outerShdw>
              </a:effectLst>
            </p:spPr>
            <p:style>
              <a:lnRef idx="1">
                <a:schemeClr val="accent1"/>
              </a:lnRef>
              <a:fillRef idx="0">
                <a:schemeClr val="accent1"/>
              </a:fillRef>
              <a:effectRef idx="0">
                <a:schemeClr val="accent1"/>
              </a:effectRef>
              <a:fontRef idx="minor">
                <a:schemeClr val="tx1"/>
              </a:fontRef>
            </p:style>
          </p:cxnSp>
          <p:cxnSp>
            <p:nvCxnSpPr>
              <p:cNvPr id="138" name="Straight Arrow Connector 137">
                <a:extLst>
                  <a:ext uri="{FF2B5EF4-FFF2-40B4-BE49-F238E27FC236}">
                    <a16:creationId xmlns:a16="http://schemas.microsoft.com/office/drawing/2014/main" id="{1F98D86F-84B6-4E3D-BCD4-58BA1EDBB151}"/>
                  </a:ext>
                </a:extLst>
              </p:cNvPr>
              <p:cNvCxnSpPr>
                <a:cxnSpLocks/>
                <a:stCxn id="128" idx="0"/>
                <a:endCxn id="44" idx="1"/>
              </p:cNvCxnSpPr>
              <p:nvPr/>
            </p:nvCxnSpPr>
            <p:spPr>
              <a:xfrm rot="5400000" flipH="1" flipV="1">
                <a:off x="9493378" y="646064"/>
                <a:ext cx="129421" cy="2316088"/>
              </a:xfrm>
              <a:prstGeom prst="bentConnector2">
                <a:avLst/>
              </a:prstGeom>
              <a:ln w="44450">
                <a:solidFill>
                  <a:schemeClr val="hlink"/>
                </a:solidFill>
                <a:tailEnd type="arrow" w="lg"/>
              </a:ln>
              <a:effectLst>
                <a:outerShdw blurRad="63500" dist="53881" dir="2700016" rotWithShape="0">
                  <a:srgbClr val="232F3E">
                    <a:alpha val="25000"/>
                  </a:srgbClr>
                </a:outerShdw>
              </a:effectLst>
            </p:spPr>
            <p:style>
              <a:lnRef idx="1">
                <a:schemeClr val="accent1"/>
              </a:lnRef>
              <a:fillRef idx="0">
                <a:schemeClr val="accent1"/>
              </a:fillRef>
              <a:effectRef idx="0">
                <a:schemeClr val="accent1"/>
              </a:effectRef>
              <a:fontRef idx="minor">
                <a:schemeClr val="tx1"/>
              </a:fontRef>
            </p:style>
          </p:cxnSp>
          <p:sp>
            <p:nvSpPr>
              <p:cNvPr id="149" name="Oval 148">
                <a:extLst>
                  <a:ext uri="{FF2B5EF4-FFF2-40B4-BE49-F238E27FC236}">
                    <a16:creationId xmlns:a16="http://schemas.microsoft.com/office/drawing/2014/main" id="{E12FCB4F-1DB3-4BBF-AB54-1CBAD3651ABE}"/>
                  </a:ext>
                  <a:ext uri="{C183D7F6-B498-43B3-948B-1728B52AA6E4}">
                    <adec:decorative xmlns:adec="http://schemas.microsoft.com/office/drawing/2017/decorative" val="1"/>
                  </a:ext>
                </a:extLst>
              </p:cNvPr>
              <p:cNvSpPr>
                <a:spLocks noChangeAspect="1"/>
              </p:cNvSpPr>
              <p:nvPr/>
            </p:nvSpPr>
            <p:spPr>
              <a:xfrm>
                <a:off x="4238337" y="1378470"/>
                <a:ext cx="457200" cy="457200"/>
              </a:xfrm>
              <a:prstGeom prst="ellipse">
                <a:avLst/>
              </a:prstGeom>
              <a:solidFill>
                <a:schemeClr val="accent6"/>
              </a:solidFill>
              <a:ln>
                <a:noFill/>
              </a:ln>
              <a:scene3d>
                <a:camera prst="orthographicFront">
                  <a:rot lat="0" lon="0" rev="0"/>
                </a:camera>
                <a:lightRig rig="twoPt" dir="tl"/>
              </a:scene3d>
            </p:spPr>
            <p:style>
              <a:lnRef idx="0">
                <a:schemeClr val="accent5"/>
              </a:lnRef>
              <a:fillRef idx="3">
                <a:schemeClr val="accent5"/>
              </a:fillRef>
              <a:effectRef idx="3">
                <a:schemeClr val="accent5"/>
              </a:effectRef>
              <a:fontRef idx="minor">
                <a:schemeClr val="lt1"/>
              </a:fontRef>
            </p:style>
            <p:txBody>
              <a:bodyPr lIns="45720" rIns="45720" rtlCol="0" anchor="ctr"/>
              <a:lstStyle/>
              <a:p>
                <a:pPr algn="ctr"/>
                <a:r>
                  <a:rPr lang="en-US" sz="1600" dirty="0">
                    <a:solidFill>
                      <a:schemeClr val="bg1"/>
                    </a:solidFill>
                  </a:rPr>
                  <a:t>1</a:t>
                </a:r>
              </a:p>
            </p:txBody>
          </p:sp>
          <p:sp>
            <p:nvSpPr>
              <p:cNvPr id="151" name="Oval 150">
                <a:extLst>
                  <a:ext uri="{FF2B5EF4-FFF2-40B4-BE49-F238E27FC236}">
                    <a16:creationId xmlns:a16="http://schemas.microsoft.com/office/drawing/2014/main" id="{3442B640-1B6F-4E4A-AFF6-B1CB4B089842}"/>
                  </a:ext>
                  <a:ext uri="{C183D7F6-B498-43B3-948B-1728B52AA6E4}">
                    <adec:decorative xmlns:adec="http://schemas.microsoft.com/office/drawing/2017/decorative" val="1"/>
                  </a:ext>
                </a:extLst>
              </p:cNvPr>
              <p:cNvSpPr>
                <a:spLocks noChangeAspect="1"/>
              </p:cNvSpPr>
              <p:nvPr/>
            </p:nvSpPr>
            <p:spPr>
              <a:xfrm>
                <a:off x="5860697" y="2803752"/>
                <a:ext cx="457200" cy="457200"/>
              </a:xfrm>
              <a:prstGeom prst="ellipse">
                <a:avLst/>
              </a:prstGeom>
              <a:solidFill>
                <a:schemeClr val="accent6"/>
              </a:solidFill>
              <a:ln>
                <a:noFill/>
              </a:ln>
              <a:scene3d>
                <a:camera prst="orthographicFront">
                  <a:rot lat="0" lon="0" rev="0"/>
                </a:camera>
                <a:lightRig rig="twoPt" dir="tl"/>
              </a:scene3d>
            </p:spPr>
            <p:style>
              <a:lnRef idx="0">
                <a:schemeClr val="accent5"/>
              </a:lnRef>
              <a:fillRef idx="3">
                <a:schemeClr val="accent5"/>
              </a:fillRef>
              <a:effectRef idx="3">
                <a:schemeClr val="accent5"/>
              </a:effectRef>
              <a:fontRef idx="minor">
                <a:schemeClr val="lt1"/>
              </a:fontRef>
            </p:style>
            <p:txBody>
              <a:bodyPr lIns="45720" rIns="45720" rtlCol="0" anchor="ctr"/>
              <a:lstStyle/>
              <a:p>
                <a:pPr algn="ctr"/>
                <a:r>
                  <a:rPr lang="en-US" sz="1600" dirty="0">
                    <a:solidFill>
                      <a:schemeClr val="bg1"/>
                    </a:solidFill>
                  </a:rPr>
                  <a:t>2</a:t>
                </a:r>
              </a:p>
            </p:txBody>
          </p:sp>
          <p:sp>
            <p:nvSpPr>
              <p:cNvPr id="152" name="Oval 151">
                <a:extLst>
                  <a:ext uri="{FF2B5EF4-FFF2-40B4-BE49-F238E27FC236}">
                    <a16:creationId xmlns:a16="http://schemas.microsoft.com/office/drawing/2014/main" id="{46C2A7C6-FC9E-4AAC-9C94-855D2E6E2929}"/>
                  </a:ext>
                  <a:ext uri="{C183D7F6-B498-43B3-948B-1728B52AA6E4}">
                    <adec:decorative xmlns:adec="http://schemas.microsoft.com/office/drawing/2017/decorative" val="1"/>
                  </a:ext>
                </a:extLst>
              </p:cNvPr>
              <p:cNvSpPr>
                <a:spLocks noChangeAspect="1"/>
              </p:cNvSpPr>
              <p:nvPr/>
            </p:nvSpPr>
            <p:spPr>
              <a:xfrm>
                <a:off x="9196591" y="4784411"/>
                <a:ext cx="457200" cy="457200"/>
              </a:xfrm>
              <a:prstGeom prst="ellipse">
                <a:avLst/>
              </a:prstGeom>
              <a:solidFill>
                <a:schemeClr val="accent6"/>
              </a:solidFill>
              <a:ln>
                <a:noFill/>
              </a:ln>
              <a:scene3d>
                <a:camera prst="orthographicFront">
                  <a:rot lat="0" lon="0" rev="0"/>
                </a:camera>
                <a:lightRig rig="twoPt" dir="tl"/>
              </a:scene3d>
            </p:spPr>
            <p:style>
              <a:lnRef idx="0">
                <a:schemeClr val="accent5"/>
              </a:lnRef>
              <a:fillRef idx="3">
                <a:schemeClr val="accent5"/>
              </a:fillRef>
              <a:effectRef idx="3">
                <a:schemeClr val="accent5"/>
              </a:effectRef>
              <a:fontRef idx="minor">
                <a:schemeClr val="lt1"/>
              </a:fontRef>
            </p:style>
            <p:txBody>
              <a:bodyPr lIns="45720" rIns="45720" rtlCol="0" anchor="ctr"/>
              <a:lstStyle/>
              <a:p>
                <a:pPr algn="ctr"/>
                <a:r>
                  <a:rPr lang="en-US" sz="1600" dirty="0">
                    <a:solidFill>
                      <a:schemeClr val="bg1"/>
                    </a:solidFill>
                  </a:rPr>
                  <a:t>3</a:t>
                </a:r>
              </a:p>
            </p:txBody>
          </p:sp>
          <p:sp>
            <p:nvSpPr>
              <p:cNvPr id="153" name="Oval 152">
                <a:extLst>
                  <a:ext uri="{FF2B5EF4-FFF2-40B4-BE49-F238E27FC236}">
                    <a16:creationId xmlns:a16="http://schemas.microsoft.com/office/drawing/2014/main" id="{1C2ED92C-2B64-4AE1-95C9-E72032661F72}"/>
                  </a:ext>
                  <a:ext uri="{C183D7F6-B498-43B3-948B-1728B52AA6E4}">
                    <adec:decorative xmlns:adec="http://schemas.microsoft.com/office/drawing/2017/decorative" val="1"/>
                  </a:ext>
                </a:extLst>
              </p:cNvPr>
              <p:cNvSpPr>
                <a:spLocks noChangeAspect="1"/>
              </p:cNvSpPr>
              <p:nvPr/>
            </p:nvSpPr>
            <p:spPr>
              <a:xfrm>
                <a:off x="9674828" y="1521793"/>
                <a:ext cx="457200" cy="457200"/>
              </a:xfrm>
              <a:prstGeom prst="ellipse">
                <a:avLst/>
              </a:prstGeom>
              <a:solidFill>
                <a:schemeClr val="accent6"/>
              </a:solidFill>
              <a:ln>
                <a:noFill/>
              </a:ln>
              <a:scene3d>
                <a:camera prst="orthographicFront">
                  <a:rot lat="0" lon="0" rev="0"/>
                </a:camera>
                <a:lightRig rig="twoPt" dir="tl"/>
              </a:scene3d>
            </p:spPr>
            <p:style>
              <a:lnRef idx="0">
                <a:schemeClr val="accent5"/>
              </a:lnRef>
              <a:fillRef idx="3">
                <a:schemeClr val="accent5"/>
              </a:fillRef>
              <a:effectRef idx="3">
                <a:schemeClr val="accent5"/>
              </a:effectRef>
              <a:fontRef idx="minor">
                <a:schemeClr val="lt1"/>
              </a:fontRef>
            </p:style>
            <p:txBody>
              <a:bodyPr lIns="45720" rIns="45720" rtlCol="0" anchor="ctr"/>
              <a:lstStyle/>
              <a:p>
                <a:pPr algn="ctr"/>
                <a:r>
                  <a:rPr lang="en-US" sz="1600" dirty="0">
                    <a:solidFill>
                      <a:schemeClr val="bg1"/>
                    </a:solidFill>
                  </a:rPr>
                  <a:t>4</a:t>
                </a:r>
              </a:p>
            </p:txBody>
          </p:sp>
          <p:pic>
            <p:nvPicPr>
              <p:cNvPr id="155" name="Graphic 154">
                <a:extLst>
                  <a:ext uri="{FF2B5EF4-FFF2-40B4-BE49-F238E27FC236}">
                    <a16:creationId xmlns:a16="http://schemas.microsoft.com/office/drawing/2014/main" id="{1290BAA0-FD9F-48C7-BDCF-AC01CBCA9E82}"/>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rot="5400000">
                <a:off x="6444071" y="2632369"/>
                <a:ext cx="1097280" cy="1167414"/>
              </a:xfrm>
              <a:prstGeom prst="rect">
                <a:avLst/>
              </a:prstGeom>
            </p:spPr>
          </p:pic>
          <p:pic>
            <p:nvPicPr>
              <p:cNvPr id="157" name="Graphic 156">
                <a:extLst>
                  <a:ext uri="{FF2B5EF4-FFF2-40B4-BE49-F238E27FC236}">
                    <a16:creationId xmlns:a16="http://schemas.microsoft.com/office/drawing/2014/main" id="{859811CA-06FD-48F5-B576-500FAA8B99B7}"/>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rot="5400000">
                <a:off x="6430624" y="4576308"/>
                <a:ext cx="1097280" cy="1167414"/>
              </a:xfrm>
              <a:prstGeom prst="rect">
                <a:avLst/>
              </a:prstGeom>
            </p:spPr>
          </p:pic>
          <p:sp>
            <p:nvSpPr>
              <p:cNvPr id="169" name="Plus Sign 168">
                <a:extLst>
                  <a:ext uri="{FF2B5EF4-FFF2-40B4-BE49-F238E27FC236}">
                    <a16:creationId xmlns:a16="http://schemas.microsoft.com/office/drawing/2014/main" id="{20851E80-5514-4B35-A2CC-C6A50691621C}"/>
                  </a:ext>
                </a:extLst>
              </p:cNvPr>
              <p:cNvSpPr>
                <a:spLocks noChangeAspect="1"/>
              </p:cNvSpPr>
              <p:nvPr/>
            </p:nvSpPr>
            <p:spPr>
              <a:xfrm>
                <a:off x="4276536" y="2867935"/>
                <a:ext cx="457200" cy="457200"/>
              </a:xfrm>
              <a:prstGeom prst="mathPlus">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0" name="Plus Sign 169">
                <a:extLst>
                  <a:ext uri="{FF2B5EF4-FFF2-40B4-BE49-F238E27FC236}">
                    <a16:creationId xmlns:a16="http://schemas.microsoft.com/office/drawing/2014/main" id="{D6F2F39C-E8CE-42F8-9DFB-15AEED098995}"/>
                  </a:ext>
                </a:extLst>
              </p:cNvPr>
              <p:cNvSpPr>
                <a:spLocks noChangeAspect="1"/>
              </p:cNvSpPr>
              <p:nvPr/>
            </p:nvSpPr>
            <p:spPr>
              <a:xfrm>
                <a:off x="7484861" y="4784411"/>
                <a:ext cx="457200" cy="457200"/>
              </a:xfrm>
              <a:prstGeom prst="mathPlus">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2" name="Plus Sign 171">
                <a:extLst>
                  <a:ext uri="{FF2B5EF4-FFF2-40B4-BE49-F238E27FC236}">
                    <a16:creationId xmlns:a16="http://schemas.microsoft.com/office/drawing/2014/main" id="{6D723CA3-390B-4F3F-B27D-FC2A7EB5F059}"/>
                  </a:ext>
                </a:extLst>
              </p:cNvPr>
              <p:cNvSpPr>
                <a:spLocks noChangeAspect="1"/>
              </p:cNvSpPr>
              <p:nvPr/>
            </p:nvSpPr>
            <p:spPr>
              <a:xfrm>
                <a:off x="3122678" y="1416943"/>
                <a:ext cx="457200" cy="457200"/>
              </a:xfrm>
              <a:prstGeom prst="mathPlus">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173" name="Rectangle 172">
            <a:extLst>
              <a:ext uri="{FF2B5EF4-FFF2-40B4-BE49-F238E27FC236}">
                <a16:creationId xmlns:a16="http://schemas.microsoft.com/office/drawing/2014/main" id="{B5B21008-4E42-4CE0-882A-8E172AFCD99B}"/>
              </a:ext>
            </a:extLst>
          </p:cNvPr>
          <p:cNvSpPr/>
          <p:nvPr/>
        </p:nvSpPr>
        <p:spPr>
          <a:xfrm>
            <a:off x="237983" y="4644858"/>
            <a:ext cx="5126735" cy="1672487"/>
          </a:xfrm>
          <a:prstGeom prst="rect">
            <a:avLst/>
          </a:prstGeom>
          <a:solidFill>
            <a:schemeClr val="accent6"/>
          </a:solidFill>
          <a:ln w="12700">
            <a:solidFill>
              <a:srgbClr val="232F3E"/>
            </a:solidFill>
          </a:ln>
          <a:effectLst>
            <a:outerShdw blurRad="63500" dist="53881" dir="2700016" rotWithShape="0">
              <a:scrgbClr r="0" g="0" b="0">
                <a:alpha val="25000"/>
              </a:sc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0" rIns="91440" bIns="0" rtlCol="0" anchor="ctr"/>
          <a:lstStyle/>
          <a:p>
            <a:pPr marL="342900" indent="-342900">
              <a:buFont typeface="+mj-lt"/>
              <a:buAutoNum type="arabicPeriod"/>
            </a:pPr>
            <a:r>
              <a:rPr lang="en-US" sz="1600" dirty="0"/>
              <a:t>Encrypt the item with a key (data key).</a:t>
            </a:r>
          </a:p>
          <a:p>
            <a:pPr marL="342900" indent="-342900">
              <a:buFont typeface="+mj-lt"/>
              <a:buAutoNum type="arabicPeriod"/>
            </a:pPr>
            <a:r>
              <a:rPr lang="en-US" sz="1600" dirty="0"/>
              <a:t>Encrypt that key with another key (key-encryption key). </a:t>
            </a:r>
          </a:p>
          <a:p>
            <a:pPr marL="342900" indent="-342900">
              <a:buFont typeface="+mj-lt"/>
              <a:buAutoNum type="arabicPeriod"/>
            </a:pPr>
            <a:r>
              <a:rPr lang="en-US" sz="1600" dirty="0"/>
              <a:t>Continue to wrap each encryption key in another key to the desired number of layers. </a:t>
            </a:r>
          </a:p>
          <a:p>
            <a:pPr marL="342900" indent="-342900">
              <a:buFont typeface="+mj-lt"/>
              <a:buAutoNum type="arabicPeriod"/>
            </a:pPr>
            <a:r>
              <a:rPr lang="en-US" sz="1600" dirty="0"/>
              <a:t>Store the encryption key with the encrypted item.</a:t>
            </a:r>
          </a:p>
        </p:txBody>
      </p:sp>
    </p:spTree>
    <p:custDataLst>
      <p:tags r:id="rId1"/>
    </p:custDataLst>
    <p:extLst>
      <p:ext uri="{BB962C8B-B14F-4D97-AF65-F5344CB8AC3E}">
        <p14:creationId xmlns:p14="http://schemas.microsoft.com/office/powerpoint/2010/main" val="281680362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2266069E-7EC1-4314-BF84-016D017897A1}"/>
              </a:ext>
            </a:extLst>
          </p:cNvPr>
          <p:cNvSpPr>
            <a:spLocks noGrp="1"/>
          </p:cNvSpPr>
          <p:nvPr>
            <p:ph type="sldNum" idx="97"/>
          </p:nvPr>
        </p:nvSpPr>
        <p:spPr/>
        <p:txBody>
          <a:bodyPr/>
          <a:lstStyle/>
          <a:p>
            <a:pPr lvl="0"/>
            <a:fld id="{7834CDD4-D76F-4459-B025-0310E913C243}" type="slidenum">
              <a:rPr lang="en-US" noProof="0" smtClean="0"/>
              <a:pPr lvl="0"/>
              <a:t>62</a:t>
            </a:fld>
            <a:endParaRPr lang="en-US" noProof="0" dirty="0"/>
          </a:p>
        </p:txBody>
      </p:sp>
      <p:sp>
        <p:nvSpPr>
          <p:cNvPr id="3" name="Title">
            <a:extLst>
              <a:ext uri="{FF2B5EF4-FFF2-40B4-BE49-F238E27FC236}">
                <a16:creationId xmlns:a16="http://schemas.microsoft.com/office/drawing/2014/main" id="{167BCA35-5753-454B-B8A4-1F27AFE981F4}"/>
              </a:ext>
            </a:extLst>
          </p:cNvPr>
          <p:cNvSpPr>
            <a:spLocks noGrp="1"/>
          </p:cNvSpPr>
          <p:nvPr>
            <p:ph type="title" idx="1"/>
          </p:nvPr>
        </p:nvSpPr>
        <p:spPr/>
        <p:txBody>
          <a:bodyPr/>
          <a:lstStyle/>
          <a:p>
            <a:r>
              <a:rPr lang="en-US" dirty="0"/>
              <a:t>Methods of applying encryption to data at rest</a:t>
            </a:r>
          </a:p>
        </p:txBody>
      </p:sp>
      <p:graphicFrame>
        <p:nvGraphicFramePr>
          <p:cNvPr id="25" name="Table 24">
            <a:extLst>
              <a:ext uri="{FF2B5EF4-FFF2-40B4-BE49-F238E27FC236}">
                <a16:creationId xmlns:a16="http://schemas.microsoft.com/office/drawing/2014/main" id="{418EFE91-53EE-4B04-89CE-310A7BCE2230}"/>
              </a:ext>
            </a:extLst>
          </p:cNvPr>
          <p:cNvGraphicFramePr>
            <a:graphicFrameLocks noGrp="1"/>
          </p:cNvGraphicFramePr>
          <p:nvPr>
            <p:extLst>
              <p:ext uri="{D42A27DB-BD31-4B8C-83A1-F6EECF244321}">
                <p14:modId xmlns:p14="http://schemas.microsoft.com/office/powerpoint/2010/main" val="1861238548"/>
              </p:ext>
            </p:extLst>
          </p:nvPr>
        </p:nvGraphicFramePr>
        <p:xfrm>
          <a:off x="580292" y="1315451"/>
          <a:ext cx="11007970" cy="5012563"/>
        </p:xfrm>
        <a:graphic>
          <a:graphicData uri="http://schemas.openxmlformats.org/drawingml/2006/table">
            <a:tbl>
              <a:tblPr firstRow="1" bandRow="1">
                <a:tableStyleId>{5C22544A-7EE6-4342-B048-85BDC9FD1C3A}</a:tableStyleId>
              </a:tblPr>
              <a:tblGrid>
                <a:gridCol w="5378895">
                  <a:extLst>
                    <a:ext uri="{9D8B030D-6E8A-4147-A177-3AD203B41FA5}">
                      <a16:colId xmlns:a16="http://schemas.microsoft.com/office/drawing/2014/main" val="227411941"/>
                    </a:ext>
                  </a:extLst>
                </a:gridCol>
                <a:gridCol w="5629075">
                  <a:extLst>
                    <a:ext uri="{9D8B030D-6E8A-4147-A177-3AD203B41FA5}">
                      <a16:colId xmlns:a16="http://schemas.microsoft.com/office/drawing/2014/main" val="3104148615"/>
                    </a:ext>
                  </a:extLst>
                </a:gridCol>
              </a:tblGrid>
              <a:tr h="1175406">
                <a:tc>
                  <a:txBody>
                    <a:bodyPr/>
                    <a:lstStyle/>
                    <a:p>
                      <a:pPr marL="0" marR="0" lvl="0" indent="0" algn="ctr" defTabSz="914400" rtl="0" eaLnBrk="1" fontAlgn="auto" latinLnBrk="0" hangingPunct="1">
                        <a:lnSpc>
                          <a:spcPct val="100000"/>
                        </a:lnSpc>
                        <a:spcBef>
                          <a:spcPts val="2400"/>
                        </a:spcBef>
                        <a:spcAft>
                          <a:spcPts val="2400"/>
                        </a:spcAft>
                        <a:buClrTx/>
                        <a:buSzTx/>
                        <a:buFontTx/>
                        <a:buNone/>
                        <a:tabLst/>
                        <a:defRPr/>
                      </a:pPr>
                      <a:r>
                        <a:rPr lang="en-US" sz="2400" dirty="0"/>
                        <a:t>Client-side encryption (CSE)</a:t>
                      </a:r>
                      <a:endParaRPr lang="en-US" sz="2400" dirty="0">
                        <a:solidFill>
                          <a:schemeClr val="bg1"/>
                        </a:solidFill>
                      </a:endParaRPr>
                    </a:p>
                  </a:txBody>
                  <a:tcPr anchor="ctr"/>
                </a:tc>
                <a:tc>
                  <a:txBody>
                    <a:bodyPr/>
                    <a:lstStyle/>
                    <a:p>
                      <a:pPr marL="0" marR="0" lvl="0" indent="0" algn="ctr" defTabSz="914400" rtl="0" eaLnBrk="1" fontAlgn="auto" latinLnBrk="0" hangingPunct="1">
                        <a:lnSpc>
                          <a:spcPct val="100000"/>
                        </a:lnSpc>
                        <a:spcBef>
                          <a:spcPts val="2400"/>
                        </a:spcBef>
                        <a:spcAft>
                          <a:spcPts val="2400"/>
                        </a:spcAft>
                        <a:buClrTx/>
                        <a:buSzTx/>
                        <a:buFontTx/>
                        <a:buNone/>
                        <a:tabLst/>
                        <a:defRPr/>
                      </a:pPr>
                      <a:r>
                        <a:rPr lang="en-US" sz="2400" dirty="0"/>
                        <a:t>Server-side encryption (SSE)</a:t>
                      </a:r>
                      <a:endParaRPr lang="en-US" sz="2400" dirty="0">
                        <a:solidFill>
                          <a:schemeClr val="bg1"/>
                        </a:solidFill>
                      </a:endParaRPr>
                    </a:p>
                  </a:txBody>
                  <a:tcPr anchor="ctr"/>
                </a:tc>
                <a:extLst>
                  <a:ext uri="{0D108BD9-81ED-4DB2-BD59-A6C34878D82A}">
                    <a16:rowId xmlns:a16="http://schemas.microsoft.com/office/drawing/2014/main" val="3941963387"/>
                  </a:ext>
                </a:extLst>
              </a:tr>
              <a:tr h="1090947">
                <a:tc>
                  <a:txBody>
                    <a:bodyPr/>
                    <a:lstStyle/>
                    <a:p>
                      <a:pPr marL="457200" marR="0" lvl="1" indent="0" algn="l" defTabSz="914400" rtl="0" eaLnBrk="1" fontAlgn="auto" latinLnBrk="0" hangingPunct="1">
                        <a:lnSpc>
                          <a:spcPct val="100000"/>
                        </a:lnSpc>
                        <a:spcBef>
                          <a:spcPts val="2400"/>
                        </a:spcBef>
                        <a:spcAft>
                          <a:spcPts val="2400"/>
                        </a:spcAft>
                        <a:buClrTx/>
                        <a:buSzTx/>
                        <a:buFontTx/>
                        <a:buNone/>
                        <a:tabLst/>
                        <a:defRPr/>
                      </a:pPr>
                      <a:r>
                        <a:rPr lang="en-US" sz="2400" dirty="0"/>
                        <a:t>The application encrypts data before sending it to AWS.</a:t>
                      </a:r>
                      <a:endParaRPr lang="en-US" sz="2400" i="0" dirty="0"/>
                    </a:p>
                  </a:txBody>
                  <a:tcPr anchor="ctr"/>
                </a:tc>
                <a:tc>
                  <a:txBody>
                    <a:bodyPr/>
                    <a:lstStyle/>
                    <a:p>
                      <a:pPr marL="457200" marR="0" lvl="1" indent="0" algn="l" defTabSz="914400" rtl="0" eaLnBrk="1" fontAlgn="auto" latinLnBrk="0" hangingPunct="1">
                        <a:lnSpc>
                          <a:spcPct val="100000"/>
                        </a:lnSpc>
                        <a:spcBef>
                          <a:spcPts val="2400"/>
                        </a:spcBef>
                        <a:spcAft>
                          <a:spcPts val="2400"/>
                        </a:spcAft>
                        <a:buClrTx/>
                        <a:buSzTx/>
                        <a:buFontTx/>
                        <a:buNone/>
                        <a:tabLst/>
                        <a:defRPr/>
                      </a:pPr>
                      <a:r>
                        <a:rPr lang="en-US" sz="2400" dirty="0"/>
                        <a:t>AWS encrypts data on your behalf after receiving it.</a:t>
                      </a:r>
                      <a:endParaRPr lang="en-US" sz="2400" i="0" dirty="0"/>
                    </a:p>
                  </a:txBody>
                  <a:tcPr anchor="ctr"/>
                </a:tc>
                <a:extLst>
                  <a:ext uri="{0D108BD9-81ED-4DB2-BD59-A6C34878D82A}">
                    <a16:rowId xmlns:a16="http://schemas.microsoft.com/office/drawing/2014/main" val="737462788"/>
                  </a:ext>
                </a:extLst>
              </a:tr>
              <a:tr h="1504174">
                <a:tc>
                  <a:txBody>
                    <a:bodyPr/>
                    <a:lstStyle/>
                    <a:p>
                      <a:pPr marL="457200" marR="0" lvl="1" indent="0" algn="l" defTabSz="914400" rtl="0" eaLnBrk="1" fontAlgn="auto" latinLnBrk="0" hangingPunct="1">
                        <a:lnSpc>
                          <a:spcPct val="100000"/>
                        </a:lnSpc>
                        <a:spcBef>
                          <a:spcPts val="2400"/>
                        </a:spcBef>
                        <a:spcAft>
                          <a:spcPts val="2400"/>
                        </a:spcAft>
                        <a:buClrTx/>
                        <a:buSzTx/>
                        <a:buFontTx/>
                        <a:buNone/>
                        <a:tabLst/>
                        <a:defRPr/>
                      </a:pPr>
                      <a:r>
                        <a:rPr lang="en-US" sz="2400" dirty="0"/>
                        <a:t>Create and manage your own encryption keys.</a:t>
                      </a:r>
                      <a:endParaRPr lang="en-US" sz="2400" i="0" dirty="0">
                        <a:solidFill>
                          <a:srgbClr val="000000"/>
                        </a:solidFill>
                      </a:endParaRPr>
                    </a:p>
                  </a:txBody>
                  <a:tcPr anchor="ctr"/>
                </a:tc>
                <a:tc>
                  <a:txBody>
                    <a:bodyPr/>
                    <a:lstStyle/>
                    <a:p>
                      <a:pPr marL="457200" marR="0" lvl="1" indent="0" algn="l" defTabSz="914400" rtl="0" eaLnBrk="1" fontAlgn="auto" latinLnBrk="0" hangingPunct="1">
                        <a:lnSpc>
                          <a:spcPct val="100000"/>
                        </a:lnSpc>
                        <a:spcBef>
                          <a:spcPts val="2400"/>
                        </a:spcBef>
                        <a:spcAft>
                          <a:spcPts val="2400"/>
                        </a:spcAft>
                        <a:buClrTx/>
                        <a:buSzTx/>
                        <a:buFontTx/>
                        <a:buNone/>
                        <a:tabLst/>
                        <a:defRPr/>
                      </a:pPr>
                      <a:r>
                        <a:rPr lang="en-US" sz="2400" dirty="0"/>
                        <a:t>Services transparently encrypt your data before writing it to disk and transparently decrypt the data when you access it.</a:t>
                      </a:r>
                      <a:endParaRPr lang="en-US" sz="2400" i="0" dirty="0">
                        <a:solidFill>
                          <a:srgbClr val="000000"/>
                        </a:solidFill>
                      </a:endParaRPr>
                    </a:p>
                  </a:txBody>
                  <a:tcPr anchor="ctr"/>
                </a:tc>
                <a:extLst>
                  <a:ext uri="{0D108BD9-81ED-4DB2-BD59-A6C34878D82A}">
                    <a16:rowId xmlns:a16="http://schemas.microsoft.com/office/drawing/2014/main" val="900495500"/>
                  </a:ext>
                </a:extLst>
              </a:tr>
              <a:tr h="1191730">
                <a:tc>
                  <a:txBody>
                    <a:bodyPr/>
                    <a:lstStyle/>
                    <a:p>
                      <a:pPr marL="457200" marR="0" lvl="1" indent="0" algn="l" defTabSz="914400" rtl="0" eaLnBrk="1" fontAlgn="auto" latinLnBrk="0" hangingPunct="1">
                        <a:lnSpc>
                          <a:spcPct val="100000"/>
                        </a:lnSpc>
                        <a:spcBef>
                          <a:spcPts val="2400"/>
                        </a:spcBef>
                        <a:spcAft>
                          <a:spcPts val="2400"/>
                        </a:spcAft>
                        <a:buClrTx/>
                        <a:buSzTx/>
                        <a:buFontTx/>
                        <a:buNone/>
                        <a:tabLst/>
                        <a:defRPr/>
                      </a:pPr>
                      <a:r>
                        <a:rPr lang="en-US" sz="2400" dirty="0"/>
                        <a:t>The keys and algorithms are known only to you.</a:t>
                      </a:r>
                      <a:endParaRPr lang="en-US" sz="2400" i="0" dirty="0"/>
                    </a:p>
                  </a:txBody>
                  <a:tcPr anchor="ctr"/>
                </a:tc>
                <a:tc>
                  <a:txBody>
                    <a:bodyPr/>
                    <a:lstStyle/>
                    <a:p>
                      <a:pPr marL="457200" marR="0" lvl="1" indent="0" algn="l" defTabSz="914400" rtl="0" eaLnBrk="1" fontAlgn="auto" latinLnBrk="0" hangingPunct="1">
                        <a:lnSpc>
                          <a:spcPct val="100000"/>
                        </a:lnSpc>
                        <a:spcBef>
                          <a:spcPts val="2400"/>
                        </a:spcBef>
                        <a:spcAft>
                          <a:spcPts val="2400"/>
                        </a:spcAft>
                        <a:buClrTx/>
                        <a:buSzTx/>
                        <a:buFontTx/>
                        <a:buNone/>
                        <a:tabLst/>
                        <a:defRPr/>
                      </a:pPr>
                      <a:r>
                        <a:rPr lang="en-US" sz="2400" dirty="0"/>
                        <a:t> The keys can be managed by AWS.</a:t>
                      </a:r>
                      <a:endParaRPr lang="en-US" sz="2400" i="0" dirty="0"/>
                    </a:p>
                  </a:txBody>
                  <a:tcPr anchor="ctr"/>
                </a:tc>
                <a:extLst>
                  <a:ext uri="{0D108BD9-81ED-4DB2-BD59-A6C34878D82A}">
                    <a16:rowId xmlns:a16="http://schemas.microsoft.com/office/drawing/2014/main" val="2159764702"/>
                  </a:ext>
                </a:extLst>
              </a:tr>
            </a:tbl>
          </a:graphicData>
        </a:graphic>
      </p:graphicFrame>
    </p:spTree>
    <p:custDataLst>
      <p:tags r:id="rId1"/>
    </p:custDataLst>
    <p:extLst>
      <p:ext uri="{BB962C8B-B14F-4D97-AF65-F5344CB8AC3E}">
        <p14:creationId xmlns:p14="http://schemas.microsoft.com/office/powerpoint/2010/main" val="325909411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669A7B3C-7017-4527-B7CE-70173BA61DB0}"/>
              </a:ext>
            </a:extLst>
          </p:cNvPr>
          <p:cNvSpPr>
            <a:spLocks noGrp="1"/>
          </p:cNvSpPr>
          <p:nvPr>
            <p:ph type="sldNum" idx="97"/>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834CDD4-D76F-4459-B025-0310E913C243}" type="slidenum">
              <a:rPr kumimoji="0" lang="en-US" sz="1100" b="0" i="0" u="none" strike="noStrike" kern="1200" cap="none" spc="0" normalizeH="0" baseline="0" noProof="0" smtClean="0">
                <a:ln>
                  <a:noFill/>
                </a:ln>
                <a:solidFill>
                  <a:srgbClr val="232F3E"/>
                </a:solidFill>
                <a:effectLst/>
                <a:uLnTx/>
                <a:uFillTx/>
                <a:latin typeface="Amazon Ember"/>
                <a:ea typeface="Amazon Ember" panose="020B0603020204020204" pitchFamily="34" charset="0"/>
                <a:cs typeface="Amazon Ember" panose="020B0603020204020204" pitchFamily="34" charset="0"/>
              </a:rPr>
              <a:pPr marL="0" marR="0" lvl="0" indent="0" algn="r" defTabSz="228600" rtl="0" eaLnBrk="1" fontAlgn="auto" latinLnBrk="0" hangingPunct="1">
                <a:lnSpc>
                  <a:spcPct val="100000"/>
                </a:lnSpc>
                <a:spcBef>
                  <a:spcPts val="0"/>
                </a:spcBef>
                <a:spcAft>
                  <a:spcPts val="0"/>
                </a:spcAft>
                <a:buClrTx/>
                <a:buSzTx/>
                <a:buFontTx/>
                <a:buNone/>
                <a:tabLst/>
                <a:defRPr/>
              </a:pPr>
              <a:t>63</a:t>
            </a:fld>
            <a:endParaRPr kumimoji="0" lang="en-US" sz="1100" b="0" i="0" u="none" strike="noStrike" kern="1200" cap="none" spc="0" normalizeH="0" baseline="0" noProof="0" dirty="0">
              <a:ln>
                <a:noFill/>
              </a:ln>
              <a:solidFill>
                <a:srgbClr val="232F3E"/>
              </a:solidFill>
              <a:effectLst/>
              <a:uLnTx/>
              <a:uFillTx/>
              <a:latin typeface="Amazon Ember"/>
              <a:ea typeface="Amazon Ember" panose="020B0603020204020204" pitchFamily="34" charset="0"/>
              <a:cs typeface="Amazon Ember" panose="020B0603020204020204" pitchFamily="34" charset="0"/>
            </a:endParaRPr>
          </a:p>
        </p:txBody>
      </p:sp>
      <p:sp>
        <p:nvSpPr>
          <p:cNvPr id="5" name="Title">
            <a:extLst>
              <a:ext uri="{FF2B5EF4-FFF2-40B4-BE49-F238E27FC236}">
                <a16:creationId xmlns:a16="http://schemas.microsoft.com/office/drawing/2014/main" id="{E82B4F76-8679-4807-AEEE-81E3D21277F7}"/>
              </a:ext>
            </a:extLst>
          </p:cNvPr>
          <p:cNvSpPr>
            <a:spLocks noGrp="1"/>
          </p:cNvSpPr>
          <p:nvPr>
            <p:ph type="title" idx="1"/>
          </p:nvPr>
        </p:nvSpPr>
        <p:spPr/>
        <p:txBody>
          <a:bodyPr/>
          <a:lstStyle/>
          <a:p>
            <a:r>
              <a:rPr lang="en-US" dirty="0">
                <a:latin typeface="+mj-lt"/>
              </a:rPr>
              <a:t>Client-side</a:t>
            </a:r>
            <a:r>
              <a:rPr lang="en-US" b="1" dirty="0">
                <a:latin typeface="+mj-lt"/>
              </a:rPr>
              <a:t> encryption example</a:t>
            </a:r>
          </a:p>
        </p:txBody>
      </p:sp>
      <p:grpSp>
        <p:nvGrpSpPr>
          <p:cNvPr id="18" name="Flatten ClientSideEncryt" descr="Diagram of data being encrypted in the corporate data center before sending it for storage in an Amazon S3 bucket. More detail in the notes.">
            <a:extLst>
              <a:ext uri="{FF2B5EF4-FFF2-40B4-BE49-F238E27FC236}">
                <a16:creationId xmlns:a16="http://schemas.microsoft.com/office/drawing/2014/main" id="{337E171C-D0B7-4E97-8C4B-A3451B397020}"/>
              </a:ext>
            </a:extLst>
          </p:cNvPr>
          <p:cNvGrpSpPr/>
          <p:nvPr/>
        </p:nvGrpSpPr>
        <p:grpSpPr>
          <a:xfrm>
            <a:off x="493256" y="1998448"/>
            <a:ext cx="10927600" cy="3228871"/>
            <a:chOff x="493256" y="1998448"/>
            <a:chExt cx="10927600" cy="3228871"/>
          </a:xfrm>
        </p:grpSpPr>
        <p:sp>
          <p:nvSpPr>
            <p:cNvPr id="28" name="Rectangle 27">
              <a:extLst>
                <a:ext uri="{FF2B5EF4-FFF2-40B4-BE49-F238E27FC236}">
                  <a16:creationId xmlns:a16="http://schemas.microsoft.com/office/drawing/2014/main" id="{C58425DD-D8F5-4E53-955A-1C5FE29C1707}"/>
                </a:ext>
              </a:extLst>
            </p:cNvPr>
            <p:cNvSpPr/>
            <p:nvPr/>
          </p:nvSpPr>
          <p:spPr>
            <a:xfrm>
              <a:off x="493256" y="1998448"/>
              <a:ext cx="6425704" cy="3228871"/>
            </a:xfrm>
            <a:prstGeom prst="rect">
              <a:avLst/>
            </a:prstGeom>
            <a:noFill/>
            <a:ln w="15875" cap="flat" cmpd="sng" algn="ctr">
              <a:solidFill>
                <a:srgbClr val="005276"/>
              </a:solidFill>
              <a:prstDash val="solid"/>
              <a:miter lim="800000"/>
            </a:ln>
            <a:effectLst/>
          </p:spPr>
          <p:txBody>
            <a:bodyPr lIns="502920" tIns="9144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ea typeface="+mn-ea"/>
                  <a:cs typeface="Arial" panose="020B0604020202020204" pitchFamily="34" charset="0"/>
                </a:rPr>
                <a:t>Corporate data center</a:t>
              </a:r>
            </a:p>
          </p:txBody>
        </p:sp>
        <p:pic>
          <p:nvPicPr>
            <p:cNvPr id="31" name="Graphic 30">
              <a:extLst>
                <a:ext uri="{FF2B5EF4-FFF2-40B4-BE49-F238E27FC236}">
                  <a16:creationId xmlns:a16="http://schemas.microsoft.com/office/drawing/2014/main" id="{AF541BC7-2669-443B-B257-0E6F11327FC2}"/>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493256" y="1998449"/>
              <a:ext cx="368121" cy="381000"/>
            </a:xfrm>
            <a:prstGeom prst="rect">
              <a:avLst/>
            </a:prstGeom>
          </p:spPr>
        </p:pic>
        <p:pic>
          <p:nvPicPr>
            <p:cNvPr id="30" name="Graphic 29">
              <a:extLst>
                <a:ext uri="{FF2B5EF4-FFF2-40B4-BE49-F238E27FC236}">
                  <a16:creationId xmlns:a16="http://schemas.microsoft.com/office/drawing/2014/main" id="{35DBDDC8-9145-4FB3-8F7E-B3224AF455B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36632" y="3171898"/>
              <a:ext cx="873292" cy="873292"/>
            </a:xfrm>
            <a:prstGeom prst="rect">
              <a:avLst/>
            </a:prstGeom>
          </p:spPr>
        </p:pic>
        <p:sp>
          <p:nvSpPr>
            <p:cNvPr id="12" name="TextBox 11">
              <a:extLst>
                <a:ext uri="{FF2B5EF4-FFF2-40B4-BE49-F238E27FC236}">
                  <a16:creationId xmlns:a16="http://schemas.microsoft.com/office/drawing/2014/main" id="{D3B49F53-32CE-458C-AA41-D619CBF2CC7F}"/>
                </a:ext>
              </a:extLst>
            </p:cNvPr>
            <p:cNvSpPr txBox="1"/>
            <p:nvPr/>
          </p:nvSpPr>
          <p:spPr>
            <a:xfrm>
              <a:off x="518795" y="4081442"/>
              <a:ext cx="1721171" cy="646331"/>
            </a:xfrm>
            <a:prstGeom prst="rect">
              <a:avLst/>
            </a:prstGeom>
            <a:noFill/>
          </p:spPr>
          <p:txBody>
            <a:bodyPr wrap="square" rtlCol="0">
              <a:spAutoFit/>
            </a:bodyPr>
            <a:lstStyle/>
            <a:p>
              <a:pPr algn="ctr"/>
              <a:r>
                <a:rPr lang="en-US" dirty="0"/>
                <a:t>Unencrypted data</a:t>
              </a:r>
            </a:p>
          </p:txBody>
        </p:sp>
        <p:cxnSp>
          <p:nvCxnSpPr>
            <p:cNvPr id="35" name="Straight Arrow Connector 34">
              <a:extLst>
                <a:ext uri="{FF2B5EF4-FFF2-40B4-BE49-F238E27FC236}">
                  <a16:creationId xmlns:a16="http://schemas.microsoft.com/office/drawing/2014/main" id="{F8B172E7-B64F-4970-9A9B-787E23145FF3}"/>
                </a:ext>
              </a:extLst>
            </p:cNvPr>
            <p:cNvCxnSpPr>
              <a:cxnSpLocks/>
              <a:stCxn id="30" idx="3"/>
              <a:endCxn id="29" idx="1"/>
            </p:cNvCxnSpPr>
            <p:nvPr/>
          </p:nvCxnSpPr>
          <p:spPr>
            <a:xfrm>
              <a:off x="1809924" y="3608544"/>
              <a:ext cx="1519634" cy="1"/>
            </a:xfrm>
            <a:prstGeom prst="straightConnector1">
              <a:avLst/>
            </a:prstGeom>
            <a:noFill/>
            <a:ln w="38100" cap="flat" cmpd="sng" algn="ctr">
              <a:solidFill>
                <a:srgbClr val="005276"/>
              </a:solidFill>
              <a:prstDash val="solid"/>
              <a:miter lim="800000"/>
              <a:headEnd type="none" w="med" len="med"/>
              <a:tailEnd type="triangle" w="med" len="med"/>
            </a:ln>
            <a:effectLst/>
          </p:spPr>
        </p:cxnSp>
        <p:pic>
          <p:nvPicPr>
            <p:cNvPr id="29" name="Graphic 28">
              <a:extLst>
                <a:ext uri="{FF2B5EF4-FFF2-40B4-BE49-F238E27FC236}">
                  <a16:creationId xmlns:a16="http://schemas.microsoft.com/office/drawing/2014/main" id="{D2ED8B15-B0B7-4312-ACA6-A4E91FCF1BB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329558" y="3188947"/>
              <a:ext cx="839195" cy="839195"/>
            </a:xfrm>
            <a:prstGeom prst="rect">
              <a:avLst/>
            </a:prstGeom>
          </p:spPr>
        </p:pic>
        <p:sp>
          <p:nvSpPr>
            <p:cNvPr id="14" name="TextBox 13">
              <a:extLst>
                <a:ext uri="{FF2B5EF4-FFF2-40B4-BE49-F238E27FC236}">
                  <a16:creationId xmlns:a16="http://schemas.microsoft.com/office/drawing/2014/main" id="{83F3E94D-3C90-49C3-88C8-5D38CF269E4D}"/>
                </a:ext>
              </a:extLst>
            </p:cNvPr>
            <p:cNvSpPr txBox="1"/>
            <p:nvPr/>
          </p:nvSpPr>
          <p:spPr>
            <a:xfrm>
              <a:off x="2759941" y="4081442"/>
              <a:ext cx="1978427" cy="646331"/>
            </a:xfrm>
            <a:prstGeom prst="rect">
              <a:avLst/>
            </a:prstGeom>
            <a:noFill/>
          </p:spPr>
          <p:txBody>
            <a:bodyPr wrap="none" rtlCol="0">
              <a:spAutoFit/>
            </a:bodyPr>
            <a:lstStyle/>
            <a:p>
              <a:pPr algn="ctr"/>
              <a:r>
                <a:rPr lang="en-US" dirty="0"/>
                <a:t>Client encryption</a:t>
              </a:r>
            </a:p>
            <a:p>
              <a:pPr algn="ctr"/>
              <a:r>
                <a:rPr lang="en-US" dirty="0"/>
                <a:t>software</a:t>
              </a:r>
            </a:p>
          </p:txBody>
        </p:sp>
        <p:cxnSp>
          <p:nvCxnSpPr>
            <p:cNvPr id="36" name="Straight Arrow Connector 35">
              <a:extLst>
                <a:ext uri="{FF2B5EF4-FFF2-40B4-BE49-F238E27FC236}">
                  <a16:creationId xmlns:a16="http://schemas.microsoft.com/office/drawing/2014/main" id="{0C627A3A-6ED2-4138-92AB-0AE4A42DB252}"/>
                </a:ext>
              </a:extLst>
            </p:cNvPr>
            <p:cNvCxnSpPr>
              <a:cxnSpLocks/>
              <a:stCxn id="29" idx="3"/>
              <a:endCxn id="34" idx="1"/>
            </p:cNvCxnSpPr>
            <p:nvPr/>
          </p:nvCxnSpPr>
          <p:spPr>
            <a:xfrm flipV="1">
              <a:off x="4168753" y="3608544"/>
              <a:ext cx="1519634" cy="1"/>
            </a:xfrm>
            <a:prstGeom prst="straightConnector1">
              <a:avLst/>
            </a:prstGeom>
            <a:ln w="38100">
              <a:solidFill>
                <a:srgbClr val="00527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27" name="Graphic 26">
              <a:extLst>
                <a:ext uri="{FF2B5EF4-FFF2-40B4-BE49-F238E27FC236}">
                  <a16:creationId xmlns:a16="http://schemas.microsoft.com/office/drawing/2014/main" id="{BC27C9B3-05BE-42F0-931E-4F51323F1A4B}"/>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604950" y="2695856"/>
              <a:ext cx="690508" cy="690508"/>
            </a:xfrm>
            <a:prstGeom prst="rect">
              <a:avLst/>
            </a:prstGeom>
          </p:spPr>
        </p:pic>
        <p:sp>
          <p:nvSpPr>
            <p:cNvPr id="33" name="TextBox 32">
              <a:extLst>
                <a:ext uri="{FF2B5EF4-FFF2-40B4-BE49-F238E27FC236}">
                  <a16:creationId xmlns:a16="http://schemas.microsoft.com/office/drawing/2014/main" id="{36EE7068-2A10-429F-A588-19F31D9A7FC6}"/>
                </a:ext>
              </a:extLst>
            </p:cNvPr>
            <p:cNvSpPr txBox="1"/>
            <p:nvPr/>
          </p:nvSpPr>
          <p:spPr>
            <a:xfrm>
              <a:off x="4305944" y="3244718"/>
              <a:ext cx="1151984" cy="369332"/>
            </a:xfrm>
            <a:prstGeom prst="rect">
              <a:avLst/>
            </a:prstGeom>
            <a:noFill/>
          </p:spPr>
          <p:txBody>
            <a:bodyPr wrap="square" rtlCol="0">
              <a:spAutoFit/>
            </a:bodyPr>
            <a:lstStyle/>
            <a:p>
              <a:pPr algn="ctr"/>
              <a:r>
                <a:rPr lang="en-US" dirty="0"/>
                <a:t>Key</a:t>
              </a:r>
            </a:p>
          </p:txBody>
        </p:sp>
        <p:pic>
          <p:nvPicPr>
            <p:cNvPr id="34" name="Graphic 33">
              <a:extLst>
                <a:ext uri="{FF2B5EF4-FFF2-40B4-BE49-F238E27FC236}">
                  <a16:creationId xmlns:a16="http://schemas.microsoft.com/office/drawing/2014/main" id="{A7F5CA39-9229-445B-A8C4-DF0E4F0ABE2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688387" y="3171898"/>
              <a:ext cx="873292" cy="873292"/>
            </a:xfrm>
            <a:prstGeom prst="rect">
              <a:avLst/>
            </a:prstGeom>
          </p:spPr>
        </p:pic>
        <p:pic>
          <p:nvPicPr>
            <p:cNvPr id="32" name="Picture 31">
              <a:extLst>
                <a:ext uri="{FF2B5EF4-FFF2-40B4-BE49-F238E27FC236}">
                  <a16:creationId xmlns:a16="http://schemas.microsoft.com/office/drawing/2014/main" id="{46441868-611E-4B92-973B-6F18885B5E68}"/>
                </a:ext>
              </a:extLst>
            </p:cNvPr>
            <p:cNvPicPr>
              <a:picLocks noChangeAspect="1"/>
            </p:cNvPicPr>
            <p:nvPr/>
          </p:nvPicPr>
          <p:blipFill>
            <a:blip r:embed="rId12"/>
            <a:stretch>
              <a:fillRect/>
            </a:stretch>
          </p:blipFill>
          <p:spPr>
            <a:xfrm>
              <a:off x="6287147" y="2818179"/>
              <a:ext cx="386723" cy="386723"/>
            </a:xfrm>
            <a:prstGeom prst="rect">
              <a:avLst/>
            </a:prstGeom>
          </p:spPr>
        </p:pic>
        <p:sp>
          <p:nvSpPr>
            <p:cNvPr id="15" name="TextBox 14">
              <a:extLst>
                <a:ext uri="{FF2B5EF4-FFF2-40B4-BE49-F238E27FC236}">
                  <a16:creationId xmlns:a16="http://schemas.microsoft.com/office/drawing/2014/main" id="{188BFE26-E56A-4322-9B11-EA396149508E}"/>
                </a:ext>
              </a:extLst>
            </p:cNvPr>
            <p:cNvSpPr txBox="1"/>
            <p:nvPr/>
          </p:nvSpPr>
          <p:spPr>
            <a:xfrm>
              <a:off x="5470269" y="4086224"/>
              <a:ext cx="1242649" cy="646331"/>
            </a:xfrm>
            <a:prstGeom prst="rect">
              <a:avLst/>
            </a:prstGeom>
            <a:noFill/>
          </p:spPr>
          <p:txBody>
            <a:bodyPr wrap="none" rtlCol="0">
              <a:spAutoFit/>
            </a:bodyPr>
            <a:lstStyle/>
            <a:p>
              <a:pPr algn="ctr"/>
              <a:r>
                <a:rPr lang="en-US" dirty="0"/>
                <a:t>Encrypted</a:t>
              </a:r>
            </a:p>
            <a:p>
              <a:pPr algn="ctr"/>
              <a:r>
                <a:rPr lang="en-US" dirty="0"/>
                <a:t>data</a:t>
              </a:r>
            </a:p>
          </p:txBody>
        </p:sp>
        <p:cxnSp>
          <p:nvCxnSpPr>
            <p:cNvPr id="37" name="Straight Arrow Connector 36">
              <a:extLst>
                <a:ext uri="{FF2B5EF4-FFF2-40B4-BE49-F238E27FC236}">
                  <a16:creationId xmlns:a16="http://schemas.microsoft.com/office/drawing/2014/main" id="{567CA21E-8860-4EC4-A804-EC11BBBA9F46}"/>
                </a:ext>
              </a:extLst>
            </p:cNvPr>
            <p:cNvCxnSpPr>
              <a:cxnSpLocks/>
              <a:stCxn id="34" idx="3"/>
              <a:endCxn id="26" idx="1"/>
            </p:cNvCxnSpPr>
            <p:nvPr/>
          </p:nvCxnSpPr>
          <p:spPr>
            <a:xfrm flipV="1">
              <a:off x="6561679" y="3607237"/>
              <a:ext cx="1686377" cy="1307"/>
            </a:xfrm>
            <a:prstGeom prst="straightConnector1">
              <a:avLst/>
            </a:prstGeom>
            <a:ln w="38100">
              <a:solidFill>
                <a:srgbClr val="00527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BA49E6F7-B5EA-4C78-ACF3-262263564467}"/>
                </a:ext>
              </a:extLst>
            </p:cNvPr>
            <p:cNvSpPr/>
            <p:nvPr/>
          </p:nvSpPr>
          <p:spPr>
            <a:xfrm>
              <a:off x="7304788" y="1998448"/>
              <a:ext cx="4116068" cy="3228871"/>
            </a:xfrm>
            <a:prstGeom prst="rect">
              <a:avLst/>
            </a:prstGeom>
            <a:noFill/>
            <a:ln w="15875" cap="flat" cmpd="sng" algn="ctr">
              <a:solidFill>
                <a:srgbClr val="005276"/>
              </a:solidFill>
              <a:prstDash val="solid"/>
              <a:miter lim="800000"/>
            </a:ln>
            <a:effectLst/>
          </p:spPr>
          <p:txBody>
            <a:bodyPr lIns="502920" tIns="9144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ea typeface="+mn-ea"/>
                  <a:cs typeface="Arial" panose="020B0604020202020204" pitchFamily="34" charset="0"/>
                </a:rPr>
                <a:t>AWS Cloud</a:t>
              </a:r>
            </a:p>
          </p:txBody>
        </p:sp>
        <p:pic>
          <p:nvPicPr>
            <p:cNvPr id="39" name="Graphic 38">
              <a:extLst>
                <a:ext uri="{FF2B5EF4-FFF2-40B4-BE49-F238E27FC236}">
                  <a16:creationId xmlns:a16="http://schemas.microsoft.com/office/drawing/2014/main" id="{76D9F701-F359-46F0-945C-A52E826CF423}"/>
                </a:ext>
              </a:extLst>
            </p:cNvPr>
            <p:cNvPicPr>
              <a:picLocks noChangeAspect="1"/>
            </p:cNvPicPr>
            <p:nvPr/>
          </p:nvPicPr>
          <p:blipFill>
            <a:blip r:embed="rId13">
              <a:extLst>
                <a:ext uri="{96DAC541-7B7A-43D3-8B79-37D633B846F1}">
                  <asvg:svgBlip xmlns:asvg="http://schemas.microsoft.com/office/drawing/2016/SVG/main" r:embed="rId14"/>
                </a:ext>
              </a:extLst>
            </a:blip>
            <a:srcRect/>
            <a:stretch/>
          </p:blipFill>
          <p:spPr>
            <a:xfrm>
              <a:off x="7304788" y="1998448"/>
              <a:ext cx="381000" cy="381000"/>
            </a:xfrm>
            <a:prstGeom prst="rect">
              <a:avLst/>
            </a:prstGeom>
          </p:spPr>
        </p:pic>
        <p:pic>
          <p:nvPicPr>
            <p:cNvPr id="26" name="Graphic 25">
              <a:extLst>
                <a:ext uri="{FF2B5EF4-FFF2-40B4-BE49-F238E27FC236}">
                  <a16:creationId xmlns:a16="http://schemas.microsoft.com/office/drawing/2014/main" id="{B98B5699-CCD4-4A54-B034-FCBB5ABDD7AD}"/>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248056" y="2415195"/>
              <a:ext cx="2384084" cy="2384084"/>
            </a:xfrm>
            <a:prstGeom prst="rect">
              <a:avLst/>
            </a:prstGeom>
          </p:spPr>
        </p:pic>
        <p:sp>
          <p:nvSpPr>
            <p:cNvPr id="25" name="TextBox 21">
              <a:extLst>
                <a:ext uri="{FF2B5EF4-FFF2-40B4-BE49-F238E27FC236}">
                  <a16:creationId xmlns:a16="http://schemas.microsoft.com/office/drawing/2014/main" id="{96092547-610D-4669-B49A-84DC67991961}"/>
                </a:ext>
              </a:extLst>
            </p:cNvPr>
            <p:cNvSpPr txBox="1">
              <a:spLocks noChangeArrowheads="1"/>
            </p:cNvSpPr>
            <p:nvPr/>
          </p:nvSpPr>
          <p:spPr bwMode="auto">
            <a:xfrm>
              <a:off x="8229601" y="4804134"/>
              <a:ext cx="23202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fontAlgn="base">
                <a:spcBef>
                  <a:spcPct val="0"/>
                </a:spcBef>
                <a:spcAft>
                  <a:spcPct val="0"/>
                </a:spcAft>
              </a:pPr>
              <a:r>
                <a:rPr lang="en-US" altLang="en-US" dirty="0">
                  <a:solidFill>
                    <a:srgbClr val="000000"/>
                  </a:solidFill>
                  <a:latin typeface="+mn-lt"/>
                  <a:ea typeface="Amazon Ember" panose="020B0603020204020204" pitchFamily="34" charset="0"/>
                  <a:cs typeface="Arial" panose="020B0604020202020204" pitchFamily="34" charset="0"/>
                </a:rPr>
                <a:t>Amazon S3 bucket</a:t>
              </a:r>
            </a:p>
          </p:txBody>
        </p:sp>
        <p:pic>
          <p:nvPicPr>
            <p:cNvPr id="41" name="Graphic 40">
              <a:extLst>
                <a:ext uri="{FF2B5EF4-FFF2-40B4-BE49-F238E27FC236}">
                  <a16:creationId xmlns:a16="http://schemas.microsoft.com/office/drawing/2014/main" id="{FAAAA016-149C-425E-9994-0E56FF4CBBD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735608" y="3602593"/>
              <a:ext cx="873292" cy="873292"/>
            </a:xfrm>
            <a:prstGeom prst="rect">
              <a:avLst/>
            </a:prstGeom>
          </p:spPr>
        </p:pic>
        <p:pic>
          <p:nvPicPr>
            <p:cNvPr id="42" name="Picture 41">
              <a:extLst>
                <a:ext uri="{FF2B5EF4-FFF2-40B4-BE49-F238E27FC236}">
                  <a16:creationId xmlns:a16="http://schemas.microsoft.com/office/drawing/2014/main" id="{BA0FA013-B206-4692-88A7-8853D11D195D}"/>
                </a:ext>
              </a:extLst>
            </p:cNvPr>
            <p:cNvPicPr>
              <a:picLocks noChangeAspect="1"/>
            </p:cNvPicPr>
            <p:nvPr/>
          </p:nvPicPr>
          <p:blipFill>
            <a:blip r:embed="rId12"/>
            <a:stretch>
              <a:fillRect/>
            </a:stretch>
          </p:blipFill>
          <p:spPr>
            <a:xfrm>
              <a:off x="9592784" y="3805466"/>
              <a:ext cx="386723" cy="386723"/>
            </a:xfrm>
            <a:prstGeom prst="rect">
              <a:avLst/>
            </a:prstGeom>
          </p:spPr>
        </p:pic>
      </p:grpSp>
    </p:spTree>
    <p:custDataLst>
      <p:tags r:id="rId1"/>
    </p:custDataLst>
    <p:extLst>
      <p:ext uri="{BB962C8B-B14F-4D97-AF65-F5344CB8AC3E}">
        <p14:creationId xmlns:p14="http://schemas.microsoft.com/office/powerpoint/2010/main" val="94943617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669A7B3C-7017-4527-B7CE-70173BA61DB0}"/>
              </a:ext>
            </a:extLst>
          </p:cNvPr>
          <p:cNvSpPr>
            <a:spLocks noGrp="1"/>
          </p:cNvSpPr>
          <p:nvPr>
            <p:ph type="sldNum" idx="97"/>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834CDD4-D76F-4459-B025-0310E913C243}" type="slidenum">
              <a:rPr kumimoji="0" lang="en-US" sz="1100" b="0" i="0" u="none" strike="noStrike" kern="1200" cap="none" spc="0" normalizeH="0" baseline="0" noProof="0" smtClean="0">
                <a:ln>
                  <a:noFill/>
                </a:ln>
                <a:solidFill>
                  <a:srgbClr val="232F3E"/>
                </a:solidFill>
                <a:effectLst/>
                <a:uLnTx/>
                <a:uFillTx/>
                <a:latin typeface="Amazon Ember"/>
                <a:ea typeface="Amazon Ember" panose="020B0603020204020204" pitchFamily="34" charset="0"/>
                <a:cs typeface="Amazon Ember" panose="020B0603020204020204" pitchFamily="34" charset="0"/>
              </a:rPr>
              <a:pPr marL="0" marR="0" lvl="0" indent="0" algn="r" defTabSz="228600" rtl="0" eaLnBrk="1" fontAlgn="auto" latinLnBrk="0" hangingPunct="1">
                <a:lnSpc>
                  <a:spcPct val="100000"/>
                </a:lnSpc>
                <a:spcBef>
                  <a:spcPts val="0"/>
                </a:spcBef>
                <a:spcAft>
                  <a:spcPts val="0"/>
                </a:spcAft>
                <a:buClrTx/>
                <a:buSzTx/>
                <a:buFontTx/>
                <a:buNone/>
                <a:tabLst/>
                <a:defRPr/>
              </a:pPr>
              <a:t>64</a:t>
            </a:fld>
            <a:endParaRPr kumimoji="0" lang="en-US" sz="1100" b="0" i="0" u="none" strike="noStrike" kern="1200" cap="none" spc="0" normalizeH="0" baseline="0" noProof="0" dirty="0">
              <a:ln>
                <a:noFill/>
              </a:ln>
              <a:solidFill>
                <a:srgbClr val="232F3E"/>
              </a:solidFill>
              <a:effectLst/>
              <a:uLnTx/>
              <a:uFillTx/>
              <a:latin typeface="Amazon Ember"/>
              <a:ea typeface="Amazon Ember" panose="020B0603020204020204" pitchFamily="34" charset="0"/>
              <a:cs typeface="Amazon Ember" panose="020B0603020204020204" pitchFamily="34" charset="0"/>
            </a:endParaRPr>
          </a:p>
        </p:txBody>
      </p:sp>
      <p:sp>
        <p:nvSpPr>
          <p:cNvPr id="5" name="Title">
            <a:extLst>
              <a:ext uri="{FF2B5EF4-FFF2-40B4-BE49-F238E27FC236}">
                <a16:creationId xmlns:a16="http://schemas.microsoft.com/office/drawing/2014/main" id="{E82B4F76-8679-4807-AEEE-81E3D21277F7}"/>
              </a:ext>
            </a:extLst>
          </p:cNvPr>
          <p:cNvSpPr>
            <a:spLocks noGrp="1"/>
          </p:cNvSpPr>
          <p:nvPr>
            <p:ph type="title" idx="1"/>
          </p:nvPr>
        </p:nvSpPr>
        <p:spPr>
          <a:xfrm>
            <a:off x="365760" y="301752"/>
            <a:ext cx="11466576" cy="731318"/>
          </a:xfrm>
        </p:spPr>
        <p:txBody>
          <a:bodyPr/>
          <a:lstStyle/>
          <a:p>
            <a:r>
              <a:rPr lang="en-US" dirty="0">
                <a:latin typeface="+mj-lt"/>
              </a:rPr>
              <a:t>Server-side encryption example</a:t>
            </a:r>
          </a:p>
        </p:txBody>
      </p:sp>
      <p:grpSp>
        <p:nvGrpSpPr>
          <p:cNvPr id="10" name="Flatten ServerSideGroup" descr="Diagram of unencrypted data being sent from the corporate data center to the AWS Cloud. Amazon S3 encrypts the data before storing it in a bucket. More detail in the notes.">
            <a:extLst>
              <a:ext uri="{FF2B5EF4-FFF2-40B4-BE49-F238E27FC236}">
                <a16:creationId xmlns:a16="http://schemas.microsoft.com/office/drawing/2014/main" id="{1B2A704A-D2AD-451E-93E4-DB9E8C2B5104}"/>
              </a:ext>
            </a:extLst>
          </p:cNvPr>
          <p:cNvGrpSpPr/>
          <p:nvPr/>
        </p:nvGrpSpPr>
        <p:grpSpPr>
          <a:xfrm>
            <a:off x="493256" y="1236448"/>
            <a:ext cx="11354186" cy="5144086"/>
            <a:chOff x="493256" y="1236448"/>
            <a:chExt cx="11354186" cy="5144086"/>
          </a:xfrm>
        </p:grpSpPr>
        <p:sp>
          <p:nvSpPr>
            <p:cNvPr id="28" name="Rectangle 27">
              <a:extLst>
                <a:ext uri="{FF2B5EF4-FFF2-40B4-BE49-F238E27FC236}">
                  <a16:creationId xmlns:a16="http://schemas.microsoft.com/office/drawing/2014/main" id="{C58425DD-D8F5-4E53-955A-1C5FE29C1707}"/>
                </a:ext>
              </a:extLst>
            </p:cNvPr>
            <p:cNvSpPr/>
            <p:nvPr/>
          </p:nvSpPr>
          <p:spPr>
            <a:xfrm>
              <a:off x="493256" y="1236448"/>
              <a:ext cx="3032012" cy="5144086"/>
            </a:xfrm>
            <a:prstGeom prst="rect">
              <a:avLst/>
            </a:prstGeom>
            <a:noFill/>
            <a:ln w="15875" cap="flat" cmpd="sng" algn="ctr">
              <a:solidFill>
                <a:srgbClr val="005276"/>
              </a:solidFill>
              <a:prstDash val="solid"/>
              <a:miter lim="800000"/>
            </a:ln>
            <a:effectLst/>
          </p:spPr>
          <p:txBody>
            <a:bodyPr lIns="502920" tIns="9144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ea typeface="+mn-ea"/>
                  <a:cs typeface="Arial" panose="020B0604020202020204" pitchFamily="34" charset="0"/>
                </a:rPr>
                <a:t>Corporate data center</a:t>
              </a:r>
            </a:p>
          </p:txBody>
        </p:sp>
        <p:pic>
          <p:nvPicPr>
            <p:cNvPr id="31" name="Graphic 30">
              <a:extLst>
                <a:ext uri="{FF2B5EF4-FFF2-40B4-BE49-F238E27FC236}">
                  <a16:creationId xmlns:a16="http://schemas.microsoft.com/office/drawing/2014/main" id="{AF541BC7-2669-443B-B257-0E6F11327FC2}"/>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493256" y="1236449"/>
              <a:ext cx="368121" cy="381000"/>
            </a:xfrm>
            <a:prstGeom prst="rect">
              <a:avLst/>
            </a:prstGeom>
          </p:spPr>
        </p:pic>
        <p:pic>
          <p:nvPicPr>
            <p:cNvPr id="30" name="Graphic 29">
              <a:extLst>
                <a:ext uri="{FF2B5EF4-FFF2-40B4-BE49-F238E27FC236}">
                  <a16:creationId xmlns:a16="http://schemas.microsoft.com/office/drawing/2014/main" id="{35DBDDC8-9145-4FB3-8F7E-B3224AF455B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637672" y="2409898"/>
              <a:ext cx="873292" cy="873292"/>
            </a:xfrm>
            <a:prstGeom prst="rect">
              <a:avLst/>
            </a:prstGeom>
          </p:spPr>
        </p:pic>
        <p:sp>
          <p:nvSpPr>
            <p:cNvPr id="12" name="TextBox 11">
              <a:extLst>
                <a:ext uri="{FF2B5EF4-FFF2-40B4-BE49-F238E27FC236}">
                  <a16:creationId xmlns:a16="http://schemas.microsoft.com/office/drawing/2014/main" id="{D3B49F53-32CE-458C-AA41-D619CBF2CC7F}"/>
                </a:ext>
              </a:extLst>
            </p:cNvPr>
            <p:cNvSpPr txBox="1"/>
            <p:nvPr/>
          </p:nvSpPr>
          <p:spPr>
            <a:xfrm>
              <a:off x="1219835" y="3228002"/>
              <a:ext cx="1721171" cy="646331"/>
            </a:xfrm>
            <a:prstGeom prst="rect">
              <a:avLst/>
            </a:prstGeom>
            <a:noFill/>
          </p:spPr>
          <p:txBody>
            <a:bodyPr wrap="square" rtlCol="0">
              <a:spAutoFit/>
            </a:bodyPr>
            <a:lstStyle/>
            <a:p>
              <a:pPr algn="ctr"/>
              <a:r>
                <a:rPr lang="en-US" dirty="0"/>
                <a:t>Unencrypted data</a:t>
              </a:r>
            </a:p>
          </p:txBody>
        </p:sp>
        <p:cxnSp>
          <p:nvCxnSpPr>
            <p:cNvPr id="36" name="Straight Arrow Connector 35">
              <a:extLst>
                <a:ext uri="{FF2B5EF4-FFF2-40B4-BE49-F238E27FC236}">
                  <a16:creationId xmlns:a16="http://schemas.microsoft.com/office/drawing/2014/main" id="{0C627A3A-6ED2-4138-92AB-0AE4A42DB252}"/>
                </a:ext>
              </a:extLst>
            </p:cNvPr>
            <p:cNvCxnSpPr>
              <a:cxnSpLocks/>
              <a:stCxn id="22" idx="3"/>
              <a:endCxn id="34" idx="1"/>
            </p:cNvCxnSpPr>
            <p:nvPr/>
          </p:nvCxnSpPr>
          <p:spPr>
            <a:xfrm>
              <a:off x="6035351" y="2846544"/>
              <a:ext cx="1451356" cy="0"/>
            </a:xfrm>
            <a:prstGeom prst="straightConnector1">
              <a:avLst/>
            </a:prstGeom>
            <a:ln w="38100">
              <a:solidFill>
                <a:srgbClr val="00527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27" name="Graphic 26">
              <a:extLst>
                <a:ext uri="{FF2B5EF4-FFF2-40B4-BE49-F238E27FC236}">
                  <a16:creationId xmlns:a16="http://schemas.microsoft.com/office/drawing/2014/main" id="{BC27C9B3-05BE-42F0-931E-4F51323F1A4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795043" y="3981357"/>
              <a:ext cx="690508" cy="690508"/>
            </a:xfrm>
            <a:prstGeom prst="rect">
              <a:avLst/>
            </a:prstGeom>
          </p:spPr>
        </p:pic>
        <p:sp>
          <p:nvSpPr>
            <p:cNvPr id="33" name="TextBox 32">
              <a:extLst>
                <a:ext uri="{FF2B5EF4-FFF2-40B4-BE49-F238E27FC236}">
                  <a16:creationId xmlns:a16="http://schemas.microsoft.com/office/drawing/2014/main" id="{36EE7068-2A10-429F-A588-19F31D9A7FC6}"/>
                </a:ext>
              </a:extLst>
            </p:cNvPr>
            <p:cNvSpPr txBox="1"/>
            <p:nvPr/>
          </p:nvSpPr>
          <p:spPr>
            <a:xfrm>
              <a:off x="5538879" y="4489621"/>
              <a:ext cx="1151984" cy="369332"/>
            </a:xfrm>
            <a:prstGeom prst="rect">
              <a:avLst/>
            </a:prstGeom>
            <a:noFill/>
          </p:spPr>
          <p:txBody>
            <a:bodyPr wrap="square" rtlCol="0">
              <a:spAutoFit/>
            </a:bodyPr>
            <a:lstStyle/>
            <a:p>
              <a:pPr algn="ctr"/>
              <a:r>
                <a:rPr lang="en-US" dirty="0"/>
                <a:t>Key</a:t>
              </a:r>
            </a:p>
          </p:txBody>
        </p:sp>
        <p:pic>
          <p:nvPicPr>
            <p:cNvPr id="34" name="Graphic 33">
              <a:extLst>
                <a:ext uri="{FF2B5EF4-FFF2-40B4-BE49-F238E27FC236}">
                  <a16:creationId xmlns:a16="http://schemas.microsoft.com/office/drawing/2014/main" id="{A7F5CA39-9229-445B-A8C4-DF0E4F0ABE2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486707" y="2409898"/>
              <a:ext cx="873292" cy="873292"/>
            </a:xfrm>
            <a:prstGeom prst="rect">
              <a:avLst/>
            </a:prstGeom>
          </p:spPr>
        </p:pic>
        <p:pic>
          <p:nvPicPr>
            <p:cNvPr id="32" name="Picture 31">
              <a:extLst>
                <a:ext uri="{FF2B5EF4-FFF2-40B4-BE49-F238E27FC236}">
                  <a16:creationId xmlns:a16="http://schemas.microsoft.com/office/drawing/2014/main" id="{46441868-611E-4B92-973B-6F18885B5E68}"/>
                </a:ext>
              </a:extLst>
            </p:cNvPr>
            <p:cNvPicPr>
              <a:picLocks noChangeAspect="1"/>
            </p:cNvPicPr>
            <p:nvPr/>
          </p:nvPicPr>
          <p:blipFill>
            <a:blip r:embed="rId10"/>
            <a:stretch>
              <a:fillRect/>
            </a:stretch>
          </p:blipFill>
          <p:spPr>
            <a:xfrm>
              <a:off x="8085467" y="2125451"/>
              <a:ext cx="386723" cy="386723"/>
            </a:xfrm>
            <a:prstGeom prst="rect">
              <a:avLst/>
            </a:prstGeom>
          </p:spPr>
        </p:pic>
        <p:sp>
          <p:nvSpPr>
            <p:cNvPr id="15" name="TextBox 14">
              <a:extLst>
                <a:ext uri="{FF2B5EF4-FFF2-40B4-BE49-F238E27FC236}">
                  <a16:creationId xmlns:a16="http://schemas.microsoft.com/office/drawing/2014/main" id="{188BFE26-E56A-4322-9B11-EA396149508E}"/>
                </a:ext>
              </a:extLst>
            </p:cNvPr>
            <p:cNvSpPr txBox="1"/>
            <p:nvPr/>
          </p:nvSpPr>
          <p:spPr>
            <a:xfrm>
              <a:off x="7268589" y="3232784"/>
              <a:ext cx="1242649" cy="646331"/>
            </a:xfrm>
            <a:prstGeom prst="rect">
              <a:avLst/>
            </a:prstGeom>
            <a:noFill/>
          </p:spPr>
          <p:txBody>
            <a:bodyPr wrap="none" rtlCol="0">
              <a:spAutoFit/>
            </a:bodyPr>
            <a:lstStyle/>
            <a:p>
              <a:pPr algn="ctr"/>
              <a:r>
                <a:rPr lang="en-US" dirty="0"/>
                <a:t>Encrypted</a:t>
              </a:r>
            </a:p>
            <a:p>
              <a:pPr algn="ctr"/>
              <a:r>
                <a:rPr lang="en-US" dirty="0"/>
                <a:t>data</a:t>
              </a:r>
            </a:p>
          </p:txBody>
        </p:sp>
        <p:cxnSp>
          <p:nvCxnSpPr>
            <p:cNvPr id="37" name="Straight Arrow Connector 36">
              <a:extLst>
                <a:ext uri="{FF2B5EF4-FFF2-40B4-BE49-F238E27FC236}">
                  <a16:creationId xmlns:a16="http://schemas.microsoft.com/office/drawing/2014/main" id="{567CA21E-8860-4EC4-A804-EC11BBBA9F46}"/>
                </a:ext>
              </a:extLst>
            </p:cNvPr>
            <p:cNvCxnSpPr>
              <a:cxnSpLocks/>
              <a:stCxn id="34" idx="3"/>
              <a:endCxn id="26" idx="1"/>
            </p:cNvCxnSpPr>
            <p:nvPr/>
          </p:nvCxnSpPr>
          <p:spPr>
            <a:xfrm flipV="1">
              <a:off x="8359999" y="2830404"/>
              <a:ext cx="1308926" cy="16140"/>
            </a:xfrm>
            <a:prstGeom prst="straightConnector1">
              <a:avLst/>
            </a:prstGeom>
            <a:ln w="38100">
              <a:solidFill>
                <a:srgbClr val="00527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BA49E6F7-B5EA-4C78-ACF3-262263564467}"/>
                </a:ext>
              </a:extLst>
            </p:cNvPr>
            <p:cNvSpPr/>
            <p:nvPr/>
          </p:nvSpPr>
          <p:spPr>
            <a:xfrm>
              <a:off x="4287267" y="1236448"/>
              <a:ext cx="7560175" cy="5144086"/>
            </a:xfrm>
            <a:prstGeom prst="rect">
              <a:avLst/>
            </a:prstGeom>
            <a:noFill/>
            <a:ln w="15875" cap="flat" cmpd="sng" algn="ctr">
              <a:solidFill>
                <a:srgbClr val="005276"/>
              </a:solidFill>
              <a:prstDash val="solid"/>
              <a:miter lim="800000"/>
            </a:ln>
            <a:effectLst/>
          </p:spPr>
          <p:txBody>
            <a:bodyPr lIns="502920" tIns="9144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ea typeface="+mn-ea"/>
                  <a:cs typeface="Arial" panose="020B0604020202020204" pitchFamily="34" charset="0"/>
                </a:rPr>
                <a:t>AWS Cloud</a:t>
              </a:r>
            </a:p>
          </p:txBody>
        </p:sp>
        <p:pic>
          <p:nvPicPr>
            <p:cNvPr id="39" name="Graphic 38">
              <a:extLst>
                <a:ext uri="{FF2B5EF4-FFF2-40B4-BE49-F238E27FC236}">
                  <a16:creationId xmlns:a16="http://schemas.microsoft.com/office/drawing/2014/main" id="{76D9F701-F359-46F0-945C-A52E826CF423}"/>
                </a:ext>
              </a:extLst>
            </p:cNvPr>
            <p:cNvPicPr>
              <a:picLocks noChangeAspect="1"/>
            </p:cNvPicPr>
            <p:nvPr/>
          </p:nvPicPr>
          <p:blipFill>
            <a:blip r:embed="rId11">
              <a:extLst>
                <a:ext uri="{96DAC541-7B7A-43D3-8B79-37D633B846F1}">
                  <asvg:svgBlip xmlns:asvg="http://schemas.microsoft.com/office/drawing/2016/SVG/main" r:embed="rId12"/>
                </a:ext>
              </a:extLst>
            </a:blip>
            <a:srcRect/>
            <a:stretch/>
          </p:blipFill>
          <p:spPr>
            <a:xfrm>
              <a:off x="4287268" y="1236448"/>
              <a:ext cx="381000" cy="381000"/>
            </a:xfrm>
            <a:prstGeom prst="rect">
              <a:avLst/>
            </a:prstGeom>
          </p:spPr>
        </p:pic>
        <p:pic>
          <p:nvPicPr>
            <p:cNvPr id="26" name="Graphic 25">
              <a:extLst>
                <a:ext uri="{FF2B5EF4-FFF2-40B4-BE49-F238E27FC236}">
                  <a16:creationId xmlns:a16="http://schemas.microsoft.com/office/drawing/2014/main" id="{B98B5699-CCD4-4A54-B034-FCBB5ABDD7AD}"/>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668925" y="1844182"/>
              <a:ext cx="1972444" cy="1972444"/>
            </a:xfrm>
            <a:prstGeom prst="rect">
              <a:avLst/>
            </a:prstGeom>
          </p:spPr>
        </p:pic>
        <p:sp>
          <p:nvSpPr>
            <p:cNvPr id="25" name="TextBox 21">
              <a:extLst>
                <a:ext uri="{FF2B5EF4-FFF2-40B4-BE49-F238E27FC236}">
                  <a16:creationId xmlns:a16="http://schemas.microsoft.com/office/drawing/2014/main" id="{96092547-610D-4669-B49A-84DC67991961}"/>
                </a:ext>
              </a:extLst>
            </p:cNvPr>
            <p:cNvSpPr txBox="1">
              <a:spLocks noChangeArrowheads="1"/>
            </p:cNvSpPr>
            <p:nvPr/>
          </p:nvSpPr>
          <p:spPr bwMode="auto">
            <a:xfrm>
              <a:off x="9979929" y="3799151"/>
              <a:ext cx="138271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fontAlgn="base">
                <a:spcBef>
                  <a:spcPct val="0"/>
                </a:spcBef>
                <a:spcAft>
                  <a:spcPct val="0"/>
                </a:spcAft>
              </a:pPr>
              <a:r>
                <a:rPr lang="en-US" altLang="en-US" dirty="0">
                  <a:solidFill>
                    <a:srgbClr val="000000"/>
                  </a:solidFill>
                  <a:latin typeface="+mn-lt"/>
                  <a:ea typeface="Amazon Ember" panose="020B0603020204020204" pitchFamily="34" charset="0"/>
                  <a:cs typeface="Arial" panose="020B0604020202020204" pitchFamily="34" charset="0"/>
                </a:rPr>
                <a:t>Amazon S3 bucket</a:t>
              </a:r>
            </a:p>
          </p:txBody>
        </p:sp>
        <p:pic>
          <p:nvPicPr>
            <p:cNvPr id="22" name="Graphic 8">
              <a:extLst>
                <a:ext uri="{FF2B5EF4-FFF2-40B4-BE49-F238E27FC236}">
                  <a16:creationId xmlns:a16="http://schemas.microsoft.com/office/drawing/2014/main" id="{4498D509-8731-4F0D-A0DA-19EE0E49D9AE}"/>
                </a:ext>
              </a:extLst>
            </p:cNvPr>
            <p:cNvPicPr>
              <a:picLocks noChangeAspect="1" noChangeArrowheads="1"/>
            </p:cNvPicPr>
            <p:nvPr/>
          </p:nvPicPr>
          <p:blipFill>
            <a:blip r:embed="rId15">
              <a:extLst>
                <a:ext uri="{96DAC541-7B7A-43D3-8B79-37D633B846F1}">
                  <asvg:svgBlip xmlns:asvg="http://schemas.microsoft.com/office/drawing/2016/SVG/main" r:embed="rId16"/>
                </a:ext>
              </a:extLst>
            </a:blip>
            <a:srcRect/>
            <a:stretch/>
          </p:blipFill>
          <p:spPr bwMode="auto">
            <a:xfrm>
              <a:off x="5273351" y="2465544"/>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TextBox 9">
              <a:extLst>
                <a:ext uri="{FF2B5EF4-FFF2-40B4-BE49-F238E27FC236}">
                  <a16:creationId xmlns:a16="http://schemas.microsoft.com/office/drawing/2014/main" id="{8E56448F-2CF4-49B4-BE2B-4D5CF94DAD1C}"/>
                </a:ext>
              </a:extLst>
            </p:cNvPr>
            <p:cNvSpPr txBox="1">
              <a:spLocks noChangeArrowheads="1"/>
            </p:cNvSpPr>
            <p:nvPr/>
          </p:nvSpPr>
          <p:spPr bwMode="auto">
            <a:xfrm>
              <a:off x="4234015" y="3257757"/>
              <a:ext cx="284067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fontAlgn="base">
                <a:spcBef>
                  <a:spcPct val="0"/>
                </a:spcBef>
                <a:spcAft>
                  <a:spcPct val="0"/>
                </a:spcAft>
              </a:pPr>
              <a:r>
                <a:rPr lang="en-US" altLang="en-US" dirty="0">
                  <a:solidFill>
                    <a:srgbClr val="000000"/>
                  </a:solidFill>
                  <a:latin typeface="+mn-lt"/>
                  <a:ea typeface="Amazon Ember" panose="020B0603020204020204" pitchFamily="34" charset="0"/>
                  <a:cs typeface="Arial" panose="020B0604020202020204" pitchFamily="34" charset="0"/>
                </a:rPr>
                <a:t>Amazon S3</a:t>
              </a:r>
            </a:p>
          </p:txBody>
        </p:sp>
        <p:cxnSp>
          <p:nvCxnSpPr>
            <p:cNvPr id="42" name="Straight Arrow Connector 41">
              <a:extLst>
                <a:ext uri="{FF2B5EF4-FFF2-40B4-BE49-F238E27FC236}">
                  <a16:creationId xmlns:a16="http://schemas.microsoft.com/office/drawing/2014/main" id="{194D58AD-78BC-4D3E-998F-C5A80BD5F76A}"/>
                </a:ext>
              </a:extLst>
            </p:cNvPr>
            <p:cNvCxnSpPr>
              <a:cxnSpLocks/>
              <a:stCxn id="30" idx="3"/>
              <a:endCxn id="22" idx="1"/>
            </p:cNvCxnSpPr>
            <p:nvPr/>
          </p:nvCxnSpPr>
          <p:spPr>
            <a:xfrm>
              <a:off x="2510964" y="2846544"/>
              <a:ext cx="2762387" cy="0"/>
            </a:xfrm>
            <a:prstGeom prst="straightConnector1">
              <a:avLst/>
            </a:prstGeom>
            <a:ln w="38100">
              <a:solidFill>
                <a:srgbClr val="00527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43" name="Graphic 7">
              <a:extLst>
                <a:ext uri="{FF2B5EF4-FFF2-40B4-BE49-F238E27FC236}">
                  <a16:creationId xmlns:a16="http://schemas.microsoft.com/office/drawing/2014/main" id="{EC17D3BE-3E6E-4004-851B-78DF7AA84DAC}"/>
                </a:ext>
              </a:extLst>
            </p:cNvPr>
            <p:cNvPicPr>
              <a:picLocks noChangeAspect="1" noChangeArrowheads="1"/>
            </p:cNvPicPr>
            <p:nvPr/>
          </p:nvPicPr>
          <p:blipFill>
            <a:blip r:embed="rId17">
              <a:extLst>
                <a:ext uri="{96DAC541-7B7A-43D3-8B79-37D633B846F1}">
                  <asvg:svgBlip xmlns:asvg="http://schemas.microsoft.com/office/drawing/2016/SVG/main" r:embed="rId18"/>
                </a:ext>
              </a:extLst>
            </a:blip>
            <a:srcRect/>
            <a:stretch/>
          </p:blipFill>
          <p:spPr bwMode="auto">
            <a:xfrm>
              <a:off x="5268496" y="4978752"/>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 name="TextBox 9">
              <a:extLst>
                <a:ext uri="{FF2B5EF4-FFF2-40B4-BE49-F238E27FC236}">
                  <a16:creationId xmlns:a16="http://schemas.microsoft.com/office/drawing/2014/main" id="{4093B57D-53A4-456B-B98D-C9E3FF91E3D5}"/>
                </a:ext>
              </a:extLst>
            </p:cNvPr>
            <p:cNvSpPr txBox="1">
              <a:spLocks noChangeArrowheads="1"/>
            </p:cNvSpPr>
            <p:nvPr/>
          </p:nvSpPr>
          <p:spPr bwMode="auto">
            <a:xfrm>
              <a:off x="4274880" y="5734210"/>
              <a:ext cx="274923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fontAlgn="base">
                <a:spcBef>
                  <a:spcPct val="0"/>
                </a:spcBef>
                <a:spcAft>
                  <a:spcPct val="0"/>
                </a:spcAft>
              </a:pPr>
              <a:r>
                <a:rPr lang="en-US" altLang="en-US" dirty="0">
                  <a:solidFill>
                    <a:srgbClr val="000000"/>
                  </a:solidFill>
                  <a:latin typeface="+mn-lt"/>
                  <a:ea typeface="Amazon Ember" panose="020B0603020204020204" pitchFamily="34" charset="0"/>
                  <a:cs typeface="Arial" panose="020B0604020202020204" pitchFamily="34" charset="0"/>
                </a:rPr>
                <a:t>AWS KMS</a:t>
              </a:r>
            </a:p>
          </p:txBody>
        </p:sp>
        <p:cxnSp>
          <p:nvCxnSpPr>
            <p:cNvPr id="45" name="Straight Arrow Connector 44">
              <a:extLst>
                <a:ext uri="{FF2B5EF4-FFF2-40B4-BE49-F238E27FC236}">
                  <a16:creationId xmlns:a16="http://schemas.microsoft.com/office/drawing/2014/main" id="{20E8EF76-F48B-4F9C-86CF-E59D0242991F}"/>
                </a:ext>
              </a:extLst>
            </p:cNvPr>
            <p:cNvCxnSpPr>
              <a:cxnSpLocks/>
              <a:stCxn id="43" idx="0"/>
              <a:endCxn id="23" idx="2"/>
            </p:cNvCxnSpPr>
            <p:nvPr/>
          </p:nvCxnSpPr>
          <p:spPr>
            <a:xfrm flipV="1">
              <a:off x="5649496" y="3627089"/>
              <a:ext cx="4855" cy="1351663"/>
            </a:xfrm>
            <a:prstGeom prst="straightConnector1">
              <a:avLst/>
            </a:prstGeom>
            <a:noFill/>
            <a:ln w="38100" cap="flat" cmpd="sng" algn="ctr">
              <a:solidFill>
                <a:srgbClr val="005276"/>
              </a:solidFill>
              <a:prstDash val="solid"/>
              <a:miter lim="800000"/>
              <a:headEnd type="none" w="med" len="med"/>
              <a:tailEnd type="triangle" w="med" len="med"/>
            </a:ln>
            <a:effectLst/>
          </p:spPr>
        </p:cxnSp>
        <p:pic>
          <p:nvPicPr>
            <p:cNvPr id="29" name="Graphic 28">
              <a:extLst>
                <a:ext uri="{FF2B5EF4-FFF2-40B4-BE49-F238E27FC236}">
                  <a16:creationId xmlns:a16="http://schemas.microsoft.com/office/drawing/2014/main" id="{CC17C54E-36B9-4F9F-8324-3F8703897CC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24498" y="2741203"/>
              <a:ext cx="873292" cy="873292"/>
            </a:xfrm>
            <a:prstGeom prst="rect">
              <a:avLst/>
            </a:prstGeom>
          </p:spPr>
        </p:pic>
        <p:pic>
          <p:nvPicPr>
            <p:cNvPr id="35" name="Picture 34">
              <a:extLst>
                <a:ext uri="{FF2B5EF4-FFF2-40B4-BE49-F238E27FC236}">
                  <a16:creationId xmlns:a16="http://schemas.microsoft.com/office/drawing/2014/main" id="{FB16FF8F-A170-49CC-B8D1-9D0AB05C060F}"/>
                </a:ext>
              </a:extLst>
            </p:cNvPr>
            <p:cNvPicPr>
              <a:picLocks noChangeAspect="1"/>
            </p:cNvPicPr>
            <p:nvPr/>
          </p:nvPicPr>
          <p:blipFill>
            <a:blip r:embed="rId10"/>
            <a:stretch>
              <a:fillRect/>
            </a:stretch>
          </p:blipFill>
          <p:spPr>
            <a:xfrm>
              <a:off x="10802164" y="2953711"/>
              <a:ext cx="386723" cy="386723"/>
            </a:xfrm>
            <a:prstGeom prst="rect">
              <a:avLst/>
            </a:prstGeom>
          </p:spPr>
        </p:pic>
      </p:grpSp>
    </p:spTree>
    <p:custDataLst>
      <p:tags r:id="rId1"/>
    </p:custDataLst>
    <p:extLst>
      <p:ext uri="{BB962C8B-B14F-4D97-AF65-F5344CB8AC3E}">
        <p14:creationId xmlns:p14="http://schemas.microsoft.com/office/powerpoint/2010/main" val="333640187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BB7AE5A5-CD26-41C1-ACB4-906C01A8D664}"/>
              </a:ext>
            </a:extLst>
          </p:cNvPr>
          <p:cNvSpPr>
            <a:spLocks noGrp="1"/>
          </p:cNvSpPr>
          <p:nvPr>
            <p:ph type="sldNum" idx="97"/>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834CDD4-D76F-4459-B025-0310E913C243}" type="slidenum">
              <a:rPr kumimoji="0" lang="en-US" sz="1100" b="0" i="0" u="none" strike="noStrike" kern="1200" cap="none" spc="0" normalizeH="0" baseline="0" noProof="0" smtClean="0">
                <a:ln>
                  <a:noFill/>
                </a:ln>
                <a:solidFill>
                  <a:srgbClr val="232F3E"/>
                </a:solidFill>
                <a:effectLst/>
                <a:uLnTx/>
                <a:uFillTx/>
                <a:latin typeface="Amazon Ember"/>
                <a:ea typeface="Amazon Ember" panose="020B0603020204020204" pitchFamily="34" charset="0"/>
                <a:cs typeface="Amazon Ember" panose="020B0603020204020204" pitchFamily="34" charset="0"/>
              </a:rPr>
              <a:pPr marL="0" marR="0" lvl="0" indent="0" algn="r" defTabSz="228600" rtl="0" eaLnBrk="1" fontAlgn="auto" latinLnBrk="0" hangingPunct="1">
                <a:lnSpc>
                  <a:spcPct val="100000"/>
                </a:lnSpc>
                <a:spcBef>
                  <a:spcPts val="0"/>
                </a:spcBef>
                <a:spcAft>
                  <a:spcPts val="0"/>
                </a:spcAft>
                <a:buClrTx/>
                <a:buSzTx/>
                <a:buFontTx/>
                <a:buNone/>
                <a:tabLst/>
                <a:defRPr/>
              </a:pPr>
              <a:t>65</a:t>
            </a:fld>
            <a:endParaRPr kumimoji="0" lang="en-US" sz="1100" b="0" i="0" u="none" strike="noStrike" kern="1200" cap="none" spc="0" normalizeH="0" baseline="0" noProof="0" dirty="0">
              <a:ln>
                <a:noFill/>
              </a:ln>
              <a:solidFill>
                <a:srgbClr val="232F3E"/>
              </a:solidFill>
              <a:effectLst/>
              <a:uLnTx/>
              <a:uFillTx/>
              <a:latin typeface="Amazon Ember"/>
              <a:ea typeface="Amazon Ember" panose="020B0603020204020204" pitchFamily="34" charset="0"/>
              <a:cs typeface="Amazon Ember" panose="020B0603020204020204" pitchFamily="34" charset="0"/>
            </a:endParaRPr>
          </a:p>
        </p:txBody>
      </p:sp>
      <p:sp>
        <p:nvSpPr>
          <p:cNvPr id="5" name="Title">
            <a:extLst>
              <a:ext uri="{FF2B5EF4-FFF2-40B4-BE49-F238E27FC236}">
                <a16:creationId xmlns:a16="http://schemas.microsoft.com/office/drawing/2014/main" id="{167DC07D-13B0-461B-B21E-50214DACE1FA}"/>
              </a:ext>
            </a:extLst>
          </p:cNvPr>
          <p:cNvSpPr>
            <a:spLocks noGrp="1"/>
          </p:cNvSpPr>
          <p:nvPr>
            <p:ph type="title" idx="1"/>
          </p:nvPr>
        </p:nvSpPr>
        <p:spPr/>
        <p:txBody>
          <a:bodyPr/>
          <a:lstStyle/>
          <a:p>
            <a:r>
              <a:rPr lang="pt-BR" dirty="0"/>
              <a:t>AWS Key Management Service (AWS KMS)</a:t>
            </a:r>
            <a:endParaRPr lang="en-US" dirty="0"/>
          </a:p>
        </p:txBody>
      </p:sp>
      <p:pic>
        <p:nvPicPr>
          <p:cNvPr id="9" name="Graphic 7">
            <a:extLst>
              <a:ext uri="{FF2B5EF4-FFF2-40B4-BE49-F238E27FC236}">
                <a16:creationId xmlns:a16="http://schemas.microsoft.com/office/drawing/2014/main" id="{81D2F0E2-6E23-4B70-B169-FDCFB72EF844}"/>
              </a:ext>
              <a:ext uri="{C183D7F6-B498-43B3-948B-1728B52AA6E4}">
                <adec:decorative xmlns:adec="http://schemas.microsoft.com/office/drawing/2017/decorative" val="1"/>
              </a:ext>
            </a:extLst>
          </p:cNvPr>
          <p:cNvPicPr>
            <a:picLocks noGrp="1" noChangeAspect="1" noChangeArrowheads="1"/>
          </p:cNvPicPr>
          <p:nvPr>
            <p:ph type="pic" idx="3"/>
          </p:nvPr>
        </p:nvPicPr>
        <p:blipFill>
          <a:blip r:embed="rId4">
            <a:extLst>
              <a:ext uri="{96DAC541-7B7A-43D3-8B79-37D633B846F1}">
                <asvg:svgBlip xmlns:asvg="http://schemas.microsoft.com/office/drawing/2016/SVG/main" r:embed="rId5"/>
              </a:ext>
            </a:extLst>
          </a:blip>
          <a:srcRect/>
          <a:stretch/>
        </p:blipFill>
        <p:spPr bwMode="auto">
          <a:xfrm>
            <a:off x="531813" y="2182813"/>
            <a:ext cx="2286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 Placeholder 11">
            <a:extLst>
              <a:ext uri="{FF2B5EF4-FFF2-40B4-BE49-F238E27FC236}">
                <a16:creationId xmlns:a16="http://schemas.microsoft.com/office/drawing/2014/main" id="{2124EB48-A8EF-4C7B-AF26-CB217849C4C9}"/>
              </a:ext>
              <a:ext uri="{C183D7F6-B498-43B3-948B-1728B52AA6E4}">
                <adec:decorative xmlns:adec="http://schemas.microsoft.com/office/drawing/2017/decorative" val="1"/>
              </a:ext>
            </a:extLst>
          </p:cNvPr>
          <p:cNvSpPr>
            <a:spLocks noGrp="1"/>
          </p:cNvSpPr>
          <p:nvPr>
            <p:ph type="body" idx="4"/>
          </p:nvPr>
        </p:nvSpPr>
        <p:spPr/>
        <p:txBody>
          <a:bodyPr/>
          <a:lstStyle/>
          <a:p>
            <a:r>
              <a:rPr lang="en-US" dirty="0">
                <a:latin typeface="Amazon Ember"/>
              </a:rPr>
              <a:t>AWS KMS</a:t>
            </a:r>
          </a:p>
          <a:p>
            <a:endParaRPr lang="en-US" dirty="0"/>
          </a:p>
        </p:txBody>
      </p:sp>
      <p:sp>
        <p:nvSpPr>
          <p:cNvPr id="16" name="Rectangle 15">
            <a:extLst>
              <a:ext uri="{FF2B5EF4-FFF2-40B4-BE49-F238E27FC236}">
                <a16:creationId xmlns:a16="http://schemas.microsoft.com/office/drawing/2014/main" id="{8D3C270D-23C3-4B86-834B-0CF486432FB0}"/>
              </a:ext>
            </a:extLst>
          </p:cNvPr>
          <p:cNvSpPr/>
          <p:nvPr/>
        </p:nvSpPr>
        <p:spPr>
          <a:xfrm>
            <a:off x="3160293" y="1380399"/>
            <a:ext cx="8614611" cy="3600986"/>
          </a:xfrm>
          <a:prstGeom prst="rect">
            <a:avLst/>
          </a:prstGeom>
        </p:spPr>
        <p:txBody>
          <a:bodyPr wrap="square">
            <a:spAutoFit/>
          </a:bodyPr>
          <a:lstStyle/>
          <a:p>
            <a:pPr marL="342900" indent="-342900">
              <a:spcBef>
                <a:spcPts val="1200"/>
              </a:spcBef>
              <a:spcAft>
                <a:spcPts val="1200"/>
              </a:spcAft>
              <a:buFont typeface="Arial" panose="020B0604020202020204" pitchFamily="34" charset="0"/>
              <a:buChar char="•"/>
            </a:pPr>
            <a:r>
              <a:rPr lang="en-US" sz="2400" dirty="0"/>
              <a:t>Provides the ability to create and manage cryptographic keys</a:t>
            </a:r>
          </a:p>
          <a:p>
            <a:pPr marL="342900" indent="-342900">
              <a:spcBef>
                <a:spcPts val="1200"/>
              </a:spcBef>
              <a:spcAft>
                <a:spcPts val="1200"/>
              </a:spcAft>
              <a:buFont typeface="Arial" panose="020B0604020202020204" pitchFamily="34" charset="0"/>
              <a:buChar char="•"/>
            </a:pPr>
            <a:r>
              <a:rPr lang="en-US" sz="2400" dirty="0"/>
              <a:t>Uses hardware security modules (HSMs) to protect your keys</a:t>
            </a:r>
          </a:p>
          <a:p>
            <a:pPr marL="342900" indent="-342900">
              <a:spcBef>
                <a:spcPts val="1200"/>
              </a:spcBef>
              <a:spcAft>
                <a:spcPts val="1200"/>
              </a:spcAft>
              <a:buFont typeface="Arial" panose="020B0604020202020204" pitchFamily="34" charset="0"/>
              <a:buChar char="•"/>
            </a:pPr>
            <a:r>
              <a:rPr lang="en-US" sz="2400" dirty="0"/>
              <a:t>Integrates with other AWS services</a:t>
            </a:r>
          </a:p>
          <a:p>
            <a:pPr marL="342900" indent="-342900">
              <a:spcBef>
                <a:spcPts val="1200"/>
              </a:spcBef>
              <a:spcAft>
                <a:spcPts val="1200"/>
              </a:spcAft>
              <a:buFont typeface="Arial" panose="020B0604020202020204" pitchFamily="34" charset="0"/>
              <a:buChar char="•"/>
            </a:pPr>
            <a:r>
              <a:rPr lang="en-US" sz="2400" dirty="0"/>
              <a:t>Provides the ability to set usage policies to determine which users can use keys</a:t>
            </a:r>
          </a:p>
        </p:txBody>
      </p:sp>
    </p:spTree>
    <p:custDataLst>
      <p:tags r:id="rId1"/>
    </p:custDataLst>
    <p:extLst>
      <p:ext uri="{BB962C8B-B14F-4D97-AF65-F5344CB8AC3E}">
        <p14:creationId xmlns:p14="http://schemas.microsoft.com/office/powerpoint/2010/main" val="277855760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66</a:t>
            </a:fld>
            <a:endParaRPr lang="en-US" dirty="0"/>
          </a:p>
        </p:txBody>
      </p:sp>
      <p:sp>
        <p:nvSpPr>
          <p:cNvPr id="3" name="Title">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t>AWS KMS features</a:t>
            </a:r>
          </a:p>
        </p:txBody>
      </p:sp>
      <p:sp>
        <p:nvSpPr>
          <p:cNvPr id="10" name="Text Placeholder 9">
            <a:extLst>
              <a:ext uri="{FF2B5EF4-FFF2-40B4-BE49-F238E27FC236}">
                <a16:creationId xmlns:a16="http://schemas.microsoft.com/office/drawing/2014/main" id="{B3260EC2-9FC6-41B1-B859-D6A625E58C3E}"/>
              </a:ext>
            </a:extLst>
          </p:cNvPr>
          <p:cNvSpPr>
            <a:spLocks noGrp="1"/>
          </p:cNvSpPr>
          <p:nvPr>
            <p:ph type="body" idx="12"/>
          </p:nvPr>
        </p:nvSpPr>
        <p:spPr/>
        <p:txBody>
          <a:bodyPr/>
          <a:lstStyle/>
          <a:p>
            <a:r>
              <a:rPr lang="en-US" sz="2800" dirty="0"/>
              <a:t>Keys</a:t>
            </a:r>
          </a:p>
        </p:txBody>
      </p:sp>
      <p:sp>
        <p:nvSpPr>
          <p:cNvPr id="4" name="Content Placeholder 3">
            <a:extLst>
              <a:ext uri="{FF2B5EF4-FFF2-40B4-BE49-F238E27FC236}">
                <a16:creationId xmlns:a16="http://schemas.microsoft.com/office/drawing/2014/main" id="{92083FF9-BC1F-4C80-A4DC-A96A1185DD1A}"/>
              </a:ext>
            </a:extLst>
          </p:cNvPr>
          <p:cNvSpPr>
            <a:spLocks noGrp="1"/>
          </p:cNvSpPr>
          <p:nvPr>
            <p:ph idx="2"/>
          </p:nvPr>
        </p:nvSpPr>
        <p:spPr/>
        <p:txBody>
          <a:bodyPr/>
          <a:lstStyle/>
          <a:p>
            <a:r>
              <a:rPr lang="en-US" dirty="0"/>
              <a:t>Customer managed</a:t>
            </a:r>
          </a:p>
          <a:p>
            <a:r>
              <a:rPr lang="en-US" dirty="0"/>
              <a:t>KMS managed</a:t>
            </a:r>
          </a:p>
          <a:p>
            <a:pPr fontAlgn="ctr"/>
            <a:r>
              <a:rPr lang="en-US" dirty="0"/>
              <a:t>Data key (symmetric)</a:t>
            </a:r>
          </a:p>
          <a:p>
            <a:r>
              <a:rPr lang="en-US" dirty="0"/>
              <a:t>Data key pair (asymmetric)</a:t>
            </a:r>
          </a:p>
          <a:p>
            <a:endParaRPr lang="en-US" dirty="0"/>
          </a:p>
        </p:txBody>
      </p:sp>
      <p:sp>
        <p:nvSpPr>
          <p:cNvPr id="11" name="Text Placeholder 10">
            <a:extLst>
              <a:ext uri="{FF2B5EF4-FFF2-40B4-BE49-F238E27FC236}">
                <a16:creationId xmlns:a16="http://schemas.microsoft.com/office/drawing/2014/main" id="{764AD8CF-D018-4DD8-A271-32C130E17BBF}"/>
              </a:ext>
            </a:extLst>
          </p:cNvPr>
          <p:cNvSpPr>
            <a:spLocks noGrp="1"/>
          </p:cNvSpPr>
          <p:nvPr>
            <p:ph type="body" idx="13"/>
          </p:nvPr>
        </p:nvSpPr>
        <p:spPr/>
        <p:txBody>
          <a:bodyPr/>
          <a:lstStyle/>
          <a:p>
            <a:r>
              <a:rPr lang="en-US" sz="2800" dirty="0"/>
              <a:t>Cryptographic operations</a:t>
            </a:r>
          </a:p>
        </p:txBody>
      </p:sp>
      <p:sp>
        <p:nvSpPr>
          <p:cNvPr id="5" name="Content Placeholder 4">
            <a:extLst>
              <a:ext uri="{FF2B5EF4-FFF2-40B4-BE49-F238E27FC236}">
                <a16:creationId xmlns:a16="http://schemas.microsoft.com/office/drawing/2014/main" id="{93CFCB61-CE23-4142-98F7-94EEDC4DC39F}"/>
              </a:ext>
            </a:extLst>
          </p:cNvPr>
          <p:cNvSpPr>
            <a:spLocks noGrp="1"/>
          </p:cNvSpPr>
          <p:nvPr>
            <p:ph idx="3"/>
          </p:nvPr>
        </p:nvSpPr>
        <p:spPr/>
        <p:txBody>
          <a:bodyPr/>
          <a:lstStyle/>
          <a:p>
            <a:r>
              <a:rPr lang="en-US" dirty="0"/>
              <a:t>Encrypt</a:t>
            </a:r>
          </a:p>
          <a:p>
            <a:r>
              <a:rPr lang="en-US" dirty="0"/>
              <a:t>Decrypt</a:t>
            </a:r>
          </a:p>
          <a:p>
            <a:r>
              <a:rPr lang="en-US" dirty="0"/>
              <a:t>GenerateDataKey</a:t>
            </a:r>
          </a:p>
          <a:p>
            <a:r>
              <a:rPr lang="en-US" dirty="0"/>
              <a:t>GenerateDataKeyPair</a:t>
            </a:r>
          </a:p>
          <a:p>
            <a:endParaRPr lang="en-US" dirty="0"/>
          </a:p>
        </p:txBody>
      </p:sp>
    </p:spTree>
    <p:custDataLst>
      <p:tags r:id="rId1"/>
    </p:custDataLst>
    <p:extLst>
      <p:ext uri="{BB962C8B-B14F-4D97-AF65-F5344CB8AC3E}">
        <p14:creationId xmlns:p14="http://schemas.microsoft.com/office/powerpoint/2010/main" val="242789386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67</a:t>
            </a:fld>
            <a:endParaRPr lang="en-US" dirty="0"/>
          </a:p>
        </p:txBody>
      </p:sp>
      <p:sp>
        <p:nvSpPr>
          <p:cNvPr id="3" name="Title">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b="1" dirty="0">
                <a:latin typeface="+mj-lt"/>
              </a:rPr>
              <a:t>AWS KMS integration with other AWS services</a:t>
            </a:r>
          </a:p>
        </p:txBody>
      </p:sp>
      <p:sp>
        <p:nvSpPr>
          <p:cNvPr id="10" name="Content Placeholder 9">
            <a:extLst>
              <a:ext uri="{FF2B5EF4-FFF2-40B4-BE49-F238E27FC236}">
                <a16:creationId xmlns:a16="http://schemas.microsoft.com/office/drawing/2014/main" id="{81EEBCDD-B61A-4319-A9B9-120D00247E0A}"/>
              </a:ext>
            </a:extLst>
          </p:cNvPr>
          <p:cNvSpPr>
            <a:spLocks noGrp="1"/>
          </p:cNvSpPr>
          <p:nvPr>
            <p:ph idx="2"/>
          </p:nvPr>
        </p:nvSpPr>
        <p:spPr>
          <a:xfrm>
            <a:off x="365760" y="1383031"/>
            <a:ext cx="11466576" cy="1474470"/>
          </a:xfrm>
        </p:spPr>
        <p:txBody>
          <a:bodyPr>
            <a:normAutofit/>
          </a:bodyPr>
          <a:lstStyle/>
          <a:p>
            <a:pPr lvl="1">
              <a:spcBef>
                <a:spcPts val="1200"/>
              </a:spcBef>
            </a:pPr>
            <a:r>
              <a:rPr lang="en-US" sz="2800" dirty="0">
                <a:solidFill>
                  <a:schemeClr val="tx1"/>
                </a:solidFill>
              </a:rPr>
              <a:t>Amazon Simple Storage Service (Amazon S3) </a:t>
            </a:r>
          </a:p>
          <a:p>
            <a:pPr lvl="1">
              <a:spcBef>
                <a:spcPts val="1200"/>
              </a:spcBef>
            </a:pPr>
            <a:r>
              <a:rPr lang="en-US" sz="2800" dirty="0"/>
              <a:t>Amazon Elastic Block Store (Amazon EBS)</a:t>
            </a:r>
          </a:p>
          <a:p>
            <a:pPr marL="0" indent="0">
              <a:buNone/>
            </a:pPr>
            <a:endParaRPr lang="en-US" sz="3200" dirty="0"/>
          </a:p>
          <a:p>
            <a:endParaRPr lang="en-US" sz="3200" dirty="0"/>
          </a:p>
        </p:txBody>
      </p:sp>
      <p:sp>
        <p:nvSpPr>
          <p:cNvPr id="6" name="Rectangle 5">
            <a:extLst>
              <a:ext uri="{FF2B5EF4-FFF2-40B4-BE49-F238E27FC236}">
                <a16:creationId xmlns:a16="http://schemas.microsoft.com/office/drawing/2014/main" id="{8BDDAE8C-D497-4F4B-93DE-84A3D1D2C23D}"/>
              </a:ext>
            </a:extLst>
          </p:cNvPr>
          <p:cNvSpPr/>
          <p:nvPr/>
        </p:nvSpPr>
        <p:spPr>
          <a:xfrm>
            <a:off x="276277" y="3512223"/>
            <a:ext cx="11320272" cy="461665"/>
          </a:xfrm>
          <a:prstGeom prst="rect">
            <a:avLst/>
          </a:prstGeom>
          <a:solidFill>
            <a:schemeClr val="accent5"/>
          </a:solidFill>
        </p:spPr>
        <p:txBody>
          <a:bodyPr wrap="square">
            <a:spAutoFit/>
          </a:bodyPr>
          <a:lstStyle/>
          <a:p>
            <a:r>
              <a:rPr lang="en-US" sz="2400" b="1" dirty="0">
                <a:solidFill>
                  <a:schemeClr val="bg1"/>
                </a:solidFill>
              </a:rPr>
              <a:t>Important</a:t>
            </a:r>
            <a:endParaRPr lang="en-US" b="1" i="0" dirty="0">
              <a:solidFill>
                <a:schemeClr val="bg1"/>
              </a:solidFill>
              <a:effectLst/>
            </a:endParaRPr>
          </a:p>
        </p:txBody>
      </p:sp>
      <p:sp>
        <p:nvSpPr>
          <p:cNvPr id="4" name="Rectangle 3">
            <a:extLst>
              <a:ext uri="{FF2B5EF4-FFF2-40B4-BE49-F238E27FC236}">
                <a16:creationId xmlns:a16="http://schemas.microsoft.com/office/drawing/2014/main" id="{0ADB32EC-8FF6-4EF7-9ECF-5B275E9CAD15}"/>
              </a:ext>
            </a:extLst>
          </p:cNvPr>
          <p:cNvSpPr/>
          <p:nvPr/>
        </p:nvSpPr>
        <p:spPr>
          <a:xfrm>
            <a:off x="356558" y="4122798"/>
            <a:ext cx="11170424" cy="1200329"/>
          </a:xfrm>
          <a:prstGeom prst="rect">
            <a:avLst/>
          </a:prstGeom>
        </p:spPr>
        <p:txBody>
          <a:bodyPr wrap="square">
            <a:spAutoFit/>
          </a:bodyPr>
          <a:lstStyle/>
          <a:p>
            <a:r>
              <a:rPr lang="en-US" sz="2400" dirty="0"/>
              <a:t>AWS services that are integrated with AWS KMS use only symmetric encryption KMS keys to encrypt your data. These services do not support encryption with asymmetric KMS keys. </a:t>
            </a:r>
          </a:p>
        </p:txBody>
      </p:sp>
    </p:spTree>
    <p:custDataLst>
      <p:tags r:id="rId1"/>
    </p:custDataLst>
    <p:extLst>
      <p:ext uri="{BB962C8B-B14F-4D97-AF65-F5344CB8AC3E}">
        <p14:creationId xmlns:p14="http://schemas.microsoft.com/office/powerpoint/2010/main" val="230233994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Slide Number">
            <a:extLst>
              <a:ext uri="{FF2B5EF4-FFF2-40B4-BE49-F238E27FC236}">
                <a16:creationId xmlns:a16="http://schemas.microsoft.com/office/drawing/2014/main" id="{C25B22F8-8338-4CEE-951C-C9F402D69BD7}"/>
              </a:ext>
            </a:extLst>
          </p:cNvPr>
          <p:cNvSpPr>
            <a:spLocks noGrp="1"/>
          </p:cNvSpPr>
          <p:nvPr>
            <p:ph type="sldNum" idx="97"/>
          </p:nvPr>
        </p:nvSpPr>
        <p:spPr>
          <a:xfrm>
            <a:off x="11347704" y="6446520"/>
            <a:ext cx="484632" cy="228600"/>
          </a:xfrm>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834CDD4-D76F-4459-B025-0310E913C243}" type="slidenum">
              <a:rPr kumimoji="0" lang="en-US" sz="1100" b="0" i="0" u="none" strike="noStrike" kern="1200" cap="none" spc="0" normalizeH="0" baseline="0" noProof="0" smtClean="0">
                <a:ln>
                  <a:noFill/>
                </a:ln>
                <a:solidFill>
                  <a:srgbClr val="232F3E"/>
                </a:solidFill>
                <a:effectLst/>
                <a:uLnTx/>
                <a:uFillTx/>
                <a:latin typeface="Amazon Ember"/>
                <a:ea typeface="Amazon Ember" panose="020B0603020204020204" pitchFamily="34" charset="0"/>
                <a:cs typeface="Amazon Ember" panose="020B0603020204020204" pitchFamily="34" charset="0"/>
              </a:rPr>
              <a:pPr marL="0" marR="0" lvl="0" indent="0" algn="r" defTabSz="228600" rtl="0" eaLnBrk="1" fontAlgn="auto" latinLnBrk="0" hangingPunct="1">
                <a:lnSpc>
                  <a:spcPct val="100000"/>
                </a:lnSpc>
                <a:spcBef>
                  <a:spcPts val="0"/>
                </a:spcBef>
                <a:spcAft>
                  <a:spcPts val="0"/>
                </a:spcAft>
                <a:buClrTx/>
                <a:buSzTx/>
                <a:buFontTx/>
                <a:buNone/>
                <a:tabLst/>
                <a:defRPr/>
              </a:pPr>
              <a:t>68</a:t>
            </a:fld>
            <a:endParaRPr kumimoji="0" lang="en-US" sz="1100" b="0" i="0" u="none" strike="noStrike" kern="1200" cap="none" spc="0" normalizeH="0" baseline="0" noProof="0" dirty="0">
              <a:ln>
                <a:noFill/>
              </a:ln>
              <a:solidFill>
                <a:srgbClr val="232F3E"/>
              </a:solidFill>
              <a:effectLst/>
              <a:uLnTx/>
              <a:uFillTx/>
              <a:latin typeface="Amazon Ember"/>
              <a:ea typeface="Amazon Ember" panose="020B0603020204020204" pitchFamily="34" charset="0"/>
              <a:cs typeface="Amazon Ember" panose="020B0603020204020204" pitchFamily="34" charset="0"/>
            </a:endParaRPr>
          </a:p>
        </p:txBody>
      </p:sp>
      <p:sp>
        <p:nvSpPr>
          <p:cNvPr id="2" name="Title">
            <a:extLst>
              <a:ext uri="{FF2B5EF4-FFF2-40B4-BE49-F238E27FC236}">
                <a16:creationId xmlns:a16="http://schemas.microsoft.com/office/drawing/2014/main" id="{7A1CB2E4-AF7E-4D45-B5B6-1925CB08DCC5}"/>
              </a:ext>
            </a:extLst>
          </p:cNvPr>
          <p:cNvSpPr>
            <a:spLocks noGrp="1"/>
          </p:cNvSpPr>
          <p:nvPr>
            <p:ph type="title" idx="1"/>
          </p:nvPr>
        </p:nvSpPr>
        <p:spPr/>
        <p:txBody>
          <a:bodyPr/>
          <a:lstStyle/>
          <a:p>
            <a:r>
              <a:rPr lang="en-US" dirty="0"/>
              <a:t>AWS KMS encryption example with Amazon S3</a:t>
            </a:r>
          </a:p>
        </p:txBody>
      </p:sp>
      <p:grpSp>
        <p:nvGrpSpPr>
          <p:cNvPr id="5" name="Flatten EncryptionGroup" descr="AWS KMS encryption example with Amazon S3. See the notes for additional information. ">
            <a:extLst>
              <a:ext uri="{FF2B5EF4-FFF2-40B4-BE49-F238E27FC236}">
                <a16:creationId xmlns:a16="http://schemas.microsoft.com/office/drawing/2014/main" id="{2AF6A662-4E86-4333-8C72-F84A3F1ADECC}"/>
              </a:ext>
            </a:extLst>
          </p:cNvPr>
          <p:cNvGrpSpPr/>
          <p:nvPr/>
        </p:nvGrpSpPr>
        <p:grpSpPr>
          <a:xfrm>
            <a:off x="657727" y="1844842"/>
            <a:ext cx="10860587" cy="4313537"/>
            <a:chOff x="657727" y="1844842"/>
            <a:chExt cx="10860587" cy="4313537"/>
          </a:xfrm>
        </p:grpSpPr>
        <p:pic>
          <p:nvPicPr>
            <p:cNvPr id="7" name="Graphic user">
              <a:extLst>
                <a:ext uri="{FF2B5EF4-FFF2-40B4-BE49-F238E27FC236}">
                  <a16:creationId xmlns:a16="http://schemas.microsoft.com/office/drawing/2014/main" id="{573DDE8F-54AE-4E7C-937B-C541B4EEEB48}"/>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11556" y="2258204"/>
              <a:ext cx="642588" cy="642588"/>
            </a:xfrm>
            <a:prstGeom prst="rect">
              <a:avLst/>
            </a:prstGeom>
          </p:spPr>
        </p:pic>
        <p:pic>
          <p:nvPicPr>
            <p:cNvPr id="8" name="Graphic 7">
              <a:extLst>
                <a:ext uri="{FF2B5EF4-FFF2-40B4-BE49-F238E27FC236}">
                  <a16:creationId xmlns:a16="http://schemas.microsoft.com/office/drawing/2014/main" id="{88D5E2D5-AF97-48EE-888E-D8303731B7F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127920" y="2180701"/>
              <a:ext cx="851257" cy="851257"/>
            </a:xfrm>
            <a:prstGeom prst="rect">
              <a:avLst/>
            </a:prstGeom>
          </p:spPr>
        </p:pic>
        <p:pic>
          <p:nvPicPr>
            <p:cNvPr id="9" name="Picture Placeholder 13">
              <a:extLst>
                <a:ext uri="{FF2B5EF4-FFF2-40B4-BE49-F238E27FC236}">
                  <a16:creationId xmlns:a16="http://schemas.microsoft.com/office/drawing/2014/main" id="{5BE15F90-A830-4386-A9BD-C5955FEBB2D4}"/>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a:xfrm>
              <a:off x="7558326" y="2198851"/>
              <a:ext cx="672687" cy="672687"/>
            </a:xfrm>
            <a:prstGeom prst="rect">
              <a:avLst/>
            </a:prstGeom>
          </p:spPr>
        </p:pic>
        <p:pic>
          <p:nvPicPr>
            <p:cNvPr id="10" name="Graphic 9">
              <a:extLst>
                <a:ext uri="{FF2B5EF4-FFF2-40B4-BE49-F238E27FC236}">
                  <a16:creationId xmlns:a16="http://schemas.microsoft.com/office/drawing/2014/main" id="{4A6BD258-6C84-465D-910B-34C6EF4CA8A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720512" y="3479796"/>
              <a:ext cx="793754" cy="793754"/>
            </a:xfrm>
            <a:prstGeom prst="rect">
              <a:avLst/>
            </a:prstGeom>
          </p:spPr>
        </p:pic>
        <p:sp>
          <p:nvSpPr>
            <p:cNvPr id="11" name="TextBox 10">
              <a:extLst>
                <a:ext uri="{FF2B5EF4-FFF2-40B4-BE49-F238E27FC236}">
                  <a16:creationId xmlns:a16="http://schemas.microsoft.com/office/drawing/2014/main" id="{2774A17B-1779-4610-B02E-B900FA8FB324}"/>
                </a:ext>
              </a:extLst>
            </p:cNvPr>
            <p:cNvSpPr txBox="1"/>
            <p:nvPr/>
          </p:nvSpPr>
          <p:spPr>
            <a:xfrm>
              <a:off x="657727" y="3064044"/>
              <a:ext cx="655949" cy="369332"/>
            </a:xfrm>
            <a:prstGeom prst="rect">
              <a:avLst/>
            </a:prstGeom>
            <a:noFill/>
          </p:spPr>
          <p:txBody>
            <a:bodyPr wrap="none" rtlCol="0">
              <a:spAutoFit/>
            </a:bodyPr>
            <a:lstStyle/>
            <a:p>
              <a:r>
                <a:rPr lang="en-US" dirty="0"/>
                <a:t>User</a:t>
              </a:r>
            </a:p>
          </p:txBody>
        </p:sp>
        <p:sp>
          <p:nvSpPr>
            <p:cNvPr id="12" name="TextBox 11">
              <a:extLst>
                <a:ext uri="{FF2B5EF4-FFF2-40B4-BE49-F238E27FC236}">
                  <a16:creationId xmlns:a16="http://schemas.microsoft.com/office/drawing/2014/main" id="{71884514-06D1-40F1-B456-F992486D60C9}"/>
                </a:ext>
              </a:extLst>
            </p:cNvPr>
            <p:cNvSpPr txBox="1"/>
            <p:nvPr/>
          </p:nvSpPr>
          <p:spPr>
            <a:xfrm>
              <a:off x="3737811" y="3160297"/>
              <a:ext cx="1524000" cy="646331"/>
            </a:xfrm>
            <a:prstGeom prst="rect">
              <a:avLst/>
            </a:prstGeom>
            <a:noFill/>
          </p:spPr>
          <p:txBody>
            <a:bodyPr wrap="square" rtlCol="0">
              <a:spAutoFit/>
            </a:bodyPr>
            <a:lstStyle/>
            <a:p>
              <a:pPr algn="ctr"/>
              <a:r>
                <a:rPr lang="en-US" dirty="0"/>
                <a:t>S3 bucket with objects</a:t>
              </a:r>
            </a:p>
          </p:txBody>
        </p:sp>
        <p:sp>
          <p:nvSpPr>
            <p:cNvPr id="13" name="TextBox 12">
              <a:extLst>
                <a:ext uri="{FF2B5EF4-FFF2-40B4-BE49-F238E27FC236}">
                  <a16:creationId xmlns:a16="http://schemas.microsoft.com/office/drawing/2014/main" id="{58A2C5F5-411E-4709-BC21-E8A45E51161B}"/>
                </a:ext>
              </a:extLst>
            </p:cNvPr>
            <p:cNvSpPr txBox="1"/>
            <p:nvPr/>
          </p:nvSpPr>
          <p:spPr>
            <a:xfrm>
              <a:off x="7545779" y="4117142"/>
              <a:ext cx="1255472" cy="923330"/>
            </a:xfrm>
            <a:prstGeom prst="rect">
              <a:avLst/>
            </a:prstGeom>
            <a:noFill/>
          </p:spPr>
          <p:txBody>
            <a:bodyPr wrap="none" rtlCol="0">
              <a:spAutoFit/>
            </a:bodyPr>
            <a:lstStyle/>
            <a:p>
              <a:pPr algn="ctr"/>
              <a:r>
                <a:rPr lang="en-US" dirty="0"/>
                <a:t>Customer </a:t>
              </a:r>
            </a:p>
            <a:p>
              <a:pPr algn="ctr"/>
              <a:r>
                <a:rPr lang="en-US" dirty="0"/>
                <a:t>managed </a:t>
              </a:r>
            </a:p>
            <a:p>
              <a:pPr algn="ctr"/>
              <a:r>
                <a:rPr lang="en-US" dirty="0"/>
                <a:t>key</a:t>
              </a:r>
            </a:p>
          </p:txBody>
        </p:sp>
        <p:sp>
          <p:nvSpPr>
            <p:cNvPr id="4" name="Rectangle 3">
              <a:extLst>
                <a:ext uri="{FF2B5EF4-FFF2-40B4-BE49-F238E27FC236}">
                  <a16:creationId xmlns:a16="http://schemas.microsoft.com/office/drawing/2014/main" id="{2FCE6580-A44C-4A24-BC1F-FAE09CBBE347}"/>
                </a:ext>
              </a:extLst>
            </p:cNvPr>
            <p:cNvSpPr/>
            <p:nvPr/>
          </p:nvSpPr>
          <p:spPr>
            <a:xfrm>
              <a:off x="7491662" y="2117560"/>
              <a:ext cx="3461259" cy="3096126"/>
            </a:xfrm>
            <a:prstGeom prst="rect">
              <a:avLst/>
            </a:prstGeom>
            <a:noFill/>
            <a:ln w="3810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chemeClr val="tx1"/>
                  </a:solidFill>
                  <a:prstDash val="dashDot"/>
                </a:ln>
              </a:endParaRPr>
            </a:p>
          </p:txBody>
        </p:sp>
        <p:cxnSp>
          <p:nvCxnSpPr>
            <p:cNvPr id="15" name="Straight Arrow Connector 14">
              <a:extLst>
                <a:ext uri="{FF2B5EF4-FFF2-40B4-BE49-F238E27FC236}">
                  <a16:creationId xmlns:a16="http://schemas.microsoft.com/office/drawing/2014/main" id="{961B5A04-D682-4F4A-BAFA-40C866F52CA7}"/>
                </a:ext>
              </a:extLst>
            </p:cNvPr>
            <p:cNvCxnSpPr/>
            <p:nvPr/>
          </p:nvCxnSpPr>
          <p:spPr>
            <a:xfrm>
              <a:off x="1556084" y="2614863"/>
              <a:ext cx="2069432" cy="0"/>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AB09E610-A051-49E6-9561-286AA9A4C80F}"/>
                </a:ext>
              </a:extLst>
            </p:cNvPr>
            <p:cNvCxnSpPr/>
            <p:nvPr/>
          </p:nvCxnSpPr>
          <p:spPr>
            <a:xfrm>
              <a:off x="5149516" y="2646947"/>
              <a:ext cx="210151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2A0EB102-5775-4953-8042-DA034EE7F698}"/>
                </a:ext>
              </a:extLst>
            </p:cNvPr>
            <p:cNvCxnSpPr>
              <a:cxnSpLocks/>
            </p:cNvCxnSpPr>
            <p:nvPr/>
          </p:nvCxnSpPr>
          <p:spPr>
            <a:xfrm rot="10800000">
              <a:off x="4531896" y="4095387"/>
              <a:ext cx="4788568" cy="1519351"/>
            </a:xfrm>
            <a:prstGeom prst="bentConnector2">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CCF415F-D150-4131-B36C-2311221080A4}"/>
                </a:ext>
              </a:extLst>
            </p:cNvPr>
            <p:cNvCxnSpPr/>
            <p:nvPr/>
          </p:nvCxnSpPr>
          <p:spPr>
            <a:xfrm>
              <a:off x="9300365" y="5229726"/>
              <a:ext cx="0" cy="385011"/>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1DE26326-7056-4E6B-9926-7566D002A382}"/>
                </a:ext>
                <a:ext uri="{C183D7F6-B498-43B3-948B-1728B52AA6E4}">
                  <adec:decorative xmlns:adec="http://schemas.microsoft.com/office/drawing/2017/decorative" val="0"/>
                </a:ext>
              </a:extLst>
            </p:cNvPr>
            <p:cNvSpPr>
              <a:spLocks noChangeAspect="1"/>
            </p:cNvSpPr>
            <p:nvPr/>
          </p:nvSpPr>
          <p:spPr>
            <a:xfrm>
              <a:off x="1229599" y="1844842"/>
              <a:ext cx="491871" cy="491871"/>
            </a:xfrm>
            <a:prstGeom prst="ellipse">
              <a:avLst/>
            </a:prstGeom>
            <a:solidFill>
              <a:schemeClr val="accent2"/>
            </a:solidFill>
            <a:ln>
              <a:noFill/>
            </a:ln>
            <a:scene3d>
              <a:camera prst="orthographicFront">
                <a:rot lat="0" lon="0" rev="0"/>
              </a:camera>
              <a:lightRig rig="twoPt" dir="tl"/>
            </a:scene3d>
          </p:spPr>
          <p:style>
            <a:lnRef idx="0">
              <a:schemeClr val="accent5"/>
            </a:lnRef>
            <a:fillRef idx="3">
              <a:schemeClr val="accent5"/>
            </a:fillRef>
            <a:effectRef idx="3">
              <a:schemeClr val="accent5"/>
            </a:effectRef>
            <a:fontRef idx="minor">
              <a:schemeClr val="lt1"/>
            </a:fontRef>
          </p:style>
          <p:txBody>
            <a:bodyPr lIns="45720" rIns="45720" rtlCol="0" anchor="ctr"/>
            <a:lstStyle/>
            <a:p>
              <a:pPr algn="ctr"/>
              <a:r>
                <a:rPr lang="en-US" sz="1600" dirty="0">
                  <a:solidFill>
                    <a:schemeClr val="bg1"/>
                  </a:solidFill>
                </a:rPr>
                <a:t>1</a:t>
              </a:r>
            </a:p>
          </p:txBody>
        </p:sp>
        <p:sp>
          <p:nvSpPr>
            <p:cNvPr id="26" name="Oval 25">
              <a:extLst>
                <a:ext uri="{FF2B5EF4-FFF2-40B4-BE49-F238E27FC236}">
                  <a16:creationId xmlns:a16="http://schemas.microsoft.com/office/drawing/2014/main" id="{1F383C6B-F6B9-4C49-9A56-BB5DFDE6FCC6}"/>
                </a:ext>
                <a:ext uri="{C183D7F6-B498-43B3-948B-1728B52AA6E4}">
                  <adec:decorative xmlns:adec="http://schemas.microsoft.com/office/drawing/2017/decorative" val="0"/>
                </a:ext>
              </a:extLst>
            </p:cNvPr>
            <p:cNvSpPr>
              <a:spLocks noChangeAspect="1"/>
            </p:cNvSpPr>
            <p:nvPr/>
          </p:nvSpPr>
          <p:spPr>
            <a:xfrm>
              <a:off x="5090311" y="1844842"/>
              <a:ext cx="457200" cy="457200"/>
            </a:xfrm>
            <a:prstGeom prst="ellipse">
              <a:avLst/>
            </a:prstGeom>
            <a:solidFill>
              <a:schemeClr val="accent2"/>
            </a:solidFill>
            <a:ln>
              <a:noFill/>
            </a:ln>
            <a:scene3d>
              <a:camera prst="orthographicFront">
                <a:rot lat="0" lon="0" rev="0"/>
              </a:camera>
              <a:lightRig rig="twoPt" dir="tl"/>
            </a:scene3d>
          </p:spPr>
          <p:style>
            <a:lnRef idx="0">
              <a:schemeClr val="accent5"/>
            </a:lnRef>
            <a:fillRef idx="3">
              <a:schemeClr val="accent5"/>
            </a:fillRef>
            <a:effectRef idx="3">
              <a:schemeClr val="accent5"/>
            </a:effectRef>
            <a:fontRef idx="minor">
              <a:schemeClr val="lt1"/>
            </a:fontRef>
          </p:style>
          <p:txBody>
            <a:bodyPr lIns="45720" rIns="45720" rtlCol="0" anchor="ctr"/>
            <a:lstStyle/>
            <a:p>
              <a:pPr algn="ctr"/>
              <a:r>
                <a:rPr lang="en-US" sz="1600" dirty="0">
                  <a:solidFill>
                    <a:schemeClr val="bg1"/>
                  </a:solidFill>
                </a:rPr>
                <a:t>2</a:t>
              </a:r>
            </a:p>
          </p:txBody>
        </p:sp>
        <p:sp>
          <p:nvSpPr>
            <p:cNvPr id="27" name="Oval 26">
              <a:extLst>
                <a:ext uri="{FF2B5EF4-FFF2-40B4-BE49-F238E27FC236}">
                  <a16:creationId xmlns:a16="http://schemas.microsoft.com/office/drawing/2014/main" id="{D5C900E8-22DF-4BB4-B0F7-BEA4E9235C88}"/>
                </a:ext>
                <a:ext uri="{C183D7F6-B498-43B3-948B-1728B52AA6E4}">
                  <adec:decorative xmlns:adec="http://schemas.microsoft.com/office/drawing/2017/decorative" val="0"/>
                </a:ext>
              </a:extLst>
            </p:cNvPr>
            <p:cNvSpPr>
              <a:spLocks noChangeAspect="1"/>
            </p:cNvSpPr>
            <p:nvPr/>
          </p:nvSpPr>
          <p:spPr>
            <a:xfrm>
              <a:off x="11061114" y="3283197"/>
              <a:ext cx="457200" cy="457200"/>
            </a:xfrm>
            <a:prstGeom prst="ellipse">
              <a:avLst/>
            </a:prstGeom>
            <a:solidFill>
              <a:schemeClr val="accent2"/>
            </a:solidFill>
            <a:ln>
              <a:noFill/>
            </a:ln>
            <a:scene3d>
              <a:camera prst="orthographicFront">
                <a:rot lat="0" lon="0" rev="0"/>
              </a:camera>
              <a:lightRig rig="twoPt" dir="tl"/>
            </a:scene3d>
          </p:spPr>
          <p:style>
            <a:lnRef idx="0">
              <a:schemeClr val="accent5"/>
            </a:lnRef>
            <a:fillRef idx="3">
              <a:schemeClr val="accent5"/>
            </a:fillRef>
            <a:effectRef idx="3">
              <a:schemeClr val="accent5"/>
            </a:effectRef>
            <a:fontRef idx="minor">
              <a:schemeClr val="lt1"/>
            </a:fontRef>
          </p:style>
          <p:txBody>
            <a:bodyPr lIns="45720" rIns="45720" rtlCol="0" anchor="ctr"/>
            <a:lstStyle/>
            <a:p>
              <a:pPr algn="ctr"/>
              <a:r>
                <a:rPr lang="en-US" sz="1600" dirty="0">
                  <a:solidFill>
                    <a:schemeClr val="bg1"/>
                  </a:solidFill>
                </a:rPr>
                <a:t>3</a:t>
              </a:r>
            </a:p>
          </p:txBody>
        </p:sp>
        <p:sp>
          <p:nvSpPr>
            <p:cNvPr id="28" name="Oval 27">
              <a:extLst>
                <a:ext uri="{FF2B5EF4-FFF2-40B4-BE49-F238E27FC236}">
                  <a16:creationId xmlns:a16="http://schemas.microsoft.com/office/drawing/2014/main" id="{E0247273-7781-4F4C-83B6-5C7FA2A12C88}"/>
                </a:ext>
                <a:ext uri="{C183D7F6-B498-43B3-948B-1728B52AA6E4}">
                  <adec:decorative xmlns:adec="http://schemas.microsoft.com/office/drawing/2017/decorative" val="0"/>
                </a:ext>
              </a:extLst>
            </p:cNvPr>
            <p:cNvSpPr>
              <a:spLocks noChangeAspect="1"/>
            </p:cNvSpPr>
            <p:nvPr/>
          </p:nvSpPr>
          <p:spPr>
            <a:xfrm>
              <a:off x="3855069" y="4005091"/>
              <a:ext cx="457200" cy="457200"/>
            </a:xfrm>
            <a:prstGeom prst="ellipse">
              <a:avLst/>
            </a:prstGeom>
            <a:solidFill>
              <a:schemeClr val="accent2"/>
            </a:solidFill>
            <a:ln>
              <a:noFill/>
            </a:ln>
            <a:scene3d>
              <a:camera prst="orthographicFront">
                <a:rot lat="0" lon="0" rev="0"/>
              </a:camera>
              <a:lightRig rig="twoPt" dir="tl"/>
            </a:scene3d>
          </p:spPr>
          <p:style>
            <a:lnRef idx="0">
              <a:schemeClr val="accent5"/>
            </a:lnRef>
            <a:fillRef idx="3">
              <a:schemeClr val="accent5"/>
            </a:fillRef>
            <a:effectRef idx="3">
              <a:schemeClr val="accent5"/>
            </a:effectRef>
            <a:fontRef idx="minor">
              <a:schemeClr val="lt1"/>
            </a:fontRef>
          </p:style>
          <p:txBody>
            <a:bodyPr lIns="45720" rIns="45720" rtlCol="0" anchor="ctr"/>
            <a:lstStyle/>
            <a:p>
              <a:pPr algn="ctr"/>
              <a:r>
                <a:rPr lang="en-US" sz="1600" dirty="0">
                  <a:solidFill>
                    <a:schemeClr val="bg1"/>
                  </a:solidFill>
                </a:rPr>
                <a:t>5</a:t>
              </a:r>
            </a:p>
          </p:txBody>
        </p:sp>
        <p:sp>
          <p:nvSpPr>
            <p:cNvPr id="29" name="Oval 28">
              <a:extLst>
                <a:ext uri="{FF2B5EF4-FFF2-40B4-BE49-F238E27FC236}">
                  <a16:creationId xmlns:a16="http://schemas.microsoft.com/office/drawing/2014/main" id="{081E9E80-F02A-43B4-99D7-F43D584488CA}"/>
                </a:ext>
                <a:ext uri="{C183D7F6-B498-43B3-948B-1728B52AA6E4}">
                  <adec:decorative xmlns:adec="http://schemas.microsoft.com/office/drawing/2017/decorative" val="0"/>
                </a:ext>
              </a:extLst>
            </p:cNvPr>
            <p:cNvSpPr>
              <a:spLocks noChangeAspect="1"/>
            </p:cNvSpPr>
            <p:nvPr/>
          </p:nvSpPr>
          <p:spPr>
            <a:xfrm>
              <a:off x="6573477" y="5701179"/>
              <a:ext cx="457200" cy="457200"/>
            </a:xfrm>
            <a:prstGeom prst="ellipse">
              <a:avLst/>
            </a:prstGeom>
            <a:solidFill>
              <a:schemeClr val="accent2"/>
            </a:solidFill>
            <a:ln>
              <a:noFill/>
            </a:ln>
            <a:scene3d>
              <a:camera prst="orthographicFront">
                <a:rot lat="0" lon="0" rev="0"/>
              </a:camera>
              <a:lightRig rig="twoPt" dir="tl"/>
            </a:scene3d>
          </p:spPr>
          <p:style>
            <a:lnRef idx="0">
              <a:schemeClr val="accent5"/>
            </a:lnRef>
            <a:fillRef idx="3">
              <a:schemeClr val="accent5"/>
            </a:fillRef>
            <a:effectRef idx="3">
              <a:schemeClr val="accent5"/>
            </a:effectRef>
            <a:fontRef idx="minor">
              <a:schemeClr val="lt1"/>
            </a:fontRef>
          </p:style>
          <p:txBody>
            <a:bodyPr lIns="45720" rIns="45720" rtlCol="0" anchor="ctr"/>
            <a:lstStyle/>
            <a:p>
              <a:pPr algn="ctr"/>
              <a:r>
                <a:rPr lang="en-US" sz="1600" dirty="0">
                  <a:solidFill>
                    <a:schemeClr val="bg1"/>
                  </a:solidFill>
                </a:rPr>
                <a:t>4</a:t>
              </a:r>
            </a:p>
          </p:txBody>
        </p:sp>
        <p:pic>
          <p:nvPicPr>
            <p:cNvPr id="21" name="Graphic 20">
              <a:extLst>
                <a:ext uri="{FF2B5EF4-FFF2-40B4-BE49-F238E27FC236}">
                  <a16:creationId xmlns:a16="http://schemas.microsoft.com/office/drawing/2014/main" id="{1183A631-51C6-4C8A-9893-AA1327174CB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936660" y="3505196"/>
              <a:ext cx="660405" cy="660405"/>
            </a:xfrm>
            <a:prstGeom prst="rect">
              <a:avLst/>
            </a:prstGeom>
          </p:spPr>
        </p:pic>
        <p:sp>
          <p:nvSpPr>
            <p:cNvPr id="22" name="TextBox 21">
              <a:extLst>
                <a:ext uri="{FF2B5EF4-FFF2-40B4-BE49-F238E27FC236}">
                  <a16:creationId xmlns:a16="http://schemas.microsoft.com/office/drawing/2014/main" id="{CAA8D7B6-C14F-4B3C-9772-8B41FC81D9DA}"/>
                </a:ext>
              </a:extLst>
            </p:cNvPr>
            <p:cNvSpPr txBox="1"/>
            <p:nvPr/>
          </p:nvSpPr>
          <p:spPr>
            <a:xfrm>
              <a:off x="9750139" y="4117142"/>
              <a:ext cx="1175322" cy="646331"/>
            </a:xfrm>
            <a:prstGeom prst="rect">
              <a:avLst/>
            </a:prstGeom>
            <a:noFill/>
          </p:spPr>
          <p:txBody>
            <a:bodyPr wrap="none" rtlCol="0">
              <a:spAutoFit/>
            </a:bodyPr>
            <a:lstStyle/>
            <a:p>
              <a:pPr algn="ctr"/>
              <a:r>
                <a:rPr lang="en-US" dirty="0"/>
                <a:t>Plaintext </a:t>
              </a:r>
            </a:p>
            <a:p>
              <a:pPr algn="ctr"/>
              <a:r>
                <a:rPr lang="en-US" dirty="0"/>
                <a:t>data key</a:t>
              </a:r>
            </a:p>
          </p:txBody>
        </p:sp>
        <p:sp>
          <p:nvSpPr>
            <p:cNvPr id="3" name="Rectangle 2">
              <a:extLst>
                <a:ext uri="{FF2B5EF4-FFF2-40B4-BE49-F238E27FC236}">
                  <a16:creationId xmlns:a16="http://schemas.microsoft.com/office/drawing/2014/main" id="{93058AEC-55BE-4351-9066-F3A043AE189E}"/>
                </a:ext>
              </a:extLst>
            </p:cNvPr>
            <p:cNvSpPr/>
            <p:nvPr/>
          </p:nvSpPr>
          <p:spPr>
            <a:xfrm>
              <a:off x="8173515" y="2349443"/>
              <a:ext cx="2630961" cy="369332"/>
            </a:xfrm>
            <a:prstGeom prst="rect">
              <a:avLst/>
            </a:prstGeom>
          </p:spPr>
          <p:txBody>
            <a:bodyPr wrap="square">
              <a:spAutoFit/>
            </a:bodyPr>
            <a:lstStyle/>
            <a:p>
              <a:pPr algn="ctr"/>
              <a:r>
                <a:rPr lang="en-US" altLang="en-US" dirty="0">
                  <a:latin typeface="Arial" panose="020B0604020202020204" pitchFamily="34" charset="0"/>
                  <a:ea typeface="Amazon Ember" panose="020B0603020204020204" pitchFamily="34" charset="0"/>
                  <a:cs typeface="Arial" panose="020B0604020202020204" pitchFamily="34" charset="0"/>
                </a:rPr>
                <a:t>AWS KMS</a:t>
              </a:r>
            </a:p>
          </p:txBody>
        </p:sp>
        <p:cxnSp>
          <p:nvCxnSpPr>
            <p:cNvPr id="31" name="Straight Arrow Connector 30">
              <a:extLst>
                <a:ext uri="{FF2B5EF4-FFF2-40B4-BE49-F238E27FC236}">
                  <a16:creationId xmlns:a16="http://schemas.microsoft.com/office/drawing/2014/main" id="{06DEE534-1B3C-4CFA-81CC-605373CE1573}"/>
                </a:ext>
              </a:extLst>
            </p:cNvPr>
            <p:cNvCxnSpPr>
              <a:cxnSpLocks/>
            </p:cNvCxnSpPr>
            <p:nvPr/>
          </p:nvCxnSpPr>
          <p:spPr>
            <a:xfrm>
              <a:off x="8699500" y="4049964"/>
              <a:ext cx="927100" cy="0"/>
            </a:xfrm>
            <a:prstGeom prst="straightConnector1">
              <a:avLst/>
            </a:prstGeom>
            <a:ln w="38100">
              <a:solidFill>
                <a:srgbClr val="005276"/>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663D14B2-03DF-4165-9B88-04E73A1A486F}"/>
                </a:ext>
              </a:extLst>
            </p:cNvPr>
            <p:cNvSpPr txBox="1"/>
            <p:nvPr/>
          </p:nvSpPr>
          <p:spPr>
            <a:xfrm>
              <a:off x="8626642" y="3616827"/>
              <a:ext cx="1083951" cy="369332"/>
            </a:xfrm>
            <a:prstGeom prst="rect">
              <a:avLst/>
            </a:prstGeom>
            <a:noFill/>
          </p:spPr>
          <p:txBody>
            <a:bodyPr wrap="none" rtlCol="0">
              <a:spAutoFit/>
            </a:bodyPr>
            <a:lstStyle/>
            <a:p>
              <a:r>
                <a:rPr lang="en-US" dirty="0"/>
                <a:t>Encrypts</a:t>
              </a:r>
            </a:p>
          </p:txBody>
        </p:sp>
      </p:grpSp>
    </p:spTree>
    <p:custDataLst>
      <p:tags r:id="rId1"/>
    </p:custDataLst>
    <p:extLst>
      <p:ext uri="{BB962C8B-B14F-4D97-AF65-F5344CB8AC3E}">
        <p14:creationId xmlns:p14="http://schemas.microsoft.com/office/powerpoint/2010/main" val="337422822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Slide Number">
            <a:extLst>
              <a:ext uri="{FF2B5EF4-FFF2-40B4-BE49-F238E27FC236}">
                <a16:creationId xmlns:a16="http://schemas.microsoft.com/office/drawing/2014/main" id="{C25B22F8-8338-4CEE-951C-C9F402D69BD7}"/>
              </a:ext>
            </a:extLst>
          </p:cNvPr>
          <p:cNvSpPr>
            <a:spLocks noGrp="1"/>
          </p:cNvSpPr>
          <p:nvPr>
            <p:ph type="sldNum" idx="97"/>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834CDD4-D76F-4459-B025-0310E913C243}" type="slidenum">
              <a:rPr kumimoji="0" lang="en-US" sz="1100" b="0" i="0" u="none" strike="noStrike" kern="1200" cap="none" spc="0" normalizeH="0" baseline="0" noProof="0" smtClean="0">
                <a:ln>
                  <a:noFill/>
                </a:ln>
                <a:solidFill>
                  <a:srgbClr val="232F3E"/>
                </a:solidFill>
                <a:effectLst/>
                <a:uLnTx/>
                <a:uFillTx/>
                <a:latin typeface="Amazon Ember"/>
                <a:ea typeface="Amazon Ember" panose="020B0603020204020204" pitchFamily="34" charset="0"/>
                <a:cs typeface="Amazon Ember" panose="020B0603020204020204" pitchFamily="34" charset="0"/>
              </a:rPr>
              <a:pPr marL="0" marR="0" lvl="0" indent="0" algn="r" defTabSz="228600" rtl="0" eaLnBrk="1" fontAlgn="auto" latinLnBrk="0" hangingPunct="1">
                <a:lnSpc>
                  <a:spcPct val="100000"/>
                </a:lnSpc>
                <a:spcBef>
                  <a:spcPts val="0"/>
                </a:spcBef>
                <a:spcAft>
                  <a:spcPts val="0"/>
                </a:spcAft>
                <a:buClrTx/>
                <a:buSzTx/>
                <a:buFontTx/>
                <a:buNone/>
                <a:tabLst/>
                <a:defRPr/>
              </a:pPr>
              <a:t>69</a:t>
            </a:fld>
            <a:endParaRPr kumimoji="0" lang="en-US" sz="1100" b="0" i="0" u="none" strike="noStrike" kern="1200" cap="none" spc="0" normalizeH="0" baseline="0" noProof="0" dirty="0">
              <a:ln>
                <a:noFill/>
              </a:ln>
              <a:solidFill>
                <a:srgbClr val="232F3E"/>
              </a:solidFill>
              <a:effectLst/>
              <a:uLnTx/>
              <a:uFillTx/>
              <a:latin typeface="Amazon Ember"/>
              <a:ea typeface="Amazon Ember" panose="020B0603020204020204" pitchFamily="34" charset="0"/>
              <a:cs typeface="Amazon Ember" panose="020B0603020204020204" pitchFamily="34" charset="0"/>
            </a:endParaRPr>
          </a:p>
        </p:txBody>
      </p:sp>
      <p:sp>
        <p:nvSpPr>
          <p:cNvPr id="2" name="Title">
            <a:extLst>
              <a:ext uri="{FF2B5EF4-FFF2-40B4-BE49-F238E27FC236}">
                <a16:creationId xmlns:a16="http://schemas.microsoft.com/office/drawing/2014/main" id="{7A1CB2E4-AF7E-4D45-B5B6-1925CB08DCC5}"/>
              </a:ext>
            </a:extLst>
          </p:cNvPr>
          <p:cNvSpPr>
            <a:spLocks noGrp="1"/>
          </p:cNvSpPr>
          <p:nvPr>
            <p:ph type="title" idx="1"/>
          </p:nvPr>
        </p:nvSpPr>
        <p:spPr/>
        <p:txBody>
          <a:bodyPr/>
          <a:lstStyle/>
          <a:p>
            <a:r>
              <a:rPr lang="en-US" dirty="0"/>
              <a:t>AWS KMS decryption example with Amazon S3 </a:t>
            </a:r>
          </a:p>
        </p:txBody>
      </p:sp>
      <p:grpSp>
        <p:nvGrpSpPr>
          <p:cNvPr id="4" name="Flatten DecryptionGroup" descr="AWS KMS decryption example with Amazon S3. See the notes for additional information.">
            <a:extLst>
              <a:ext uri="{FF2B5EF4-FFF2-40B4-BE49-F238E27FC236}">
                <a16:creationId xmlns:a16="http://schemas.microsoft.com/office/drawing/2014/main" id="{3724E72D-D420-46BE-B504-033ADC5DF9AC}"/>
              </a:ext>
            </a:extLst>
          </p:cNvPr>
          <p:cNvGrpSpPr/>
          <p:nvPr/>
        </p:nvGrpSpPr>
        <p:grpSpPr>
          <a:xfrm>
            <a:off x="657727" y="1844842"/>
            <a:ext cx="10860587" cy="4301019"/>
            <a:chOff x="657727" y="1844842"/>
            <a:chExt cx="10860587" cy="4301019"/>
          </a:xfrm>
        </p:grpSpPr>
        <p:grpSp>
          <p:nvGrpSpPr>
            <p:cNvPr id="3" name="DecryptionGroup - Flatten" descr="AWS KMS decryption example with Amazon S3. See the notes for additional information. ">
              <a:extLst>
                <a:ext uri="{FF2B5EF4-FFF2-40B4-BE49-F238E27FC236}">
                  <a16:creationId xmlns:a16="http://schemas.microsoft.com/office/drawing/2014/main" id="{4578D838-BD4B-4AF4-BCB5-ACD8C72AAE44}"/>
                </a:ext>
              </a:extLst>
            </p:cNvPr>
            <p:cNvGrpSpPr/>
            <p:nvPr/>
          </p:nvGrpSpPr>
          <p:grpSpPr>
            <a:xfrm>
              <a:off x="657727" y="1844842"/>
              <a:ext cx="10299512" cy="4301019"/>
              <a:chOff x="657727" y="1844842"/>
              <a:chExt cx="10299512" cy="4301019"/>
            </a:xfrm>
          </p:grpSpPr>
          <p:pic>
            <p:nvPicPr>
              <p:cNvPr id="11" name="Graphic user">
                <a:extLst>
                  <a:ext uri="{FF2B5EF4-FFF2-40B4-BE49-F238E27FC236}">
                    <a16:creationId xmlns:a16="http://schemas.microsoft.com/office/drawing/2014/main" id="{46FD6CAF-6A58-448F-B0F6-34FD8A062D89}"/>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11556" y="2258204"/>
                <a:ext cx="642588" cy="642588"/>
              </a:xfrm>
              <a:prstGeom prst="rect">
                <a:avLst/>
              </a:prstGeom>
            </p:spPr>
          </p:pic>
          <p:pic>
            <p:nvPicPr>
              <p:cNvPr id="12" name="Graphic 11">
                <a:extLst>
                  <a:ext uri="{FF2B5EF4-FFF2-40B4-BE49-F238E27FC236}">
                    <a16:creationId xmlns:a16="http://schemas.microsoft.com/office/drawing/2014/main" id="{36F3BF9F-CDC7-4325-AEED-76075224F7E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127920" y="2180701"/>
                <a:ext cx="851257" cy="851257"/>
              </a:xfrm>
              <a:prstGeom prst="rect">
                <a:avLst/>
              </a:prstGeom>
            </p:spPr>
          </p:pic>
          <p:pic>
            <p:nvPicPr>
              <p:cNvPr id="13" name="Picture Placeholder 13">
                <a:extLst>
                  <a:ext uri="{FF2B5EF4-FFF2-40B4-BE49-F238E27FC236}">
                    <a16:creationId xmlns:a16="http://schemas.microsoft.com/office/drawing/2014/main" id="{4780F707-FCE4-4D5A-93C7-9D4F981642D4}"/>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a:xfrm>
                <a:off x="7558326" y="2198851"/>
                <a:ext cx="672687" cy="672687"/>
              </a:xfrm>
              <a:prstGeom prst="rect">
                <a:avLst/>
              </a:prstGeom>
            </p:spPr>
          </p:pic>
          <p:sp>
            <p:nvSpPr>
              <p:cNvPr id="15" name="TextBox 14">
                <a:extLst>
                  <a:ext uri="{FF2B5EF4-FFF2-40B4-BE49-F238E27FC236}">
                    <a16:creationId xmlns:a16="http://schemas.microsoft.com/office/drawing/2014/main" id="{73AE590A-5D99-45AD-83BC-CB316C919F36}"/>
                  </a:ext>
                </a:extLst>
              </p:cNvPr>
              <p:cNvSpPr txBox="1"/>
              <p:nvPr/>
            </p:nvSpPr>
            <p:spPr>
              <a:xfrm>
                <a:off x="657727" y="3064044"/>
                <a:ext cx="655949" cy="369332"/>
              </a:xfrm>
              <a:prstGeom prst="rect">
                <a:avLst/>
              </a:prstGeom>
              <a:noFill/>
            </p:spPr>
            <p:txBody>
              <a:bodyPr wrap="none" rtlCol="0">
                <a:spAutoFit/>
              </a:bodyPr>
              <a:lstStyle/>
              <a:p>
                <a:r>
                  <a:rPr lang="en-US" dirty="0"/>
                  <a:t>User</a:t>
                </a:r>
              </a:p>
            </p:txBody>
          </p:sp>
          <p:sp>
            <p:nvSpPr>
              <p:cNvPr id="16" name="TextBox 15">
                <a:extLst>
                  <a:ext uri="{FF2B5EF4-FFF2-40B4-BE49-F238E27FC236}">
                    <a16:creationId xmlns:a16="http://schemas.microsoft.com/office/drawing/2014/main" id="{AA1C408B-5F71-404D-9AD3-1585D538E708}"/>
                  </a:ext>
                </a:extLst>
              </p:cNvPr>
              <p:cNvSpPr txBox="1"/>
              <p:nvPr/>
            </p:nvSpPr>
            <p:spPr>
              <a:xfrm>
                <a:off x="3737811" y="3160297"/>
                <a:ext cx="1524000" cy="646331"/>
              </a:xfrm>
              <a:prstGeom prst="rect">
                <a:avLst/>
              </a:prstGeom>
              <a:noFill/>
            </p:spPr>
            <p:txBody>
              <a:bodyPr wrap="square" rtlCol="0">
                <a:spAutoFit/>
              </a:bodyPr>
              <a:lstStyle/>
              <a:p>
                <a:pPr algn="ctr"/>
                <a:r>
                  <a:rPr lang="en-US" dirty="0"/>
                  <a:t>S3 bucket with objects</a:t>
                </a:r>
              </a:p>
            </p:txBody>
          </p:sp>
          <p:sp>
            <p:nvSpPr>
              <p:cNvPr id="18" name="Rectangle 17">
                <a:extLst>
                  <a:ext uri="{FF2B5EF4-FFF2-40B4-BE49-F238E27FC236}">
                    <a16:creationId xmlns:a16="http://schemas.microsoft.com/office/drawing/2014/main" id="{BCD4E129-6F31-4C46-9926-D7716B341EBB}"/>
                  </a:ext>
                </a:extLst>
              </p:cNvPr>
              <p:cNvSpPr/>
              <p:nvPr/>
            </p:nvSpPr>
            <p:spPr>
              <a:xfrm>
                <a:off x="7491663" y="2117560"/>
                <a:ext cx="3465576" cy="3096126"/>
              </a:xfrm>
              <a:prstGeom prst="rect">
                <a:avLst/>
              </a:prstGeom>
              <a:noFill/>
              <a:ln w="3810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chemeClr val="tx1"/>
                    </a:solidFill>
                    <a:prstDash val="dashDot"/>
                  </a:ln>
                </a:endParaRPr>
              </a:p>
            </p:txBody>
          </p:sp>
          <p:cxnSp>
            <p:nvCxnSpPr>
              <p:cNvPr id="19" name="Straight Arrow Connector 18">
                <a:extLst>
                  <a:ext uri="{FF2B5EF4-FFF2-40B4-BE49-F238E27FC236}">
                    <a16:creationId xmlns:a16="http://schemas.microsoft.com/office/drawing/2014/main" id="{AFE6C5F6-CCA7-4645-9C11-562AE93474AA}"/>
                  </a:ext>
                </a:extLst>
              </p:cNvPr>
              <p:cNvCxnSpPr/>
              <p:nvPr/>
            </p:nvCxnSpPr>
            <p:spPr>
              <a:xfrm>
                <a:off x="1556084" y="2614863"/>
                <a:ext cx="2069432" cy="0"/>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B17F758B-93B6-403C-AFD9-E281EFF42577}"/>
                  </a:ext>
                </a:extLst>
              </p:cNvPr>
              <p:cNvCxnSpPr/>
              <p:nvPr/>
            </p:nvCxnSpPr>
            <p:spPr>
              <a:xfrm>
                <a:off x="5149516" y="2646947"/>
                <a:ext cx="210151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Connector: Elbow 20">
                <a:extLst>
                  <a:ext uri="{FF2B5EF4-FFF2-40B4-BE49-F238E27FC236}">
                    <a16:creationId xmlns:a16="http://schemas.microsoft.com/office/drawing/2014/main" id="{A46E1C32-C9F5-4C04-A5FB-491AC94BBE6C}"/>
                  </a:ext>
                </a:extLst>
              </p:cNvPr>
              <p:cNvCxnSpPr>
                <a:cxnSpLocks/>
              </p:cNvCxnSpPr>
              <p:nvPr/>
            </p:nvCxnSpPr>
            <p:spPr>
              <a:xfrm rot="10800000">
                <a:off x="4531896" y="4095387"/>
                <a:ext cx="4788568" cy="1519351"/>
              </a:xfrm>
              <a:prstGeom prst="bentConnector2">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D7438E4-ED13-48EA-ADD7-59F8D284740D}"/>
                  </a:ext>
                </a:extLst>
              </p:cNvPr>
              <p:cNvCxnSpPr/>
              <p:nvPr/>
            </p:nvCxnSpPr>
            <p:spPr>
              <a:xfrm>
                <a:off x="9300365" y="5229726"/>
                <a:ext cx="0" cy="385011"/>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A1C88FEB-DEF9-461C-8D8B-2B635868E624}"/>
                  </a:ext>
                  <a:ext uri="{C183D7F6-B498-43B3-948B-1728B52AA6E4}">
                    <adec:decorative xmlns:adec="http://schemas.microsoft.com/office/drawing/2017/decorative" val="0"/>
                  </a:ext>
                </a:extLst>
              </p:cNvPr>
              <p:cNvSpPr>
                <a:spLocks noChangeAspect="1"/>
              </p:cNvSpPr>
              <p:nvPr/>
            </p:nvSpPr>
            <p:spPr>
              <a:xfrm>
                <a:off x="1229599" y="1844842"/>
                <a:ext cx="491871" cy="491871"/>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45720" rIns="45720" rtlCol="0" anchor="ctr"/>
              <a:lstStyle/>
              <a:p>
                <a:pPr algn="ctr"/>
                <a:r>
                  <a:rPr lang="en-US" sz="1600" dirty="0">
                    <a:solidFill>
                      <a:schemeClr val="bg1"/>
                    </a:solidFill>
                  </a:rPr>
                  <a:t>1</a:t>
                </a:r>
              </a:p>
            </p:txBody>
          </p:sp>
          <p:sp>
            <p:nvSpPr>
              <p:cNvPr id="25" name="Oval 24">
                <a:extLst>
                  <a:ext uri="{FF2B5EF4-FFF2-40B4-BE49-F238E27FC236}">
                    <a16:creationId xmlns:a16="http://schemas.microsoft.com/office/drawing/2014/main" id="{1F199E9C-C444-4B8D-880F-3B14F1CED725}"/>
                  </a:ext>
                  <a:ext uri="{C183D7F6-B498-43B3-948B-1728B52AA6E4}">
                    <adec:decorative xmlns:adec="http://schemas.microsoft.com/office/drawing/2017/decorative" val="0"/>
                  </a:ext>
                </a:extLst>
              </p:cNvPr>
              <p:cNvSpPr>
                <a:spLocks noChangeAspect="1"/>
              </p:cNvSpPr>
              <p:nvPr/>
            </p:nvSpPr>
            <p:spPr>
              <a:xfrm>
                <a:off x="5149516" y="5688661"/>
                <a:ext cx="457200" cy="4572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45720" rIns="45720" rtlCol="0" anchor="ctr"/>
              <a:lstStyle/>
              <a:p>
                <a:pPr algn="ctr"/>
                <a:r>
                  <a:rPr lang="en-US" sz="1600" dirty="0">
                    <a:solidFill>
                      <a:schemeClr val="bg1"/>
                    </a:solidFill>
                  </a:rPr>
                  <a:t>3</a:t>
                </a:r>
              </a:p>
            </p:txBody>
          </p:sp>
          <p:sp>
            <p:nvSpPr>
              <p:cNvPr id="35" name="Oval 34">
                <a:extLst>
                  <a:ext uri="{FF2B5EF4-FFF2-40B4-BE49-F238E27FC236}">
                    <a16:creationId xmlns:a16="http://schemas.microsoft.com/office/drawing/2014/main" id="{D1CE66BA-CF16-4CA2-82DA-B3DAE18DF46F}"/>
                  </a:ext>
                  <a:ext uri="{C183D7F6-B498-43B3-948B-1728B52AA6E4}">
                    <adec:decorative xmlns:adec="http://schemas.microsoft.com/office/drawing/2017/decorative" val="0"/>
                  </a:ext>
                </a:extLst>
              </p:cNvPr>
              <p:cNvSpPr>
                <a:spLocks noChangeAspect="1"/>
              </p:cNvSpPr>
              <p:nvPr/>
            </p:nvSpPr>
            <p:spPr>
              <a:xfrm>
                <a:off x="5090311" y="1844842"/>
                <a:ext cx="457200" cy="4572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45720" rIns="45720" rtlCol="0" anchor="ctr"/>
              <a:lstStyle/>
              <a:p>
                <a:pPr algn="ctr"/>
                <a:r>
                  <a:rPr lang="en-US" sz="1600" dirty="0">
                    <a:solidFill>
                      <a:schemeClr val="bg1"/>
                    </a:solidFill>
                  </a:rPr>
                  <a:t>2</a:t>
                </a:r>
              </a:p>
            </p:txBody>
          </p:sp>
          <p:sp>
            <p:nvSpPr>
              <p:cNvPr id="37" name="Oval 36">
                <a:extLst>
                  <a:ext uri="{FF2B5EF4-FFF2-40B4-BE49-F238E27FC236}">
                    <a16:creationId xmlns:a16="http://schemas.microsoft.com/office/drawing/2014/main" id="{43AB5E3B-C868-439D-AFC0-3341464110F5}"/>
                  </a:ext>
                  <a:ext uri="{C183D7F6-B498-43B3-948B-1728B52AA6E4}">
                    <adec:decorative xmlns:adec="http://schemas.microsoft.com/office/drawing/2017/decorative" val="0"/>
                  </a:ext>
                </a:extLst>
              </p:cNvPr>
              <p:cNvSpPr>
                <a:spLocks noChangeAspect="1"/>
              </p:cNvSpPr>
              <p:nvPr/>
            </p:nvSpPr>
            <p:spPr>
              <a:xfrm>
                <a:off x="3280611" y="3184541"/>
                <a:ext cx="457200" cy="4572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45720" rIns="45720" rtlCol="0" anchor="ctr"/>
              <a:lstStyle/>
              <a:p>
                <a:pPr algn="ctr"/>
                <a:r>
                  <a:rPr lang="en-US" sz="1600" dirty="0">
                    <a:solidFill>
                      <a:schemeClr val="bg1"/>
                    </a:solidFill>
                  </a:rPr>
                  <a:t>5</a:t>
                </a:r>
              </a:p>
            </p:txBody>
          </p:sp>
          <p:sp>
            <p:nvSpPr>
              <p:cNvPr id="40" name="Rectangle 39">
                <a:extLst>
                  <a:ext uri="{FF2B5EF4-FFF2-40B4-BE49-F238E27FC236}">
                    <a16:creationId xmlns:a16="http://schemas.microsoft.com/office/drawing/2014/main" id="{EA78F5B5-8F89-4386-88B0-1D0132D5D677}"/>
                  </a:ext>
                </a:extLst>
              </p:cNvPr>
              <p:cNvSpPr/>
              <p:nvPr/>
            </p:nvSpPr>
            <p:spPr>
              <a:xfrm>
                <a:off x="8056194" y="2349443"/>
                <a:ext cx="2630961" cy="369332"/>
              </a:xfrm>
              <a:prstGeom prst="rect">
                <a:avLst/>
              </a:prstGeom>
            </p:spPr>
            <p:txBody>
              <a:bodyPr wrap="square">
                <a:spAutoFit/>
              </a:bodyPr>
              <a:lstStyle/>
              <a:p>
                <a:pPr algn="ctr"/>
                <a:r>
                  <a:rPr lang="en-US" altLang="en-US" dirty="0">
                    <a:latin typeface="Arial" panose="020B0604020202020204" pitchFamily="34" charset="0"/>
                    <a:ea typeface="Amazon Ember" panose="020B0603020204020204" pitchFamily="34" charset="0"/>
                    <a:cs typeface="Arial" panose="020B0604020202020204" pitchFamily="34" charset="0"/>
                  </a:rPr>
                  <a:t>AWS KMS</a:t>
                </a:r>
              </a:p>
            </p:txBody>
          </p:sp>
          <p:pic>
            <p:nvPicPr>
              <p:cNvPr id="41" name="Graphic 40">
                <a:extLst>
                  <a:ext uri="{FF2B5EF4-FFF2-40B4-BE49-F238E27FC236}">
                    <a16:creationId xmlns:a16="http://schemas.microsoft.com/office/drawing/2014/main" id="{D2D75F59-0841-4617-A44B-62745D7BEB0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720512" y="3479796"/>
                <a:ext cx="793754" cy="793754"/>
              </a:xfrm>
              <a:prstGeom prst="rect">
                <a:avLst/>
              </a:prstGeom>
            </p:spPr>
          </p:pic>
          <p:sp>
            <p:nvSpPr>
              <p:cNvPr id="42" name="TextBox 41">
                <a:extLst>
                  <a:ext uri="{FF2B5EF4-FFF2-40B4-BE49-F238E27FC236}">
                    <a16:creationId xmlns:a16="http://schemas.microsoft.com/office/drawing/2014/main" id="{368B523A-CF17-4075-98DB-064E51C8E422}"/>
                  </a:ext>
                </a:extLst>
              </p:cNvPr>
              <p:cNvSpPr txBox="1"/>
              <p:nvPr/>
            </p:nvSpPr>
            <p:spPr>
              <a:xfrm>
                <a:off x="7545779" y="4117142"/>
                <a:ext cx="1255472" cy="923330"/>
              </a:xfrm>
              <a:prstGeom prst="rect">
                <a:avLst/>
              </a:prstGeom>
              <a:noFill/>
            </p:spPr>
            <p:txBody>
              <a:bodyPr wrap="none" rtlCol="0">
                <a:spAutoFit/>
              </a:bodyPr>
              <a:lstStyle/>
              <a:p>
                <a:pPr algn="ctr"/>
                <a:r>
                  <a:rPr lang="en-US" dirty="0"/>
                  <a:t>Customer </a:t>
                </a:r>
              </a:p>
              <a:p>
                <a:pPr algn="ctr"/>
                <a:r>
                  <a:rPr lang="en-US" dirty="0"/>
                  <a:t>managed </a:t>
                </a:r>
              </a:p>
              <a:p>
                <a:pPr algn="ctr"/>
                <a:r>
                  <a:rPr lang="en-US" dirty="0"/>
                  <a:t>key</a:t>
                </a:r>
              </a:p>
            </p:txBody>
          </p:sp>
          <p:pic>
            <p:nvPicPr>
              <p:cNvPr id="43" name="Graphic 42">
                <a:extLst>
                  <a:ext uri="{FF2B5EF4-FFF2-40B4-BE49-F238E27FC236}">
                    <a16:creationId xmlns:a16="http://schemas.microsoft.com/office/drawing/2014/main" id="{A3B226C0-338F-454F-9E20-70877A74D0E8}"/>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936660" y="3505196"/>
                <a:ext cx="660405" cy="660405"/>
              </a:xfrm>
              <a:prstGeom prst="rect">
                <a:avLst/>
              </a:prstGeom>
            </p:spPr>
          </p:pic>
          <p:sp>
            <p:nvSpPr>
              <p:cNvPr id="44" name="TextBox 43">
                <a:extLst>
                  <a:ext uri="{FF2B5EF4-FFF2-40B4-BE49-F238E27FC236}">
                    <a16:creationId xmlns:a16="http://schemas.microsoft.com/office/drawing/2014/main" id="{431D32EB-2B2A-4DC2-9706-3860F91F5F19}"/>
                  </a:ext>
                </a:extLst>
              </p:cNvPr>
              <p:cNvSpPr txBox="1"/>
              <p:nvPr/>
            </p:nvSpPr>
            <p:spPr>
              <a:xfrm>
                <a:off x="9750139" y="4117142"/>
                <a:ext cx="1175322" cy="646331"/>
              </a:xfrm>
              <a:prstGeom prst="rect">
                <a:avLst/>
              </a:prstGeom>
              <a:noFill/>
            </p:spPr>
            <p:txBody>
              <a:bodyPr wrap="none" rtlCol="0">
                <a:spAutoFit/>
              </a:bodyPr>
              <a:lstStyle/>
              <a:p>
                <a:pPr algn="ctr"/>
                <a:r>
                  <a:rPr lang="en-US" dirty="0"/>
                  <a:t>Plaintext </a:t>
                </a:r>
              </a:p>
              <a:p>
                <a:pPr algn="ctr"/>
                <a:r>
                  <a:rPr lang="en-US" dirty="0"/>
                  <a:t>data key</a:t>
                </a:r>
              </a:p>
            </p:txBody>
          </p:sp>
          <p:cxnSp>
            <p:nvCxnSpPr>
              <p:cNvPr id="45" name="Straight Arrow Connector 44">
                <a:extLst>
                  <a:ext uri="{FF2B5EF4-FFF2-40B4-BE49-F238E27FC236}">
                    <a16:creationId xmlns:a16="http://schemas.microsoft.com/office/drawing/2014/main" id="{376C6D28-7C3B-440A-84AF-65F0F8AB899A}"/>
                  </a:ext>
                </a:extLst>
              </p:cNvPr>
              <p:cNvCxnSpPr>
                <a:cxnSpLocks/>
              </p:cNvCxnSpPr>
              <p:nvPr/>
            </p:nvCxnSpPr>
            <p:spPr>
              <a:xfrm>
                <a:off x="8699500" y="4049964"/>
                <a:ext cx="927100" cy="0"/>
              </a:xfrm>
              <a:prstGeom prst="straightConnector1">
                <a:avLst/>
              </a:prstGeom>
              <a:ln w="38100">
                <a:solidFill>
                  <a:srgbClr val="005276"/>
                </a:solidFill>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6633962C-FD19-4366-93A3-4992971C12F3}"/>
                  </a:ext>
                </a:extLst>
              </p:cNvPr>
              <p:cNvSpPr txBox="1"/>
              <p:nvPr/>
            </p:nvSpPr>
            <p:spPr>
              <a:xfrm>
                <a:off x="8626642" y="3616827"/>
                <a:ext cx="1098378" cy="369332"/>
              </a:xfrm>
              <a:prstGeom prst="rect">
                <a:avLst/>
              </a:prstGeom>
              <a:noFill/>
            </p:spPr>
            <p:txBody>
              <a:bodyPr wrap="none" rtlCol="0">
                <a:spAutoFit/>
              </a:bodyPr>
              <a:lstStyle/>
              <a:p>
                <a:r>
                  <a:rPr lang="en-US" dirty="0"/>
                  <a:t>Decrypts</a:t>
                </a:r>
              </a:p>
            </p:txBody>
          </p:sp>
        </p:grpSp>
        <p:sp>
          <p:nvSpPr>
            <p:cNvPr id="29" name="Oval 28">
              <a:extLst>
                <a:ext uri="{FF2B5EF4-FFF2-40B4-BE49-F238E27FC236}">
                  <a16:creationId xmlns:a16="http://schemas.microsoft.com/office/drawing/2014/main" id="{D510DA7F-8FAC-4BB5-BF5F-7CBCFC2AEEFE}"/>
                </a:ext>
                <a:ext uri="{C183D7F6-B498-43B3-948B-1728B52AA6E4}">
                  <adec:decorative xmlns:adec="http://schemas.microsoft.com/office/drawing/2017/decorative" val="0"/>
                </a:ext>
              </a:extLst>
            </p:cNvPr>
            <p:cNvSpPr>
              <a:spLocks noChangeAspect="1"/>
            </p:cNvSpPr>
            <p:nvPr/>
          </p:nvSpPr>
          <p:spPr>
            <a:xfrm>
              <a:off x="11061114" y="3283197"/>
              <a:ext cx="457200" cy="4572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45720" rIns="45720" rtlCol="0" anchor="ctr"/>
            <a:lstStyle/>
            <a:p>
              <a:pPr algn="ctr"/>
              <a:r>
                <a:rPr lang="en-US" sz="1600" dirty="0">
                  <a:solidFill>
                    <a:schemeClr val="bg1"/>
                  </a:solidFill>
                </a:rPr>
                <a:t>4</a:t>
              </a:r>
            </a:p>
          </p:txBody>
        </p:sp>
      </p:grpSp>
    </p:spTree>
    <p:custDataLst>
      <p:tags r:id="rId1"/>
    </p:custDataLst>
    <p:extLst>
      <p:ext uri="{BB962C8B-B14F-4D97-AF65-F5344CB8AC3E}">
        <p14:creationId xmlns:p14="http://schemas.microsoft.com/office/powerpoint/2010/main" val="131916836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54684E42-C779-4BD3-975C-453C1E106550}"/>
              </a:ext>
            </a:extLst>
          </p:cNvPr>
          <p:cNvSpPr>
            <a:spLocks noGrp="1"/>
          </p:cNvSpPr>
          <p:nvPr>
            <p:ph type="sldNum" idx="97"/>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834CDD4-D76F-4459-B025-0310E913C243}" type="slidenum">
              <a:rPr kumimoji="0" lang="en-US" sz="1100" b="0" i="0" u="none" strike="noStrike" kern="1200" cap="none" spc="0" normalizeH="0" baseline="0" noProof="0" smtClean="0">
                <a:ln>
                  <a:noFill/>
                </a:ln>
                <a:solidFill>
                  <a:srgbClr val="232F3E"/>
                </a:solidFill>
                <a:effectLst/>
                <a:uLnTx/>
                <a:uFillTx/>
                <a:latin typeface="Amazon Ember"/>
                <a:ea typeface="Amazon Ember" panose="020B0603020204020204" pitchFamily="34" charset="0"/>
                <a:cs typeface="Amazon Ember" panose="020B0603020204020204" pitchFamily="34" charset="0"/>
              </a:rPr>
              <a:pPr marL="0" marR="0" lvl="0" indent="0" algn="r" defTabSz="228600" rtl="0" eaLnBrk="1" fontAlgn="auto" latinLnBrk="0" hangingPunct="1">
                <a:lnSpc>
                  <a:spcPct val="100000"/>
                </a:lnSpc>
                <a:spcBef>
                  <a:spcPts val="0"/>
                </a:spcBef>
                <a:spcAft>
                  <a:spcPts val="0"/>
                </a:spcAft>
                <a:buClrTx/>
                <a:buSzTx/>
                <a:buFontTx/>
                <a:buNone/>
                <a:tabLst/>
                <a:defRPr/>
              </a:pPr>
              <a:t>70</a:t>
            </a:fld>
            <a:endParaRPr kumimoji="0" lang="en-US" sz="1100" b="0" i="0" u="none" strike="noStrike" kern="1200" cap="none" spc="0" normalizeH="0" baseline="0" noProof="0" dirty="0">
              <a:ln>
                <a:noFill/>
              </a:ln>
              <a:solidFill>
                <a:srgbClr val="232F3E"/>
              </a:solidFill>
              <a:effectLst/>
              <a:uLnTx/>
              <a:uFillTx/>
              <a:latin typeface="Amazon Ember"/>
              <a:ea typeface="Amazon Ember" panose="020B0603020204020204" pitchFamily="34" charset="0"/>
              <a:cs typeface="Amazon Ember" panose="020B0603020204020204" pitchFamily="34" charset="0"/>
            </a:endParaRPr>
          </a:p>
        </p:txBody>
      </p:sp>
      <p:sp>
        <p:nvSpPr>
          <p:cNvPr id="3" name="Title">
            <a:extLst>
              <a:ext uri="{FF2B5EF4-FFF2-40B4-BE49-F238E27FC236}">
                <a16:creationId xmlns:a16="http://schemas.microsoft.com/office/drawing/2014/main" id="{29EB7F1A-6B48-4638-B914-6821C1ECBC53}"/>
              </a:ext>
            </a:extLst>
          </p:cNvPr>
          <p:cNvSpPr>
            <a:spLocks noGrp="1"/>
          </p:cNvSpPr>
          <p:nvPr>
            <p:ph type="title" idx="1"/>
          </p:nvPr>
        </p:nvSpPr>
        <p:spPr/>
        <p:txBody>
          <a:bodyPr/>
          <a:lstStyle/>
          <a:p>
            <a:r>
              <a:rPr lang="en-US" dirty="0"/>
              <a:t>AWS KMS example with Amazon EBS</a:t>
            </a:r>
          </a:p>
        </p:txBody>
      </p:sp>
      <p:grpSp>
        <p:nvGrpSpPr>
          <p:cNvPr id="5" name="Flatten EBSGroup" descr="AWS KMS example with Amazon EBS. See the notes for additional information. ">
            <a:extLst>
              <a:ext uri="{FF2B5EF4-FFF2-40B4-BE49-F238E27FC236}">
                <a16:creationId xmlns:a16="http://schemas.microsoft.com/office/drawing/2014/main" id="{2A4848A0-6963-4472-90C6-403C3401147E}"/>
              </a:ext>
            </a:extLst>
          </p:cNvPr>
          <p:cNvGrpSpPr/>
          <p:nvPr/>
        </p:nvGrpSpPr>
        <p:grpSpPr>
          <a:xfrm>
            <a:off x="365760" y="1419115"/>
            <a:ext cx="11068160" cy="4689576"/>
            <a:chOff x="730139" y="1684421"/>
            <a:chExt cx="11068160" cy="4689576"/>
          </a:xfrm>
        </p:grpSpPr>
        <p:pic>
          <p:nvPicPr>
            <p:cNvPr id="6" name="Picture Placeholder 13">
              <a:extLst>
                <a:ext uri="{FF2B5EF4-FFF2-40B4-BE49-F238E27FC236}">
                  <a16:creationId xmlns:a16="http://schemas.microsoft.com/office/drawing/2014/main" id="{539D1D32-3955-462B-A936-8947B58DF64C}"/>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a:xfrm>
              <a:off x="8328348" y="1733630"/>
              <a:ext cx="672687" cy="672687"/>
            </a:xfrm>
            <a:prstGeom prst="rect">
              <a:avLst/>
            </a:prstGeom>
          </p:spPr>
        </p:pic>
        <p:sp>
          <p:nvSpPr>
            <p:cNvPr id="8" name="TextBox 7">
              <a:extLst>
                <a:ext uri="{FF2B5EF4-FFF2-40B4-BE49-F238E27FC236}">
                  <a16:creationId xmlns:a16="http://schemas.microsoft.com/office/drawing/2014/main" id="{74AF4E75-8784-4D79-9FE4-BE78B6CE5712}"/>
                </a:ext>
              </a:extLst>
            </p:cNvPr>
            <p:cNvSpPr txBox="1"/>
            <p:nvPr/>
          </p:nvSpPr>
          <p:spPr>
            <a:xfrm>
              <a:off x="9612564" y="2850149"/>
              <a:ext cx="1303562" cy="646331"/>
            </a:xfrm>
            <a:prstGeom prst="rect">
              <a:avLst/>
            </a:prstGeom>
            <a:noFill/>
          </p:spPr>
          <p:txBody>
            <a:bodyPr wrap="none" rtlCol="0">
              <a:spAutoFit/>
            </a:bodyPr>
            <a:lstStyle/>
            <a:p>
              <a:pPr algn="ctr"/>
              <a:r>
                <a:rPr lang="en-US" dirty="0"/>
                <a:t>Encrypted </a:t>
              </a:r>
              <a:br>
                <a:rPr lang="en-US" dirty="0"/>
              </a:br>
              <a:r>
                <a:rPr lang="en-US" dirty="0"/>
                <a:t>data key</a:t>
              </a:r>
            </a:p>
          </p:txBody>
        </p:sp>
        <p:pic>
          <p:nvPicPr>
            <p:cNvPr id="10" name="Picture 9">
              <a:extLst>
                <a:ext uri="{FF2B5EF4-FFF2-40B4-BE49-F238E27FC236}">
                  <a16:creationId xmlns:a16="http://schemas.microsoft.com/office/drawing/2014/main" id="{884F98E4-2005-42D1-ACEE-049936C660FE}"/>
                </a:ext>
              </a:extLst>
            </p:cNvPr>
            <p:cNvPicPr>
              <a:picLocks noChangeAspect="1"/>
            </p:cNvPicPr>
            <p:nvPr/>
          </p:nvPicPr>
          <p:blipFill>
            <a:blip r:embed="rId5"/>
            <a:stretch>
              <a:fillRect/>
            </a:stretch>
          </p:blipFill>
          <p:spPr>
            <a:xfrm>
              <a:off x="8775190" y="3110590"/>
              <a:ext cx="386723" cy="386723"/>
            </a:xfrm>
            <a:prstGeom prst="rect">
              <a:avLst/>
            </a:prstGeom>
          </p:spPr>
        </p:pic>
        <p:pic>
          <p:nvPicPr>
            <p:cNvPr id="12" name="Graphic 11">
              <a:extLst>
                <a:ext uri="{FF2B5EF4-FFF2-40B4-BE49-F238E27FC236}">
                  <a16:creationId xmlns:a16="http://schemas.microsoft.com/office/drawing/2014/main" id="{6EE23176-49E4-4BB5-B3FB-D53696B6F63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844811" y="2543903"/>
              <a:ext cx="731520" cy="731520"/>
            </a:xfrm>
            <a:prstGeom prst="rect">
              <a:avLst/>
            </a:prstGeom>
          </p:spPr>
        </p:pic>
        <p:sp>
          <p:nvSpPr>
            <p:cNvPr id="13" name="TextBox 12">
              <a:extLst>
                <a:ext uri="{FF2B5EF4-FFF2-40B4-BE49-F238E27FC236}">
                  <a16:creationId xmlns:a16="http://schemas.microsoft.com/office/drawing/2014/main" id="{7FA7B1D9-82B6-44F0-B825-B211DC3375A7}"/>
                </a:ext>
              </a:extLst>
            </p:cNvPr>
            <p:cNvSpPr txBox="1"/>
            <p:nvPr/>
          </p:nvSpPr>
          <p:spPr>
            <a:xfrm>
              <a:off x="10767596" y="5069642"/>
              <a:ext cx="736099" cy="646331"/>
            </a:xfrm>
            <a:prstGeom prst="rect">
              <a:avLst/>
            </a:prstGeom>
            <a:noFill/>
          </p:spPr>
          <p:txBody>
            <a:bodyPr wrap="none" rtlCol="0">
              <a:spAutoFit/>
            </a:bodyPr>
            <a:lstStyle/>
            <a:p>
              <a:r>
                <a:rPr lang="en-US" dirty="0"/>
                <a:t>Data </a:t>
              </a:r>
            </a:p>
            <a:p>
              <a:pPr algn="ctr"/>
              <a:r>
                <a:rPr lang="en-US" dirty="0"/>
                <a:t>key</a:t>
              </a:r>
            </a:p>
          </p:txBody>
        </p:sp>
        <p:sp>
          <p:nvSpPr>
            <p:cNvPr id="4" name="Rectangle 3">
              <a:extLst>
                <a:ext uri="{FF2B5EF4-FFF2-40B4-BE49-F238E27FC236}">
                  <a16:creationId xmlns:a16="http://schemas.microsoft.com/office/drawing/2014/main" id="{EC91497E-10E2-49A7-9D7B-B7C6D8AB092E}"/>
                </a:ext>
              </a:extLst>
            </p:cNvPr>
            <p:cNvSpPr/>
            <p:nvPr/>
          </p:nvSpPr>
          <p:spPr>
            <a:xfrm>
              <a:off x="8261684" y="1684421"/>
              <a:ext cx="3536615" cy="452387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Graphic 13">
              <a:extLst>
                <a:ext uri="{FF2B5EF4-FFF2-40B4-BE49-F238E27FC236}">
                  <a16:creationId xmlns:a16="http://schemas.microsoft.com/office/drawing/2014/main" id="{A87CA5B4-0F31-4EA7-B1C5-41B79EFB9DB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944671" y="2594144"/>
              <a:ext cx="854908" cy="854908"/>
            </a:xfrm>
            <a:prstGeom prst="rect">
              <a:avLst/>
            </a:prstGeom>
          </p:spPr>
        </p:pic>
        <p:sp>
          <p:nvSpPr>
            <p:cNvPr id="15" name="TextBox 14">
              <a:extLst>
                <a:ext uri="{FF2B5EF4-FFF2-40B4-BE49-F238E27FC236}">
                  <a16:creationId xmlns:a16="http://schemas.microsoft.com/office/drawing/2014/main" id="{E99A9734-8945-4E1E-B2D1-7B0CC31C499A}"/>
                </a:ext>
              </a:extLst>
            </p:cNvPr>
            <p:cNvSpPr txBox="1"/>
            <p:nvPr/>
          </p:nvSpPr>
          <p:spPr>
            <a:xfrm>
              <a:off x="2662990" y="2181726"/>
              <a:ext cx="1428596" cy="369332"/>
            </a:xfrm>
            <a:prstGeom prst="rect">
              <a:avLst/>
            </a:prstGeom>
            <a:noFill/>
          </p:spPr>
          <p:txBody>
            <a:bodyPr wrap="square" rtlCol="0">
              <a:spAutoFit/>
            </a:bodyPr>
            <a:lstStyle/>
            <a:p>
              <a:r>
                <a:rPr lang="en-US" dirty="0"/>
                <a:t>EBS volume</a:t>
              </a:r>
            </a:p>
          </p:txBody>
        </p:sp>
        <p:pic>
          <p:nvPicPr>
            <p:cNvPr id="16" name="Graphic 15">
              <a:extLst>
                <a:ext uri="{FF2B5EF4-FFF2-40B4-BE49-F238E27FC236}">
                  <a16:creationId xmlns:a16="http://schemas.microsoft.com/office/drawing/2014/main" id="{44DFD71D-F3C3-4B13-8BDE-5C366E422758}"/>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919665" y="4554149"/>
              <a:ext cx="974342" cy="691619"/>
            </a:xfrm>
            <a:prstGeom prst="rect">
              <a:avLst/>
            </a:prstGeom>
          </p:spPr>
        </p:pic>
        <p:sp>
          <p:nvSpPr>
            <p:cNvPr id="17" name="TextBox 16">
              <a:extLst>
                <a:ext uri="{FF2B5EF4-FFF2-40B4-BE49-F238E27FC236}">
                  <a16:creationId xmlns:a16="http://schemas.microsoft.com/office/drawing/2014/main" id="{34D94C39-B6C8-47D1-9555-958CCD2E5255}"/>
                </a:ext>
              </a:extLst>
            </p:cNvPr>
            <p:cNvSpPr txBox="1"/>
            <p:nvPr/>
          </p:nvSpPr>
          <p:spPr>
            <a:xfrm flipH="1">
              <a:off x="3013509" y="5390146"/>
              <a:ext cx="997017" cy="369332"/>
            </a:xfrm>
            <a:prstGeom prst="rect">
              <a:avLst/>
            </a:prstGeom>
            <a:noFill/>
          </p:spPr>
          <p:txBody>
            <a:bodyPr wrap="square" rtlCol="0">
              <a:spAutoFit/>
            </a:bodyPr>
            <a:lstStyle/>
            <a:p>
              <a:r>
                <a:rPr lang="en-US" dirty="0"/>
                <a:t>Server</a:t>
              </a:r>
            </a:p>
          </p:txBody>
        </p:sp>
        <p:cxnSp>
          <p:nvCxnSpPr>
            <p:cNvPr id="19" name="Straight Arrow Connector 18">
              <a:extLst>
                <a:ext uri="{FF2B5EF4-FFF2-40B4-BE49-F238E27FC236}">
                  <a16:creationId xmlns:a16="http://schemas.microsoft.com/office/drawing/2014/main" id="{D6F85FB4-5341-43CE-98E1-DB8F450DE278}"/>
                </a:ext>
              </a:extLst>
            </p:cNvPr>
            <p:cNvCxnSpPr>
              <a:cxnSpLocks/>
            </p:cNvCxnSpPr>
            <p:nvPr/>
          </p:nvCxnSpPr>
          <p:spPr>
            <a:xfrm flipH="1">
              <a:off x="3781711" y="3048000"/>
              <a:ext cx="4765389"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A23CA5D8-A689-4FC7-998A-B60CB57AE552}"/>
                </a:ext>
              </a:extLst>
            </p:cNvPr>
            <p:cNvCxnSpPr>
              <a:cxnSpLocks/>
            </p:cNvCxnSpPr>
            <p:nvPr/>
          </p:nvCxnSpPr>
          <p:spPr>
            <a:xfrm>
              <a:off x="3794411" y="5026959"/>
              <a:ext cx="4773517" cy="0"/>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2746564C-6661-40A9-B257-3B33B48776D1}"/>
                </a:ext>
              </a:extLst>
            </p:cNvPr>
            <p:cNvCxnSpPr/>
            <p:nvPr/>
          </p:nvCxnSpPr>
          <p:spPr>
            <a:xfrm>
              <a:off x="3224464" y="3545305"/>
              <a:ext cx="0" cy="9144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49B38BBB-6466-41BB-88F7-75B2D8061F73}"/>
                </a:ext>
              </a:extLst>
            </p:cNvPr>
            <p:cNvCxnSpPr>
              <a:cxnSpLocks/>
            </p:cNvCxnSpPr>
            <p:nvPr/>
          </p:nvCxnSpPr>
          <p:spPr>
            <a:xfrm flipV="1">
              <a:off x="3521243" y="3545305"/>
              <a:ext cx="0" cy="9144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C66E38BE-B503-442C-87BE-C422DEAC2AEB}"/>
                </a:ext>
                <a:ext uri="{C183D7F6-B498-43B3-948B-1728B52AA6E4}">
                  <adec:decorative xmlns:adec="http://schemas.microsoft.com/office/drawing/2017/decorative" val="0"/>
                </a:ext>
              </a:extLst>
            </p:cNvPr>
            <p:cNvSpPr>
              <a:spLocks noChangeAspect="1"/>
            </p:cNvSpPr>
            <p:nvPr/>
          </p:nvSpPr>
          <p:spPr>
            <a:xfrm>
              <a:off x="4125670" y="2224801"/>
              <a:ext cx="491871" cy="491871"/>
            </a:xfrm>
            <a:prstGeom prst="ellipse">
              <a:avLst/>
            </a:prstGeom>
            <a:solidFill>
              <a:schemeClr val="accent2"/>
            </a:solidFill>
            <a:ln>
              <a:noFill/>
            </a:ln>
            <a:scene3d>
              <a:camera prst="orthographicFront">
                <a:rot lat="0" lon="0" rev="0"/>
              </a:camera>
              <a:lightRig rig="twoPt" dir="tl"/>
            </a:scene3d>
          </p:spPr>
          <p:style>
            <a:lnRef idx="0">
              <a:schemeClr val="accent5"/>
            </a:lnRef>
            <a:fillRef idx="3">
              <a:schemeClr val="accent5"/>
            </a:fillRef>
            <a:effectRef idx="3">
              <a:schemeClr val="accent5"/>
            </a:effectRef>
            <a:fontRef idx="minor">
              <a:schemeClr val="lt1"/>
            </a:fontRef>
          </p:style>
          <p:txBody>
            <a:bodyPr lIns="45720" rIns="45720" rtlCol="0" anchor="ctr"/>
            <a:lstStyle/>
            <a:p>
              <a:pPr algn="ctr"/>
              <a:r>
                <a:rPr lang="en-US" sz="1600" dirty="0">
                  <a:solidFill>
                    <a:schemeClr val="bg1"/>
                  </a:solidFill>
                </a:rPr>
                <a:t>1</a:t>
              </a:r>
            </a:p>
          </p:txBody>
        </p:sp>
        <p:sp>
          <p:nvSpPr>
            <p:cNvPr id="28" name="Oval 27">
              <a:extLst>
                <a:ext uri="{FF2B5EF4-FFF2-40B4-BE49-F238E27FC236}">
                  <a16:creationId xmlns:a16="http://schemas.microsoft.com/office/drawing/2014/main" id="{E70988F7-82A3-4BFD-8286-43EF24A64B93}"/>
                </a:ext>
                <a:ext uri="{C183D7F6-B498-43B3-948B-1728B52AA6E4}">
                  <adec:decorative xmlns:adec="http://schemas.microsoft.com/office/drawing/2017/decorative" val="0"/>
                </a:ext>
              </a:extLst>
            </p:cNvPr>
            <p:cNvSpPr>
              <a:spLocks noChangeAspect="1"/>
            </p:cNvSpPr>
            <p:nvPr/>
          </p:nvSpPr>
          <p:spPr>
            <a:xfrm>
              <a:off x="2587743" y="3684249"/>
              <a:ext cx="457200" cy="457200"/>
            </a:xfrm>
            <a:prstGeom prst="ellipse">
              <a:avLst/>
            </a:prstGeom>
            <a:solidFill>
              <a:schemeClr val="accent2"/>
            </a:solidFill>
            <a:ln>
              <a:noFill/>
            </a:ln>
            <a:scene3d>
              <a:camera prst="orthographicFront">
                <a:rot lat="0" lon="0" rev="0"/>
              </a:camera>
              <a:lightRig rig="twoPt" dir="tl"/>
            </a:scene3d>
          </p:spPr>
          <p:style>
            <a:lnRef idx="0">
              <a:schemeClr val="accent5"/>
            </a:lnRef>
            <a:fillRef idx="3">
              <a:schemeClr val="accent5"/>
            </a:fillRef>
            <a:effectRef idx="3">
              <a:schemeClr val="accent5"/>
            </a:effectRef>
            <a:fontRef idx="minor">
              <a:schemeClr val="lt1"/>
            </a:fontRef>
          </p:style>
          <p:txBody>
            <a:bodyPr lIns="45720" rIns="45720" rtlCol="0" anchor="ctr"/>
            <a:lstStyle/>
            <a:p>
              <a:pPr algn="ctr"/>
              <a:r>
                <a:rPr lang="en-US" sz="1600" dirty="0">
                  <a:solidFill>
                    <a:schemeClr val="bg1"/>
                  </a:solidFill>
                </a:rPr>
                <a:t>2</a:t>
              </a:r>
            </a:p>
          </p:txBody>
        </p:sp>
        <p:sp>
          <p:nvSpPr>
            <p:cNvPr id="29" name="Oval 28">
              <a:extLst>
                <a:ext uri="{FF2B5EF4-FFF2-40B4-BE49-F238E27FC236}">
                  <a16:creationId xmlns:a16="http://schemas.microsoft.com/office/drawing/2014/main" id="{2C75144F-0320-4DE3-8A64-8A54F74F82D2}"/>
                </a:ext>
                <a:ext uri="{C183D7F6-B498-43B3-948B-1728B52AA6E4}">
                  <adec:decorative xmlns:adec="http://schemas.microsoft.com/office/drawing/2017/decorative" val="0"/>
                </a:ext>
              </a:extLst>
            </p:cNvPr>
            <p:cNvSpPr>
              <a:spLocks noChangeAspect="1"/>
            </p:cNvSpPr>
            <p:nvPr/>
          </p:nvSpPr>
          <p:spPr>
            <a:xfrm>
              <a:off x="4141344" y="5320635"/>
              <a:ext cx="457200" cy="457200"/>
            </a:xfrm>
            <a:prstGeom prst="ellipse">
              <a:avLst/>
            </a:prstGeom>
            <a:solidFill>
              <a:schemeClr val="accent2"/>
            </a:solidFill>
            <a:ln>
              <a:noFill/>
            </a:ln>
            <a:scene3d>
              <a:camera prst="orthographicFront">
                <a:rot lat="0" lon="0" rev="0"/>
              </a:camera>
              <a:lightRig rig="twoPt" dir="tl"/>
            </a:scene3d>
          </p:spPr>
          <p:style>
            <a:lnRef idx="0">
              <a:schemeClr val="accent5"/>
            </a:lnRef>
            <a:fillRef idx="3">
              <a:schemeClr val="accent5"/>
            </a:fillRef>
            <a:effectRef idx="3">
              <a:schemeClr val="accent5"/>
            </a:effectRef>
            <a:fontRef idx="minor">
              <a:schemeClr val="lt1"/>
            </a:fontRef>
          </p:style>
          <p:txBody>
            <a:bodyPr lIns="45720" rIns="45720" rtlCol="0" anchor="ctr"/>
            <a:lstStyle/>
            <a:p>
              <a:pPr algn="ctr"/>
              <a:r>
                <a:rPr lang="en-US" sz="1600" dirty="0">
                  <a:solidFill>
                    <a:schemeClr val="bg1"/>
                  </a:solidFill>
                </a:rPr>
                <a:t>3</a:t>
              </a:r>
            </a:p>
          </p:txBody>
        </p:sp>
        <p:sp>
          <p:nvSpPr>
            <p:cNvPr id="30" name="Oval 29">
              <a:extLst>
                <a:ext uri="{FF2B5EF4-FFF2-40B4-BE49-F238E27FC236}">
                  <a16:creationId xmlns:a16="http://schemas.microsoft.com/office/drawing/2014/main" id="{DEAD5024-45DE-4206-BFDA-6DAE99EE3696}"/>
                </a:ext>
                <a:ext uri="{C183D7F6-B498-43B3-948B-1728B52AA6E4}">
                  <adec:decorative xmlns:adec="http://schemas.microsoft.com/office/drawing/2017/decorative" val="0"/>
                </a:ext>
              </a:extLst>
            </p:cNvPr>
            <p:cNvSpPr>
              <a:spLocks noChangeAspect="1"/>
            </p:cNvSpPr>
            <p:nvPr/>
          </p:nvSpPr>
          <p:spPr>
            <a:xfrm>
              <a:off x="4414053" y="3689684"/>
              <a:ext cx="457200" cy="457200"/>
            </a:xfrm>
            <a:prstGeom prst="ellipse">
              <a:avLst/>
            </a:prstGeom>
            <a:solidFill>
              <a:schemeClr val="accent2"/>
            </a:solidFill>
            <a:ln>
              <a:noFill/>
            </a:ln>
            <a:scene3d>
              <a:camera prst="orthographicFront">
                <a:rot lat="0" lon="0" rev="0"/>
              </a:camera>
              <a:lightRig rig="twoPt" dir="tl"/>
            </a:scene3d>
          </p:spPr>
          <p:style>
            <a:lnRef idx="0">
              <a:schemeClr val="accent5"/>
            </a:lnRef>
            <a:fillRef idx="3">
              <a:schemeClr val="accent5"/>
            </a:fillRef>
            <a:effectRef idx="3">
              <a:schemeClr val="accent5"/>
            </a:effectRef>
            <a:fontRef idx="minor">
              <a:schemeClr val="lt1"/>
            </a:fontRef>
          </p:style>
          <p:txBody>
            <a:bodyPr lIns="45720" rIns="45720" rtlCol="0" anchor="ctr"/>
            <a:lstStyle/>
            <a:p>
              <a:pPr algn="ctr"/>
              <a:r>
                <a:rPr lang="en-US" sz="1600" dirty="0">
                  <a:solidFill>
                    <a:schemeClr val="bg1"/>
                  </a:solidFill>
                </a:rPr>
                <a:t>4</a:t>
              </a:r>
            </a:p>
          </p:txBody>
        </p:sp>
        <p:sp>
          <p:nvSpPr>
            <p:cNvPr id="31" name="TextBox 30">
              <a:extLst>
                <a:ext uri="{FF2B5EF4-FFF2-40B4-BE49-F238E27FC236}">
                  <a16:creationId xmlns:a16="http://schemas.microsoft.com/office/drawing/2014/main" id="{C6C1A98F-3005-40C8-92E3-D8E82633CFE6}"/>
                </a:ext>
              </a:extLst>
            </p:cNvPr>
            <p:cNvSpPr txBox="1"/>
            <p:nvPr/>
          </p:nvSpPr>
          <p:spPr>
            <a:xfrm>
              <a:off x="730139" y="2712931"/>
              <a:ext cx="1708031" cy="1477328"/>
            </a:xfrm>
            <a:prstGeom prst="rect">
              <a:avLst/>
            </a:prstGeom>
            <a:noFill/>
          </p:spPr>
          <p:txBody>
            <a:bodyPr wrap="square" rtlCol="0">
              <a:spAutoFit/>
            </a:bodyPr>
            <a:lstStyle/>
            <a:p>
              <a:pPr algn="ctr"/>
              <a:r>
                <a:rPr lang="en-US" dirty="0"/>
                <a:t>EC2 host or hypervisor retrieves the encrypted data key.</a:t>
              </a:r>
            </a:p>
          </p:txBody>
        </p:sp>
        <p:sp>
          <p:nvSpPr>
            <p:cNvPr id="32" name="TextBox 31">
              <a:extLst>
                <a:ext uri="{FF2B5EF4-FFF2-40B4-BE49-F238E27FC236}">
                  <a16:creationId xmlns:a16="http://schemas.microsoft.com/office/drawing/2014/main" id="{057CD3A9-306A-4AD0-B178-310A4599A4B2}"/>
                </a:ext>
              </a:extLst>
            </p:cNvPr>
            <p:cNvSpPr txBox="1"/>
            <p:nvPr/>
          </p:nvSpPr>
          <p:spPr>
            <a:xfrm>
              <a:off x="4810149" y="2005263"/>
              <a:ext cx="2550694" cy="923330"/>
            </a:xfrm>
            <a:prstGeom prst="rect">
              <a:avLst/>
            </a:prstGeom>
            <a:noFill/>
          </p:spPr>
          <p:txBody>
            <a:bodyPr wrap="square" rtlCol="0">
              <a:spAutoFit/>
            </a:bodyPr>
            <a:lstStyle/>
            <a:p>
              <a:r>
                <a:rPr lang="en-US" dirty="0"/>
                <a:t>Encrypted data key is stored with the encrypted data.</a:t>
              </a:r>
            </a:p>
          </p:txBody>
        </p:sp>
        <p:sp>
          <p:nvSpPr>
            <p:cNvPr id="33" name="TextBox 32">
              <a:extLst>
                <a:ext uri="{FF2B5EF4-FFF2-40B4-BE49-F238E27FC236}">
                  <a16:creationId xmlns:a16="http://schemas.microsoft.com/office/drawing/2014/main" id="{9606E8CD-2FA3-45FF-ACBB-52BDD42B9777}"/>
                </a:ext>
              </a:extLst>
            </p:cNvPr>
            <p:cNvSpPr txBox="1"/>
            <p:nvPr/>
          </p:nvSpPr>
          <p:spPr>
            <a:xfrm>
              <a:off x="4900864" y="3473563"/>
              <a:ext cx="2879558" cy="923330"/>
            </a:xfrm>
            <a:prstGeom prst="rect">
              <a:avLst/>
            </a:prstGeom>
            <a:noFill/>
          </p:spPr>
          <p:txBody>
            <a:bodyPr wrap="square" rtlCol="0">
              <a:spAutoFit/>
            </a:bodyPr>
            <a:lstStyle/>
            <a:p>
              <a:r>
                <a:rPr lang="en-US" dirty="0"/>
                <a:t>Decrypted data key in memory is used to encrypt or decrypt data.</a:t>
              </a:r>
            </a:p>
          </p:txBody>
        </p:sp>
        <p:sp>
          <p:nvSpPr>
            <p:cNvPr id="34" name="TextBox 33">
              <a:extLst>
                <a:ext uri="{FF2B5EF4-FFF2-40B4-BE49-F238E27FC236}">
                  <a16:creationId xmlns:a16="http://schemas.microsoft.com/office/drawing/2014/main" id="{0498B370-A104-41A9-B264-9DFC2FF7DF41}"/>
                </a:ext>
              </a:extLst>
            </p:cNvPr>
            <p:cNvSpPr txBox="1"/>
            <p:nvPr/>
          </p:nvSpPr>
          <p:spPr>
            <a:xfrm>
              <a:off x="4810149" y="5173668"/>
              <a:ext cx="2863517" cy="1200329"/>
            </a:xfrm>
            <a:prstGeom prst="rect">
              <a:avLst/>
            </a:prstGeom>
            <a:noFill/>
          </p:spPr>
          <p:txBody>
            <a:bodyPr wrap="square" rtlCol="0">
              <a:spAutoFit/>
            </a:bodyPr>
            <a:lstStyle/>
            <a:p>
              <a:r>
                <a:rPr lang="en-US" dirty="0"/>
                <a:t>A request is made to AWS KMS, and AWS KMS decrypts and returns the data key.</a:t>
              </a:r>
            </a:p>
          </p:txBody>
        </p:sp>
        <p:pic>
          <p:nvPicPr>
            <p:cNvPr id="35" name="Graphic 34">
              <a:extLst>
                <a:ext uri="{FF2B5EF4-FFF2-40B4-BE49-F238E27FC236}">
                  <a16:creationId xmlns:a16="http://schemas.microsoft.com/office/drawing/2014/main" id="{0A1E8E3D-FA26-44E2-B0B5-6982C1269B6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761912" y="4546596"/>
              <a:ext cx="731520" cy="731520"/>
            </a:xfrm>
            <a:prstGeom prst="rect">
              <a:avLst/>
            </a:prstGeom>
          </p:spPr>
        </p:pic>
        <p:pic>
          <p:nvPicPr>
            <p:cNvPr id="36" name="Graphic 35">
              <a:extLst>
                <a:ext uri="{FF2B5EF4-FFF2-40B4-BE49-F238E27FC236}">
                  <a16:creationId xmlns:a16="http://schemas.microsoft.com/office/drawing/2014/main" id="{CF0348AB-F2D8-42C5-98D2-0A06B423ECA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889160" y="4546596"/>
              <a:ext cx="731520" cy="731520"/>
            </a:xfrm>
            <a:prstGeom prst="rect">
              <a:avLst/>
            </a:prstGeom>
          </p:spPr>
        </p:pic>
        <p:cxnSp>
          <p:nvCxnSpPr>
            <p:cNvPr id="37" name="Straight Arrow Connector 36">
              <a:extLst>
                <a:ext uri="{FF2B5EF4-FFF2-40B4-BE49-F238E27FC236}">
                  <a16:creationId xmlns:a16="http://schemas.microsoft.com/office/drawing/2014/main" id="{E4364550-3FF3-483F-8A10-E53495472BD3}"/>
                </a:ext>
              </a:extLst>
            </p:cNvPr>
            <p:cNvCxnSpPr>
              <a:cxnSpLocks/>
            </p:cNvCxnSpPr>
            <p:nvPr/>
          </p:nvCxnSpPr>
          <p:spPr>
            <a:xfrm>
              <a:off x="9956800" y="5319964"/>
              <a:ext cx="635000" cy="0"/>
            </a:xfrm>
            <a:prstGeom prst="straightConnector1">
              <a:avLst/>
            </a:prstGeom>
            <a:ln w="38100">
              <a:solidFill>
                <a:srgbClr val="005276"/>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6FA68CC8-020B-462C-9AB5-3F848FB98ABF}"/>
                </a:ext>
              </a:extLst>
            </p:cNvPr>
            <p:cNvSpPr txBox="1"/>
            <p:nvPr/>
          </p:nvSpPr>
          <p:spPr>
            <a:xfrm>
              <a:off x="9718842" y="4861427"/>
              <a:ext cx="1083951" cy="369332"/>
            </a:xfrm>
            <a:prstGeom prst="rect">
              <a:avLst/>
            </a:prstGeom>
            <a:noFill/>
          </p:spPr>
          <p:txBody>
            <a:bodyPr wrap="none" rtlCol="0">
              <a:spAutoFit/>
            </a:bodyPr>
            <a:lstStyle/>
            <a:p>
              <a:r>
                <a:rPr lang="en-US" dirty="0"/>
                <a:t>Encrypts</a:t>
              </a:r>
            </a:p>
          </p:txBody>
        </p:sp>
        <p:sp>
          <p:nvSpPr>
            <p:cNvPr id="39" name="TextBox 38">
              <a:extLst>
                <a:ext uri="{FF2B5EF4-FFF2-40B4-BE49-F238E27FC236}">
                  <a16:creationId xmlns:a16="http://schemas.microsoft.com/office/drawing/2014/main" id="{9D044A9F-7FC1-4206-98A5-54DD018291CC}"/>
                </a:ext>
              </a:extLst>
            </p:cNvPr>
            <p:cNvSpPr txBox="1"/>
            <p:nvPr/>
          </p:nvSpPr>
          <p:spPr>
            <a:xfrm>
              <a:off x="8587179" y="5069642"/>
              <a:ext cx="1255472" cy="923330"/>
            </a:xfrm>
            <a:prstGeom prst="rect">
              <a:avLst/>
            </a:prstGeom>
            <a:noFill/>
          </p:spPr>
          <p:txBody>
            <a:bodyPr wrap="none" rtlCol="0">
              <a:spAutoFit/>
            </a:bodyPr>
            <a:lstStyle/>
            <a:p>
              <a:pPr algn="ctr"/>
              <a:r>
                <a:rPr lang="en-US" dirty="0"/>
                <a:t>Customer </a:t>
              </a:r>
            </a:p>
            <a:p>
              <a:pPr algn="ctr"/>
              <a:r>
                <a:rPr lang="en-US" dirty="0"/>
                <a:t>managed </a:t>
              </a:r>
            </a:p>
            <a:p>
              <a:pPr algn="ctr"/>
              <a:r>
                <a:rPr lang="en-US" dirty="0"/>
                <a:t>key</a:t>
              </a:r>
            </a:p>
          </p:txBody>
        </p:sp>
        <p:sp>
          <p:nvSpPr>
            <p:cNvPr id="40" name="Rectangle 39">
              <a:extLst>
                <a:ext uri="{FF2B5EF4-FFF2-40B4-BE49-F238E27FC236}">
                  <a16:creationId xmlns:a16="http://schemas.microsoft.com/office/drawing/2014/main" id="{D6D19E32-7D35-4B23-9FE4-EDAE682D667B}"/>
                </a:ext>
              </a:extLst>
            </p:cNvPr>
            <p:cNvSpPr/>
            <p:nvPr/>
          </p:nvSpPr>
          <p:spPr>
            <a:xfrm>
              <a:off x="8989719" y="1880741"/>
              <a:ext cx="2630961" cy="369332"/>
            </a:xfrm>
            <a:prstGeom prst="rect">
              <a:avLst/>
            </a:prstGeom>
          </p:spPr>
          <p:txBody>
            <a:bodyPr wrap="square">
              <a:spAutoFit/>
            </a:bodyPr>
            <a:lstStyle/>
            <a:p>
              <a:pPr algn="ctr"/>
              <a:r>
                <a:rPr lang="en-US" altLang="en-US" dirty="0">
                  <a:latin typeface="Arial" panose="020B0604020202020204" pitchFamily="34" charset="0"/>
                  <a:ea typeface="Amazon Ember" panose="020B0603020204020204" pitchFamily="34" charset="0"/>
                  <a:cs typeface="Arial" panose="020B0604020202020204" pitchFamily="34" charset="0"/>
                </a:rPr>
                <a:t>AWS KMS</a:t>
              </a:r>
            </a:p>
          </p:txBody>
        </p:sp>
      </p:grpSp>
    </p:spTree>
    <p:custDataLst>
      <p:tags r:id="rId1"/>
    </p:custDataLst>
    <p:extLst>
      <p:ext uri="{BB962C8B-B14F-4D97-AF65-F5344CB8AC3E}">
        <p14:creationId xmlns:p14="http://schemas.microsoft.com/office/powerpoint/2010/main" val="81068767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BA39FD17-FF1D-49C8-B325-ED5597FB55C5}"/>
              </a:ext>
            </a:extLst>
          </p:cNvPr>
          <p:cNvSpPr>
            <a:spLocks noGrp="1"/>
          </p:cNvSpPr>
          <p:nvPr>
            <p:ph type="sldNum" idx="97"/>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834CDD4-D76F-4459-B025-0310E913C243}" type="slidenum">
              <a:rPr kumimoji="0" lang="en-US" sz="1100" b="0" i="0" u="none" strike="noStrike" kern="1200" cap="none" spc="0" normalizeH="0" baseline="0" noProof="0" smtClean="0">
                <a:ln>
                  <a:noFill/>
                </a:ln>
                <a:solidFill>
                  <a:srgbClr val="232F3E"/>
                </a:solidFill>
                <a:effectLst/>
                <a:uLnTx/>
                <a:uFillTx/>
                <a:latin typeface="Amazon Ember"/>
                <a:ea typeface="Amazon Ember" panose="020B0603020204020204" pitchFamily="34" charset="0"/>
                <a:cs typeface="Amazon Ember" panose="020B0603020204020204" pitchFamily="34" charset="0"/>
              </a:rPr>
              <a:pPr marL="0" marR="0" lvl="0" indent="0" algn="r" defTabSz="228600" rtl="0" eaLnBrk="1" fontAlgn="auto" latinLnBrk="0" hangingPunct="1">
                <a:lnSpc>
                  <a:spcPct val="100000"/>
                </a:lnSpc>
                <a:spcBef>
                  <a:spcPts val="0"/>
                </a:spcBef>
                <a:spcAft>
                  <a:spcPts val="0"/>
                </a:spcAft>
                <a:buClrTx/>
                <a:buSzTx/>
                <a:buFontTx/>
                <a:buNone/>
                <a:tabLst/>
                <a:defRPr/>
              </a:pPr>
              <a:t>71</a:t>
            </a:fld>
            <a:endParaRPr kumimoji="0" lang="en-US" sz="1100" b="0" i="0" u="none" strike="noStrike" kern="1200" cap="none" spc="0" normalizeH="0" baseline="0" noProof="0" dirty="0">
              <a:ln>
                <a:noFill/>
              </a:ln>
              <a:solidFill>
                <a:srgbClr val="232F3E"/>
              </a:solidFill>
              <a:effectLst/>
              <a:uLnTx/>
              <a:uFillTx/>
              <a:latin typeface="Amazon Ember"/>
              <a:ea typeface="Amazon Ember" panose="020B0603020204020204" pitchFamily="34" charset="0"/>
              <a:cs typeface="Amazon Ember" panose="020B0603020204020204" pitchFamily="34" charset="0"/>
            </a:endParaRPr>
          </a:p>
        </p:txBody>
      </p:sp>
      <p:sp>
        <p:nvSpPr>
          <p:cNvPr id="3" name="Title">
            <a:extLst>
              <a:ext uri="{FF2B5EF4-FFF2-40B4-BE49-F238E27FC236}">
                <a16:creationId xmlns:a16="http://schemas.microsoft.com/office/drawing/2014/main" id="{760DB9B4-29E1-4A1C-AA35-4F6A3D99AB9B}"/>
              </a:ext>
            </a:extLst>
          </p:cNvPr>
          <p:cNvSpPr>
            <a:spLocks noGrp="1"/>
          </p:cNvSpPr>
          <p:nvPr>
            <p:ph type="title" idx="1"/>
          </p:nvPr>
        </p:nvSpPr>
        <p:spPr/>
        <p:txBody>
          <a:bodyPr/>
          <a:lstStyle/>
          <a:p>
            <a:r>
              <a:rPr lang="en-US" dirty="0"/>
              <a:t>Key takeaways: Encrypting data at rest</a:t>
            </a:r>
          </a:p>
        </p:txBody>
      </p:sp>
      <p:sp>
        <p:nvSpPr>
          <p:cNvPr id="4" name="Content Placeholder 3">
            <a:extLst>
              <a:ext uri="{FF2B5EF4-FFF2-40B4-BE49-F238E27FC236}">
                <a16:creationId xmlns:a16="http://schemas.microsoft.com/office/drawing/2014/main" id="{589A2A19-367C-4F43-80A7-1A7FE24BEBCB}"/>
              </a:ext>
            </a:extLst>
          </p:cNvPr>
          <p:cNvSpPr>
            <a:spLocks noGrp="1"/>
          </p:cNvSpPr>
          <p:nvPr>
            <p:ph type="body" idx="3"/>
          </p:nvPr>
        </p:nvSpPr>
        <p:spPr/>
        <p:txBody>
          <a:bodyPr>
            <a:normAutofit lnSpcReduction="10000"/>
          </a:bodyPr>
          <a:lstStyle/>
          <a:p>
            <a:r>
              <a:rPr lang="en-US" sz="2000" dirty="0">
                <a:solidFill>
                  <a:schemeClr val="tx1"/>
                </a:solidFill>
              </a:rPr>
              <a:t>Encrypting data at rest makes it more difficult for attackers to compromise data, even if they can compromise an endpoint.</a:t>
            </a:r>
          </a:p>
          <a:p>
            <a:r>
              <a:rPr lang="en-US" sz="2000" dirty="0">
                <a:solidFill>
                  <a:schemeClr val="tx1"/>
                </a:solidFill>
              </a:rPr>
              <a:t>Symmetric encryption uses the same key to encrypt and decrypt the data.</a:t>
            </a:r>
          </a:p>
          <a:p>
            <a:r>
              <a:rPr lang="en-US" sz="2000" dirty="0">
                <a:solidFill>
                  <a:schemeClr val="tx1"/>
                </a:solidFill>
              </a:rPr>
              <a:t>Asymmetric encryption uses a pair of keys: a public key for encryption and a private key for decryption.</a:t>
            </a:r>
          </a:p>
          <a:p>
            <a:r>
              <a:rPr lang="en-US" sz="2000" dirty="0">
                <a:solidFill>
                  <a:schemeClr val="tx1"/>
                </a:solidFill>
              </a:rPr>
              <a:t>Envelope encryption is the practice of encrypting plaintext data with a data key, and then encrypting the data key under another key.</a:t>
            </a:r>
          </a:p>
          <a:p>
            <a:pPr lvl="0">
              <a:defRPr/>
            </a:pPr>
            <a:r>
              <a:rPr lang="en-US" sz="2000" dirty="0">
                <a:solidFill>
                  <a:srgbClr val="000000"/>
                </a:solidFill>
              </a:rPr>
              <a:t>With CSE, your applications encrypt data locally before submitting it to AWS and decrypt data after receiving it from AWS.  </a:t>
            </a:r>
          </a:p>
          <a:p>
            <a:pPr lvl="0">
              <a:defRPr/>
            </a:pPr>
            <a:r>
              <a:rPr lang="en-US" sz="2000" dirty="0">
                <a:solidFill>
                  <a:srgbClr val="000000"/>
                </a:solidFill>
              </a:rPr>
              <a:t>With SSE, data is encrypted at its destination by the application or service that receives it.  </a:t>
            </a:r>
          </a:p>
          <a:p>
            <a:pPr>
              <a:defRPr/>
            </a:pPr>
            <a:r>
              <a:rPr lang="en-US" sz="2000" dirty="0">
                <a:solidFill>
                  <a:schemeClr val="tx1"/>
                </a:solidFill>
              </a:rPr>
              <a:t>AWS KMS keys are the primary resource in AWS KMS. Use an AWS KMS key to encrypt, decrypt, and re-encrypt data. </a:t>
            </a:r>
          </a:p>
        </p:txBody>
      </p:sp>
      <p:pic>
        <p:nvPicPr>
          <p:cNvPr id="5" name="Content Placeholder 13">
            <a:extLst>
              <a:ext uri="{FF2B5EF4-FFF2-40B4-BE49-F238E27FC236}">
                <a16:creationId xmlns:a16="http://schemas.microsoft.com/office/drawing/2014/main" id="{C60E2301-BD08-4CA9-9B9E-97BF17A22633}"/>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8565" y="2892425"/>
            <a:ext cx="2511045" cy="2743200"/>
          </a:xfrm>
          <a:prstGeom prst="rect">
            <a:avLst/>
          </a:prstGeom>
        </p:spPr>
      </p:pic>
    </p:spTree>
    <p:custDataLst>
      <p:tags r:id="rId1"/>
    </p:custDataLst>
    <p:extLst>
      <p:ext uri="{BB962C8B-B14F-4D97-AF65-F5344CB8AC3E}">
        <p14:creationId xmlns:p14="http://schemas.microsoft.com/office/powerpoint/2010/main" val="413928869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0DAB44C6-DE69-407E-AD4F-17A9E76CD4AC}"/>
              </a:ext>
            </a:extLst>
          </p:cNvPr>
          <p:cNvSpPr>
            <a:spLocks noGrp="1"/>
          </p:cNvSpPr>
          <p:nvPr>
            <p:ph type="sldNum" idx="97"/>
          </p:nvPr>
        </p:nvSpPr>
        <p:spPr/>
        <p:txBody>
          <a:bodyPr/>
          <a:lstStyle/>
          <a:p>
            <a:fld id="{4037B1B0-0345-4E15-985A-6BECCDBE474F}" type="slidenum">
              <a:rPr lang="en-US" smtClean="0"/>
              <a:pPr/>
              <a:t>72</a:t>
            </a:fld>
            <a:endParaRPr lang="en-US" dirty="0"/>
          </a:p>
        </p:txBody>
      </p:sp>
      <p:sp>
        <p:nvSpPr>
          <p:cNvPr id="3" name="Title">
            <a:extLst>
              <a:ext uri="{FF2B5EF4-FFF2-40B4-BE49-F238E27FC236}">
                <a16:creationId xmlns:a16="http://schemas.microsoft.com/office/drawing/2014/main" id="{BF66D025-696C-48D3-943A-7B79B773817E}"/>
              </a:ext>
            </a:extLst>
          </p:cNvPr>
          <p:cNvSpPr>
            <a:spLocks noGrp="1"/>
          </p:cNvSpPr>
          <p:nvPr>
            <p:ph type="title" idx="1"/>
          </p:nvPr>
        </p:nvSpPr>
        <p:spPr/>
        <p:txBody>
          <a:bodyPr/>
          <a:lstStyle/>
          <a:p>
            <a:r>
              <a:rPr lang="en-US" dirty="0"/>
              <a:t>Guided lab: Encrypting Data at Rest by Using AWS Encryption Options (AWS KMS lab)</a:t>
            </a:r>
          </a:p>
        </p:txBody>
      </p:sp>
    </p:spTree>
    <p:custDataLst>
      <p:tags r:id="rId1"/>
    </p:custDataLst>
    <p:extLst>
      <p:ext uri="{BB962C8B-B14F-4D97-AF65-F5344CB8AC3E}">
        <p14:creationId xmlns:p14="http://schemas.microsoft.com/office/powerpoint/2010/main" val="170325073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6C090984-7B18-4AB9-8A29-7EAACAB93DB7}"/>
              </a:ext>
            </a:extLst>
          </p:cNvPr>
          <p:cNvSpPr>
            <a:spLocks noGrp="1"/>
          </p:cNvSpPr>
          <p:nvPr>
            <p:ph type="sldNum" idx="97"/>
          </p:nvPr>
        </p:nvSpPr>
        <p:spPr/>
        <p:txBody>
          <a:bodyPr/>
          <a:lstStyle/>
          <a:p>
            <a:fld id="{930176A1-BCF0-4712-97A6-6B495F55390B}" type="slidenum">
              <a:rPr lang="en-US" smtClean="0"/>
              <a:pPr/>
              <a:t>73</a:t>
            </a:fld>
            <a:endParaRPr lang="en-US" dirty="0"/>
          </a:p>
        </p:txBody>
      </p:sp>
      <p:sp>
        <p:nvSpPr>
          <p:cNvPr id="3" name="Title">
            <a:extLst>
              <a:ext uri="{FF2B5EF4-FFF2-40B4-BE49-F238E27FC236}">
                <a16:creationId xmlns:a16="http://schemas.microsoft.com/office/drawing/2014/main" id="{80692762-2E68-41FA-805E-632DBC4A8A06}"/>
              </a:ext>
            </a:extLst>
          </p:cNvPr>
          <p:cNvSpPr>
            <a:spLocks noGrp="1"/>
          </p:cNvSpPr>
          <p:nvPr>
            <p:ph type="title" idx="1"/>
          </p:nvPr>
        </p:nvSpPr>
        <p:spPr/>
        <p:txBody>
          <a:bodyPr>
            <a:normAutofit/>
          </a:bodyPr>
          <a:lstStyle/>
          <a:p>
            <a:r>
              <a:rPr lang="en-US" dirty="0"/>
              <a:t>Lab introduction: AWS KMS lab</a:t>
            </a:r>
          </a:p>
        </p:txBody>
      </p:sp>
      <p:sp>
        <p:nvSpPr>
          <p:cNvPr id="4" name="Text Placeholder 3">
            <a:extLst>
              <a:ext uri="{FF2B5EF4-FFF2-40B4-BE49-F238E27FC236}">
                <a16:creationId xmlns:a16="http://schemas.microsoft.com/office/drawing/2014/main" id="{CAD25515-29E4-4B4A-A230-72A825FE8BEA}"/>
              </a:ext>
            </a:extLst>
          </p:cNvPr>
          <p:cNvSpPr>
            <a:spLocks noGrp="1"/>
          </p:cNvSpPr>
          <p:nvPr>
            <p:ph type="body" idx="3"/>
          </p:nvPr>
        </p:nvSpPr>
        <p:spPr/>
        <p:txBody>
          <a:bodyPr>
            <a:normAutofit/>
          </a:bodyPr>
          <a:lstStyle/>
          <a:p>
            <a:r>
              <a:rPr lang="en-US" sz="2400" dirty="0"/>
              <a:t>In this lab, you use the AWS Key Management Service (AMS KMS) to encrypt data at rest.</a:t>
            </a:r>
          </a:p>
          <a:p>
            <a:r>
              <a:rPr lang="en-US" sz="2400" dirty="0"/>
              <a:t>The tasks that you perform include the following:</a:t>
            </a:r>
          </a:p>
          <a:p>
            <a:pPr lvl="1"/>
            <a:r>
              <a:rPr lang="en-US" dirty="0"/>
              <a:t>Creating an AWS KMS key</a:t>
            </a:r>
          </a:p>
          <a:p>
            <a:pPr lvl="1"/>
            <a:r>
              <a:rPr lang="en-US" dirty="0"/>
              <a:t>Encrypting an object stored in Amazon Simple Storage Service (Amazon S3)</a:t>
            </a:r>
          </a:p>
          <a:p>
            <a:pPr lvl="1"/>
            <a:r>
              <a:rPr lang="en-US" dirty="0"/>
              <a:t>Encrypting an Amazon Elastic Block Store (Amazon EBS) volume</a:t>
            </a:r>
          </a:p>
          <a:p>
            <a:pPr lvl="1"/>
            <a:r>
              <a:rPr lang="en-US" dirty="0"/>
              <a:t>Auditing AWS KMS key usage using AWS CloudTrail</a:t>
            </a:r>
          </a:p>
          <a:p>
            <a:r>
              <a:rPr lang="en-US" sz="2400" dirty="0"/>
              <a:t>Open your lab environment to start the lab and find additional details about the tasks that you will perform.</a:t>
            </a:r>
          </a:p>
        </p:txBody>
      </p:sp>
      <p:pic>
        <p:nvPicPr>
          <p:cNvPr id="5" name="Content Placeholder 3">
            <a:extLst>
              <a:ext uri="{FF2B5EF4-FFF2-40B4-BE49-F238E27FC236}">
                <a16:creationId xmlns:a16="http://schemas.microsoft.com/office/drawing/2014/main" id="{81CAF9C7-F28E-496C-BFA0-18506D4716AD}"/>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2220" y="3213676"/>
            <a:ext cx="2943736" cy="2100699"/>
          </a:xfrm>
          <a:prstGeom prst="rect">
            <a:avLst/>
          </a:prstGeom>
        </p:spPr>
      </p:pic>
    </p:spTree>
    <p:custDataLst>
      <p:tags r:id="rId1"/>
    </p:custDataLst>
    <p:extLst>
      <p:ext uri="{BB962C8B-B14F-4D97-AF65-F5344CB8AC3E}">
        <p14:creationId xmlns:p14="http://schemas.microsoft.com/office/powerpoint/2010/main" val="180536753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DC07559B-0861-4733-A990-630E7AF4AAA7}"/>
              </a:ext>
            </a:extLst>
          </p:cNvPr>
          <p:cNvSpPr>
            <a:spLocks noGrp="1"/>
          </p:cNvSpPr>
          <p:nvPr>
            <p:ph type="sldNum" idx="97"/>
          </p:nvPr>
        </p:nvSpPr>
        <p:spPr/>
        <p:txBody>
          <a:bodyPr/>
          <a:lstStyle/>
          <a:p>
            <a:fld id="{4037B1B0-0345-4E15-985A-6BECCDBE474F}" type="slidenum">
              <a:rPr lang="en-US" smtClean="0"/>
              <a:pPr/>
              <a:t>74</a:t>
            </a:fld>
            <a:endParaRPr lang="en-US" dirty="0"/>
          </a:p>
        </p:txBody>
      </p:sp>
      <p:sp>
        <p:nvSpPr>
          <p:cNvPr id="3" name="Title">
            <a:extLst>
              <a:ext uri="{FF2B5EF4-FFF2-40B4-BE49-F238E27FC236}">
                <a16:creationId xmlns:a16="http://schemas.microsoft.com/office/drawing/2014/main" id="{4DAE5ED6-1389-4EB0-B1C1-3F85496BC2BE}"/>
              </a:ext>
            </a:extLst>
          </p:cNvPr>
          <p:cNvSpPr>
            <a:spLocks noGrp="1"/>
          </p:cNvSpPr>
          <p:nvPr>
            <p:ph type="title" idx="1"/>
          </p:nvPr>
        </p:nvSpPr>
        <p:spPr/>
        <p:txBody>
          <a:bodyPr>
            <a:normAutofit/>
          </a:bodyPr>
          <a:lstStyle/>
          <a:p>
            <a:r>
              <a:rPr lang="en-US" dirty="0"/>
              <a:t>Debrief: AWS KMS lab</a:t>
            </a:r>
          </a:p>
        </p:txBody>
      </p:sp>
      <p:sp>
        <p:nvSpPr>
          <p:cNvPr id="4" name="Content Placeholder 3">
            <a:extLst>
              <a:ext uri="{FF2B5EF4-FFF2-40B4-BE49-F238E27FC236}">
                <a16:creationId xmlns:a16="http://schemas.microsoft.com/office/drawing/2014/main" id="{6ACB3BB1-8FDB-4E35-B87C-8B5485A4A2EE}"/>
              </a:ext>
            </a:extLst>
          </p:cNvPr>
          <p:cNvSpPr>
            <a:spLocks noGrp="1"/>
          </p:cNvSpPr>
          <p:nvPr>
            <p:ph idx="2"/>
          </p:nvPr>
        </p:nvSpPr>
        <p:spPr/>
        <p:txBody>
          <a:bodyPr/>
          <a:lstStyle/>
          <a:p>
            <a:r>
              <a:rPr lang="en-US" dirty="0"/>
              <a:t>In this lab, you created an AWS KMS key. What are the differences between a key administrator and a key user? </a:t>
            </a:r>
          </a:p>
          <a:p>
            <a:r>
              <a:rPr lang="en-US" dirty="0"/>
              <a:t>Why was it necessary to detach the encrypted EBS volume from the instance to see how disabling the AWS KMS key would affect the volume? </a:t>
            </a:r>
          </a:p>
          <a:p>
            <a:pPr marL="0" indent="0">
              <a:buNone/>
            </a:pPr>
            <a:endParaRPr lang="en-US" dirty="0"/>
          </a:p>
        </p:txBody>
      </p:sp>
    </p:spTree>
    <p:custDataLst>
      <p:tags r:id="rId1"/>
    </p:custDataLst>
    <p:extLst>
      <p:ext uri="{BB962C8B-B14F-4D97-AF65-F5344CB8AC3E}">
        <p14:creationId xmlns:p14="http://schemas.microsoft.com/office/powerpoint/2010/main" val="155146328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a:extLst>
              <a:ext uri="{FF2B5EF4-FFF2-40B4-BE49-F238E27FC236}">
                <a16:creationId xmlns:a16="http://schemas.microsoft.com/office/drawing/2014/main" id="{0C0355C9-E24D-40BF-9ECC-DACFE8A179D4}"/>
              </a:ext>
            </a:extLst>
          </p:cNvPr>
          <p:cNvSpPr>
            <a:spLocks noGrp="1"/>
          </p:cNvSpPr>
          <p:nvPr>
            <p:ph type="sldNum" idx="97"/>
          </p:nvPr>
        </p:nvSpPr>
        <p:spPr/>
        <p:txBody>
          <a:bodyPr/>
          <a:lstStyle/>
          <a:p>
            <a:fld id="{4037B1B0-0345-4E15-985A-6BECCDBE474F}" type="slidenum">
              <a:rPr lang="en-US" smtClean="0"/>
              <a:pPr/>
              <a:t>75</a:t>
            </a:fld>
            <a:endParaRPr lang="en-US" dirty="0"/>
          </a:p>
        </p:txBody>
      </p:sp>
      <p:sp>
        <p:nvSpPr>
          <p:cNvPr id="2" name="Title">
            <a:extLst>
              <a:ext uri="{FF2B5EF4-FFF2-40B4-BE49-F238E27FC236}">
                <a16:creationId xmlns:a16="http://schemas.microsoft.com/office/drawing/2014/main" id="{A172A253-7951-4FDC-8FD5-1D1FB8851F09}"/>
              </a:ext>
            </a:extLst>
          </p:cNvPr>
          <p:cNvSpPr>
            <a:spLocks noGrp="1"/>
          </p:cNvSpPr>
          <p:nvPr>
            <p:ph type="title" idx="1"/>
          </p:nvPr>
        </p:nvSpPr>
        <p:spPr/>
        <p:txBody>
          <a:bodyPr/>
          <a:lstStyle/>
          <a:p>
            <a:r>
              <a:rPr lang="en-US" dirty="0"/>
              <a:t>AWS security services for securing user, application, and data access</a:t>
            </a:r>
            <a:endParaRPr lang="en-US" dirty="0">
              <a:solidFill>
                <a:srgbClr val="FF0000"/>
              </a:solidFill>
            </a:endParaRPr>
          </a:p>
        </p:txBody>
      </p:sp>
      <p:sp>
        <p:nvSpPr>
          <p:cNvPr id="3" name="Subtitle 2">
            <a:extLst>
              <a:ext uri="{FF2B5EF4-FFF2-40B4-BE49-F238E27FC236}">
                <a16:creationId xmlns:a16="http://schemas.microsoft.com/office/drawing/2014/main" id="{1FA371E5-44E3-4505-9B6C-F5E806BC0FB0}"/>
              </a:ext>
            </a:extLst>
          </p:cNvPr>
          <p:cNvSpPr>
            <a:spLocks noGrp="1"/>
          </p:cNvSpPr>
          <p:nvPr>
            <p:ph type="subTitle" idx="2"/>
          </p:nvPr>
        </p:nvSpPr>
        <p:spPr/>
        <p:txBody>
          <a:bodyPr/>
          <a:lstStyle/>
          <a:p>
            <a:r>
              <a:rPr lang="en-US" dirty="0"/>
              <a:t>Securing User, Application, and Data Access</a:t>
            </a:r>
          </a:p>
        </p:txBody>
      </p:sp>
    </p:spTree>
    <p:custDataLst>
      <p:tags r:id="rId1"/>
    </p:custDataLst>
    <p:extLst>
      <p:ext uri="{BB962C8B-B14F-4D97-AF65-F5344CB8AC3E}">
        <p14:creationId xmlns:p14="http://schemas.microsoft.com/office/powerpoint/2010/main" val="324723643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7CDDB847-9FD7-4140-945F-C9453C0CD071}"/>
              </a:ext>
            </a:extLst>
          </p:cNvPr>
          <p:cNvSpPr>
            <a:spLocks noGrp="1"/>
          </p:cNvSpPr>
          <p:nvPr>
            <p:ph type="sldNum" idx="97"/>
          </p:nvPr>
        </p:nvSpPr>
        <p:spPr/>
        <p:txBody>
          <a:bodyPr/>
          <a:lstStyle/>
          <a:p>
            <a:fld id="{4037B1B0-0345-4E15-985A-6BECCDBE474F}" type="slidenum">
              <a:rPr lang="en-US" smtClean="0"/>
              <a:pPr/>
              <a:t>76</a:t>
            </a:fld>
            <a:endParaRPr lang="en-US" dirty="0"/>
          </a:p>
        </p:txBody>
      </p:sp>
      <p:sp>
        <p:nvSpPr>
          <p:cNvPr id="3" name="Title">
            <a:extLst>
              <a:ext uri="{FF2B5EF4-FFF2-40B4-BE49-F238E27FC236}">
                <a16:creationId xmlns:a16="http://schemas.microsoft.com/office/drawing/2014/main" id="{C9FA4573-3697-4155-AD6E-5D517DA20397}"/>
              </a:ext>
            </a:extLst>
          </p:cNvPr>
          <p:cNvSpPr>
            <a:spLocks noGrp="1"/>
          </p:cNvSpPr>
          <p:nvPr>
            <p:ph type="title" idx="1"/>
          </p:nvPr>
        </p:nvSpPr>
        <p:spPr/>
        <p:txBody>
          <a:bodyPr>
            <a:normAutofit fontScale="90000"/>
          </a:bodyPr>
          <a:lstStyle/>
          <a:p>
            <a:r>
              <a:rPr lang="en-US" dirty="0"/>
              <a:t>AWS Services for Security, Identity, and Compliance</a:t>
            </a:r>
          </a:p>
        </p:txBody>
      </p:sp>
      <p:graphicFrame>
        <p:nvGraphicFramePr>
          <p:cNvPr id="17" name="Content Placeholder 16">
            <a:extLst>
              <a:ext uri="{FF2B5EF4-FFF2-40B4-BE49-F238E27FC236}">
                <a16:creationId xmlns:a16="http://schemas.microsoft.com/office/drawing/2014/main" id="{24A094BB-DF56-405C-9522-9E46D4E6CE04}"/>
              </a:ext>
            </a:extLst>
          </p:cNvPr>
          <p:cNvGraphicFramePr>
            <a:graphicFrameLocks noGrp="1"/>
          </p:cNvGraphicFramePr>
          <p:nvPr>
            <p:ph idx="2"/>
            <p:extLst>
              <p:ext uri="{D42A27DB-BD31-4B8C-83A1-F6EECF244321}">
                <p14:modId xmlns:p14="http://schemas.microsoft.com/office/powerpoint/2010/main" val="3983638813"/>
              </p:ext>
            </p:extLst>
          </p:nvPr>
        </p:nvGraphicFramePr>
        <p:xfrm>
          <a:off x="365125" y="1096963"/>
          <a:ext cx="11466576" cy="4973320"/>
        </p:xfrm>
        <a:graphic>
          <a:graphicData uri="http://schemas.openxmlformats.org/drawingml/2006/table">
            <a:tbl>
              <a:tblPr firstRow="1" bandRow="1">
                <a:tableStyleId>{5C22544A-7EE6-4342-B048-85BDC9FD1C3A}</a:tableStyleId>
              </a:tblPr>
              <a:tblGrid>
                <a:gridCol w="1582945">
                  <a:extLst>
                    <a:ext uri="{9D8B030D-6E8A-4147-A177-3AD203B41FA5}">
                      <a16:colId xmlns:a16="http://schemas.microsoft.com/office/drawing/2014/main" val="3138039393"/>
                    </a:ext>
                  </a:extLst>
                </a:gridCol>
                <a:gridCol w="5486400">
                  <a:extLst>
                    <a:ext uri="{9D8B030D-6E8A-4147-A177-3AD203B41FA5}">
                      <a16:colId xmlns:a16="http://schemas.microsoft.com/office/drawing/2014/main" val="2205741473"/>
                    </a:ext>
                  </a:extLst>
                </a:gridCol>
                <a:gridCol w="4397231">
                  <a:extLst>
                    <a:ext uri="{9D8B030D-6E8A-4147-A177-3AD203B41FA5}">
                      <a16:colId xmlns:a16="http://schemas.microsoft.com/office/drawing/2014/main" val="1899367119"/>
                    </a:ext>
                  </a:extLst>
                </a:gridCol>
              </a:tblGrid>
              <a:tr h="370840">
                <a:tc>
                  <a:txBody>
                    <a:bodyPr/>
                    <a:lstStyle/>
                    <a:p>
                      <a:r>
                        <a:rPr lang="en-US" dirty="0"/>
                        <a:t>Category</a:t>
                      </a:r>
                    </a:p>
                  </a:txBody>
                  <a:tcPr/>
                </a:tc>
                <a:tc>
                  <a:txBody>
                    <a:bodyPr/>
                    <a:lstStyle/>
                    <a:p>
                      <a:r>
                        <a:rPr lang="en-US" dirty="0"/>
                        <a:t>Category description</a:t>
                      </a:r>
                    </a:p>
                  </a:txBody>
                  <a:tcPr/>
                </a:tc>
                <a:tc>
                  <a:txBody>
                    <a:bodyPr/>
                    <a:lstStyle/>
                    <a:p>
                      <a:r>
                        <a:rPr lang="en-US" dirty="0"/>
                        <a:t>Examples</a:t>
                      </a:r>
                    </a:p>
                  </a:txBody>
                  <a:tcPr/>
                </a:tc>
                <a:extLst>
                  <a:ext uri="{0D108BD9-81ED-4DB2-BD59-A6C34878D82A}">
                    <a16:rowId xmlns:a16="http://schemas.microsoft.com/office/drawing/2014/main" val="513459798"/>
                  </a:ext>
                </a:extLst>
              </a:tr>
              <a:tr h="370840">
                <a:tc>
                  <a:txBody>
                    <a:bodyPr/>
                    <a:lstStyle/>
                    <a:p>
                      <a:pPr marL="0" marR="0" lvl="0" indent="0" algn="ctr" defTabSz="914400" rtl="0" eaLnBrk="1" fontAlgn="auto" latinLnBrk="0" hangingPunct="1">
                        <a:lnSpc>
                          <a:spcPct val="100000"/>
                        </a:lnSpc>
                        <a:spcBef>
                          <a:spcPts val="2400"/>
                        </a:spcBef>
                        <a:spcAft>
                          <a:spcPts val="2400"/>
                        </a:spcAft>
                        <a:buClrTx/>
                        <a:buSzTx/>
                        <a:buFontTx/>
                        <a:buNone/>
                        <a:tabLst/>
                        <a:defRPr/>
                      </a:pPr>
                      <a:r>
                        <a:rPr lang="en-US" sz="1600" dirty="0"/>
                        <a:t>Identity and access management </a:t>
                      </a:r>
                      <a:endParaRPr lang="en-US" sz="1600" i="0" dirty="0">
                        <a:solidFill>
                          <a:schemeClr val="tx1"/>
                        </a:solidFill>
                      </a:endParaRPr>
                    </a:p>
                  </a:txBody>
                  <a:tcPr anchor="ctr"/>
                </a:tc>
                <a:tc>
                  <a:txBody>
                    <a:bodyPr/>
                    <a:lstStyle/>
                    <a:p>
                      <a:r>
                        <a:rPr lang="en-US" sz="1600" dirty="0"/>
                        <a:t>Securely manage identities, resources, and permissions at scale.</a:t>
                      </a:r>
                    </a:p>
                  </a:txBody>
                  <a:tcPr/>
                </a:tc>
                <a:tc>
                  <a:txBody>
                    <a:bodyPr/>
                    <a:lstStyle/>
                    <a:p>
                      <a:r>
                        <a:rPr lang="en-US" sz="1600" dirty="0"/>
                        <a:t>AWS Identity and Access Management (IAM)</a:t>
                      </a:r>
                    </a:p>
                    <a:p>
                      <a:r>
                        <a:rPr lang="en-US" sz="1600" dirty="0"/>
                        <a:t>AWS IAM Identity Center</a:t>
                      </a:r>
                    </a:p>
                    <a:p>
                      <a:r>
                        <a:rPr lang="en-US" sz="1600" dirty="0"/>
                        <a:t>Amazon Cognito</a:t>
                      </a:r>
                    </a:p>
                    <a:p>
                      <a:r>
                        <a:rPr lang="en-US" sz="1600" dirty="0"/>
                        <a:t>AWS Organizations</a:t>
                      </a:r>
                    </a:p>
                  </a:txBody>
                  <a:tcPr/>
                </a:tc>
                <a:extLst>
                  <a:ext uri="{0D108BD9-81ED-4DB2-BD59-A6C34878D82A}">
                    <a16:rowId xmlns:a16="http://schemas.microsoft.com/office/drawing/2014/main" val="3361979317"/>
                  </a:ext>
                </a:extLst>
              </a:tr>
              <a:tr h="370840">
                <a:tc>
                  <a:txBody>
                    <a:bodyPr/>
                    <a:lstStyle/>
                    <a:p>
                      <a:pPr marL="0" marR="0" lvl="0" indent="0" algn="ctr" defTabSz="914400" rtl="0" eaLnBrk="1" fontAlgn="auto" latinLnBrk="0" hangingPunct="1">
                        <a:lnSpc>
                          <a:spcPct val="100000"/>
                        </a:lnSpc>
                        <a:spcBef>
                          <a:spcPts val="2400"/>
                        </a:spcBef>
                        <a:spcAft>
                          <a:spcPts val="2400"/>
                        </a:spcAft>
                        <a:buClrTx/>
                        <a:buSzTx/>
                        <a:buFontTx/>
                        <a:buNone/>
                        <a:tabLst/>
                        <a:defRPr/>
                      </a:pPr>
                      <a:r>
                        <a:rPr lang="en-US" sz="1600" dirty="0">
                          <a:solidFill>
                            <a:schemeClr val="tx1"/>
                          </a:solidFill>
                        </a:rPr>
                        <a:t>Detection and response</a:t>
                      </a:r>
                      <a:endParaRPr lang="en-US" sz="1600" i="0" dirty="0">
                        <a:solidFill>
                          <a:schemeClr val="tx1"/>
                        </a:solidFill>
                      </a:endParaRPr>
                    </a:p>
                  </a:txBody>
                  <a:tcPr anchor="ctr"/>
                </a:tc>
                <a:tc>
                  <a:txBody>
                    <a:bodyPr/>
                    <a:lstStyle/>
                    <a:p>
                      <a:r>
                        <a:rPr lang="en-US" sz="1600" dirty="0"/>
                        <a:t>Enhance security posture and streamline security operations across an entire AWS environment.</a:t>
                      </a:r>
                    </a:p>
                  </a:txBody>
                  <a:tcPr/>
                </a:tc>
                <a:tc>
                  <a:txBody>
                    <a:bodyPr/>
                    <a:lstStyle/>
                    <a:p>
                      <a:r>
                        <a:rPr lang="en-US" sz="1600" dirty="0"/>
                        <a:t>AWS CloudTrail</a:t>
                      </a:r>
                    </a:p>
                    <a:p>
                      <a:r>
                        <a:rPr lang="en-US" sz="1600" dirty="0"/>
                        <a:t>Amazon Detective</a:t>
                      </a:r>
                    </a:p>
                    <a:p>
                      <a:r>
                        <a:rPr lang="en-US" sz="1600" dirty="0"/>
                        <a:t>Amazon Inspector</a:t>
                      </a:r>
                    </a:p>
                    <a:p>
                      <a:r>
                        <a:rPr lang="en-US" sz="1600" dirty="0"/>
                        <a:t>AWS Security Hub</a:t>
                      </a:r>
                    </a:p>
                  </a:txBody>
                  <a:tcPr/>
                </a:tc>
                <a:extLst>
                  <a:ext uri="{0D108BD9-81ED-4DB2-BD59-A6C34878D82A}">
                    <a16:rowId xmlns:a16="http://schemas.microsoft.com/office/drawing/2014/main" val="1817509838"/>
                  </a:ext>
                </a:extLst>
              </a:tr>
              <a:tr h="370840">
                <a:tc>
                  <a:txBody>
                    <a:bodyPr/>
                    <a:lstStyle/>
                    <a:p>
                      <a:pPr marL="0" marR="0" lvl="0" indent="0" algn="ctr" defTabSz="914400" rtl="0" eaLnBrk="1" fontAlgn="auto" latinLnBrk="0" hangingPunct="1">
                        <a:lnSpc>
                          <a:spcPct val="100000"/>
                        </a:lnSpc>
                        <a:spcBef>
                          <a:spcPts val="2400"/>
                        </a:spcBef>
                        <a:spcAft>
                          <a:spcPts val="2400"/>
                        </a:spcAft>
                        <a:buClrTx/>
                        <a:buSzTx/>
                        <a:buFontTx/>
                        <a:buNone/>
                        <a:tabLst/>
                        <a:defRPr/>
                      </a:pPr>
                      <a:r>
                        <a:rPr lang="en-US" sz="1600" i="0" dirty="0">
                          <a:solidFill>
                            <a:schemeClr val="tx1"/>
                          </a:solidFill>
                        </a:rPr>
                        <a:t>Network and application protection</a:t>
                      </a:r>
                    </a:p>
                  </a:txBody>
                  <a:tcPr anchor="ctr"/>
                </a:tc>
                <a:tc>
                  <a:txBody>
                    <a:bodyPr/>
                    <a:lstStyle/>
                    <a:p>
                      <a:r>
                        <a:rPr lang="en-US" sz="1600" dirty="0"/>
                        <a:t>Enforce fine-grained security policies at network control points across an organization.</a:t>
                      </a:r>
                    </a:p>
                  </a:txBody>
                  <a:tcPr/>
                </a:tc>
                <a:tc>
                  <a:txBody>
                    <a:bodyPr/>
                    <a:lstStyle/>
                    <a:p>
                      <a:r>
                        <a:rPr lang="en-US" sz="1600" dirty="0"/>
                        <a:t>AWS Network Firewall</a:t>
                      </a:r>
                    </a:p>
                    <a:p>
                      <a:r>
                        <a:rPr lang="en-US" sz="1600" dirty="0"/>
                        <a:t>AWS Shield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AWS WAF</a:t>
                      </a:r>
                    </a:p>
                  </a:txBody>
                  <a:tcPr/>
                </a:tc>
                <a:extLst>
                  <a:ext uri="{0D108BD9-81ED-4DB2-BD59-A6C34878D82A}">
                    <a16:rowId xmlns:a16="http://schemas.microsoft.com/office/drawing/2014/main" val="2130013295"/>
                  </a:ext>
                </a:extLst>
              </a:tr>
              <a:tr h="370840">
                <a:tc>
                  <a:txBody>
                    <a:bodyPr/>
                    <a:lstStyle/>
                    <a:p>
                      <a:pPr marL="0" marR="0" lvl="0" indent="0" algn="ctr" defTabSz="914400" rtl="0" eaLnBrk="1" fontAlgn="auto" latinLnBrk="0" hangingPunct="1">
                        <a:lnSpc>
                          <a:spcPct val="100000"/>
                        </a:lnSpc>
                        <a:spcBef>
                          <a:spcPts val="2400"/>
                        </a:spcBef>
                        <a:spcAft>
                          <a:spcPts val="2400"/>
                        </a:spcAft>
                        <a:buClrTx/>
                        <a:buSzTx/>
                        <a:buFontTx/>
                        <a:buNone/>
                        <a:tabLst/>
                        <a:defRPr/>
                      </a:pPr>
                      <a:r>
                        <a:rPr lang="en-US" sz="1600" i="0" dirty="0">
                          <a:solidFill>
                            <a:schemeClr val="tx1"/>
                          </a:solidFill>
                        </a:rPr>
                        <a:t>Data protection</a:t>
                      </a:r>
                    </a:p>
                  </a:txBody>
                  <a:tcPr anchor="ctr"/>
                </a:tc>
                <a:tc>
                  <a:txBody>
                    <a:bodyPr/>
                    <a:lstStyle/>
                    <a:p>
                      <a:r>
                        <a:rPr lang="en-US" sz="1600" dirty="0"/>
                        <a:t>Protect data, accounts, and workloads from unauthorized access.</a:t>
                      </a:r>
                    </a:p>
                  </a:txBody>
                  <a:tcPr/>
                </a:tc>
                <a:tc>
                  <a:txBody>
                    <a:bodyPr/>
                    <a:lstStyle/>
                    <a:p>
                      <a:r>
                        <a:rPr lang="en-US" sz="1600" dirty="0"/>
                        <a:t>AWS Key Management System (AWS KMS)</a:t>
                      </a:r>
                    </a:p>
                    <a:p>
                      <a:r>
                        <a:rPr lang="en-US" sz="1600" dirty="0"/>
                        <a:t>AWS Secrets Manager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Amazon Macie</a:t>
                      </a:r>
                    </a:p>
                  </a:txBody>
                  <a:tcPr/>
                </a:tc>
                <a:extLst>
                  <a:ext uri="{0D108BD9-81ED-4DB2-BD59-A6C34878D82A}">
                    <a16:rowId xmlns:a16="http://schemas.microsoft.com/office/drawing/2014/main" val="3949539664"/>
                  </a:ext>
                </a:extLst>
              </a:tr>
              <a:tr h="370840">
                <a:tc>
                  <a:txBody>
                    <a:bodyPr/>
                    <a:lstStyle/>
                    <a:p>
                      <a:pPr marL="0" marR="0" lvl="0" indent="0" algn="ctr" defTabSz="914400" rtl="0" eaLnBrk="1" fontAlgn="auto" latinLnBrk="0" hangingPunct="1">
                        <a:lnSpc>
                          <a:spcPct val="100000"/>
                        </a:lnSpc>
                        <a:spcBef>
                          <a:spcPts val="2400"/>
                        </a:spcBef>
                        <a:spcAft>
                          <a:spcPts val="2400"/>
                        </a:spcAft>
                        <a:buClrTx/>
                        <a:buSzTx/>
                        <a:buFontTx/>
                        <a:buNone/>
                        <a:tabLst/>
                        <a:defRPr/>
                      </a:pPr>
                      <a:r>
                        <a:rPr lang="en-US" sz="1600" dirty="0"/>
                        <a:t>Compliance </a:t>
                      </a:r>
                      <a:endParaRPr lang="en-US" sz="1600" i="0" dirty="0">
                        <a:solidFill>
                          <a:schemeClr val="tx1"/>
                        </a:solidFill>
                      </a:endParaRPr>
                    </a:p>
                  </a:txBody>
                  <a:tcPr anchor="ctr"/>
                </a:tc>
                <a:tc>
                  <a:txBody>
                    <a:bodyPr/>
                    <a:lstStyle/>
                    <a:p>
                      <a:r>
                        <a:rPr lang="en-US" sz="1600" dirty="0"/>
                        <a:t>Get a comprehensive view of compliance status and continuously monitor using automated checks based on AWS best practices and industry standards. </a:t>
                      </a:r>
                    </a:p>
                  </a:txBody>
                  <a:tcPr/>
                </a:tc>
                <a:tc>
                  <a:txBody>
                    <a:bodyPr/>
                    <a:lstStyle/>
                    <a:p>
                      <a:r>
                        <a:rPr lang="en-US" sz="1600" dirty="0"/>
                        <a:t>AWS Artifact</a:t>
                      </a:r>
                    </a:p>
                    <a:p>
                      <a:r>
                        <a:rPr lang="en-US" sz="1600" dirty="0"/>
                        <a:t>AWS Audit Manager</a:t>
                      </a:r>
                    </a:p>
                  </a:txBody>
                  <a:tcPr/>
                </a:tc>
                <a:extLst>
                  <a:ext uri="{0D108BD9-81ED-4DB2-BD59-A6C34878D82A}">
                    <a16:rowId xmlns:a16="http://schemas.microsoft.com/office/drawing/2014/main" val="2328276076"/>
                  </a:ext>
                </a:extLst>
              </a:tr>
            </a:tbl>
          </a:graphicData>
        </a:graphic>
      </p:graphicFrame>
      <p:sp>
        <p:nvSpPr>
          <p:cNvPr id="11" name="Rectangle 10">
            <a:extLst>
              <a:ext uri="{FF2B5EF4-FFF2-40B4-BE49-F238E27FC236}">
                <a16:creationId xmlns:a16="http://schemas.microsoft.com/office/drawing/2014/main" id="{ED6F5303-C4FE-4E29-BD83-498A0C252F88}"/>
              </a:ext>
            </a:extLst>
          </p:cNvPr>
          <p:cNvSpPr/>
          <p:nvPr/>
        </p:nvSpPr>
        <p:spPr>
          <a:xfrm>
            <a:off x="967837" y="6134895"/>
            <a:ext cx="10256334" cy="369332"/>
          </a:xfrm>
          <a:prstGeom prst="rect">
            <a:avLst/>
          </a:prstGeom>
        </p:spPr>
        <p:txBody>
          <a:bodyPr wrap="none">
            <a:spAutoFit/>
          </a:bodyPr>
          <a:lstStyle/>
          <a:p>
            <a:pPr algn="ctr"/>
            <a:r>
              <a:rPr lang="en-US" dirty="0"/>
              <a:t>Find the complete list and links to service pages at: </a:t>
            </a:r>
            <a:r>
              <a:rPr lang="en-US" dirty="0">
                <a:hlinkClick r:id="rId4"/>
              </a:rPr>
              <a:t>https://aws.amazon.com/products/security/</a:t>
            </a:r>
            <a:r>
              <a:rPr lang="en-US" dirty="0"/>
              <a:t> </a:t>
            </a:r>
          </a:p>
        </p:txBody>
      </p:sp>
    </p:spTree>
    <p:custDataLst>
      <p:tags r:id="rId1"/>
    </p:custDataLst>
    <p:extLst>
      <p:ext uri="{BB962C8B-B14F-4D97-AF65-F5344CB8AC3E}">
        <p14:creationId xmlns:p14="http://schemas.microsoft.com/office/powerpoint/2010/main" val="98977720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5F3DDAD8-2F77-418E-8CC4-C77FD1823167}"/>
              </a:ext>
            </a:extLst>
          </p:cNvPr>
          <p:cNvSpPr>
            <a:spLocks noGrp="1"/>
          </p:cNvSpPr>
          <p:nvPr>
            <p:ph type="sldNum" idx="97"/>
          </p:nvPr>
        </p:nvSpPr>
        <p:spPr/>
        <p:txBody>
          <a:bodyPr/>
          <a:lstStyle/>
          <a:p>
            <a:fld id="{4037B1B0-0345-4E15-985A-6BECCDBE474F}" type="slidenum">
              <a:rPr lang="en-US" smtClean="0"/>
              <a:pPr/>
              <a:t>77</a:t>
            </a:fld>
            <a:endParaRPr lang="en-US" dirty="0"/>
          </a:p>
        </p:txBody>
      </p:sp>
      <p:sp>
        <p:nvSpPr>
          <p:cNvPr id="20" name="Title">
            <a:extLst>
              <a:ext uri="{FF2B5EF4-FFF2-40B4-BE49-F238E27FC236}">
                <a16:creationId xmlns:a16="http://schemas.microsoft.com/office/drawing/2014/main" id="{D661281D-43D8-4608-AFA4-55C9C3B11502}"/>
              </a:ext>
            </a:extLst>
          </p:cNvPr>
          <p:cNvSpPr>
            <a:spLocks noGrp="1"/>
          </p:cNvSpPr>
          <p:nvPr>
            <p:ph type="title" idx="1"/>
          </p:nvPr>
        </p:nvSpPr>
        <p:spPr>
          <a:xfrm>
            <a:off x="365761" y="301752"/>
            <a:ext cx="11466576" cy="731318"/>
          </a:xfrm>
        </p:spPr>
        <p:txBody>
          <a:bodyPr>
            <a:normAutofit fontScale="90000"/>
          </a:bodyPr>
          <a:lstStyle/>
          <a:p>
            <a:r>
              <a:rPr lang="en-US" b="1" dirty="0"/>
              <a:t>Examples: AWS security services for defense in depth</a:t>
            </a:r>
            <a:endParaRPr lang="en-US" dirty="0"/>
          </a:p>
        </p:txBody>
      </p:sp>
      <p:pic>
        <p:nvPicPr>
          <p:cNvPr id="44" name="Picture Placeholder 43">
            <a:extLst>
              <a:ext uri="{FF2B5EF4-FFF2-40B4-BE49-F238E27FC236}">
                <a16:creationId xmlns:a16="http://schemas.microsoft.com/office/drawing/2014/main" id="{97BA3ECB-81EA-4533-A242-EBF2D3691C1C}"/>
              </a:ext>
              <a:ext uri="{C183D7F6-B498-43B3-948B-1728B52AA6E4}">
                <adec:decorative xmlns:adec="http://schemas.microsoft.com/office/drawing/2017/decorative" val="1"/>
              </a:ext>
            </a:extLst>
          </p:cNvPr>
          <p:cNvPicPr>
            <a:picLocks noGrp="1" noChangeAspect="1"/>
          </p:cNvPicPr>
          <p:nvPr>
            <p:ph type="pic" idx="24"/>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1097280" y="1232509"/>
            <a:ext cx="2286000" cy="2286000"/>
          </a:xfrm>
          <a:prstGeom prst="rect">
            <a:avLst/>
          </a:prstGeom>
        </p:spPr>
      </p:pic>
      <p:sp>
        <p:nvSpPr>
          <p:cNvPr id="21" name="Text Placeholder 20">
            <a:extLst>
              <a:ext uri="{FF2B5EF4-FFF2-40B4-BE49-F238E27FC236}">
                <a16:creationId xmlns:a16="http://schemas.microsoft.com/office/drawing/2014/main" id="{AD050B97-A20E-423C-917B-DE3383E57608}"/>
              </a:ext>
            </a:extLst>
          </p:cNvPr>
          <p:cNvSpPr>
            <a:spLocks noGrp="1"/>
          </p:cNvSpPr>
          <p:nvPr>
            <p:ph type="body" idx="12"/>
          </p:nvPr>
        </p:nvSpPr>
        <p:spPr/>
        <p:txBody>
          <a:bodyPr/>
          <a:lstStyle/>
          <a:p>
            <a:r>
              <a:rPr lang="en-US" sz="1800" dirty="0"/>
              <a:t>Defend your borders</a:t>
            </a:r>
          </a:p>
        </p:txBody>
      </p:sp>
      <p:pic>
        <p:nvPicPr>
          <p:cNvPr id="46" name="Picture Placeholder 10">
            <a:extLst>
              <a:ext uri="{FF2B5EF4-FFF2-40B4-BE49-F238E27FC236}">
                <a16:creationId xmlns:a16="http://schemas.microsoft.com/office/drawing/2014/main" id="{FA4BCDF0-C6E0-471A-999E-979256F31BB5}"/>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55061" y="3915049"/>
            <a:ext cx="548640" cy="548640"/>
          </a:xfrm>
          <a:prstGeom prst="rect">
            <a:avLst/>
          </a:prstGeom>
        </p:spPr>
      </p:pic>
      <p:sp>
        <p:nvSpPr>
          <p:cNvPr id="10" name="Text Placeholder 9">
            <a:extLst>
              <a:ext uri="{FF2B5EF4-FFF2-40B4-BE49-F238E27FC236}">
                <a16:creationId xmlns:a16="http://schemas.microsoft.com/office/drawing/2014/main" id="{1135E805-4444-4267-8402-6DFC681B359C}"/>
              </a:ext>
            </a:extLst>
          </p:cNvPr>
          <p:cNvSpPr>
            <a:spLocks noGrp="1"/>
          </p:cNvSpPr>
          <p:nvPr>
            <p:ph type="body" idx="2"/>
          </p:nvPr>
        </p:nvSpPr>
        <p:spPr>
          <a:xfrm>
            <a:off x="1041380" y="3895344"/>
            <a:ext cx="3073419" cy="2539399"/>
          </a:xfrm>
        </p:spPr>
        <p:txBody>
          <a:bodyPr/>
          <a:lstStyle/>
          <a:p>
            <a:r>
              <a:rPr lang="en-US" sz="2000" dirty="0"/>
              <a:t>AWS WAF and AWS Shield</a:t>
            </a:r>
          </a:p>
        </p:txBody>
      </p:sp>
      <p:pic>
        <p:nvPicPr>
          <p:cNvPr id="35" name="Picture Placeholder 34">
            <a:extLst>
              <a:ext uri="{FF2B5EF4-FFF2-40B4-BE49-F238E27FC236}">
                <a16:creationId xmlns:a16="http://schemas.microsoft.com/office/drawing/2014/main" id="{7B212704-C7B0-4554-B740-601AB7885101}"/>
              </a:ext>
              <a:ext uri="{C183D7F6-B498-43B3-948B-1728B52AA6E4}">
                <adec:decorative xmlns:adec="http://schemas.microsoft.com/office/drawing/2017/decorative" val="1"/>
              </a:ext>
            </a:extLst>
          </p:cNvPr>
          <p:cNvPicPr>
            <a:picLocks noGrp="1" noChangeAspect="1"/>
          </p:cNvPicPr>
          <p:nvPr>
            <p:ph type="pic" idx="22"/>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p:blipFill>
        <p:spPr>
          <a:xfrm>
            <a:off x="4706491" y="1232509"/>
            <a:ext cx="2286000" cy="2286000"/>
          </a:xfrm>
          <a:prstGeom prst="rect">
            <a:avLst/>
          </a:prstGeom>
        </p:spPr>
      </p:pic>
      <p:sp>
        <p:nvSpPr>
          <p:cNvPr id="17" name="Text Placeholder 16">
            <a:extLst>
              <a:ext uri="{FF2B5EF4-FFF2-40B4-BE49-F238E27FC236}">
                <a16:creationId xmlns:a16="http://schemas.microsoft.com/office/drawing/2014/main" id="{E6854F15-09FD-46A6-9AEB-C72CB6914468}"/>
              </a:ext>
            </a:extLst>
          </p:cNvPr>
          <p:cNvSpPr>
            <a:spLocks noGrp="1"/>
          </p:cNvSpPr>
          <p:nvPr>
            <p:ph type="body" idx="13"/>
          </p:nvPr>
        </p:nvSpPr>
        <p:spPr/>
        <p:txBody>
          <a:bodyPr/>
          <a:lstStyle/>
          <a:p>
            <a:r>
              <a:rPr lang="en-US" sz="1800" dirty="0"/>
              <a:t>Protect your data</a:t>
            </a:r>
          </a:p>
        </p:txBody>
      </p:sp>
      <p:pic>
        <p:nvPicPr>
          <p:cNvPr id="48" name="Picture Placeholder 7">
            <a:extLst>
              <a:ext uri="{FF2B5EF4-FFF2-40B4-BE49-F238E27FC236}">
                <a16:creationId xmlns:a16="http://schemas.microsoft.com/office/drawing/2014/main" id="{41AEC63C-1817-484A-AEF9-51937ACAAC48}"/>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rcRect l="244" r="244"/>
          <a:stretch>
            <a:fillRect/>
          </a:stretch>
        </p:blipFill>
        <p:spPr>
          <a:xfrm>
            <a:off x="4224527" y="3915048"/>
            <a:ext cx="548640" cy="548640"/>
          </a:xfrm>
          <a:prstGeom prst="rect">
            <a:avLst/>
          </a:prstGeom>
        </p:spPr>
      </p:pic>
      <p:sp>
        <p:nvSpPr>
          <p:cNvPr id="11" name="Text Placeholder 10">
            <a:extLst>
              <a:ext uri="{FF2B5EF4-FFF2-40B4-BE49-F238E27FC236}">
                <a16:creationId xmlns:a16="http://schemas.microsoft.com/office/drawing/2014/main" id="{D7F2C063-4F54-469A-8377-D70E6F5D64E2}"/>
              </a:ext>
            </a:extLst>
          </p:cNvPr>
          <p:cNvSpPr>
            <a:spLocks noGrp="1"/>
          </p:cNvSpPr>
          <p:nvPr>
            <p:ph type="body" idx="3"/>
          </p:nvPr>
        </p:nvSpPr>
        <p:spPr>
          <a:xfrm>
            <a:off x="4796516" y="3895344"/>
            <a:ext cx="3177052" cy="2539399"/>
          </a:xfrm>
        </p:spPr>
        <p:txBody>
          <a:bodyPr/>
          <a:lstStyle/>
          <a:p>
            <a:r>
              <a:rPr lang="en-US" sz="2000" dirty="0"/>
              <a:t>Amazon Macie</a:t>
            </a:r>
          </a:p>
        </p:txBody>
      </p:sp>
      <p:pic>
        <p:nvPicPr>
          <p:cNvPr id="40" name="Picture Placeholder 39">
            <a:extLst>
              <a:ext uri="{FF2B5EF4-FFF2-40B4-BE49-F238E27FC236}">
                <a16:creationId xmlns:a16="http://schemas.microsoft.com/office/drawing/2014/main" id="{3827010F-139B-4A4C-825D-ABFCF375F826}"/>
              </a:ext>
              <a:ext uri="{C183D7F6-B498-43B3-948B-1728B52AA6E4}">
                <adec:decorative xmlns:adec="http://schemas.microsoft.com/office/drawing/2017/decorative" val="1"/>
              </a:ext>
            </a:extLst>
          </p:cNvPr>
          <p:cNvPicPr>
            <a:picLocks noGrp="1" noChangeAspect="1"/>
          </p:cNvPicPr>
          <p:nvPr>
            <p:ph type="pic" idx="23"/>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a:fillRect/>
          </a:stretch>
        </p:blipFill>
        <p:spPr>
          <a:xfrm>
            <a:off x="8655282" y="1232381"/>
            <a:ext cx="2286000" cy="2286000"/>
          </a:xfrm>
          <a:prstGeom prst="rect">
            <a:avLst/>
          </a:prstGeom>
        </p:spPr>
      </p:pic>
      <p:sp>
        <p:nvSpPr>
          <p:cNvPr id="18" name="Text Placeholder 17">
            <a:extLst>
              <a:ext uri="{FF2B5EF4-FFF2-40B4-BE49-F238E27FC236}">
                <a16:creationId xmlns:a16="http://schemas.microsoft.com/office/drawing/2014/main" id="{C53D2A5C-AF3A-4AA4-8810-5DF36A8EAE0A}"/>
              </a:ext>
            </a:extLst>
          </p:cNvPr>
          <p:cNvSpPr>
            <a:spLocks noGrp="1"/>
          </p:cNvSpPr>
          <p:nvPr>
            <p:ph type="body" idx="14"/>
          </p:nvPr>
        </p:nvSpPr>
        <p:spPr/>
        <p:txBody>
          <a:bodyPr/>
          <a:lstStyle/>
          <a:p>
            <a:r>
              <a:rPr lang="en-US" sz="1800" dirty="0"/>
              <a:t>Detect and respond to threats</a:t>
            </a:r>
          </a:p>
        </p:txBody>
      </p:sp>
      <p:sp>
        <p:nvSpPr>
          <p:cNvPr id="12" name="Text Placeholder 11">
            <a:extLst>
              <a:ext uri="{FF2B5EF4-FFF2-40B4-BE49-F238E27FC236}">
                <a16:creationId xmlns:a16="http://schemas.microsoft.com/office/drawing/2014/main" id="{B7685667-B2B3-401E-8C9C-D5B0C747861D}"/>
              </a:ext>
            </a:extLst>
          </p:cNvPr>
          <p:cNvSpPr>
            <a:spLocks noGrp="1"/>
          </p:cNvSpPr>
          <p:nvPr>
            <p:ph type="body" idx="4"/>
          </p:nvPr>
        </p:nvSpPr>
        <p:spPr>
          <a:xfrm>
            <a:off x="8655282" y="3895344"/>
            <a:ext cx="3177053" cy="2539399"/>
          </a:xfrm>
        </p:spPr>
        <p:txBody>
          <a:bodyPr/>
          <a:lstStyle/>
          <a:p>
            <a:pPr>
              <a:spcAft>
                <a:spcPts val="2400"/>
              </a:spcAft>
            </a:pPr>
            <a:r>
              <a:rPr lang="en-US" sz="2000" dirty="0"/>
              <a:t>Amazon Inspector</a:t>
            </a:r>
          </a:p>
          <a:p>
            <a:pPr>
              <a:spcAft>
                <a:spcPts val="2400"/>
              </a:spcAft>
            </a:pPr>
            <a:r>
              <a:rPr lang="en-US" sz="2000" dirty="0"/>
              <a:t>Amazon Detective</a:t>
            </a:r>
          </a:p>
          <a:p>
            <a:pPr>
              <a:spcAft>
                <a:spcPts val="2400"/>
              </a:spcAft>
            </a:pPr>
            <a:r>
              <a:rPr lang="en-US" sz="2000" dirty="0"/>
              <a:t>AWS Security Hub</a:t>
            </a:r>
          </a:p>
        </p:txBody>
      </p:sp>
      <p:pic>
        <p:nvPicPr>
          <p:cNvPr id="47" name="Picture Placeholder 10">
            <a:extLst>
              <a:ext uri="{FF2B5EF4-FFF2-40B4-BE49-F238E27FC236}">
                <a16:creationId xmlns:a16="http://schemas.microsoft.com/office/drawing/2014/main" id="{CC0A7088-BEE0-4FD5-8BF8-79174C0C23D5}"/>
              </a:ext>
              <a:ext uri="{C183D7F6-B498-43B3-948B-1728B52AA6E4}">
                <adec:decorative xmlns:adec="http://schemas.microsoft.com/office/drawing/2017/decorative" val="1"/>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8118411" y="3948124"/>
            <a:ext cx="547062" cy="548640"/>
          </a:xfrm>
          <a:prstGeom prst="rect">
            <a:avLst/>
          </a:prstGeom>
        </p:spPr>
      </p:pic>
      <p:pic>
        <p:nvPicPr>
          <p:cNvPr id="49" name="Picture Placeholder 10">
            <a:extLst>
              <a:ext uri="{FF2B5EF4-FFF2-40B4-BE49-F238E27FC236}">
                <a16:creationId xmlns:a16="http://schemas.microsoft.com/office/drawing/2014/main" id="{6341C015-AABE-4F35-ABEB-AF5E3D9690AD}"/>
              </a:ext>
              <a:ext uri="{C183D7F6-B498-43B3-948B-1728B52AA6E4}">
                <adec:decorative xmlns:adec="http://schemas.microsoft.com/office/drawing/2017/decorative" val="1"/>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8118414" y="4619601"/>
            <a:ext cx="548640" cy="548640"/>
          </a:xfrm>
          <a:prstGeom prst="rect">
            <a:avLst/>
          </a:prstGeom>
        </p:spPr>
      </p:pic>
      <p:pic>
        <p:nvPicPr>
          <p:cNvPr id="50" name="Picture Placeholder 10">
            <a:extLst>
              <a:ext uri="{FF2B5EF4-FFF2-40B4-BE49-F238E27FC236}">
                <a16:creationId xmlns:a16="http://schemas.microsoft.com/office/drawing/2014/main" id="{126DB814-7536-436C-B239-257D3C2191A8}"/>
              </a:ext>
              <a:ext uri="{C183D7F6-B498-43B3-948B-1728B52AA6E4}">
                <adec:decorative xmlns:adec="http://schemas.microsoft.com/office/drawing/2017/decorative" val="1"/>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8118414" y="5255761"/>
            <a:ext cx="548640" cy="548640"/>
          </a:xfrm>
          <a:prstGeom prst="rect">
            <a:avLst/>
          </a:prstGeom>
        </p:spPr>
      </p:pic>
    </p:spTree>
    <p:custDataLst>
      <p:tags r:id="rId1"/>
    </p:custDataLst>
    <p:extLst>
      <p:ext uri="{BB962C8B-B14F-4D97-AF65-F5344CB8AC3E}">
        <p14:creationId xmlns:p14="http://schemas.microsoft.com/office/powerpoint/2010/main" val="360057497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5E8A205D-6148-41EA-B9B1-3DA066FEF508}"/>
              </a:ext>
            </a:extLst>
          </p:cNvPr>
          <p:cNvSpPr>
            <a:spLocks noGrp="1"/>
          </p:cNvSpPr>
          <p:nvPr>
            <p:ph type="sldNum" idx="97"/>
          </p:nvPr>
        </p:nvSpPr>
        <p:spPr/>
        <p:txBody>
          <a:bodyPr/>
          <a:lstStyle/>
          <a:p>
            <a:fld id="{4037B1B0-0345-4E15-985A-6BECCDBE474F}" type="slidenum">
              <a:rPr lang="en-US" smtClean="0"/>
              <a:pPr/>
              <a:t>78</a:t>
            </a:fld>
            <a:endParaRPr lang="en-US" dirty="0"/>
          </a:p>
        </p:txBody>
      </p:sp>
      <p:sp>
        <p:nvSpPr>
          <p:cNvPr id="13" name="Title">
            <a:extLst>
              <a:ext uri="{FF2B5EF4-FFF2-40B4-BE49-F238E27FC236}">
                <a16:creationId xmlns:a16="http://schemas.microsoft.com/office/drawing/2014/main" id="{EBF495F8-B515-4F8E-A13C-93069E388D61}"/>
              </a:ext>
            </a:extLst>
          </p:cNvPr>
          <p:cNvSpPr>
            <a:spLocks noGrp="1"/>
          </p:cNvSpPr>
          <p:nvPr>
            <p:ph type="title" idx="1"/>
          </p:nvPr>
        </p:nvSpPr>
        <p:spPr>
          <a:xfrm>
            <a:off x="985344" y="301752"/>
            <a:ext cx="10846991" cy="731318"/>
          </a:xfrm>
        </p:spPr>
        <p:txBody>
          <a:bodyPr/>
          <a:lstStyle/>
          <a:p>
            <a:r>
              <a:rPr lang="en-US" dirty="0"/>
              <a:t>AWS WAF</a:t>
            </a:r>
          </a:p>
        </p:txBody>
      </p:sp>
      <p:sp>
        <p:nvSpPr>
          <p:cNvPr id="17" name="Text Placeholder 16">
            <a:extLst>
              <a:ext uri="{FF2B5EF4-FFF2-40B4-BE49-F238E27FC236}">
                <a16:creationId xmlns:a16="http://schemas.microsoft.com/office/drawing/2014/main" id="{6D326CEB-93B9-4FA6-8D46-192804989512}"/>
              </a:ext>
            </a:extLst>
          </p:cNvPr>
          <p:cNvSpPr>
            <a:spLocks noGrp="1"/>
          </p:cNvSpPr>
          <p:nvPr>
            <p:ph type="body" idx="12"/>
          </p:nvPr>
        </p:nvSpPr>
        <p:spPr/>
        <p:txBody>
          <a:bodyPr/>
          <a:lstStyle/>
          <a:p>
            <a:r>
              <a:rPr lang="en-US" dirty="0"/>
              <a:t>Description</a:t>
            </a:r>
          </a:p>
        </p:txBody>
      </p:sp>
      <p:sp>
        <p:nvSpPr>
          <p:cNvPr id="14" name="Text Placeholder 13">
            <a:extLst>
              <a:ext uri="{FF2B5EF4-FFF2-40B4-BE49-F238E27FC236}">
                <a16:creationId xmlns:a16="http://schemas.microsoft.com/office/drawing/2014/main" id="{684E4E0A-A33D-4EC6-9A49-149AADF4C500}"/>
              </a:ext>
            </a:extLst>
          </p:cNvPr>
          <p:cNvSpPr>
            <a:spLocks noGrp="1"/>
          </p:cNvSpPr>
          <p:nvPr>
            <p:ph type="body" idx="2"/>
          </p:nvPr>
        </p:nvSpPr>
        <p:spPr/>
        <p:txBody>
          <a:bodyPr/>
          <a:lstStyle/>
          <a:p>
            <a:r>
              <a:rPr lang="en-US" sz="2000" dirty="0"/>
              <a:t>A web application firewall that lets you monitor the HTTP and HTTPS requests that are forwarded to your protected web application resources </a:t>
            </a:r>
          </a:p>
        </p:txBody>
      </p:sp>
      <p:sp>
        <p:nvSpPr>
          <p:cNvPr id="18" name="Text Placeholder 17">
            <a:extLst>
              <a:ext uri="{FF2B5EF4-FFF2-40B4-BE49-F238E27FC236}">
                <a16:creationId xmlns:a16="http://schemas.microsoft.com/office/drawing/2014/main" id="{882260CF-98C8-47B2-AB43-7D4AD9A88090}"/>
              </a:ext>
            </a:extLst>
          </p:cNvPr>
          <p:cNvSpPr>
            <a:spLocks noGrp="1"/>
          </p:cNvSpPr>
          <p:nvPr>
            <p:ph type="body" idx="13"/>
          </p:nvPr>
        </p:nvSpPr>
        <p:spPr/>
        <p:txBody>
          <a:bodyPr/>
          <a:lstStyle/>
          <a:p>
            <a:r>
              <a:rPr lang="en-US" dirty="0"/>
              <a:t>Features</a:t>
            </a:r>
          </a:p>
        </p:txBody>
      </p:sp>
      <p:sp>
        <p:nvSpPr>
          <p:cNvPr id="15" name="Text Placeholder 14">
            <a:extLst>
              <a:ext uri="{FF2B5EF4-FFF2-40B4-BE49-F238E27FC236}">
                <a16:creationId xmlns:a16="http://schemas.microsoft.com/office/drawing/2014/main" id="{BDEC20D1-B764-407B-8DCB-13C9B82D89F4}"/>
              </a:ext>
            </a:extLst>
          </p:cNvPr>
          <p:cNvSpPr>
            <a:spLocks noGrp="1"/>
          </p:cNvSpPr>
          <p:nvPr>
            <p:ph type="body" idx="3"/>
          </p:nvPr>
        </p:nvSpPr>
        <p:spPr/>
        <p:txBody>
          <a:bodyPr/>
          <a:lstStyle/>
          <a:p>
            <a:r>
              <a:rPr lang="en-US" sz="2000" dirty="0"/>
              <a:t>Use managed or custom rules.</a:t>
            </a:r>
          </a:p>
          <a:p>
            <a:r>
              <a:rPr lang="en-US" sz="2000" dirty="0"/>
              <a:t>Allow or block requests based on things like IP address, country of origin, or header values.</a:t>
            </a:r>
          </a:p>
          <a:p>
            <a:r>
              <a:rPr lang="en-US" sz="2000" dirty="0"/>
              <a:t>Use AWS Shield (included at no additional cost) to help minimize the impact of distributed denial of service (DDoS) attacks.</a:t>
            </a:r>
          </a:p>
        </p:txBody>
      </p:sp>
      <p:sp>
        <p:nvSpPr>
          <p:cNvPr id="19" name="Text Placeholder 18">
            <a:extLst>
              <a:ext uri="{FF2B5EF4-FFF2-40B4-BE49-F238E27FC236}">
                <a16:creationId xmlns:a16="http://schemas.microsoft.com/office/drawing/2014/main" id="{1081298B-3129-4B85-8779-E6356518DC2A}"/>
              </a:ext>
            </a:extLst>
          </p:cNvPr>
          <p:cNvSpPr>
            <a:spLocks noGrp="1"/>
          </p:cNvSpPr>
          <p:nvPr>
            <p:ph type="body" idx="14"/>
          </p:nvPr>
        </p:nvSpPr>
        <p:spPr/>
        <p:txBody>
          <a:bodyPr/>
          <a:lstStyle/>
          <a:p>
            <a:r>
              <a:rPr lang="en-US" dirty="0"/>
              <a:t>Example use cases</a:t>
            </a:r>
          </a:p>
        </p:txBody>
      </p:sp>
      <p:sp>
        <p:nvSpPr>
          <p:cNvPr id="16" name="Text Placeholder 15">
            <a:extLst>
              <a:ext uri="{FF2B5EF4-FFF2-40B4-BE49-F238E27FC236}">
                <a16:creationId xmlns:a16="http://schemas.microsoft.com/office/drawing/2014/main" id="{551AA815-D240-439D-AB39-2A35668BC4FE}"/>
              </a:ext>
            </a:extLst>
          </p:cNvPr>
          <p:cNvSpPr>
            <a:spLocks noGrp="1"/>
          </p:cNvSpPr>
          <p:nvPr>
            <p:ph type="body" idx="4"/>
          </p:nvPr>
        </p:nvSpPr>
        <p:spPr/>
        <p:txBody>
          <a:bodyPr/>
          <a:lstStyle/>
          <a:p>
            <a:r>
              <a:rPr lang="en-US" sz="2000" dirty="0"/>
              <a:t>Block requests that are missing the HTTP User-Agent header.</a:t>
            </a:r>
          </a:p>
          <a:p>
            <a:r>
              <a:rPr lang="en-US" sz="2000" dirty="0"/>
              <a:t>Detect and manage malicious account creation attempts on the application's sign-up page. </a:t>
            </a:r>
          </a:p>
        </p:txBody>
      </p:sp>
      <p:pic>
        <p:nvPicPr>
          <p:cNvPr id="23" name="Picture Placeholder 10">
            <a:extLst>
              <a:ext uri="{FF2B5EF4-FFF2-40B4-BE49-F238E27FC236}">
                <a16:creationId xmlns:a16="http://schemas.microsoft.com/office/drawing/2014/main" id="{99A94E31-AD2E-41C4-9B88-18EF094CB4A6}"/>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9664" y="393091"/>
            <a:ext cx="548640" cy="548640"/>
          </a:xfrm>
          <a:prstGeom prst="rect">
            <a:avLst/>
          </a:prstGeom>
        </p:spPr>
      </p:pic>
    </p:spTree>
    <p:custDataLst>
      <p:tags r:id="rId1"/>
    </p:custDataLst>
    <p:extLst>
      <p:ext uri="{BB962C8B-B14F-4D97-AF65-F5344CB8AC3E}">
        <p14:creationId xmlns:p14="http://schemas.microsoft.com/office/powerpoint/2010/main" val="102002211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5E8A205D-6148-41EA-B9B1-3DA066FEF508}"/>
              </a:ext>
            </a:extLst>
          </p:cNvPr>
          <p:cNvSpPr>
            <a:spLocks noGrp="1"/>
          </p:cNvSpPr>
          <p:nvPr>
            <p:ph type="sldNum" idx="97"/>
          </p:nvPr>
        </p:nvSpPr>
        <p:spPr/>
        <p:txBody>
          <a:bodyPr/>
          <a:lstStyle/>
          <a:p>
            <a:fld id="{4037B1B0-0345-4E15-985A-6BECCDBE474F}" type="slidenum">
              <a:rPr lang="en-US" smtClean="0"/>
              <a:pPr/>
              <a:t>79</a:t>
            </a:fld>
            <a:endParaRPr lang="en-US" dirty="0"/>
          </a:p>
        </p:txBody>
      </p:sp>
      <p:sp>
        <p:nvSpPr>
          <p:cNvPr id="13" name="Title">
            <a:extLst>
              <a:ext uri="{FF2B5EF4-FFF2-40B4-BE49-F238E27FC236}">
                <a16:creationId xmlns:a16="http://schemas.microsoft.com/office/drawing/2014/main" id="{EBF495F8-B515-4F8E-A13C-93069E388D61}"/>
              </a:ext>
            </a:extLst>
          </p:cNvPr>
          <p:cNvSpPr>
            <a:spLocks noGrp="1"/>
          </p:cNvSpPr>
          <p:nvPr>
            <p:ph type="title" idx="1"/>
          </p:nvPr>
        </p:nvSpPr>
        <p:spPr>
          <a:xfrm>
            <a:off x="985344" y="301752"/>
            <a:ext cx="10846991" cy="731318"/>
          </a:xfrm>
        </p:spPr>
        <p:txBody>
          <a:bodyPr/>
          <a:lstStyle/>
          <a:p>
            <a:r>
              <a:rPr lang="en-US" dirty="0"/>
              <a:t>Amazon Macie</a:t>
            </a:r>
          </a:p>
        </p:txBody>
      </p:sp>
      <p:sp>
        <p:nvSpPr>
          <p:cNvPr id="17" name="Text Placeholder 16">
            <a:extLst>
              <a:ext uri="{FF2B5EF4-FFF2-40B4-BE49-F238E27FC236}">
                <a16:creationId xmlns:a16="http://schemas.microsoft.com/office/drawing/2014/main" id="{6D326CEB-93B9-4FA6-8D46-192804989512}"/>
              </a:ext>
            </a:extLst>
          </p:cNvPr>
          <p:cNvSpPr>
            <a:spLocks noGrp="1"/>
          </p:cNvSpPr>
          <p:nvPr>
            <p:ph type="body" idx="12"/>
          </p:nvPr>
        </p:nvSpPr>
        <p:spPr/>
        <p:txBody>
          <a:bodyPr/>
          <a:lstStyle/>
          <a:p>
            <a:r>
              <a:rPr lang="en-US" dirty="0"/>
              <a:t>Description</a:t>
            </a:r>
          </a:p>
        </p:txBody>
      </p:sp>
      <p:sp>
        <p:nvSpPr>
          <p:cNvPr id="14" name="Text Placeholder 13">
            <a:extLst>
              <a:ext uri="{FF2B5EF4-FFF2-40B4-BE49-F238E27FC236}">
                <a16:creationId xmlns:a16="http://schemas.microsoft.com/office/drawing/2014/main" id="{684E4E0A-A33D-4EC6-9A49-149AADF4C500}"/>
              </a:ext>
            </a:extLst>
          </p:cNvPr>
          <p:cNvSpPr>
            <a:spLocks noGrp="1"/>
          </p:cNvSpPr>
          <p:nvPr>
            <p:ph type="body" idx="2"/>
          </p:nvPr>
        </p:nvSpPr>
        <p:spPr/>
        <p:txBody>
          <a:bodyPr/>
          <a:lstStyle/>
          <a:p>
            <a:r>
              <a:rPr lang="en-US" sz="2000" dirty="0"/>
              <a:t>A data security service that discovers sensitive data stored in Amazon Simple Storage Service (Amazon S3) by using machine learning and pattern matching, provides visibility into data security risks, and enables automated protection against those risks</a:t>
            </a:r>
          </a:p>
        </p:txBody>
      </p:sp>
      <p:sp>
        <p:nvSpPr>
          <p:cNvPr id="18" name="Text Placeholder 17">
            <a:extLst>
              <a:ext uri="{FF2B5EF4-FFF2-40B4-BE49-F238E27FC236}">
                <a16:creationId xmlns:a16="http://schemas.microsoft.com/office/drawing/2014/main" id="{882260CF-98C8-47B2-AB43-7D4AD9A88090}"/>
              </a:ext>
            </a:extLst>
          </p:cNvPr>
          <p:cNvSpPr>
            <a:spLocks noGrp="1"/>
          </p:cNvSpPr>
          <p:nvPr>
            <p:ph type="body" idx="13"/>
          </p:nvPr>
        </p:nvSpPr>
        <p:spPr/>
        <p:txBody>
          <a:bodyPr/>
          <a:lstStyle/>
          <a:p>
            <a:r>
              <a:rPr lang="en-US" dirty="0"/>
              <a:t>Features</a:t>
            </a:r>
          </a:p>
        </p:txBody>
      </p:sp>
      <p:sp>
        <p:nvSpPr>
          <p:cNvPr id="15" name="Text Placeholder 14">
            <a:extLst>
              <a:ext uri="{FF2B5EF4-FFF2-40B4-BE49-F238E27FC236}">
                <a16:creationId xmlns:a16="http://schemas.microsoft.com/office/drawing/2014/main" id="{BDEC20D1-B764-407B-8DCB-13C9B82D89F4}"/>
              </a:ext>
            </a:extLst>
          </p:cNvPr>
          <p:cNvSpPr>
            <a:spLocks noGrp="1"/>
          </p:cNvSpPr>
          <p:nvPr>
            <p:ph type="body" idx="3"/>
          </p:nvPr>
        </p:nvSpPr>
        <p:spPr/>
        <p:txBody>
          <a:bodyPr/>
          <a:lstStyle/>
          <a:p>
            <a:r>
              <a:rPr lang="en-US" sz="2000" dirty="0"/>
              <a:t>Perform automated sensitive data discovery.</a:t>
            </a:r>
          </a:p>
          <a:p>
            <a:r>
              <a:rPr lang="en-US" sz="2000" dirty="0"/>
              <a:t>Create and run sensitive data discovery jobs.</a:t>
            </a:r>
          </a:p>
          <a:p>
            <a:r>
              <a:rPr lang="en-US" sz="2000" dirty="0"/>
              <a:t>Use built-in or custom data identifiers.</a:t>
            </a:r>
          </a:p>
          <a:p>
            <a:r>
              <a:rPr lang="en-US" sz="2000" dirty="0"/>
              <a:t>Review, analyze, and manage findings.</a:t>
            </a:r>
          </a:p>
        </p:txBody>
      </p:sp>
      <p:sp>
        <p:nvSpPr>
          <p:cNvPr id="19" name="Text Placeholder 18">
            <a:extLst>
              <a:ext uri="{FF2B5EF4-FFF2-40B4-BE49-F238E27FC236}">
                <a16:creationId xmlns:a16="http://schemas.microsoft.com/office/drawing/2014/main" id="{1081298B-3129-4B85-8779-E6356518DC2A}"/>
              </a:ext>
            </a:extLst>
          </p:cNvPr>
          <p:cNvSpPr>
            <a:spLocks noGrp="1"/>
          </p:cNvSpPr>
          <p:nvPr>
            <p:ph type="body" idx="14"/>
          </p:nvPr>
        </p:nvSpPr>
        <p:spPr/>
        <p:txBody>
          <a:bodyPr/>
          <a:lstStyle/>
          <a:p>
            <a:r>
              <a:rPr lang="en-US" dirty="0"/>
              <a:t>Example use case</a:t>
            </a:r>
          </a:p>
        </p:txBody>
      </p:sp>
      <p:sp>
        <p:nvSpPr>
          <p:cNvPr id="16" name="Text Placeholder 15">
            <a:extLst>
              <a:ext uri="{FF2B5EF4-FFF2-40B4-BE49-F238E27FC236}">
                <a16:creationId xmlns:a16="http://schemas.microsoft.com/office/drawing/2014/main" id="{551AA815-D240-439D-AB39-2A35668BC4FE}"/>
              </a:ext>
            </a:extLst>
          </p:cNvPr>
          <p:cNvSpPr>
            <a:spLocks noGrp="1"/>
          </p:cNvSpPr>
          <p:nvPr>
            <p:ph type="body" idx="4"/>
          </p:nvPr>
        </p:nvSpPr>
        <p:spPr/>
        <p:txBody>
          <a:bodyPr/>
          <a:lstStyle/>
          <a:p>
            <a:r>
              <a:rPr lang="en-US" sz="2000" dirty="0"/>
              <a:t>Use Macie to identify sensitive data being migrated into Amazon S3. Notify an administrator to review the data and decide whether to allow process to continue putting the objects into Amazon S3. </a:t>
            </a:r>
          </a:p>
        </p:txBody>
      </p:sp>
      <p:pic>
        <p:nvPicPr>
          <p:cNvPr id="11" name="Picture Placeholder 7">
            <a:extLst>
              <a:ext uri="{FF2B5EF4-FFF2-40B4-BE49-F238E27FC236}">
                <a16:creationId xmlns:a16="http://schemas.microsoft.com/office/drawing/2014/main" id="{DC88E216-DA9C-48C5-82D1-59C71A01F1D1}"/>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rcRect l="244" r="244"/>
          <a:stretch>
            <a:fillRect/>
          </a:stretch>
        </p:blipFill>
        <p:spPr>
          <a:xfrm>
            <a:off x="359664" y="393091"/>
            <a:ext cx="548640" cy="548640"/>
          </a:xfrm>
          <a:prstGeom prst="rect">
            <a:avLst/>
          </a:prstGeom>
        </p:spPr>
      </p:pic>
    </p:spTree>
    <p:custDataLst>
      <p:tags r:id="rId1"/>
    </p:custDataLst>
    <p:extLst>
      <p:ext uri="{BB962C8B-B14F-4D97-AF65-F5344CB8AC3E}">
        <p14:creationId xmlns:p14="http://schemas.microsoft.com/office/powerpoint/2010/main" val="407905845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5E8A205D-6148-41EA-B9B1-3DA066FEF508}"/>
              </a:ext>
            </a:extLst>
          </p:cNvPr>
          <p:cNvSpPr>
            <a:spLocks noGrp="1"/>
          </p:cNvSpPr>
          <p:nvPr>
            <p:ph type="sldNum" idx="97"/>
          </p:nvPr>
        </p:nvSpPr>
        <p:spPr/>
        <p:txBody>
          <a:bodyPr/>
          <a:lstStyle/>
          <a:p>
            <a:fld id="{4037B1B0-0345-4E15-985A-6BECCDBE474F}" type="slidenum">
              <a:rPr lang="en-US" smtClean="0"/>
              <a:pPr/>
              <a:t>80</a:t>
            </a:fld>
            <a:endParaRPr lang="en-US" dirty="0"/>
          </a:p>
        </p:txBody>
      </p:sp>
      <p:sp>
        <p:nvSpPr>
          <p:cNvPr id="13" name="Title">
            <a:extLst>
              <a:ext uri="{FF2B5EF4-FFF2-40B4-BE49-F238E27FC236}">
                <a16:creationId xmlns:a16="http://schemas.microsoft.com/office/drawing/2014/main" id="{EBF495F8-B515-4F8E-A13C-93069E388D61}"/>
              </a:ext>
            </a:extLst>
          </p:cNvPr>
          <p:cNvSpPr>
            <a:spLocks noGrp="1"/>
          </p:cNvSpPr>
          <p:nvPr>
            <p:ph type="title" idx="1"/>
          </p:nvPr>
        </p:nvSpPr>
        <p:spPr>
          <a:xfrm>
            <a:off x="985344" y="301752"/>
            <a:ext cx="10846991" cy="731318"/>
          </a:xfrm>
        </p:spPr>
        <p:txBody>
          <a:bodyPr/>
          <a:lstStyle/>
          <a:p>
            <a:r>
              <a:rPr lang="en-US" dirty="0"/>
              <a:t>Amazon Inspector</a:t>
            </a:r>
          </a:p>
        </p:txBody>
      </p:sp>
      <p:sp>
        <p:nvSpPr>
          <p:cNvPr id="17" name="Text Placeholder 16">
            <a:extLst>
              <a:ext uri="{FF2B5EF4-FFF2-40B4-BE49-F238E27FC236}">
                <a16:creationId xmlns:a16="http://schemas.microsoft.com/office/drawing/2014/main" id="{6D326CEB-93B9-4FA6-8D46-192804989512}"/>
              </a:ext>
            </a:extLst>
          </p:cNvPr>
          <p:cNvSpPr>
            <a:spLocks noGrp="1"/>
          </p:cNvSpPr>
          <p:nvPr>
            <p:ph type="body" idx="12"/>
          </p:nvPr>
        </p:nvSpPr>
        <p:spPr/>
        <p:txBody>
          <a:bodyPr/>
          <a:lstStyle/>
          <a:p>
            <a:r>
              <a:rPr lang="en-US" dirty="0"/>
              <a:t>Description</a:t>
            </a:r>
          </a:p>
        </p:txBody>
      </p:sp>
      <p:sp>
        <p:nvSpPr>
          <p:cNvPr id="14" name="Text Placeholder 13">
            <a:extLst>
              <a:ext uri="{FF2B5EF4-FFF2-40B4-BE49-F238E27FC236}">
                <a16:creationId xmlns:a16="http://schemas.microsoft.com/office/drawing/2014/main" id="{684E4E0A-A33D-4EC6-9A49-149AADF4C500}"/>
              </a:ext>
            </a:extLst>
          </p:cNvPr>
          <p:cNvSpPr>
            <a:spLocks noGrp="1"/>
          </p:cNvSpPr>
          <p:nvPr>
            <p:ph type="body" idx="2"/>
          </p:nvPr>
        </p:nvSpPr>
        <p:spPr/>
        <p:txBody>
          <a:bodyPr/>
          <a:lstStyle/>
          <a:p>
            <a:r>
              <a:rPr lang="en-US" sz="2000" dirty="0"/>
              <a:t>A vulnerability management service that continuously scans your AWS workloads for software vulnerabilities and unintended network exposure</a:t>
            </a:r>
          </a:p>
          <a:p>
            <a:r>
              <a:rPr lang="en-US" sz="2000" dirty="0"/>
              <a:t>Discovers and scans running Amazon Elastic Compute Cloud (Amazon EC2) instances, container images in Amazon Elastic Container Registry (Amazon ECR), and AWS Lambda functions</a:t>
            </a:r>
          </a:p>
          <a:p>
            <a:pPr marL="0" indent="0">
              <a:buNone/>
            </a:pPr>
            <a:endParaRPr lang="en-US" sz="2000" dirty="0"/>
          </a:p>
        </p:txBody>
      </p:sp>
      <p:sp>
        <p:nvSpPr>
          <p:cNvPr id="18" name="Text Placeholder 17">
            <a:extLst>
              <a:ext uri="{FF2B5EF4-FFF2-40B4-BE49-F238E27FC236}">
                <a16:creationId xmlns:a16="http://schemas.microsoft.com/office/drawing/2014/main" id="{882260CF-98C8-47B2-AB43-7D4AD9A88090}"/>
              </a:ext>
            </a:extLst>
          </p:cNvPr>
          <p:cNvSpPr>
            <a:spLocks noGrp="1"/>
          </p:cNvSpPr>
          <p:nvPr>
            <p:ph type="body" idx="13"/>
          </p:nvPr>
        </p:nvSpPr>
        <p:spPr/>
        <p:txBody>
          <a:bodyPr/>
          <a:lstStyle/>
          <a:p>
            <a:r>
              <a:rPr lang="en-US" dirty="0"/>
              <a:t>Features</a:t>
            </a:r>
          </a:p>
        </p:txBody>
      </p:sp>
      <p:sp>
        <p:nvSpPr>
          <p:cNvPr id="15" name="Text Placeholder 14">
            <a:extLst>
              <a:ext uri="{FF2B5EF4-FFF2-40B4-BE49-F238E27FC236}">
                <a16:creationId xmlns:a16="http://schemas.microsoft.com/office/drawing/2014/main" id="{BDEC20D1-B764-407B-8DCB-13C9B82D89F4}"/>
              </a:ext>
            </a:extLst>
          </p:cNvPr>
          <p:cNvSpPr>
            <a:spLocks noGrp="1"/>
          </p:cNvSpPr>
          <p:nvPr>
            <p:ph type="body" idx="3"/>
          </p:nvPr>
        </p:nvSpPr>
        <p:spPr/>
        <p:txBody>
          <a:bodyPr/>
          <a:lstStyle/>
          <a:p>
            <a:r>
              <a:rPr lang="en-US" sz="2000" dirty="0"/>
              <a:t>Centrally manage your environment through a single account by using AWS Organizations. </a:t>
            </a:r>
          </a:p>
          <a:p>
            <a:r>
              <a:rPr lang="en-US" sz="2000" dirty="0"/>
              <a:t>Assess vulnerabilities accurately with the Amazon Inspector Risk score.</a:t>
            </a:r>
          </a:p>
          <a:p>
            <a:r>
              <a:rPr lang="en-US" sz="2000" dirty="0"/>
              <a:t>Identify high-impact findings with the Amazon Inspector dashboard.</a:t>
            </a:r>
          </a:p>
          <a:p>
            <a:r>
              <a:rPr lang="en-US" sz="2000" dirty="0"/>
              <a:t>Publish findings to Amazon EventBridge to support integration with other services.</a:t>
            </a:r>
          </a:p>
        </p:txBody>
      </p:sp>
      <p:sp>
        <p:nvSpPr>
          <p:cNvPr id="19" name="Text Placeholder 18">
            <a:extLst>
              <a:ext uri="{FF2B5EF4-FFF2-40B4-BE49-F238E27FC236}">
                <a16:creationId xmlns:a16="http://schemas.microsoft.com/office/drawing/2014/main" id="{1081298B-3129-4B85-8779-E6356518DC2A}"/>
              </a:ext>
            </a:extLst>
          </p:cNvPr>
          <p:cNvSpPr>
            <a:spLocks noGrp="1"/>
          </p:cNvSpPr>
          <p:nvPr>
            <p:ph type="body" idx="14"/>
          </p:nvPr>
        </p:nvSpPr>
        <p:spPr/>
        <p:txBody>
          <a:bodyPr/>
          <a:lstStyle/>
          <a:p>
            <a:r>
              <a:rPr lang="en-US" dirty="0"/>
              <a:t>Example use case</a:t>
            </a:r>
          </a:p>
        </p:txBody>
      </p:sp>
      <p:sp>
        <p:nvSpPr>
          <p:cNvPr id="16" name="Text Placeholder 15">
            <a:extLst>
              <a:ext uri="{FF2B5EF4-FFF2-40B4-BE49-F238E27FC236}">
                <a16:creationId xmlns:a16="http://schemas.microsoft.com/office/drawing/2014/main" id="{551AA815-D240-439D-AB39-2A35668BC4FE}"/>
              </a:ext>
            </a:extLst>
          </p:cNvPr>
          <p:cNvSpPr>
            <a:spLocks noGrp="1"/>
          </p:cNvSpPr>
          <p:nvPr>
            <p:ph type="body" idx="4"/>
          </p:nvPr>
        </p:nvSpPr>
        <p:spPr/>
        <p:txBody>
          <a:bodyPr/>
          <a:lstStyle/>
          <a:p>
            <a:r>
              <a:rPr lang="en-US" sz="2000" dirty="0"/>
              <a:t>Scan EC2 Amazon Machine Images (AMIs) and generate Amazon Inspector finding reports to help ensure that your AMIs are scanned for known vulnerabilities and updated prior to deployment.</a:t>
            </a:r>
          </a:p>
        </p:txBody>
      </p:sp>
      <p:pic>
        <p:nvPicPr>
          <p:cNvPr id="11" name="Picture Placeholder 10">
            <a:extLst>
              <a:ext uri="{FF2B5EF4-FFF2-40B4-BE49-F238E27FC236}">
                <a16:creationId xmlns:a16="http://schemas.microsoft.com/office/drawing/2014/main" id="{8B8269F1-8B89-4C30-B5EC-756C88B959A1}"/>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9664" y="393091"/>
            <a:ext cx="547062" cy="548640"/>
          </a:xfrm>
          <a:prstGeom prst="rect">
            <a:avLst/>
          </a:prstGeom>
        </p:spPr>
      </p:pic>
    </p:spTree>
    <p:custDataLst>
      <p:tags r:id="rId1"/>
    </p:custDataLst>
    <p:extLst>
      <p:ext uri="{BB962C8B-B14F-4D97-AF65-F5344CB8AC3E}">
        <p14:creationId xmlns:p14="http://schemas.microsoft.com/office/powerpoint/2010/main" val="32584827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5E8A205D-6148-41EA-B9B1-3DA066FEF508}"/>
              </a:ext>
            </a:extLst>
          </p:cNvPr>
          <p:cNvSpPr>
            <a:spLocks noGrp="1"/>
          </p:cNvSpPr>
          <p:nvPr>
            <p:ph type="sldNum" idx="97"/>
          </p:nvPr>
        </p:nvSpPr>
        <p:spPr/>
        <p:txBody>
          <a:bodyPr/>
          <a:lstStyle/>
          <a:p>
            <a:fld id="{4037B1B0-0345-4E15-985A-6BECCDBE474F}" type="slidenum">
              <a:rPr lang="en-US" smtClean="0"/>
              <a:pPr/>
              <a:t>81</a:t>
            </a:fld>
            <a:endParaRPr lang="en-US" dirty="0"/>
          </a:p>
        </p:txBody>
      </p:sp>
      <p:sp>
        <p:nvSpPr>
          <p:cNvPr id="13" name="Title">
            <a:extLst>
              <a:ext uri="{FF2B5EF4-FFF2-40B4-BE49-F238E27FC236}">
                <a16:creationId xmlns:a16="http://schemas.microsoft.com/office/drawing/2014/main" id="{EBF495F8-B515-4F8E-A13C-93069E388D61}"/>
              </a:ext>
            </a:extLst>
          </p:cNvPr>
          <p:cNvSpPr>
            <a:spLocks noGrp="1"/>
          </p:cNvSpPr>
          <p:nvPr>
            <p:ph type="title" idx="1"/>
          </p:nvPr>
        </p:nvSpPr>
        <p:spPr>
          <a:xfrm>
            <a:off x="985344" y="301752"/>
            <a:ext cx="10846991" cy="731318"/>
          </a:xfrm>
        </p:spPr>
        <p:txBody>
          <a:bodyPr/>
          <a:lstStyle/>
          <a:p>
            <a:r>
              <a:rPr lang="en-US" dirty="0"/>
              <a:t>Amazon Detective</a:t>
            </a:r>
          </a:p>
        </p:txBody>
      </p:sp>
      <p:sp>
        <p:nvSpPr>
          <p:cNvPr id="17" name="Text Placeholder 16">
            <a:extLst>
              <a:ext uri="{FF2B5EF4-FFF2-40B4-BE49-F238E27FC236}">
                <a16:creationId xmlns:a16="http://schemas.microsoft.com/office/drawing/2014/main" id="{6D326CEB-93B9-4FA6-8D46-192804989512}"/>
              </a:ext>
            </a:extLst>
          </p:cNvPr>
          <p:cNvSpPr>
            <a:spLocks noGrp="1"/>
          </p:cNvSpPr>
          <p:nvPr>
            <p:ph type="body" idx="12"/>
          </p:nvPr>
        </p:nvSpPr>
        <p:spPr/>
        <p:txBody>
          <a:bodyPr/>
          <a:lstStyle/>
          <a:p>
            <a:r>
              <a:rPr lang="en-US" dirty="0"/>
              <a:t>Description</a:t>
            </a:r>
          </a:p>
        </p:txBody>
      </p:sp>
      <p:sp>
        <p:nvSpPr>
          <p:cNvPr id="14" name="Text Placeholder 13">
            <a:extLst>
              <a:ext uri="{FF2B5EF4-FFF2-40B4-BE49-F238E27FC236}">
                <a16:creationId xmlns:a16="http://schemas.microsoft.com/office/drawing/2014/main" id="{684E4E0A-A33D-4EC6-9A49-149AADF4C500}"/>
              </a:ext>
            </a:extLst>
          </p:cNvPr>
          <p:cNvSpPr>
            <a:spLocks noGrp="1"/>
          </p:cNvSpPr>
          <p:nvPr>
            <p:ph type="body" idx="2"/>
          </p:nvPr>
        </p:nvSpPr>
        <p:spPr/>
        <p:txBody>
          <a:bodyPr/>
          <a:lstStyle/>
          <a:p>
            <a:r>
              <a:rPr lang="en-US" sz="2000" dirty="0"/>
              <a:t>Helps analyze, investigate, and quickly identify the root cause of security findings or suspicious activities</a:t>
            </a:r>
          </a:p>
          <a:p>
            <a:r>
              <a:rPr lang="en-US" sz="2000" dirty="0"/>
              <a:t>Automatically collects log data from AWS resources and uses machine learning, statistical analysis, and graph theory to generate visualizations that support faster and more efficient security investigations</a:t>
            </a:r>
          </a:p>
        </p:txBody>
      </p:sp>
      <p:sp>
        <p:nvSpPr>
          <p:cNvPr id="18" name="Text Placeholder 17">
            <a:extLst>
              <a:ext uri="{FF2B5EF4-FFF2-40B4-BE49-F238E27FC236}">
                <a16:creationId xmlns:a16="http://schemas.microsoft.com/office/drawing/2014/main" id="{882260CF-98C8-47B2-AB43-7D4AD9A88090}"/>
              </a:ext>
            </a:extLst>
          </p:cNvPr>
          <p:cNvSpPr>
            <a:spLocks noGrp="1"/>
          </p:cNvSpPr>
          <p:nvPr>
            <p:ph type="body" idx="13"/>
          </p:nvPr>
        </p:nvSpPr>
        <p:spPr/>
        <p:txBody>
          <a:bodyPr/>
          <a:lstStyle/>
          <a:p>
            <a:r>
              <a:rPr lang="en-US" dirty="0"/>
              <a:t>Features</a:t>
            </a:r>
          </a:p>
        </p:txBody>
      </p:sp>
      <p:sp>
        <p:nvSpPr>
          <p:cNvPr id="15" name="Text Placeholder 14">
            <a:extLst>
              <a:ext uri="{FF2B5EF4-FFF2-40B4-BE49-F238E27FC236}">
                <a16:creationId xmlns:a16="http://schemas.microsoft.com/office/drawing/2014/main" id="{BDEC20D1-B764-407B-8DCB-13C9B82D89F4}"/>
              </a:ext>
            </a:extLst>
          </p:cNvPr>
          <p:cNvSpPr>
            <a:spLocks noGrp="1"/>
          </p:cNvSpPr>
          <p:nvPr>
            <p:ph type="body" idx="3"/>
          </p:nvPr>
        </p:nvSpPr>
        <p:spPr/>
        <p:txBody>
          <a:bodyPr/>
          <a:lstStyle/>
          <a:p>
            <a:r>
              <a:rPr lang="en-US" sz="2000" dirty="0"/>
              <a:t>View data organized into a pre-built graph model with security-related relationships. The model summarizes contextual and behavioral insights.</a:t>
            </a:r>
          </a:p>
          <a:p>
            <a:r>
              <a:rPr lang="en-US" sz="2000" dirty="0"/>
              <a:t>Quickly validate, compare, and correlate the data to reach conclusions.</a:t>
            </a:r>
          </a:p>
          <a:p>
            <a:r>
              <a:rPr lang="en-US" sz="2000" dirty="0"/>
              <a:t>Automatically ingest and process relevant data from all enabled accounts.</a:t>
            </a:r>
          </a:p>
        </p:txBody>
      </p:sp>
      <p:sp>
        <p:nvSpPr>
          <p:cNvPr id="19" name="Text Placeholder 18">
            <a:extLst>
              <a:ext uri="{FF2B5EF4-FFF2-40B4-BE49-F238E27FC236}">
                <a16:creationId xmlns:a16="http://schemas.microsoft.com/office/drawing/2014/main" id="{1081298B-3129-4B85-8779-E6356518DC2A}"/>
              </a:ext>
            </a:extLst>
          </p:cNvPr>
          <p:cNvSpPr>
            <a:spLocks noGrp="1"/>
          </p:cNvSpPr>
          <p:nvPr>
            <p:ph type="body" idx="14"/>
          </p:nvPr>
        </p:nvSpPr>
        <p:spPr/>
        <p:txBody>
          <a:bodyPr/>
          <a:lstStyle/>
          <a:p>
            <a:r>
              <a:rPr lang="en-US" dirty="0"/>
              <a:t>Example use case</a:t>
            </a:r>
          </a:p>
        </p:txBody>
      </p:sp>
      <p:sp>
        <p:nvSpPr>
          <p:cNvPr id="16" name="Text Placeholder 15">
            <a:extLst>
              <a:ext uri="{FF2B5EF4-FFF2-40B4-BE49-F238E27FC236}">
                <a16:creationId xmlns:a16="http://schemas.microsoft.com/office/drawing/2014/main" id="{551AA815-D240-439D-AB39-2A35668BC4FE}"/>
              </a:ext>
            </a:extLst>
          </p:cNvPr>
          <p:cNvSpPr>
            <a:spLocks noGrp="1"/>
          </p:cNvSpPr>
          <p:nvPr>
            <p:ph type="body" idx="4"/>
          </p:nvPr>
        </p:nvSpPr>
        <p:spPr/>
        <p:txBody>
          <a:bodyPr/>
          <a:lstStyle/>
          <a:p>
            <a:r>
              <a:rPr lang="en-US" sz="2000" dirty="0"/>
              <a:t>Triage a potential issue by finding all activity related to a specific IAM entity. </a:t>
            </a:r>
          </a:p>
        </p:txBody>
      </p:sp>
      <p:pic>
        <p:nvPicPr>
          <p:cNvPr id="11" name="Picture Placeholder 10">
            <a:extLst>
              <a:ext uri="{FF2B5EF4-FFF2-40B4-BE49-F238E27FC236}">
                <a16:creationId xmlns:a16="http://schemas.microsoft.com/office/drawing/2014/main" id="{DCF12AB5-1866-4EC4-B785-7472B4008144}"/>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9664" y="398584"/>
            <a:ext cx="548640" cy="548640"/>
          </a:xfrm>
          <a:prstGeom prst="rect">
            <a:avLst/>
          </a:prstGeom>
        </p:spPr>
      </p:pic>
    </p:spTree>
    <p:custDataLst>
      <p:tags r:id="rId1"/>
    </p:custDataLst>
    <p:extLst>
      <p:ext uri="{BB962C8B-B14F-4D97-AF65-F5344CB8AC3E}">
        <p14:creationId xmlns:p14="http://schemas.microsoft.com/office/powerpoint/2010/main" val="10917760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5E8A205D-6148-41EA-B9B1-3DA066FEF508}"/>
              </a:ext>
            </a:extLst>
          </p:cNvPr>
          <p:cNvSpPr>
            <a:spLocks noGrp="1"/>
          </p:cNvSpPr>
          <p:nvPr>
            <p:ph type="sldNum" idx="97"/>
          </p:nvPr>
        </p:nvSpPr>
        <p:spPr/>
        <p:txBody>
          <a:bodyPr/>
          <a:lstStyle/>
          <a:p>
            <a:fld id="{4037B1B0-0345-4E15-985A-6BECCDBE474F}" type="slidenum">
              <a:rPr lang="en-US" smtClean="0"/>
              <a:pPr/>
              <a:t>82</a:t>
            </a:fld>
            <a:endParaRPr lang="en-US" dirty="0"/>
          </a:p>
        </p:txBody>
      </p:sp>
      <p:sp>
        <p:nvSpPr>
          <p:cNvPr id="13" name="Title">
            <a:extLst>
              <a:ext uri="{FF2B5EF4-FFF2-40B4-BE49-F238E27FC236}">
                <a16:creationId xmlns:a16="http://schemas.microsoft.com/office/drawing/2014/main" id="{EBF495F8-B515-4F8E-A13C-93069E388D61}"/>
              </a:ext>
            </a:extLst>
          </p:cNvPr>
          <p:cNvSpPr>
            <a:spLocks noGrp="1"/>
          </p:cNvSpPr>
          <p:nvPr>
            <p:ph type="title" idx="1"/>
          </p:nvPr>
        </p:nvSpPr>
        <p:spPr>
          <a:xfrm>
            <a:off x="985344" y="301752"/>
            <a:ext cx="10846991" cy="731318"/>
          </a:xfrm>
        </p:spPr>
        <p:txBody>
          <a:bodyPr/>
          <a:lstStyle/>
          <a:p>
            <a:r>
              <a:rPr lang="en-US" dirty="0"/>
              <a:t>AWS Security Hub</a:t>
            </a:r>
          </a:p>
        </p:txBody>
      </p:sp>
      <p:sp>
        <p:nvSpPr>
          <p:cNvPr id="17" name="Text Placeholder 16">
            <a:extLst>
              <a:ext uri="{FF2B5EF4-FFF2-40B4-BE49-F238E27FC236}">
                <a16:creationId xmlns:a16="http://schemas.microsoft.com/office/drawing/2014/main" id="{6D326CEB-93B9-4FA6-8D46-192804989512}"/>
              </a:ext>
            </a:extLst>
          </p:cNvPr>
          <p:cNvSpPr>
            <a:spLocks noGrp="1"/>
          </p:cNvSpPr>
          <p:nvPr>
            <p:ph type="body" idx="12"/>
          </p:nvPr>
        </p:nvSpPr>
        <p:spPr/>
        <p:txBody>
          <a:bodyPr/>
          <a:lstStyle/>
          <a:p>
            <a:r>
              <a:rPr lang="en-US" dirty="0"/>
              <a:t>Description</a:t>
            </a:r>
          </a:p>
        </p:txBody>
      </p:sp>
      <p:sp>
        <p:nvSpPr>
          <p:cNvPr id="14" name="Text Placeholder 13">
            <a:extLst>
              <a:ext uri="{FF2B5EF4-FFF2-40B4-BE49-F238E27FC236}">
                <a16:creationId xmlns:a16="http://schemas.microsoft.com/office/drawing/2014/main" id="{684E4E0A-A33D-4EC6-9A49-149AADF4C500}"/>
              </a:ext>
            </a:extLst>
          </p:cNvPr>
          <p:cNvSpPr>
            <a:spLocks noGrp="1"/>
          </p:cNvSpPr>
          <p:nvPr>
            <p:ph type="body" idx="2"/>
          </p:nvPr>
        </p:nvSpPr>
        <p:spPr/>
        <p:txBody>
          <a:bodyPr/>
          <a:lstStyle/>
          <a:p>
            <a:r>
              <a:rPr lang="en-US" sz="2000" dirty="0"/>
              <a:t>Collects security data across AWS accounts, AWS services, and supported third-party products</a:t>
            </a:r>
          </a:p>
          <a:p>
            <a:r>
              <a:rPr lang="en-US" sz="2000" dirty="0"/>
              <a:t>Helps you analyze your security trends and identify the highest priority security issues</a:t>
            </a:r>
          </a:p>
          <a:p>
            <a:endParaRPr lang="en-US" sz="2000" dirty="0"/>
          </a:p>
        </p:txBody>
      </p:sp>
      <p:sp>
        <p:nvSpPr>
          <p:cNvPr id="18" name="Text Placeholder 17">
            <a:extLst>
              <a:ext uri="{FF2B5EF4-FFF2-40B4-BE49-F238E27FC236}">
                <a16:creationId xmlns:a16="http://schemas.microsoft.com/office/drawing/2014/main" id="{882260CF-98C8-47B2-AB43-7D4AD9A88090}"/>
              </a:ext>
            </a:extLst>
          </p:cNvPr>
          <p:cNvSpPr>
            <a:spLocks noGrp="1"/>
          </p:cNvSpPr>
          <p:nvPr>
            <p:ph type="body" idx="13"/>
          </p:nvPr>
        </p:nvSpPr>
        <p:spPr/>
        <p:txBody>
          <a:bodyPr/>
          <a:lstStyle/>
          <a:p>
            <a:r>
              <a:rPr lang="en-US" dirty="0"/>
              <a:t>Features</a:t>
            </a:r>
          </a:p>
        </p:txBody>
      </p:sp>
      <p:sp>
        <p:nvSpPr>
          <p:cNvPr id="15" name="Text Placeholder 14">
            <a:extLst>
              <a:ext uri="{FF2B5EF4-FFF2-40B4-BE49-F238E27FC236}">
                <a16:creationId xmlns:a16="http://schemas.microsoft.com/office/drawing/2014/main" id="{BDEC20D1-B764-407B-8DCB-13C9B82D89F4}"/>
              </a:ext>
            </a:extLst>
          </p:cNvPr>
          <p:cNvSpPr>
            <a:spLocks noGrp="1"/>
          </p:cNvSpPr>
          <p:nvPr>
            <p:ph type="body" idx="3"/>
          </p:nvPr>
        </p:nvSpPr>
        <p:spPr/>
        <p:txBody>
          <a:bodyPr/>
          <a:lstStyle/>
          <a:p>
            <a:r>
              <a:rPr lang="en-US" sz="2000" dirty="0"/>
              <a:t>Supports multiple security standards including the AWS Foundational Security Best Practices (FSBP) and external compliance frameworks </a:t>
            </a:r>
          </a:p>
          <a:p>
            <a:r>
              <a:rPr lang="en-US" sz="2000" dirty="0"/>
              <a:t>Receives findings from other AWS services including Amazon Macie and Amazon Inspector</a:t>
            </a:r>
          </a:p>
          <a:p>
            <a:r>
              <a:rPr lang="en-US" sz="2000" dirty="0"/>
              <a:t>Uses automation rules to automatically update critical findings when a security check fails</a:t>
            </a:r>
          </a:p>
        </p:txBody>
      </p:sp>
      <p:sp>
        <p:nvSpPr>
          <p:cNvPr id="19" name="Text Placeholder 18">
            <a:extLst>
              <a:ext uri="{FF2B5EF4-FFF2-40B4-BE49-F238E27FC236}">
                <a16:creationId xmlns:a16="http://schemas.microsoft.com/office/drawing/2014/main" id="{1081298B-3129-4B85-8779-E6356518DC2A}"/>
              </a:ext>
            </a:extLst>
          </p:cNvPr>
          <p:cNvSpPr>
            <a:spLocks noGrp="1"/>
          </p:cNvSpPr>
          <p:nvPr>
            <p:ph type="body" idx="14"/>
          </p:nvPr>
        </p:nvSpPr>
        <p:spPr/>
        <p:txBody>
          <a:bodyPr/>
          <a:lstStyle/>
          <a:p>
            <a:r>
              <a:rPr lang="en-US" dirty="0"/>
              <a:t>Example use case</a:t>
            </a:r>
          </a:p>
        </p:txBody>
      </p:sp>
      <p:sp>
        <p:nvSpPr>
          <p:cNvPr id="16" name="Text Placeholder 15">
            <a:extLst>
              <a:ext uri="{FF2B5EF4-FFF2-40B4-BE49-F238E27FC236}">
                <a16:creationId xmlns:a16="http://schemas.microsoft.com/office/drawing/2014/main" id="{551AA815-D240-439D-AB39-2A35668BC4FE}"/>
              </a:ext>
            </a:extLst>
          </p:cNvPr>
          <p:cNvSpPr>
            <a:spLocks noGrp="1"/>
          </p:cNvSpPr>
          <p:nvPr>
            <p:ph type="body" idx="4"/>
          </p:nvPr>
        </p:nvSpPr>
        <p:spPr/>
        <p:txBody>
          <a:bodyPr/>
          <a:lstStyle/>
          <a:p>
            <a:r>
              <a:rPr lang="en-US" sz="2000" dirty="0"/>
              <a:t>Better prioritize the response and remediation efforts of security teams by searching, correlating, and aggregating diverse security findings by accounts and resources.</a:t>
            </a:r>
          </a:p>
        </p:txBody>
      </p:sp>
      <p:pic>
        <p:nvPicPr>
          <p:cNvPr id="11" name="Picture Placeholder 10">
            <a:extLst>
              <a:ext uri="{FF2B5EF4-FFF2-40B4-BE49-F238E27FC236}">
                <a16:creationId xmlns:a16="http://schemas.microsoft.com/office/drawing/2014/main" id="{12864E79-C09C-409F-8963-0BC3CEA4272B}"/>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9664" y="393091"/>
            <a:ext cx="548640" cy="548640"/>
          </a:xfrm>
          <a:prstGeom prst="rect">
            <a:avLst/>
          </a:prstGeom>
        </p:spPr>
      </p:pic>
    </p:spTree>
    <p:custDataLst>
      <p:tags r:id="rId1"/>
    </p:custDataLst>
    <p:extLst>
      <p:ext uri="{BB962C8B-B14F-4D97-AF65-F5344CB8AC3E}">
        <p14:creationId xmlns:p14="http://schemas.microsoft.com/office/powerpoint/2010/main" val="181791036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781206FE-CBB0-4E61-9A16-C76B2E6DBCEE}"/>
              </a:ext>
            </a:extLst>
          </p:cNvPr>
          <p:cNvSpPr>
            <a:spLocks noGrp="1"/>
          </p:cNvSpPr>
          <p:nvPr>
            <p:ph type="sldNum" idx="97"/>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834CDD4-D76F-4459-B025-0310E913C243}" type="slidenum">
              <a:rPr kumimoji="0" lang="en-US" sz="1100" b="0" i="0" u="none" strike="noStrike" kern="1200" cap="none" spc="0" normalizeH="0" baseline="0" noProof="0" smtClean="0">
                <a:ln>
                  <a:noFill/>
                </a:ln>
                <a:solidFill>
                  <a:srgbClr val="232F3E"/>
                </a:solidFill>
                <a:effectLst/>
                <a:uLnTx/>
                <a:uFillTx/>
                <a:latin typeface="Amazon Ember"/>
                <a:ea typeface="Amazon Ember" panose="020B0603020204020204" pitchFamily="34" charset="0"/>
                <a:cs typeface="Amazon Ember" panose="020B0603020204020204" pitchFamily="34" charset="0"/>
              </a:rPr>
              <a:pPr marL="0" marR="0" lvl="0" indent="0" algn="r" defTabSz="228600" rtl="0" eaLnBrk="1" fontAlgn="auto" latinLnBrk="0" hangingPunct="1">
                <a:lnSpc>
                  <a:spcPct val="100000"/>
                </a:lnSpc>
                <a:spcBef>
                  <a:spcPts val="0"/>
                </a:spcBef>
                <a:spcAft>
                  <a:spcPts val="0"/>
                </a:spcAft>
                <a:buClrTx/>
                <a:buSzTx/>
                <a:buFontTx/>
                <a:buNone/>
                <a:tabLst/>
                <a:defRPr/>
              </a:pPr>
              <a:t>83</a:t>
            </a:fld>
            <a:endParaRPr kumimoji="0" lang="en-US" sz="1100" b="0" i="0" u="none" strike="noStrike" kern="1200" cap="none" spc="0" normalizeH="0" baseline="0" noProof="0" dirty="0">
              <a:ln>
                <a:noFill/>
              </a:ln>
              <a:solidFill>
                <a:srgbClr val="232F3E"/>
              </a:solidFill>
              <a:effectLst/>
              <a:uLnTx/>
              <a:uFillTx/>
              <a:latin typeface="Amazon Ember"/>
              <a:ea typeface="Amazon Ember" panose="020B0603020204020204" pitchFamily="34" charset="0"/>
              <a:cs typeface="Amazon Ember" panose="020B0603020204020204" pitchFamily="34" charset="0"/>
            </a:endParaRPr>
          </a:p>
        </p:txBody>
      </p:sp>
      <p:sp>
        <p:nvSpPr>
          <p:cNvPr id="3" name="Title">
            <a:extLst>
              <a:ext uri="{FF2B5EF4-FFF2-40B4-BE49-F238E27FC236}">
                <a16:creationId xmlns:a16="http://schemas.microsoft.com/office/drawing/2014/main" id="{85BD7457-B54C-4C7F-A290-E336FA3960B9}"/>
              </a:ext>
            </a:extLst>
          </p:cNvPr>
          <p:cNvSpPr>
            <a:spLocks noGrp="1"/>
          </p:cNvSpPr>
          <p:nvPr>
            <p:ph type="title" idx="1"/>
          </p:nvPr>
        </p:nvSpPr>
        <p:spPr/>
        <p:txBody>
          <a:bodyPr>
            <a:normAutofit fontScale="90000"/>
          </a:bodyPr>
          <a:lstStyle/>
          <a:p>
            <a:r>
              <a:rPr lang="en-US" dirty="0"/>
              <a:t>Using AWS Security Hub with AWS Trusted Advisor</a:t>
            </a:r>
          </a:p>
        </p:txBody>
      </p:sp>
      <p:pic>
        <p:nvPicPr>
          <p:cNvPr id="9" name="Graphic 7">
            <a:extLst>
              <a:ext uri="{FF2B5EF4-FFF2-40B4-BE49-F238E27FC236}">
                <a16:creationId xmlns:a16="http://schemas.microsoft.com/office/drawing/2014/main" id="{1E100C40-0554-428B-B099-833A76B01D3F}"/>
              </a:ext>
              <a:ext uri="{C183D7F6-B498-43B3-948B-1728B52AA6E4}">
                <adec:decorative xmlns:adec="http://schemas.microsoft.com/office/drawing/2017/decorative" val="1"/>
              </a:ext>
            </a:extLst>
          </p:cNvPr>
          <p:cNvPicPr>
            <a:picLocks noGrp="1" noChangeAspect="1" noChangeArrowheads="1"/>
          </p:cNvPicPr>
          <p:nvPr>
            <p:ph type="pic" idx="3"/>
          </p:nvPr>
        </p:nvPicPr>
        <p:blipFill>
          <a:blip r:embed="rId4">
            <a:extLst>
              <a:ext uri="{96DAC541-7B7A-43D3-8B79-37D633B846F1}">
                <asvg:svgBlip xmlns:asvg="http://schemas.microsoft.com/office/drawing/2016/SVG/main" r:embed="rId5"/>
              </a:ext>
            </a:extLst>
          </a:blip>
          <a:srcRect/>
          <a:stretch/>
        </p:blipFill>
        <p:spPr bwMode="auto">
          <a:xfrm>
            <a:off x="531813" y="2182813"/>
            <a:ext cx="2286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 Placeholder 13">
            <a:extLst>
              <a:ext uri="{FF2B5EF4-FFF2-40B4-BE49-F238E27FC236}">
                <a16:creationId xmlns:a16="http://schemas.microsoft.com/office/drawing/2014/main" id="{3659F8A8-5AB7-4A37-AC18-4ED3576B2845}"/>
              </a:ext>
              <a:ext uri="{C183D7F6-B498-43B3-948B-1728B52AA6E4}">
                <adec:decorative xmlns:adec="http://schemas.microsoft.com/office/drawing/2017/decorative" val="1"/>
              </a:ext>
            </a:extLst>
          </p:cNvPr>
          <p:cNvSpPr>
            <a:spLocks noGrp="1"/>
          </p:cNvSpPr>
          <p:nvPr>
            <p:ph type="body" idx="4"/>
          </p:nvPr>
        </p:nvSpPr>
        <p:spPr/>
        <p:txBody>
          <a:bodyPr/>
          <a:lstStyle/>
          <a:p>
            <a:r>
              <a:rPr lang="en-US" dirty="0">
                <a:latin typeface="Amazon Ember"/>
              </a:rPr>
              <a:t>Trusted Advisor</a:t>
            </a:r>
          </a:p>
        </p:txBody>
      </p:sp>
      <p:sp>
        <p:nvSpPr>
          <p:cNvPr id="12" name="Rectangle 11">
            <a:extLst>
              <a:ext uri="{FF2B5EF4-FFF2-40B4-BE49-F238E27FC236}">
                <a16:creationId xmlns:a16="http://schemas.microsoft.com/office/drawing/2014/main" id="{262440FE-5003-442F-983B-6C630661573A}"/>
              </a:ext>
            </a:extLst>
          </p:cNvPr>
          <p:cNvSpPr/>
          <p:nvPr/>
        </p:nvSpPr>
        <p:spPr>
          <a:xfrm>
            <a:off x="3137452" y="1439302"/>
            <a:ext cx="8658307" cy="4708981"/>
          </a:xfrm>
          <a:prstGeom prst="rect">
            <a:avLst/>
          </a:prstGeom>
        </p:spPr>
        <p:txBody>
          <a:bodyPr wrap="square">
            <a:spAutoFit/>
          </a:bodyPr>
          <a:lstStyle/>
          <a:p>
            <a:pPr marL="285750" indent="-285750">
              <a:spcBef>
                <a:spcPts val="1200"/>
              </a:spcBef>
              <a:spcAft>
                <a:spcPts val="1200"/>
              </a:spcAft>
              <a:buFont typeface="Arial" panose="020B0604020202020204" pitchFamily="34" charset="0"/>
              <a:buChar char="•"/>
            </a:pPr>
            <a:r>
              <a:rPr lang="en-US" sz="2400" dirty="0"/>
              <a:t>It provides recommendations based on five categories of AWS best practices: cost optimization, security, fault tolerance, service limits, and performance improvement.</a:t>
            </a:r>
          </a:p>
          <a:p>
            <a:pPr marL="285750" indent="-285750">
              <a:spcBef>
                <a:spcPts val="1200"/>
              </a:spcBef>
              <a:spcAft>
                <a:spcPts val="1200"/>
              </a:spcAft>
              <a:buFont typeface="Arial" panose="020B0604020202020204" pitchFamily="34" charset="0"/>
              <a:buChar char="•"/>
            </a:pPr>
            <a:r>
              <a:rPr lang="en-US" sz="2400" dirty="0"/>
              <a:t>It evaluates your account to suggest improvements and optimizations for your resources.</a:t>
            </a:r>
          </a:p>
          <a:p>
            <a:pPr marL="285750" indent="-285750">
              <a:spcBef>
                <a:spcPts val="1200"/>
              </a:spcBef>
              <a:spcAft>
                <a:spcPts val="1200"/>
              </a:spcAft>
              <a:buFont typeface="Arial" panose="020B0604020202020204" pitchFamily="34" charset="0"/>
              <a:buChar char="•"/>
            </a:pPr>
            <a:r>
              <a:rPr lang="en-US" sz="2400" dirty="0"/>
              <a:t>Access Trusted Advisor through the AWS Management Console, and it’s available to all support tiers.</a:t>
            </a:r>
          </a:p>
          <a:p>
            <a:pPr marL="285750" indent="-285750">
              <a:spcBef>
                <a:spcPts val="1200"/>
              </a:spcBef>
              <a:spcAft>
                <a:spcPts val="1200"/>
              </a:spcAft>
              <a:buFont typeface="Arial" panose="020B0604020202020204" pitchFamily="34" charset="0"/>
              <a:buChar char="•"/>
            </a:pPr>
            <a:r>
              <a:rPr lang="en-US" sz="2400" dirty="0"/>
              <a:t>After enabling Security Hub for your AWS account, view your security controls and findings in the Trusted Advisor console. </a:t>
            </a:r>
          </a:p>
        </p:txBody>
      </p:sp>
    </p:spTree>
    <p:custDataLst>
      <p:tags r:id="rId1"/>
    </p:custDataLst>
    <p:extLst>
      <p:ext uri="{BB962C8B-B14F-4D97-AF65-F5344CB8AC3E}">
        <p14:creationId xmlns:p14="http://schemas.microsoft.com/office/powerpoint/2010/main" val="136209755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BA39FD17-FF1D-49C8-B325-ED5597FB55C5}"/>
              </a:ext>
            </a:extLst>
          </p:cNvPr>
          <p:cNvSpPr>
            <a:spLocks noGrp="1"/>
          </p:cNvSpPr>
          <p:nvPr>
            <p:ph type="sldNum" idx="97"/>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834CDD4-D76F-4459-B025-0310E913C243}" type="slidenum">
              <a:rPr kumimoji="0" lang="en-US" sz="1100" b="0" i="0" u="none" strike="noStrike" kern="1200" cap="none" spc="0" normalizeH="0" baseline="0" noProof="0" smtClean="0">
                <a:ln>
                  <a:noFill/>
                </a:ln>
                <a:solidFill>
                  <a:srgbClr val="232F3E"/>
                </a:solidFill>
                <a:effectLst/>
                <a:uLnTx/>
                <a:uFillTx/>
                <a:latin typeface="Amazon Ember"/>
                <a:ea typeface="Amazon Ember" panose="020B0603020204020204" pitchFamily="34" charset="0"/>
                <a:cs typeface="Amazon Ember" panose="020B0603020204020204" pitchFamily="34" charset="0"/>
              </a:rPr>
              <a:pPr marL="0" marR="0" lvl="0" indent="0" algn="r" defTabSz="228600" rtl="0" eaLnBrk="1" fontAlgn="auto" latinLnBrk="0" hangingPunct="1">
                <a:lnSpc>
                  <a:spcPct val="100000"/>
                </a:lnSpc>
                <a:spcBef>
                  <a:spcPts val="0"/>
                </a:spcBef>
                <a:spcAft>
                  <a:spcPts val="0"/>
                </a:spcAft>
                <a:buClrTx/>
                <a:buSzTx/>
                <a:buFontTx/>
                <a:buNone/>
                <a:tabLst/>
                <a:defRPr/>
              </a:pPr>
              <a:t>84</a:t>
            </a:fld>
            <a:endParaRPr kumimoji="0" lang="en-US" sz="1100" b="0" i="0" u="none" strike="noStrike" kern="1200" cap="none" spc="0" normalizeH="0" baseline="0" noProof="0" dirty="0">
              <a:ln>
                <a:noFill/>
              </a:ln>
              <a:solidFill>
                <a:srgbClr val="232F3E"/>
              </a:solidFill>
              <a:effectLst/>
              <a:uLnTx/>
              <a:uFillTx/>
              <a:latin typeface="Amazon Ember"/>
              <a:ea typeface="Amazon Ember" panose="020B0603020204020204" pitchFamily="34" charset="0"/>
              <a:cs typeface="Amazon Ember" panose="020B0603020204020204" pitchFamily="34" charset="0"/>
            </a:endParaRPr>
          </a:p>
        </p:txBody>
      </p:sp>
      <p:sp>
        <p:nvSpPr>
          <p:cNvPr id="3" name="Title">
            <a:extLst>
              <a:ext uri="{FF2B5EF4-FFF2-40B4-BE49-F238E27FC236}">
                <a16:creationId xmlns:a16="http://schemas.microsoft.com/office/drawing/2014/main" id="{760DB9B4-29E1-4A1C-AA35-4F6A3D99AB9B}"/>
              </a:ext>
            </a:extLst>
          </p:cNvPr>
          <p:cNvSpPr>
            <a:spLocks noGrp="1"/>
          </p:cNvSpPr>
          <p:nvPr>
            <p:ph type="title" idx="1"/>
          </p:nvPr>
        </p:nvSpPr>
        <p:spPr/>
        <p:txBody>
          <a:bodyPr/>
          <a:lstStyle/>
          <a:p>
            <a:r>
              <a:rPr lang="en-US" dirty="0"/>
              <a:t>Key takeaways: AWS security services</a:t>
            </a:r>
            <a:endParaRPr lang="en-US" dirty="0">
              <a:solidFill>
                <a:srgbClr val="FF0000"/>
              </a:solidFill>
            </a:endParaRPr>
          </a:p>
        </p:txBody>
      </p:sp>
      <p:sp>
        <p:nvSpPr>
          <p:cNvPr id="4" name="Content Placeholder 3">
            <a:extLst>
              <a:ext uri="{FF2B5EF4-FFF2-40B4-BE49-F238E27FC236}">
                <a16:creationId xmlns:a16="http://schemas.microsoft.com/office/drawing/2014/main" id="{589A2A19-367C-4F43-80A7-1A7FE24BEBCB}"/>
              </a:ext>
            </a:extLst>
          </p:cNvPr>
          <p:cNvSpPr>
            <a:spLocks noGrp="1"/>
          </p:cNvSpPr>
          <p:nvPr>
            <p:ph type="body" idx="3"/>
          </p:nvPr>
        </p:nvSpPr>
        <p:spPr/>
        <p:txBody>
          <a:bodyPr>
            <a:normAutofit fontScale="85000" lnSpcReduction="10000"/>
          </a:bodyPr>
          <a:lstStyle/>
          <a:p>
            <a:r>
              <a:rPr lang="en-US" sz="2400" dirty="0">
                <a:solidFill>
                  <a:schemeClr val="tx1"/>
                </a:solidFill>
              </a:rPr>
              <a:t>AWS security services help you implement a defense in depth strategy to your AWS workloads. </a:t>
            </a:r>
          </a:p>
          <a:p>
            <a:r>
              <a:rPr lang="en-US" sz="2400" dirty="0">
                <a:solidFill>
                  <a:schemeClr val="tx1"/>
                </a:solidFill>
              </a:rPr>
              <a:t>Security services examples include the following: </a:t>
            </a:r>
          </a:p>
          <a:p>
            <a:pPr lvl="1"/>
            <a:r>
              <a:rPr lang="en-US" dirty="0">
                <a:solidFill>
                  <a:schemeClr val="tx1"/>
                </a:solidFill>
              </a:rPr>
              <a:t>AWS WAF to monitor web requests </a:t>
            </a:r>
          </a:p>
          <a:p>
            <a:pPr lvl="1"/>
            <a:r>
              <a:rPr lang="en-US" dirty="0">
                <a:solidFill>
                  <a:schemeClr val="tx1"/>
                </a:solidFill>
              </a:rPr>
              <a:t>Amazon Macie to identify sensitive data in Amazon S3</a:t>
            </a:r>
          </a:p>
          <a:p>
            <a:pPr lvl="1"/>
            <a:r>
              <a:rPr lang="en-US" dirty="0">
                <a:solidFill>
                  <a:schemeClr val="tx1"/>
                </a:solidFill>
              </a:rPr>
              <a:t>Amazon Inspector to identify vulnerabilities on EC2 instances, containers, and AWS Lambda functions</a:t>
            </a:r>
          </a:p>
          <a:p>
            <a:pPr lvl="1"/>
            <a:r>
              <a:rPr lang="en-US" dirty="0">
                <a:solidFill>
                  <a:schemeClr val="tx1"/>
                </a:solidFill>
              </a:rPr>
              <a:t>Amazon Detective to analyze, investigate, and quickly identify the root cause of security findings or suspicious activities</a:t>
            </a:r>
          </a:p>
          <a:p>
            <a:pPr lvl="1"/>
            <a:r>
              <a:rPr lang="en-US" dirty="0">
                <a:solidFill>
                  <a:schemeClr val="tx1"/>
                </a:solidFill>
              </a:rPr>
              <a:t>AWS Security Hub to automatically consolidate findings and help you monitor your cloud security posture against best practices</a:t>
            </a:r>
          </a:p>
          <a:p>
            <a:r>
              <a:rPr lang="en-US" sz="2400" dirty="0">
                <a:solidFill>
                  <a:schemeClr val="tx1"/>
                </a:solidFill>
              </a:rPr>
              <a:t>AWS Trusted Advisor inspects your AWS environment and then makes recommendations when opportunities exist to  help close security gaps. AWS Security Hub recommendations are included in Trusted Advisor.</a:t>
            </a:r>
          </a:p>
          <a:p>
            <a:pPr marL="0" indent="0" defTabSz="457200">
              <a:spcBef>
                <a:spcPct val="20000"/>
              </a:spcBef>
              <a:spcAft>
                <a:spcPts val="0"/>
              </a:spcAft>
              <a:buNone/>
              <a:defRPr/>
            </a:pPr>
            <a:endParaRPr lang="en-US" sz="3200" strike="sngStrike" dirty="0">
              <a:solidFill>
                <a:schemeClr val="tx1"/>
              </a:solidFill>
              <a:ea typeface="Amazon Ember" panose="020B0603020204020204" pitchFamily="34" charset="0"/>
              <a:cs typeface="Amazon Ember" panose="020B0603020204020204" pitchFamily="34" charset="0"/>
            </a:endParaRPr>
          </a:p>
        </p:txBody>
      </p:sp>
      <p:pic>
        <p:nvPicPr>
          <p:cNvPr id="5" name="Content Placeholder 13">
            <a:extLst>
              <a:ext uri="{FF2B5EF4-FFF2-40B4-BE49-F238E27FC236}">
                <a16:creationId xmlns:a16="http://schemas.microsoft.com/office/drawing/2014/main" id="{C60E2301-BD08-4CA9-9B9E-97BF17A22633}"/>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8565" y="2892425"/>
            <a:ext cx="2511045" cy="2743200"/>
          </a:xfrm>
          <a:prstGeom prst="rect">
            <a:avLst/>
          </a:prstGeom>
        </p:spPr>
      </p:pic>
    </p:spTree>
    <p:custDataLst>
      <p:tags r:id="rId1"/>
    </p:custDataLst>
    <p:extLst>
      <p:ext uri="{BB962C8B-B14F-4D97-AF65-F5344CB8AC3E}">
        <p14:creationId xmlns:p14="http://schemas.microsoft.com/office/powerpoint/2010/main" val="8329862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5466D712-C9A8-46A0-B884-5E631A8FEB20}"/>
              </a:ext>
            </a:extLst>
          </p:cNvPr>
          <p:cNvSpPr>
            <a:spLocks noGrp="1"/>
          </p:cNvSpPr>
          <p:nvPr>
            <p:ph type="sldNum" idx="97"/>
          </p:nvPr>
        </p:nvSpPr>
        <p:spPr/>
        <p:txBody>
          <a:bodyPr/>
          <a:lstStyle/>
          <a:p>
            <a:fld id="{4037B1B0-0345-4E15-985A-6BECCDBE474F}" type="slidenum">
              <a:rPr lang="en-US" smtClean="0"/>
              <a:pPr/>
              <a:t>85</a:t>
            </a:fld>
            <a:endParaRPr lang="en-US" dirty="0"/>
          </a:p>
        </p:txBody>
      </p:sp>
      <p:sp>
        <p:nvSpPr>
          <p:cNvPr id="3" name="Title">
            <a:extLst>
              <a:ext uri="{FF2B5EF4-FFF2-40B4-BE49-F238E27FC236}">
                <a16:creationId xmlns:a16="http://schemas.microsoft.com/office/drawing/2014/main" id="{0CB2CE2B-6503-4A42-A26B-2A0DCBE429FE}"/>
              </a:ext>
            </a:extLst>
          </p:cNvPr>
          <p:cNvSpPr>
            <a:spLocks noGrp="1"/>
          </p:cNvSpPr>
          <p:nvPr>
            <p:ph type="title" idx="1"/>
          </p:nvPr>
        </p:nvSpPr>
        <p:spPr/>
        <p:txBody>
          <a:bodyPr/>
          <a:lstStyle/>
          <a:p>
            <a:r>
              <a:rPr lang="en-US" dirty="0"/>
              <a:t>Module wrap-up</a:t>
            </a:r>
          </a:p>
        </p:txBody>
      </p:sp>
      <p:sp>
        <p:nvSpPr>
          <p:cNvPr id="4" name="Subtitle 3">
            <a:extLst>
              <a:ext uri="{FF2B5EF4-FFF2-40B4-BE49-F238E27FC236}">
                <a16:creationId xmlns:a16="http://schemas.microsoft.com/office/drawing/2014/main" id="{5E5B7028-94BF-44DD-A6A8-83AC8452CF4D}"/>
              </a:ext>
            </a:extLst>
          </p:cNvPr>
          <p:cNvSpPr>
            <a:spLocks noGrp="1"/>
          </p:cNvSpPr>
          <p:nvPr>
            <p:ph type="subTitle" idx="2"/>
          </p:nvPr>
        </p:nvSpPr>
        <p:spPr/>
        <p:txBody>
          <a:bodyPr/>
          <a:lstStyle/>
          <a:p>
            <a:r>
              <a:rPr lang="en-US" dirty="0"/>
              <a:t>Securing User, Application, and Data Access</a:t>
            </a:r>
          </a:p>
        </p:txBody>
      </p:sp>
    </p:spTree>
    <p:custDataLst>
      <p:tags r:id="rId1"/>
    </p:custDataLst>
    <p:extLst>
      <p:ext uri="{BB962C8B-B14F-4D97-AF65-F5344CB8AC3E}">
        <p14:creationId xmlns:p14="http://schemas.microsoft.com/office/powerpoint/2010/main" val="95354430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DB977DED-1D58-41D1-B7D1-CD7547E004DA}"/>
              </a:ext>
            </a:extLst>
          </p:cNvPr>
          <p:cNvSpPr>
            <a:spLocks noGrp="1"/>
          </p:cNvSpPr>
          <p:nvPr>
            <p:ph type="sldNum" idx="97"/>
          </p:nvPr>
        </p:nvSpPr>
        <p:spPr/>
        <p:txBody>
          <a:bodyPr/>
          <a:lstStyle/>
          <a:p>
            <a:fld id="{4037B1B0-0345-4E15-985A-6BECCDBE474F}" type="slidenum">
              <a:rPr lang="en-US" smtClean="0"/>
              <a:pPr/>
              <a:t>86</a:t>
            </a:fld>
            <a:endParaRPr lang="en-US" dirty="0"/>
          </a:p>
        </p:txBody>
      </p:sp>
      <p:sp>
        <p:nvSpPr>
          <p:cNvPr id="3" name="Title">
            <a:extLst>
              <a:ext uri="{FF2B5EF4-FFF2-40B4-BE49-F238E27FC236}">
                <a16:creationId xmlns:a16="http://schemas.microsoft.com/office/drawing/2014/main" id="{BB1EAD8F-C490-41B0-BAA6-7B6D3A342EAD}"/>
              </a:ext>
            </a:extLst>
          </p:cNvPr>
          <p:cNvSpPr>
            <a:spLocks noGrp="1"/>
          </p:cNvSpPr>
          <p:nvPr>
            <p:ph type="title" idx="1"/>
          </p:nvPr>
        </p:nvSpPr>
        <p:spPr/>
        <p:txBody>
          <a:bodyPr/>
          <a:lstStyle/>
          <a:p>
            <a:r>
              <a:rPr lang="en-US" dirty="0"/>
              <a:t>Module summary</a:t>
            </a:r>
          </a:p>
        </p:txBody>
      </p:sp>
      <p:sp>
        <p:nvSpPr>
          <p:cNvPr id="4" name="Content Placeholder 3">
            <a:extLst>
              <a:ext uri="{FF2B5EF4-FFF2-40B4-BE49-F238E27FC236}">
                <a16:creationId xmlns:a16="http://schemas.microsoft.com/office/drawing/2014/main" id="{CC88BFF3-185D-4536-92AC-28642BDA4378}"/>
              </a:ext>
            </a:extLst>
          </p:cNvPr>
          <p:cNvSpPr>
            <a:spLocks noGrp="1"/>
          </p:cNvSpPr>
          <p:nvPr>
            <p:ph idx="2"/>
          </p:nvPr>
        </p:nvSpPr>
        <p:spPr/>
        <p:txBody>
          <a:bodyPr/>
          <a:lstStyle/>
          <a:p>
            <a:pPr marL="0" indent="0">
              <a:buNone/>
            </a:pPr>
            <a:r>
              <a:rPr lang="en-US" dirty="0"/>
              <a:t>This module prepared you to do the following: </a:t>
            </a:r>
          </a:p>
          <a:p>
            <a:pPr lvl="1"/>
            <a:r>
              <a:rPr lang="en-US" dirty="0"/>
              <a:t>Use AWS Identity and Access Management (IAM) users, groups, and roles to manage permissions.</a:t>
            </a:r>
          </a:p>
          <a:p>
            <a:pPr lvl="1"/>
            <a:r>
              <a:rPr lang="en-US" dirty="0"/>
              <a:t>Implement user federation within an architecture to increase security.</a:t>
            </a:r>
          </a:p>
          <a:p>
            <a:pPr lvl="1"/>
            <a:r>
              <a:rPr lang="en-US" dirty="0"/>
              <a:t>Describe how to manage multiple AWS accounts.</a:t>
            </a:r>
          </a:p>
          <a:p>
            <a:pPr lvl="1"/>
            <a:r>
              <a:rPr lang="en-US" dirty="0"/>
              <a:t>Recognize how AWS Organizations service control policies (SCPs) increase security within an architecture.</a:t>
            </a:r>
          </a:p>
          <a:p>
            <a:pPr lvl="1"/>
            <a:r>
              <a:rPr lang="en-US" dirty="0"/>
              <a:t>Encrypt data at rest by using AWS Key Management Service (AWS KMS).</a:t>
            </a:r>
          </a:p>
          <a:p>
            <a:pPr lvl="1"/>
            <a:r>
              <a:rPr lang="en-US" dirty="0"/>
              <a:t>Identify appropriate AWS security services based on a given use case.</a:t>
            </a:r>
          </a:p>
        </p:txBody>
      </p:sp>
    </p:spTree>
    <p:custDataLst>
      <p:tags r:id="rId1"/>
    </p:custDataLst>
    <p:extLst>
      <p:ext uri="{BB962C8B-B14F-4D97-AF65-F5344CB8AC3E}">
        <p14:creationId xmlns:p14="http://schemas.microsoft.com/office/powerpoint/2010/main" val="216255825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C5C500B6-DE28-45E7-BCA4-C41255BDBCEA}"/>
              </a:ext>
            </a:extLst>
          </p:cNvPr>
          <p:cNvSpPr>
            <a:spLocks noGrp="1"/>
          </p:cNvSpPr>
          <p:nvPr>
            <p:ph type="sldNum" idx="97"/>
          </p:nvPr>
        </p:nvSpPr>
        <p:spPr/>
        <p:txBody>
          <a:bodyPr/>
          <a:lstStyle/>
          <a:p>
            <a:fld id="{930176A1-BCF0-4712-97A6-6B495F55390B}" type="slidenum">
              <a:rPr lang="en-US" smtClean="0"/>
              <a:pPr/>
              <a:t>87</a:t>
            </a:fld>
            <a:endParaRPr lang="en-US" dirty="0"/>
          </a:p>
        </p:txBody>
      </p:sp>
      <p:sp>
        <p:nvSpPr>
          <p:cNvPr id="3" name="Title">
            <a:extLst>
              <a:ext uri="{FF2B5EF4-FFF2-40B4-BE49-F238E27FC236}">
                <a16:creationId xmlns:a16="http://schemas.microsoft.com/office/drawing/2014/main" id="{51F3F5E5-7DD2-4213-B89E-D58B1DC6C675}"/>
              </a:ext>
            </a:extLst>
          </p:cNvPr>
          <p:cNvSpPr>
            <a:spLocks noGrp="1"/>
          </p:cNvSpPr>
          <p:nvPr>
            <p:ph type="title" idx="1"/>
          </p:nvPr>
        </p:nvSpPr>
        <p:spPr/>
        <p:txBody>
          <a:bodyPr/>
          <a:lstStyle/>
          <a:p>
            <a:r>
              <a:rPr lang="en-US" dirty="0"/>
              <a:t>Module knowledge check</a:t>
            </a:r>
          </a:p>
        </p:txBody>
      </p:sp>
      <p:sp>
        <p:nvSpPr>
          <p:cNvPr id="4" name="Text Placeholder 3">
            <a:extLst>
              <a:ext uri="{FF2B5EF4-FFF2-40B4-BE49-F238E27FC236}">
                <a16:creationId xmlns:a16="http://schemas.microsoft.com/office/drawing/2014/main" id="{B102839A-21FA-4CBF-AD8B-EDDC3CB67316}"/>
              </a:ext>
            </a:extLst>
          </p:cNvPr>
          <p:cNvSpPr>
            <a:spLocks noGrp="1"/>
          </p:cNvSpPr>
          <p:nvPr>
            <p:ph type="body" idx="3"/>
          </p:nvPr>
        </p:nvSpPr>
        <p:spPr/>
        <p:txBody>
          <a:bodyPr/>
          <a:lstStyle/>
          <a:p>
            <a:r>
              <a:rPr lang="en-US" dirty="0"/>
              <a:t>The knowledge check is delivered online within your course.</a:t>
            </a:r>
          </a:p>
          <a:p>
            <a:r>
              <a:rPr lang="en-US" dirty="0"/>
              <a:t>The knowledge check includes 10 questions based on material that was presented on the slides and in the slide notes.</a:t>
            </a:r>
          </a:p>
          <a:p>
            <a:r>
              <a:rPr lang="en-US" dirty="0"/>
              <a:t>You can retake the knowledge check as many times as you like.</a:t>
            </a:r>
          </a:p>
        </p:txBody>
      </p:sp>
      <p:pic>
        <p:nvPicPr>
          <p:cNvPr id="5" name="Content Placeholder 9">
            <a:extLst>
              <a:ext uri="{FF2B5EF4-FFF2-40B4-BE49-F238E27FC236}">
                <a16:creationId xmlns:a16="http://schemas.microsoft.com/office/drawing/2014/main" id="{807D4F68-5D6A-4D5A-900A-3670C23DDC8F}"/>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11658" y="3044661"/>
            <a:ext cx="1624858" cy="2438728"/>
          </a:xfrm>
          <a:prstGeom prst="rect">
            <a:avLst/>
          </a:prstGeom>
        </p:spPr>
      </p:pic>
    </p:spTree>
    <p:custDataLst>
      <p:tags r:id="rId1"/>
    </p:custDataLst>
    <p:extLst>
      <p:ext uri="{BB962C8B-B14F-4D97-AF65-F5344CB8AC3E}">
        <p14:creationId xmlns:p14="http://schemas.microsoft.com/office/powerpoint/2010/main" val="174351391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BE7C7FE3-114D-4F09-A6D8-7D726A57536D}"/>
              </a:ext>
            </a:extLst>
          </p:cNvPr>
          <p:cNvSpPr>
            <a:spLocks noGrp="1"/>
          </p:cNvSpPr>
          <p:nvPr>
            <p:ph type="sldNum" idx="97"/>
          </p:nvPr>
        </p:nvSpPr>
        <p:spPr/>
        <p:txBody>
          <a:bodyPr/>
          <a:lstStyle/>
          <a:p>
            <a:fld id="{4037B1B0-0345-4E15-985A-6BECCDBE474F}" type="slidenum">
              <a:rPr lang="en-US" smtClean="0"/>
              <a:pPr/>
              <a:t>88</a:t>
            </a:fld>
            <a:endParaRPr lang="en-US" dirty="0"/>
          </a:p>
        </p:txBody>
      </p:sp>
      <p:sp>
        <p:nvSpPr>
          <p:cNvPr id="3" name="Title">
            <a:extLst>
              <a:ext uri="{FF2B5EF4-FFF2-40B4-BE49-F238E27FC236}">
                <a16:creationId xmlns:a16="http://schemas.microsoft.com/office/drawing/2014/main" id="{F5028736-5372-4938-A26F-30FF32872DC0}"/>
              </a:ext>
            </a:extLst>
          </p:cNvPr>
          <p:cNvSpPr>
            <a:spLocks noGrp="1"/>
          </p:cNvSpPr>
          <p:nvPr>
            <p:ph type="title" idx="1"/>
          </p:nvPr>
        </p:nvSpPr>
        <p:spPr/>
        <p:txBody>
          <a:bodyPr/>
          <a:lstStyle/>
          <a:p>
            <a:r>
              <a:rPr lang="en-US" dirty="0"/>
              <a:t>Sample exam question</a:t>
            </a:r>
          </a:p>
        </p:txBody>
      </p:sp>
      <p:sp>
        <p:nvSpPr>
          <p:cNvPr id="6" name="Text Placeholder 5">
            <a:extLst>
              <a:ext uri="{FF2B5EF4-FFF2-40B4-BE49-F238E27FC236}">
                <a16:creationId xmlns:a16="http://schemas.microsoft.com/office/drawing/2014/main" id="{DBD41753-00A1-4B2D-9A54-D2109FDADD93}"/>
              </a:ext>
            </a:extLst>
          </p:cNvPr>
          <p:cNvSpPr>
            <a:spLocks noGrp="1"/>
          </p:cNvSpPr>
          <p:nvPr>
            <p:ph type="body" sz="quarter" idx="98"/>
          </p:nvPr>
        </p:nvSpPr>
        <p:spPr>
          <a:xfrm>
            <a:off x="0" y="721525"/>
            <a:ext cx="12192000" cy="2298766"/>
          </a:xfrm>
        </p:spPr>
        <p:txBody>
          <a:bodyPr/>
          <a:lstStyle/>
          <a:p>
            <a:r>
              <a:rPr lang="en-US" dirty="0"/>
              <a:t>A company has two separate AWS accounts for testing workloads: one for performance testing and the other for integration testing. The accounts are grouped into an AWS Organizations organizational unit, and each account has a Tester role defined. The company wants to enforce the following security rules on users in the Tester role (testers) in both accounts:</a:t>
            </a:r>
          </a:p>
          <a:p>
            <a:pPr marL="285750" indent="-285750">
              <a:buFont typeface="Arial" panose="020B0604020202020204" pitchFamily="34" charset="0"/>
              <a:buChar char="•"/>
            </a:pPr>
            <a:r>
              <a:rPr lang="en-US" dirty="0"/>
              <a:t>Testers can only access the Amazon EC2 and Amazon RDS services.</a:t>
            </a:r>
          </a:p>
          <a:p>
            <a:pPr marL="285750" indent="-285750">
              <a:buFont typeface="Arial" panose="020B0604020202020204" pitchFamily="34" charset="0"/>
              <a:buChar char="•"/>
            </a:pPr>
            <a:r>
              <a:rPr lang="en-US" dirty="0"/>
              <a:t>Testers can only start and stop EC2 instances.</a:t>
            </a:r>
          </a:p>
          <a:p>
            <a:pPr marL="285750" indent="-285750">
              <a:buFont typeface="Arial" panose="020B0604020202020204" pitchFamily="34" charset="0"/>
              <a:buChar char="•"/>
            </a:pPr>
            <a:r>
              <a:rPr lang="en-US" dirty="0"/>
              <a:t>Testers have read and write permissions to RDS databases.</a:t>
            </a:r>
          </a:p>
          <a:p>
            <a:r>
              <a:rPr lang="en-US" dirty="0"/>
              <a:t>Which tasks does a system administrator need to perform to implement these requirements? (Select TWO).</a:t>
            </a:r>
          </a:p>
          <a:p>
            <a:endParaRPr lang="en-US" dirty="0"/>
          </a:p>
        </p:txBody>
      </p:sp>
      <p:sp>
        <p:nvSpPr>
          <p:cNvPr id="14" name="Text Placeholder 3">
            <a:extLst>
              <a:ext uri="{FF2B5EF4-FFF2-40B4-BE49-F238E27FC236}">
                <a16:creationId xmlns:a16="http://schemas.microsoft.com/office/drawing/2014/main" id="{F6273E28-0A43-43EC-8717-2E9B3AEC1A11}"/>
              </a:ext>
            </a:extLst>
          </p:cNvPr>
          <p:cNvSpPr txBox="1">
            <a:spLocks/>
          </p:cNvSpPr>
          <p:nvPr/>
        </p:nvSpPr>
        <p:spPr>
          <a:xfrm>
            <a:off x="0" y="2987049"/>
            <a:ext cx="12188952" cy="558729"/>
          </a:xfrm>
          <a:prstGeom prst="rect">
            <a:avLst/>
          </a:prstGeom>
          <a:noFill/>
        </p:spPr>
        <p:txBody>
          <a:bodyPr vert="horz" lIns="182880" tIns="91440" rIns="182880" bIns="91440" rtlCol="0" anchor="ctr">
            <a:normAutofit/>
          </a:bodyPr>
          <a:lstStyle>
            <a:defPPr>
              <a:defRPr lang="en-US"/>
            </a:defPPr>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1800" kern="1200">
                <a:solidFill>
                  <a:schemeClr val="bg1"/>
                </a:solidFill>
                <a:latin typeface="Amazon Ember"/>
              </a:defRPr>
            </a:lvl1pPr>
            <a:lvl2pPr marL="457200" indent="-230188" algn="l" defTabSz="228600" rtl="0" eaLnBrk="1" latinLnBrk="0" hangingPunct="1">
              <a:lnSpc>
                <a:spcPct val="100000"/>
              </a:lnSpc>
              <a:spcBef>
                <a:spcPts val="0"/>
              </a:spcBef>
              <a:spcAft>
                <a:spcPts val="600"/>
              </a:spcAft>
              <a:buFont typeface="Amazon Ember"/>
              <a:buChar char="•"/>
              <a:defRPr sz="2400" kern="1200">
                <a:solidFill>
                  <a:schemeClr val="tx2"/>
                </a:solidFill>
                <a:latin typeface="Amazon Ember"/>
              </a:defRPr>
            </a:lvl2pPr>
            <a:lvl3pPr marL="685800" indent="-230188" algn="l" defTabSz="228600" rtl="0" eaLnBrk="1" latinLnBrk="0" hangingPunct="1">
              <a:lnSpc>
                <a:spcPct val="100000"/>
              </a:lnSpc>
              <a:spcBef>
                <a:spcPts val="0"/>
              </a:spcBef>
              <a:spcAft>
                <a:spcPts val="600"/>
              </a:spcAft>
              <a:buFont typeface="Amazon Ember"/>
              <a:buChar char="•"/>
              <a:defRPr sz="2000" kern="1200">
                <a:solidFill>
                  <a:schemeClr val="tx2"/>
                </a:solidFill>
                <a:latin typeface="Amazon Ember"/>
              </a:defRPr>
            </a:lvl3pPr>
            <a:lvl4pPr marL="9144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4pPr>
            <a:lvl5pPr marL="11430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232F3E"/>
                </a:solidFill>
                <a:effectLst/>
                <a:uLnTx/>
                <a:uFillTx/>
                <a:latin typeface="+mn-lt"/>
                <a:ea typeface="+mn-ea"/>
                <a:cs typeface="+mn-cs"/>
              </a:rPr>
              <a:t>Identify the key words and phrases before continuing.</a:t>
            </a:r>
          </a:p>
        </p:txBody>
      </p:sp>
      <p:sp>
        <p:nvSpPr>
          <p:cNvPr id="15" name="Text Placeholder 3">
            <a:extLst>
              <a:ext uri="{FF2B5EF4-FFF2-40B4-BE49-F238E27FC236}">
                <a16:creationId xmlns:a16="http://schemas.microsoft.com/office/drawing/2014/main" id="{161CB9C2-C199-471C-A6E6-48A1444E8DA5}"/>
              </a:ext>
            </a:extLst>
          </p:cNvPr>
          <p:cNvSpPr txBox="1">
            <a:spLocks/>
          </p:cNvSpPr>
          <p:nvPr/>
        </p:nvSpPr>
        <p:spPr>
          <a:xfrm>
            <a:off x="0" y="3464378"/>
            <a:ext cx="12188952" cy="2427957"/>
          </a:xfrm>
          <a:prstGeom prst="rect">
            <a:avLst/>
          </a:prstGeom>
          <a:noFill/>
        </p:spPr>
        <p:txBody>
          <a:bodyPr vert="horz" lIns="182880" tIns="91440" rIns="182880" bIns="91440" rtlCol="0">
            <a:noAutofit/>
          </a:bodyPr>
          <a:lstStyle>
            <a:defPPr>
              <a:defRPr lang="en-US"/>
            </a:defPPr>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1800" kern="1200">
                <a:solidFill>
                  <a:schemeClr val="bg1"/>
                </a:solidFill>
                <a:latin typeface="Amazon Ember"/>
              </a:defRPr>
            </a:lvl1pPr>
            <a:lvl2pPr marL="457200" indent="-230188" algn="l" defTabSz="228600" rtl="0" eaLnBrk="1" latinLnBrk="0" hangingPunct="1">
              <a:lnSpc>
                <a:spcPct val="100000"/>
              </a:lnSpc>
              <a:spcBef>
                <a:spcPts val="0"/>
              </a:spcBef>
              <a:spcAft>
                <a:spcPts val="600"/>
              </a:spcAft>
              <a:buFont typeface="Amazon Ember"/>
              <a:buChar char="•"/>
              <a:defRPr sz="2400" kern="1200">
                <a:solidFill>
                  <a:schemeClr val="tx2"/>
                </a:solidFill>
                <a:latin typeface="Amazon Ember"/>
              </a:defRPr>
            </a:lvl2pPr>
            <a:lvl3pPr marL="685800" indent="-230188" algn="l" defTabSz="228600" rtl="0" eaLnBrk="1" latinLnBrk="0" hangingPunct="1">
              <a:lnSpc>
                <a:spcPct val="100000"/>
              </a:lnSpc>
              <a:spcBef>
                <a:spcPts val="0"/>
              </a:spcBef>
              <a:spcAft>
                <a:spcPts val="600"/>
              </a:spcAft>
              <a:buFont typeface="Amazon Ember"/>
              <a:buChar char="•"/>
              <a:defRPr sz="2000" kern="1200">
                <a:solidFill>
                  <a:schemeClr val="tx2"/>
                </a:solidFill>
                <a:latin typeface="Amazon Ember"/>
              </a:defRPr>
            </a:lvl3pPr>
            <a:lvl4pPr marL="9144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4pPr>
            <a:lvl5pPr marL="11430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kumimoji="0" lang="en-US" sz="1800" i="0" u="none" strike="noStrike" kern="1200" cap="none" spc="0" normalizeH="0" baseline="0" noProof="0" dirty="0">
                <a:ln>
                  <a:noFill/>
                </a:ln>
                <a:solidFill>
                  <a:srgbClr val="232F3E"/>
                </a:solidFill>
                <a:effectLst/>
                <a:uLnTx/>
                <a:uFillTx/>
                <a:latin typeface="+mn-lt"/>
                <a:ea typeface="Amazon Ember Heavy" panose="020B0803020204020204" pitchFamily="34" charset="0"/>
                <a:cs typeface="Amazon Ember Heavy" panose="020B0803020204020204" pitchFamily="34" charset="0"/>
              </a:rPr>
              <a:t>The following are the key words and phrases:</a:t>
            </a:r>
          </a:p>
          <a:p>
            <a:pPr marL="285750" lvl="0" indent="-285750">
              <a:buFont typeface="Arial" panose="020B0604020202020204" pitchFamily="34" charset="0"/>
              <a:buChar char="•"/>
              <a:defRPr/>
            </a:pPr>
            <a:r>
              <a:rPr lang="en-US" dirty="0">
                <a:solidFill>
                  <a:srgbClr val="232F3E"/>
                </a:solidFill>
                <a:latin typeface="+mn-lt"/>
              </a:rPr>
              <a:t>The accounts are grouped into an AWS Organizations organizational unit.</a:t>
            </a:r>
          </a:p>
          <a:p>
            <a:pPr marL="285750" lvl="0" indent="-285750">
              <a:buFont typeface="Arial" panose="020B0604020202020204" pitchFamily="34" charset="0"/>
              <a:buChar char="•"/>
              <a:defRPr/>
            </a:pPr>
            <a:r>
              <a:rPr lang="en-US" dirty="0">
                <a:solidFill>
                  <a:srgbClr val="232F3E"/>
                </a:solidFill>
                <a:latin typeface="+mn-lt"/>
              </a:rPr>
              <a:t>Each account has a Tester role.</a:t>
            </a:r>
          </a:p>
          <a:p>
            <a:pPr marL="285750" lvl="0" indent="-285750">
              <a:buFont typeface="Arial" panose="020B0604020202020204" pitchFamily="34" charset="0"/>
              <a:buChar char="•"/>
              <a:defRPr/>
            </a:pPr>
            <a:r>
              <a:rPr lang="en-US" dirty="0">
                <a:solidFill>
                  <a:srgbClr val="232F3E"/>
                </a:solidFill>
                <a:latin typeface="+mn-lt"/>
              </a:rPr>
              <a:t>Enforce the following security rules on users in the Tester role (testers) in both accounts.</a:t>
            </a:r>
          </a:p>
          <a:p>
            <a:pPr marL="285750" lvl="0" indent="-285750">
              <a:buFont typeface="Arial" panose="020B0604020202020204" pitchFamily="34" charset="0"/>
              <a:buChar char="•"/>
              <a:defRPr/>
            </a:pPr>
            <a:r>
              <a:rPr lang="en-US" dirty="0">
                <a:solidFill>
                  <a:srgbClr val="232F3E"/>
                </a:solidFill>
                <a:latin typeface="+mn-lt"/>
              </a:rPr>
              <a:t>Testers can only access the Amazon EC2 and Amazon RDS services.</a:t>
            </a:r>
          </a:p>
        </p:txBody>
      </p:sp>
    </p:spTree>
    <p:custDataLst>
      <p:tags r:id="rId1"/>
    </p:custDataLst>
    <p:extLst>
      <p:ext uri="{BB962C8B-B14F-4D97-AF65-F5344CB8AC3E}">
        <p14:creationId xmlns:p14="http://schemas.microsoft.com/office/powerpoint/2010/main" val="4078553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560C1596-F24F-4D09-B02B-BC63E00C7E5E}"/>
              </a:ext>
            </a:extLst>
          </p:cNvPr>
          <p:cNvSpPr>
            <a:spLocks noGrp="1"/>
          </p:cNvSpPr>
          <p:nvPr>
            <p:ph type="sldNum" idx="97"/>
          </p:nvPr>
        </p:nvSpPr>
        <p:spPr/>
        <p:txBody>
          <a:bodyPr/>
          <a:lstStyle/>
          <a:p>
            <a:fld id="{4037B1B0-0345-4E15-985A-6BECCDBE474F}" type="slidenum">
              <a:rPr lang="en-US" smtClean="0"/>
              <a:pPr/>
              <a:t>89</a:t>
            </a:fld>
            <a:endParaRPr lang="en-US" dirty="0"/>
          </a:p>
        </p:txBody>
      </p:sp>
      <p:sp>
        <p:nvSpPr>
          <p:cNvPr id="21" name="Title">
            <a:extLst>
              <a:ext uri="{FF2B5EF4-FFF2-40B4-BE49-F238E27FC236}">
                <a16:creationId xmlns:a16="http://schemas.microsoft.com/office/drawing/2014/main" id="{EDED5338-E1F6-4A13-90E6-0B24EB06EB47}"/>
              </a:ext>
            </a:extLst>
          </p:cNvPr>
          <p:cNvSpPr>
            <a:spLocks noGrp="1"/>
          </p:cNvSpPr>
          <p:nvPr>
            <p:ph type="title" idx="1"/>
          </p:nvPr>
        </p:nvSpPr>
        <p:spPr/>
        <p:txBody>
          <a:bodyPr/>
          <a:lstStyle/>
          <a:p>
            <a:r>
              <a:rPr lang="en-US" dirty="0"/>
              <a:t>Sample exam question: Response choices</a:t>
            </a:r>
          </a:p>
        </p:txBody>
      </p:sp>
      <p:sp>
        <p:nvSpPr>
          <p:cNvPr id="22" name="Text Placeholder 21">
            <a:extLst>
              <a:ext uri="{FF2B5EF4-FFF2-40B4-BE49-F238E27FC236}">
                <a16:creationId xmlns:a16="http://schemas.microsoft.com/office/drawing/2014/main" id="{2F3936C1-AD6A-4B22-B005-DA7F2684F35E}"/>
              </a:ext>
            </a:extLst>
          </p:cNvPr>
          <p:cNvSpPr>
            <a:spLocks noGrp="1"/>
          </p:cNvSpPr>
          <p:nvPr>
            <p:ph type="body" sz="quarter" idx="98"/>
          </p:nvPr>
        </p:nvSpPr>
        <p:spPr>
          <a:xfrm>
            <a:off x="0" y="721526"/>
            <a:ext cx="12192000" cy="1772292"/>
          </a:xfrm>
        </p:spPr>
        <p:txBody>
          <a:bodyPr/>
          <a:lstStyle/>
          <a:p>
            <a:r>
              <a:rPr lang="en-US" dirty="0"/>
              <a:t>A company has two separate AWS accounts for testing workloads: one for performance testing and the other for integration testing. The accounts are grouped into an AWS Organizations organizational unit, and each account has a Tester role defined. The company wants to enforce the following security rules on users in the Tester role (testers) in both accounts: Testers can only access the Amazon EC2 and Amazon RDS services, testers can only start and stop EC2 instances, and testers have read and write permissions to RDS databases.</a:t>
            </a:r>
          </a:p>
          <a:p>
            <a:r>
              <a:rPr lang="en-US" dirty="0"/>
              <a:t>Which tasks does a system administrator need to perform to implement these requirements? (Select TWO).</a:t>
            </a:r>
          </a:p>
          <a:p>
            <a:endParaRPr lang="en-US" dirty="0"/>
          </a:p>
        </p:txBody>
      </p:sp>
      <p:sp>
        <p:nvSpPr>
          <p:cNvPr id="6" name="Choice Header">
            <a:extLst>
              <a:ext uri="{FF2B5EF4-FFF2-40B4-BE49-F238E27FC236}">
                <a16:creationId xmlns:a16="http://schemas.microsoft.com/office/drawing/2014/main" id="{3F996E5E-AAE7-4F03-97C6-34A28BC4975B}"/>
              </a:ext>
            </a:extLst>
          </p:cNvPr>
          <p:cNvSpPr txBox="1">
            <a:spLocks/>
          </p:cNvSpPr>
          <p:nvPr/>
        </p:nvSpPr>
        <p:spPr>
          <a:xfrm>
            <a:off x="2477" y="2621577"/>
            <a:ext cx="886968" cy="317500"/>
          </a:xfrm>
          <a:prstGeom prst="rect">
            <a:avLst/>
          </a:prstGeom>
          <a:solidFill>
            <a:schemeClr val="accent2"/>
          </a:solidFill>
          <a:ln>
            <a:noFill/>
          </a:ln>
        </p:spPr>
        <p:txBody>
          <a:bodyPr lIns="0" tIns="45720" rIns="0" bIns="45720" anchor="ctr">
            <a:noAutofit/>
          </a:bodyPr>
          <a:lstStyle>
            <a:defPPr>
              <a:defRPr lang="en-US"/>
            </a:defPPr>
            <a:lvl1pPr marL="0" indent="0" algn="ctr"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1pPr>
            <a:lvl2pPr marL="457200" indent="-230188" algn="l" defTabSz="228600" rtl="0" eaLnBrk="1" latinLnBrk="0" hangingPunct="1">
              <a:lnSpc>
                <a:spcPct val="100000"/>
              </a:lnSpc>
              <a:spcBef>
                <a:spcPts val="0"/>
              </a:spcBef>
              <a:spcAft>
                <a:spcPts val="600"/>
              </a:spcAft>
              <a:buFont typeface="Amazon Ember"/>
              <a:buChar char="•"/>
              <a:defRPr sz="2400" kern="1200">
                <a:solidFill>
                  <a:schemeClr val="tx2"/>
                </a:solidFill>
                <a:latin typeface="Amazon Ember"/>
              </a:defRPr>
            </a:lvl2pPr>
            <a:lvl3pPr marL="685800" indent="-230188" algn="l" defTabSz="228600" rtl="0" eaLnBrk="1" latinLnBrk="0" hangingPunct="1">
              <a:lnSpc>
                <a:spcPct val="100000"/>
              </a:lnSpc>
              <a:spcBef>
                <a:spcPts val="0"/>
              </a:spcBef>
              <a:spcAft>
                <a:spcPts val="600"/>
              </a:spcAft>
              <a:buFont typeface="Amazon Ember"/>
              <a:buChar char="•"/>
              <a:defRPr sz="2000" kern="1200">
                <a:solidFill>
                  <a:schemeClr val="tx2"/>
                </a:solidFill>
                <a:latin typeface="Amazon Ember"/>
              </a:defRPr>
            </a:lvl3pPr>
            <a:lvl4pPr marL="9144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4pPr>
            <a:lvl5pPr marL="11430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marL="0" marR="0" lvl="0" indent="0" algn="ctr" defTabSz="228600" rtl="0" eaLnBrk="1" fontAlgn="auto" latinLnBrk="0" hangingPunct="1">
              <a:lnSpc>
                <a:spcPct val="100000"/>
              </a:lnSpc>
              <a:spcBef>
                <a:spcPts val="0"/>
              </a:spcBef>
              <a:spcAft>
                <a:spcPts val="600"/>
              </a:spcAft>
              <a:buClrTx/>
              <a:buSzTx/>
              <a:buFont typeface="Amazon Ember"/>
              <a:buNone/>
              <a:tabLst/>
              <a:defRPr/>
            </a:pPr>
            <a:r>
              <a:rPr kumimoji="0" lang="en-US" sz="1600" b="1" i="0" u="none" strike="noStrike" kern="1200" cap="none" spc="0" normalizeH="0" baseline="0" noProof="0" dirty="0">
                <a:ln>
                  <a:noFill/>
                </a:ln>
                <a:solidFill>
                  <a:schemeClr val="bg1"/>
                </a:solidFill>
                <a:effectLst/>
                <a:uLnTx/>
                <a:uFillTx/>
                <a:latin typeface="+mn-lt"/>
                <a:ea typeface="+mn-ea"/>
                <a:cs typeface="+mn-cs"/>
              </a:rPr>
              <a:t>Choice</a:t>
            </a:r>
          </a:p>
        </p:txBody>
      </p:sp>
      <p:sp>
        <p:nvSpPr>
          <p:cNvPr id="7" name="Response Header">
            <a:extLst>
              <a:ext uri="{FF2B5EF4-FFF2-40B4-BE49-F238E27FC236}">
                <a16:creationId xmlns:a16="http://schemas.microsoft.com/office/drawing/2014/main" id="{D1E3B812-79B4-4414-9DF3-C3B4608F1E84}"/>
              </a:ext>
            </a:extLst>
          </p:cNvPr>
          <p:cNvSpPr txBox="1">
            <a:spLocks/>
          </p:cNvSpPr>
          <p:nvPr/>
        </p:nvSpPr>
        <p:spPr>
          <a:xfrm>
            <a:off x="907950" y="2621577"/>
            <a:ext cx="11284050" cy="317500"/>
          </a:xfrm>
          <a:prstGeom prst="rect">
            <a:avLst/>
          </a:prstGeom>
          <a:solidFill>
            <a:schemeClr val="accent2"/>
          </a:solidFill>
          <a:ln>
            <a:noFill/>
          </a:ln>
        </p:spPr>
        <p:txBody>
          <a:bodyPr lIns="91440" rIns="91440" anchor="ctr">
            <a:noAutofit/>
          </a:bodyPr>
          <a:lstStyle>
            <a:defPPr>
              <a:defRPr lang="en-US"/>
            </a:defPPr>
            <a:lvl1pPr marL="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1pPr>
            <a:lvl2pPr marL="457200" indent="-230188" algn="l" defTabSz="228600" rtl="0" eaLnBrk="1" latinLnBrk="0" hangingPunct="1">
              <a:lnSpc>
                <a:spcPct val="100000"/>
              </a:lnSpc>
              <a:spcBef>
                <a:spcPts val="0"/>
              </a:spcBef>
              <a:spcAft>
                <a:spcPts val="600"/>
              </a:spcAft>
              <a:buFont typeface="Amazon Ember"/>
              <a:buChar char="•"/>
              <a:defRPr sz="2400" kern="1200">
                <a:solidFill>
                  <a:schemeClr val="tx2"/>
                </a:solidFill>
                <a:latin typeface="Amazon Ember"/>
              </a:defRPr>
            </a:lvl2pPr>
            <a:lvl3pPr marL="685800" indent="-230188" algn="l" defTabSz="228600" rtl="0" eaLnBrk="1" latinLnBrk="0" hangingPunct="1">
              <a:lnSpc>
                <a:spcPct val="100000"/>
              </a:lnSpc>
              <a:spcBef>
                <a:spcPts val="0"/>
              </a:spcBef>
              <a:spcAft>
                <a:spcPts val="600"/>
              </a:spcAft>
              <a:buFont typeface="Amazon Ember"/>
              <a:buChar char="•"/>
              <a:defRPr sz="2000" kern="1200">
                <a:solidFill>
                  <a:schemeClr val="tx2"/>
                </a:solidFill>
                <a:latin typeface="Amazon Ember"/>
              </a:defRPr>
            </a:lvl3pPr>
            <a:lvl4pPr marL="9144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4pPr>
            <a:lvl5pPr marL="11430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marL="0" marR="0" lvl="0" indent="0" algn="l" defTabSz="228600" rtl="0" eaLnBrk="1" fontAlgn="auto" latinLnBrk="0" hangingPunct="1">
              <a:lnSpc>
                <a:spcPct val="100000"/>
              </a:lnSpc>
              <a:spcBef>
                <a:spcPts val="0"/>
              </a:spcBef>
              <a:spcAft>
                <a:spcPts val="600"/>
              </a:spcAft>
              <a:buClrTx/>
              <a:buSzTx/>
              <a:buFont typeface="Amazon Ember"/>
              <a:buNone/>
              <a:tabLst/>
              <a:defRPr/>
            </a:pPr>
            <a:r>
              <a:rPr kumimoji="0" lang="en-US" sz="1600" b="1" i="0" u="none" strike="noStrike" kern="1200" cap="none" spc="0" normalizeH="0" baseline="0" noProof="0" dirty="0">
                <a:ln>
                  <a:noFill/>
                </a:ln>
                <a:solidFill>
                  <a:schemeClr val="bg1"/>
                </a:solidFill>
                <a:effectLst/>
                <a:uLnTx/>
                <a:uFillTx/>
                <a:latin typeface="+mn-lt"/>
                <a:ea typeface="+mn-ea"/>
                <a:cs typeface="+mn-cs"/>
              </a:rPr>
              <a:t>Response</a:t>
            </a:r>
          </a:p>
        </p:txBody>
      </p:sp>
      <p:grpSp>
        <p:nvGrpSpPr>
          <p:cNvPr id="23" name="Group 22">
            <a:extLst>
              <a:ext uri="{FF2B5EF4-FFF2-40B4-BE49-F238E27FC236}">
                <a16:creationId xmlns:a16="http://schemas.microsoft.com/office/drawing/2014/main" id="{FB7FB152-EB9F-4868-A95D-1F3F58950B58}"/>
              </a:ext>
            </a:extLst>
          </p:cNvPr>
          <p:cNvGrpSpPr/>
          <p:nvPr/>
        </p:nvGrpSpPr>
        <p:grpSpPr>
          <a:xfrm>
            <a:off x="2477" y="2939050"/>
            <a:ext cx="12189523" cy="3215840"/>
            <a:chOff x="2477" y="3043941"/>
            <a:chExt cx="12189523" cy="3215840"/>
          </a:xfrm>
        </p:grpSpPr>
        <p:sp>
          <p:nvSpPr>
            <p:cNvPr id="8" name="First Resp #">
              <a:extLst>
                <a:ext uri="{FF2B5EF4-FFF2-40B4-BE49-F238E27FC236}">
                  <a16:creationId xmlns:a16="http://schemas.microsoft.com/office/drawing/2014/main" id="{50D4BF4D-2ADF-481B-AB74-C89F98076F9A}"/>
                </a:ext>
              </a:extLst>
            </p:cNvPr>
            <p:cNvSpPr txBox="1">
              <a:spLocks/>
            </p:cNvSpPr>
            <p:nvPr/>
          </p:nvSpPr>
          <p:spPr>
            <a:xfrm>
              <a:off x="2477" y="3043941"/>
              <a:ext cx="886968" cy="640080"/>
            </a:xfrm>
            <a:prstGeom prst="rect">
              <a:avLst/>
            </a:prstGeom>
            <a:noFill/>
            <a:ln>
              <a:noFill/>
            </a:ln>
          </p:spPr>
          <p:txBody>
            <a:bodyPr lIns="0" tIns="0" rIns="0" bIns="0" anchor="ctr"/>
            <a:lstStyle>
              <a:defPPr>
                <a:defRPr lang="en-US"/>
              </a:defPPr>
              <a:lvl1pPr marL="0" indent="0" algn="ctr" defTabSz="228600" rtl="0" eaLnBrk="1" latinLnBrk="0" hangingPunct="1">
                <a:lnSpc>
                  <a:spcPct val="100000"/>
                </a:lnSpc>
                <a:spcBef>
                  <a:spcPts val="0"/>
                </a:spcBef>
                <a:spcAft>
                  <a:spcPts val="0"/>
                </a:spcAft>
                <a:buFont typeface="Amazon Ember"/>
                <a:buNone/>
                <a:defRPr sz="2000" kern="1200">
                  <a:solidFill>
                    <a:schemeClr val="tx2"/>
                  </a:solidFill>
                  <a:latin typeface="+mj-lt"/>
                </a:defRPr>
              </a:lvl1pPr>
              <a:lvl2pPr marL="228600" indent="0" algn="l" defTabSz="228600" rtl="0" eaLnBrk="1" latinLnBrk="0" hangingPunct="1">
                <a:lnSpc>
                  <a:spcPct val="100000"/>
                </a:lnSpc>
                <a:spcBef>
                  <a:spcPts val="0"/>
                </a:spcBef>
                <a:spcAft>
                  <a:spcPts val="600"/>
                </a:spcAft>
                <a:buFont typeface="Amazon Ember"/>
                <a:buNone/>
                <a:defRPr sz="2400" kern="1200">
                  <a:solidFill>
                    <a:schemeClr val="tx2"/>
                  </a:solidFill>
                  <a:latin typeface="Amazon Ember"/>
                </a:defRPr>
              </a:lvl2pPr>
              <a:lvl3pPr marL="502920" indent="0" algn="l" defTabSz="228600" rtl="0" eaLnBrk="1" latinLnBrk="0" hangingPunct="1">
                <a:lnSpc>
                  <a:spcPct val="100000"/>
                </a:lnSpc>
                <a:spcBef>
                  <a:spcPts val="0"/>
                </a:spcBef>
                <a:spcAft>
                  <a:spcPts val="600"/>
                </a:spcAft>
                <a:buFont typeface="Amazon Ember"/>
                <a:buNone/>
                <a:defRPr sz="2000" kern="1200">
                  <a:solidFill>
                    <a:schemeClr val="tx2"/>
                  </a:solidFill>
                  <a:latin typeface="Amazon Ember"/>
                </a:defRPr>
              </a:lvl3pPr>
              <a:lvl4pPr marL="77724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4pPr>
              <a:lvl5pPr marL="105156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marL="0" marR="0" lvl="0" indent="0" algn="ctr" defTabSz="228600" rtl="0" eaLnBrk="1" fontAlgn="auto" latinLnBrk="0" hangingPunct="1">
                <a:lnSpc>
                  <a:spcPct val="100000"/>
                </a:lnSpc>
                <a:spcBef>
                  <a:spcPts val="0"/>
                </a:spcBef>
                <a:spcAft>
                  <a:spcPts val="0"/>
                </a:spcAft>
                <a:buClrTx/>
                <a:buSzTx/>
                <a:buFont typeface="Amazon Ember"/>
                <a:buNone/>
                <a:tabLst/>
                <a:defRPr/>
              </a:pPr>
              <a:r>
                <a:rPr kumimoji="0" lang="en-US" sz="1600" b="1" i="0" u="none" strike="noStrike" kern="1200" cap="none" spc="0" normalizeH="0" baseline="0" noProof="0" dirty="0">
                  <a:ln>
                    <a:noFill/>
                  </a:ln>
                  <a:solidFill>
                    <a:srgbClr val="232F3E"/>
                  </a:solidFill>
                  <a:effectLst/>
                  <a:uLnTx/>
                  <a:uFillTx/>
                  <a:latin typeface="+mn-lt"/>
                  <a:ea typeface="+mn-ea"/>
                  <a:cs typeface="+mn-cs"/>
                </a:rPr>
                <a:t>A</a:t>
              </a:r>
            </a:p>
          </p:txBody>
        </p:sp>
        <p:sp>
          <p:nvSpPr>
            <p:cNvPr id="9" name="First Resp Text">
              <a:extLst>
                <a:ext uri="{FF2B5EF4-FFF2-40B4-BE49-F238E27FC236}">
                  <a16:creationId xmlns:a16="http://schemas.microsoft.com/office/drawing/2014/main" id="{A0B7C74D-8B03-4109-A80D-B35621F8559C}"/>
                </a:ext>
              </a:extLst>
            </p:cNvPr>
            <p:cNvSpPr txBox="1">
              <a:spLocks/>
            </p:cNvSpPr>
            <p:nvPr/>
          </p:nvSpPr>
          <p:spPr>
            <a:xfrm>
              <a:off x="907950" y="3043941"/>
              <a:ext cx="11283696" cy="640080"/>
            </a:xfrm>
            <a:prstGeom prst="rect">
              <a:avLst/>
            </a:prstGeom>
            <a:noFill/>
            <a:ln>
              <a:noFill/>
            </a:ln>
          </p:spPr>
          <p:txBody>
            <a:bodyPr lIns="91440" tIns="45720" rIns="91440" bIns="45720" anchor="ctr"/>
            <a:lstStyle>
              <a:defPPr>
                <a:defRPr lang="en-US"/>
              </a:defPPr>
              <a:lvl1pPr marL="0" indent="0" algn="l" defTabSz="228600" rtl="0" eaLnBrk="1" latinLnBrk="0" hangingPunct="1">
                <a:lnSpc>
                  <a:spcPct val="100000"/>
                </a:lnSpc>
                <a:spcBef>
                  <a:spcPts val="0"/>
                </a:spcBef>
                <a:spcAft>
                  <a:spcPts val="0"/>
                </a:spcAft>
                <a:buFont typeface="Amazon Ember"/>
                <a:buNone/>
                <a:defRPr sz="2000" kern="1200">
                  <a:solidFill>
                    <a:schemeClr val="tx2"/>
                  </a:solidFill>
                  <a:latin typeface="Amazon Ember"/>
                </a:defRPr>
              </a:lvl1pPr>
              <a:lvl2pPr marL="228600" indent="0" algn="l" defTabSz="228600" rtl="0" eaLnBrk="1" latinLnBrk="0" hangingPunct="1">
                <a:lnSpc>
                  <a:spcPct val="100000"/>
                </a:lnSpc>
                <a:spcBef>
                  <a:spcPts val="0"/>
                </a:spcBef>
                <a:spcAft>
                  <a:spcPts val="600"/>
                </a:spcAft>
                <a:buFont typeface="Amazon Ember"/>
                <a:buNone/>
                <a:defRPr sz="2400" kern="1200">
                  <a:solidFill>
                    <a:schemeClr val="tx2"/>
                  </a:solidFill>
                  <a:latin typeface="Amazon Ember"/>
                </a:defRPr>
              </a:lvl2pPr>
              <a:lvl3pPr marL="502920" indent="0" algn="l" defTabSz="228600" rtl="0" eaLnBrk="1" latinLnBrk="0" hangingPunct="1">
                <a:lnSpc>
                  <a:spcPct val="100000"/>
                </a:lnSpc>
                <a:spcBef>
                  <a:spcPts val="0"/>
                </a:spcBef>
                <a:spcAft>
                  <a:spcPts val="600"/>
                </a:spcAft>
                <a:buFont typeface="Amazon Ember"/>
                <a:buNone/>
                <a:defRPr sz="2000" kern="1200">
                  <a:solidFill>
                    <a:schemeClr val="tx2"/>
                  </a:solidFill>
                  <a:latin typeface="Amazon Ember"/>
                </a:defRPr>
              </a:lvl3pPr>
              <a:lvl4pPr marL="77724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4pPr>
              <a:lvl5pPr marL="105156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marL="0" marR="0" lvl="0" indent="0" algn="l" defTabSz="228600" rtl="0" eaLnBrk="1" fontAlgn="auto" latinLnBrk="0" hangingPunct="1">
                <a:lnSpc>
                  <a:spcPct val="100000"/>
                </a:lnSpc>
                <a:spcBef>
                  <a:spcPts val="0"/>
                </a:spcBef>
                <a:spcAft>
                  <a:spcPts val="0"/>
                </a:spcAft>
                <a:buClrTx/>
                <a:buSzTx/>
                <a:buFont typeface="Amazon Ember"/>
                <a:buNone/>
                <a:tabLst/>
                <a:defRPr/>
              </a:pPr>
              <a:r>
                <a:rPr kumimoji="0" lang="en-US" sz="1600" b="0" i="0" u="none" strike="noStrike" kern="1200" cap="none" spc="0" normalizeH="0" baseline="0" noProof="0" dirty="0">
                  <a:ln>
                    <a:noFill/>
                  </a:ln>
                  <a:solidFill>
                    <a:srgbClr val="232F3E"/>
                  </a:solidFill>
                  <a:effectLst/>
                  <a:uLnTx/>
                  <a:uFillTx/>
                  <a:latin typeface="Amazon Ember"/>
                  <a:ea typeface="+mn-ea"/>
                  <a:cs typeface="+mn-cs"/>
                </a:rPr>
                <a:t>Create a service </a:t>
              </a:r>
              <a:r>
                <a:rPr lang="en-US" sz="1600" dirty="0">
                  <a:solidFill>
                    <a:srgbClr val="232F3E"/>
                  </a:solidFill>
                </a:rPr>
                <a:t>control</a:t>
              </a:r>
              <a:r>
                <a:rPr kumimoji="0" lang="en-US" sz="1600" b="0" i="0" u="none" strike="noStrike" kern="1200" cap="none" spc="0" normalizeH="0" baseline="0" noProof="0" dirty="0">
                  <a:ln>
                    <a:noFill/>
                  </a:ln>
                  <a:solidFill>
                    <a:srgbClr val="232F3E"/>
                  </a:solidFill>
                  <a:effectLst/>
                  <a:uLnTx/>
                  <a:uFillTx/>
                  <a:latin typeface="Amazon Ember"/>
                  <a:ea typeface="+mn-ea"/>
                  <a:cs typeface="+mn-cs"/>
                </a:rPr>
                <a:t> </a:t>
              </a:r>
              <a:r>
                <a:rPr lang="en-US" sz="1600" dirty="0">
                  <a:solidFill>
                    <a:srgbClr val="232F3E"/>
                  </a:solidFill>
                </a:rPr>
                <a:t>policy</a:t>
              </a:r>
              <a:r>
                <a:rPr kumimoji="0" lang="en-US" sz="1600" b="0" i="0" u="none" strike="noStrike" kern="1200" cap="none" spc="0" normalizeH="0" baseline="0" noProof="0" dirty="0">
                  <a:ln>
                    <a:noFill/>
                  </a:ln>
                  <a:solidFill>
                    <a:srgbClr val="232F3E"/>
                  </a:solidFill>
                  <a:effectLst/>
                  <a:uLnTx/>
                  <a:uFillTx/>
                  <a:latin typeface="Amazon Ember"/>
                  <a:ea typeface="+mn-ea"/>
                  <a:cs typeface="+mn-cs"/>
                </a:rPr>
                <a:t> (SCP) to deny all actions on all AWS services except for the Amazon EC2 and Amazon RDS services, and attach it to the Tester role in both accounts.</a:t>
              </a:r>
            </a:p>
          </p:txBody>
        </p:sp>
        <p:sp>
          <p:nvSpPr>
            <p:cNvPr id="10" name="Second Resp #">
              <a:extLst>
                <a:ext uri="{FF2B5EF4-FFF2-40B4-BE49-F238E27FC236}">
                  <a16:creationId xmlns:a16="http://schemas.microsoft.com/office/drawing/2014/main" id="{246C48B0-A0E6-4C02-8F1D-6631CCF8677A}"/>
                </a:ext>
              </a:extLst>
            </p:cNvPr>
            <p:cNvSpPr txBox="1">
              <a:spLocks/>
            </p:cNvSpPr>
            <p:nvPr/>
          </p:nvSpPr>
          <p:spPr>
            <a:xfrm>
              <a:off x="2477" y="3687881"/>
              <a:ext cx="886968" cy="640080"/>
            </a:xfrm>
            <a:prstGeom prst="rect">
              <a:avLst/>
            </a:prstGeom>
            <a:noFill/>
            <a:ln>
              <a:noFill/>
            </a:ln>
          </p:spPr>
          <p:txBody>
            <a:bodyPr lIns="0" tIns="0" rIns="0" bIns="0" anchor="ctr"/>
            <a:lstStyle>
              <a:defPPr>
                <a:defRPr lang="en-US"/>
              </a:defPPr>
              <a:lvl1pPr marL="0" indent="0" algn="ctr" defTabSz="228600" rtl="0" eaLnBrk="1" latinLnBrk="0" hangingPunct="1">
                <a:lnSpc>
                  <a:spcPct val="100000"/>
                </a:lnSpc>
                <a:spcBef>
                  <a:spcPts val="0"/>
                </a:spcBef>
                <a:spcAft>
                  <a:spcPts val="0"/>
                </a:spcAft>
                <a:buFont typeface="Amazon Ember"/>
                <a:buNone/>
                <a:defRPr sz="2000" kern="1200">
                  <a:solidFill>
                    <a:schemeClr val="tx2"/>
                  </a:solidFill>
                  <a:latin typeface="+mj-lt"/>
                </a:defRPr>
              </a:lvl1pPr>
              <a:lvl2pPr marL="228600" indent="0" algn="l" defTabSz="228600" rtl="0" eaLnBrk="1" latinLnBrk="0" hangingPunct="1">
                <a:lnSpc>
                  <a:spcPct val="100000"/>
                </a:lnSpc>
                <a:spcBef>
                  <a:spcPts val="0"/>
                </a:spcBef>
                <a:spcAft>
                  <a:spcPts val="600"/>
                </a:spcAft>
                <a:buFont typeface="Amazon Ember"/>
                <a:buNone/>
                <a:defRPr sz="2400" kern="1200">
                  <a:solidFill>
                    <a:schemeClr val="tx2"/>
                  </a:solidFill>
                  <a:latin typeface="Amazon Ember"/>
                </a:defRPr>
              </a:lvl2pPr>
              <a:lvl3pPr marL="502920" indent="0" algn="l" defTabSz="228600" rtl="0" eaLnBrk="1" latinLnBrk="0" hangingPunct="1">
                <a:lnSpc>
                  <a:spcPct val="100000"/>
                </a:lnSpc>
                <a:spcBef>
                  <a:spcPts val="0"/>
                </a:spcBef>
                <a:spcAft>
                  <a:spcPts val="600"/>
                </a:spcAft>
                <a:buFont typeface="Amazon Ember"/>
                <a:buNone/>
                <a:defRPr sz="2000" kern="1200">
                  <a:solidFill>
                    <a:schemeClr val="tx2"/>
                  </a:solidFill>
                  <a:latin typeface="Amazon Ember"/>
                </a:defRPr>
              </a:lvl3pPr>
              <a:lvl4pPr marL="77724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4pPr>
              <a:lvl5pPr marL="105156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marL="0" marR="0" lvl="0" indent="0" algn="ctr" defTabSz="228600" rtl="0" eaLnBrk="1" fontAlgn="auto" latinLnBrk="0" hangingPunct="1">
                <a:lnSpc>
                  <a:spcPct val="100000"/>
                </a:lnSpc>
                <a:spcBef>
                  <a:spcPts val="0"/>
                </a:spcBef>
                <a:spcAft>
                  <a:spcPts val="0"/>
                </a:spcAft>
                <a:buClrTx/>
                <a:buSzTx/>
                <a:buFont typeface="Amazon Ember"/>
                <a:buNone/>
                <a:tabLst/>
                <a:defRPr/>
              </a:pPr>
              <a:r>
                <a:rPr kumimoji="0" lang="en-US" sz="1600" b="1" i="0" u="none" strike="noStrike" kern="1200" cap="none" spc="0" normalizeH="0" baseline="0" noProof="0" dirty="0">
                  <a:ln>
                    <a:noFill/>
                  </a:ln>
                  <a:solidFill>
                    <a:srgbClr val="232F3E"/>
                  </a:solidFill>
                  <a:effectLst/>
                  <a:uLnTx/>
                  <a:uFillTx/>
                  <a:latin typeface="+mn-lt"/>
                  <a:ea typeface="+mn-ea"/>
                  <a:cs typeface="+mn-cs"/>
                </a:rPr>
                <a:t>B</a:t>
              </a:r>
            </a:p>
          </p:txBody>
        </p:sp>
        <p:sp>
          <p:nvSpPr>
            <p:cNvPr id="11" name="Second Resp Text">
              <a:extLst>
                <a:ext uri="{FF2B5EF4-FFF2-40B4-BE49-F238E27FC236}">
                  <a16:creationId xmlns:a16="http://schemas.microsoft.com/office/drawing/2014/main" id="{E39680D5-C554-4563-8436-485817C9736B}"/>
                </a:ext>
              </a:extLst>
            </p:cNvPr>
            <p:cNvSpPr txBox="1">
              <a:spLocks/>
            </p:cNvSpPr>
            <p:nvPr/>
          </p:nvSpPr>
          <p:spPr>
            <a:xfrm>
              <a:off x="907950" y="3687881"/>
              <a:ext cx="11283696" cy="640080"/>
            </a:xfrm>
            <a:prstGeom prst="rect">
              <a:avLst/>
            </a:prstGeom>
            <a:noFill/>
            <a:ln>
              <a:noFill/>
            </a:ln>
          </p:spPr>
          <p:txBody>
            <a:bodyPr lIns="91440" tIns="45720" rIns="91440" bIns="45720" anchor="ctr"/>
            <a:lstStyle>
              <a:defPPr>
                <a:defRPr lang="en-US"/>
              </a:defPPr>
              <a:lvl1pPr marL="0" indent="0" algn="l" defTabSz="228600" rtl="0" eaLnBrk="1" latinLnBrk="0" hangingPunct="1">
                <a:lnSpc>
                  <a:spcPct val="100000"/>
                </a:lnSpc>
                <a:spcBef>
                  <a:spcPts val="0"/>
                </a:spcBef>
                <a:spcAft>
                  <a:spcPts val="0"/>
                </a:spcAft>
                <a:buFont typeface="Amazon Ember"/>
                <a:buNone/>
                <a:defRPr sz="2000" kern="1200">
                  <a:solidFill>
                    <a:schemeClr val="tx2"/>
                  </a:solidFill>
                  <a:latin typeface="Amazon Ember"/>
                </a:defRPr>
              </a:lvl1pPr>
              <a:lvl2pPr marL="228600" indent="0" algn="l" defTabSz="228600" rtl="0" eaLnBrk="1" latinLnBrk="0" hangingPunct="1">
                <a:lnSpc>
                  <a:spcPct val="100000"/>
                </a:lnSpc>
                <a:spcBef>
                  <a:spcPts val="0"/>
                </a:spcBef>
                <a:spcAft>
                  <a:spcPts val="600"/>
                </a:spcAft>
                <a:buFont typeface="Amazon Ember"/>
                <a:buNone/>
                <a:defRPr sz="2400" kern="1200">
                  <a:solidFill>
                    <a:schemeClr val="tx2"/>
                  </a:solidFill>
                  <a:latin typeface="Amazon Ember"/>
                </a:defRPr>
              </a:lvl2pPr>
              <a:lvl3pPr marL="502920" indent="0" algn="l" defTabSz="228600" rtl="0" eaLnBrk="1" latinLnBrk="0" hangingPunct="1">
                <a:lnSpc>
                  <a:spcPct val="100000"/>
                </a:lnSpc>
                <a:spcBef>
                  <a:spcPts val="0"/>
                </a:spcBef>
                <a:spcAft>
                  <a:spcPts val="600"/>
                </a:spcAft>
                <a:buFont typeface="Amazon Ember"/>
                <a:buNone/>
                <a:defRPr sz="2000" kern="1200">
                  <a:solidFill>
                    <a:schemeClr val="tx2"/>
                  </a:solidFill>
                  <a:latin typeface="Amazon Ember"/>
                </a:defRPr>
              </a:lvl3pPr>
              <a:lvl4pPr marL="77724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4pPr>
              <a:lvl5pPr marL="105156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lvl="0">
                <a:defRPr/>
              </a:pPr>
              <a:r>
                <a:rPr lang="en-US" sz="1600" dirty="0">
                  <a:solidFill>
                    <a:srgbClr val="232F3E"/>
                  </a:solidFill>
                </a:rPr>
                <a:t>Create an AWS Identity and Access Management (IAM) policy with the required EC2 and RDS permissions, and attach it to the organizational unit.</a:t>
              </a:r>
            </a:p>
          </p:txBody>
        </p:sp>
        <p:sp>
          <p:nvSpPr>
            <p:cNvPr id="12" name="Third Resp #">
              <a:extLst>
                <a:ext uri="{FF2B5EF4-FFF2-40B4-BE49-F238E27FC236}">
                  <a16:creationId xmlns:a16="http://schemas.microsoft.com/office/drawing/2014/main" id="{F001397A-F32C-4D56-B084-61BE01996E3F}"/>
                </a:ext>
              </a:extLst>
            </p:cNvPr>
            <p:cNvSpPr txBox="1">
              <a:spLocks/>
            </p:cNvSpPr>
            <p:nvPr/>
          </p:nvSpPr>
          <p:spPr>
            <a:xfrm>
              <a:off x="2477" y="4331821"/>
              <a:ext cx="886968" cy="640080"/>
            </a:xfrm>
            <a:prstGeom prst="rect">
              <a:avLst/>
            </a:prstGeom>
            <a:noFill/>
            <a:ln>
              <a:noFill/>
            </a:ln>
          </p:spPr>
          <p:txBody>
            <a:bodyPr lIns="0" tIns="0" rIns="0" bIns="0" anchor="ctr"/>
            <a:lstStyle>
              <a:defPPr>
                <a:defRPr lang="en-US"/>
              </a:defPPr>
              <a:lvl1pPr marL="0" indent="0" algn="ctr" defTabSz="228600" rtl="0" eaLnBrk="1" latinLnBrk="0" hangingPunct="1">
                <a:lnSpc>
                  <a:spcPct val="100000"/>
                </a:lnSpc>
                <a:spcBef>
                  <a:spcPts val="0"/>
                </a:spcBef>
                <a:spcAft>
                  <a:spcPts val="0"/>
                </a:spcAft>
                <a:buFont typeface="Amazon Ember"/>
                <a:buNone/>
                <a:defRPr sz="2000" kern="1200">
                  <a:solidFill>
                    <a:schemeClr val="tx2"/>
                  </a:solidFill>
                  <a:latin typeface="+mj-lt"/>
                </a:defRPr>
              </a:lvl1pPr>
              <a:lvl2pPr marL="228600" indent="0" algn="l" defTabSz="228600" rtl="0" eaLnBrk="1" latinLnBrk="0" hangingPunct="1">
                <a:lnSpc>
                  <a:spcPct val="100000"/>
                </a:lnSpc>
                <a:spcBef>
                  <a:spcPts val="0"/>
                </a:spcBef>
                <a:spcAft>
                  <a:spcPts val="600"/>
                </a:spcAft>
                <a:buFont typeface="Amazon Ember"/>
                <a:buNone/>
                <a:defRPr sz="2400" kern="1200">
                  <a:solidFill>
                    <a:schemeClr val="tx2"/>
                  </a:solidFill>
                  <a:latin typeface="Amazon Ember"/>
                </a:defRPr>
              </a:lvl2pPr>
              <a:lvl3pPr marL="502920" indent="0" algn="l" defTabSz="228600" rtl="0" eaLnBrk="1" latinLnBrk="0" hangingPunct="1">
                <a:lnSpc>
                  <a:spcPct val="100000"/>
                </a:lnSpc>
                <a:spcBef>
                  <a:spcPts val="0"/>
                </a:spcBef>
                <a:spcAft>
                  <a:spcPts val="600"/>
                </a:spcAft>
                <a:buFont typeface="Amazon Ember"/>
                <a:buNone/>
                <a:defRPr sz="2000" kern="1200">
                  <a:solidFill>
                    <a:schemeClr val="tx2"/>
                  </a:solidFill>
                  <a:latin typeface="Amazon Ember"/>
                </a:defRPr>
              </a:lvl3pPr>
              <a:lvl4pPr marL="77724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4pPr>
              <a:lvl5pPr marL="105156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marL="0" marR="0" lvl="0" indent="0" algn="ctr" defTabSz="228600" rtl="0" eaLnBrk="1" fontAlgn="auto" latinLnBrk="0" hangingPunct="1">
                <a:lnSpc>
                  <a:spcPct val="100000"/>
                </a:lnSpc>
                <a:spcBef>
                  <a:spcPts val="0"/>
                </a:spcBef>
                <a:spcAft>
                  <a:spcPts val="0"/>
                </a:spcAft>
                <a:buClrTx/>
                <a:buSzTx/>
                <a:buFont typeface="Amazon Ember"/>
                <a:buNone/>
                <a:tabLst/>
                <a:defRPr/>
              </a:pPr>
              <a:r>
                <a:rPr kumimoji="0" lang="en-US" sz="1600" b="1" i="0" u="none" strike="noStrike" kern="1200" cap="none" spc="0" normalizeH="0" baseline="0" noProof="0" dirty="0">
                  <a:ln>
                    <a:noFill/>
                  </a:ln>
                  <a:solidFill>
                    <a:srgbClr val="232F3E"/>
                  </a:solidFill>
                  <a:effectLst/>
                  <a:uLnTx/>
                  <a:uFillTx/>
                  <a:latin typeface="+mn-lt"/>
                  <a:ea typeface="+mn-ea"/>
                  <a:cs typeface="+mn-cs"/>
                </a:rPr>
                <a:t>C</a:t>
              </a:r>
            </a:p>
          </p:txBody>
        </p:sp>
        <p:sp>
          <p:nvSpPr>
            <p:cNvPr id="13" name="Third Resp Text">
              <a:extLst>
                <a:ext uri="{FF2B5EF4-FFF2-40B4-BE49-F238E27FC236}">
                  <a16:creationId xmlns:a16="http://schemas.microsoft.com/office/drawing/2014/main" id="{D390788A-E6DE-4219-B1A0-44AAA778A117}"/>
                </a:ext>
              </a:extLst>
            </p:cNvPr>
            <p:cNvSpPr txBox="1">
              <a:spLocks/>
            </p:cNvSpPr>
            <p:nvPr/>
          </p:nvSpPr>
          <p:spPr>
            <a:xfrm>
              <a:off x="907950" y="4331821"/>
              <a:ext cx="11283696" cy="640080"/>
            </a:xfrm>
            <a:prstGeom prst="rect">
              <a:avLst/>
            </a:prstGeom>
            <a:noFill/>
            <a:ln>
              <a:noFill/>
            </a:ln>
          </p:spPr>
          <p:txBody>
            <a:bodyPr lIns="91440" tIns="45720" rIns="91440" bIns="45720" anchor="ctr"/>
            <a:lstStyle>
              <a:defPPr>
                <a:defRPr lang="en-US"/>
              </a:defPPr>
              <a:lvl1pPr marL="0" indent="0" algn="l" defTabSz="228600" rtl="0" eaLnBrk="1" latinLnBrk="0" hangingPunct="1">
                <a:lnSpc>
                  <a:spcPct val="100000"/>
                </a:lnSpc>
                <a:spcBef>
                  <a:spcPts val="0"/>
                </a:spcBef>
                <a:spcAft>
                  <a:spcPts val="0"/>
                </a:spcAft>
                <a:buFont typeface="Amazon Ember"/>
                <a:buNone/>
                <a:defRPr sz="2000" kern="1200">
                  <a:solidFill>
                    <a:schemeClr val="tx2"/>
                  </a:solidFill>
                  <a:latin typeface="Amazon Ember"/>
                </a:defRPr>
              </a:lvl1pPr>
              <a:lvl2pPr marL="228600" indent="0" algn="l" defTabSz="228600" rtl="0" eaLnBrk="1" latinLnBrk="0" hangingPunct="1">
                <a:lnSpc>
                  <a:spcPct val="100000"/>
                </a:lnSpc>
                <a:spcBef>
                  <a:spcPts val="0"/>
                </a:spcBef>
                <a:spcAft>
                  <a:spcPts val="600"/>
                </a:spcAft>
                <a:buFont typeface="Amazon Ember"/>
                <a:buNone/>
                <a:defRPr sz="2400" kern="1200">
                  <a:solidFill>
                    <a:schemeClr val="tx2"/>
                  </a:solidFill>
                  <a:latin typeface="Amazon Ember"/>
                </a:defRPr>
              </a:lvl2pPr>
              <a:lvl3pPr marL="502920" indent="0" algn="l" defTabSz="228600" rtl="0" eaLnBrk="1" latinLnBrk="0" hangingPunct="1">
                <a:lnSpc>
                  <a:spcPct val="100000"/>
                </a:lnSpc>
                <a:spcBef>
                  <a:spcPts val="0"/>
                </a:spcBef>
                <a:spcAft>
                  <a:spcPts val="600"/>
                </a:spcAft>
                <a:buFont typeface="Amazon Ember"/>
                <a:buNone/>
                <a:defRPr sz="2000" kern="1200">
                  <a:solidFill>
                    <a:schemeClr val="tx2"/>
                  </a:solidFill>
                  <a:latin typeface="Amazon Ember"/>
                </a:defRPr>
              </a:lvl3pPr>
              <a:lvl4pPr marL="77724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4pPr>
              <a:lvl5pPr marL="105156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lvl="0">
                <a:defRPr/>
              </a:pPr>
              <a:r>
                <a:rPr lang="en-US" sz="1600" dirty="0">
                  <a:solidFill>
                    <a:srgbClr val="232F3E"/>
                  </a:solidFill>
                </a:rPr>
                <a:t>Create a service control policy (SCP) to deny all actions on all AWS services except for the Amazon EC2 and Amazon RDS services, and attach it to the organizational unit.</a:t>
              </a:r>
            </a:p>
          </p:txBody>
        </p:sp>
        <p:sp>
          <p:nvSpPr>
            <p:cNvPr id="14" name="Fourth Resp #">
              <a:extLst>
                <a:ext uri="{FF2B5EF4-FFF2-40B4-BE49-F238E27FC236}">
                  <a16:creationId xmlns:a16="http://schemas.microsoft.com/office/drawing/2014/main" id="{589FBE28-C515-472F-A537-587EFED24508}"/>
                </a:ext>
              </a:extLst>
            </p:cNvPr>
            <p:cNvSpPr txBox="1">
              <a:spLocks/>
            </p:cNvSpPr>
            <p:nvPr/>
          </p:nvSpPr>
          <p:spPr>
            <a:xfrm>
              <a:off x="2477" y="4975761"/>
              <a:ext cx="886968" cy="640080"/>
            </a:xfrm>
            <a:prstGeom prst="rect">
              <a:avLst/>
            </a:prstGeom>
            <a:noFill/>
            <a:ln>
              <a:noFill/>
            </a:ln>
          </p:spPr>
          <p:txBody>
            <a:bodyPr lIns="0" tIns="0" rIns="0" bIns="0" anchor="ctr"/>
            <a:lstStyle>
              <a:defPPr>
                <a:defRPr lang="en-US"/>
              </a:defPPr>
              <a:lvl1pPr marL="0" indent="0" algn="ctr" defTabSz="228600" rtl="0" eaLnBrk="1" latinLnBrk="0" hangingPunct="1">
                <a:lnSpc>
                  <a:spcPct val="100000"/>
                </a:lnSpc>
                <a:spcBef>
                  <a:spcPts val="0"/>
                </a:spcBef>
                <a:spcAft>
                  <a:spcPts val="0"/>
                </a:spcAft>
                <a:buFont typeface="Amazon Ember"/>
                <a:buNone/>
                <a:defRPr sz="2000" kern="1200">
                  <a:solidFill>
                    <a:schemeClr val="tx2"/>
                  </a:solidFill>
                  <a:latin typeface="+mj-lt"/>
                </a:defRPr>
              </a:lvl1pPr>
              <a:lvl2pPr marL="228600" indent="0" algn="l" defTabSz="228600" rtl="0" eaLnBrk="1" latinLnBrk="0" hangingPunct="1">
                <a:lnSpc>
                  <a:spcPct val="100000"/>
                </a:lnSpc>
                <a:spcBef>
                  <a:spcPts val="0"/>
                </a:spcBef>
                <a:spcAft>
                  <a:spcPts val="600"/>
                </a:spcAft>
                <a:buFont typeface="Amazon Ember"/>
                <a:buNone/>
                <a:defRPr sz="2400" kern="1200">
                  <a:solidFill>
                    <a:schemeClr val="tx2"/>
                  </a:solidFill>
                  <a:latin typeface="Amazon Ember"/>
                </a:defRPr>
              </a:lvl2pPr>
              <a:lvl3pPr marL="502920" indent="0" algn="l" defTabSz="228600" rtl="0" eaLnBrk="1" latinLnBrk="0" hangingPunct="1">
                <a:lnSpc>
                  <a:spcPct val="100000"/>
                </a:lnSpc>
                <a:spcBef>
                  <a:spcPts val="0"/>
                </a:spcBef>
                <a:spcAft>
                  <a:spcPts val="600"/>
                </a:spcAft>
                <a:buFont typeface="Amazon Ember"/>
                <a:buNone/>
                <a:defRPr sz="2000" kern="1200">
                  <a:solidFill>
                    <a:schemeClr val="tx2"/>
                  </a:solidFill>
                  <a:latin typeface="Amazon Ember"/>
                </a:defRPr>
              </a:lvl3pPr>
              <a:lvl4pPr marL="77724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4pPr>
              <a:lvl5pPr marL="105156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marL="0" marR="0" lvl="0" indent="0" algn="ctr" defTabSz="228600" rtl="0" eaLnBrk="1" fontAlgn="auto" latinLnBrk="0" hangingPunct="1">
                <a:lnSpc>
                  <a:spcPct val="100000"/>
                </a:lnSpc>
                <a:spcBef>
                  <a:spcPts val="0"/>
                </a:spcBef>
                <a:spcAft>
                  <a:spcPts val="0"/>
                </a:spcAft>
                <a:buClrTx/>
                <a:buSzTx/>
                <a:buFont typeface="Amazon Ember"/>
                <a:buNone/>
                <a:tabLst/>
                <a:defRPr/>
              </a:pPr>
              <a:r>
                <a:rPr kumimoji="0" lang="en-US" sz="1600" b="1" i="0" u="none" strike="noStrike" kern="1200" cap="none" spc="0" normalizeH="0" baseline="0" noProof="0" dirty="0">
                  <a:ln>
                    <a:noFill/>
                  </a:ln>
                  <a:solidFill>
                    <a:srgbClr val="232F3E"/>
                  </a:solidFill>
                  <a:effectLst/>
                  <a:uLnTx/>
                  <a:uFillTx/>
                  <a:latin typeface="+mn-lt"/>
                  <a:ea typeface="+mn-ea"/>
                  <a:cs typeface="+mn-cs"/>
                </a:rPr>
                <a:t>D</a:t>
              </a:r>
            </a:p>
          </p:txBody>
        </p:sp>
        <p:sp>
          <p:nvSpPr>
            <p:cNvPr id="15" name="Fourth Resp Text">
              <a:extLst>
                <a:ext uri="{FF2B5EF4-FFF2-40B4-BE49-F238E27FC236}">
                  <a16:creationId xmlns:a16="http://schemas.microsoft.com/office/drawing/2014/main" id="{92EE079D-FFFC-4920-B510-D249E5D1158E}"/>
                </a:ext>
              </a:extLst>
            </p:cNvPr>
            <p:cNvSpPr txBox="1">
              <a:spLocks/>
            </p:cNvSpPr>
            <p:nvPr/>
          </p:nvSpPr>
          <p:spPr>
            <a:xfrm>
              <a:off x="907950" y="4975761"/>
              <a:ext cx="11283696" cy="640080"/>
            </a:xfrm>
            <a:prstGeom prst="rect">
              <a:avLst/>
            </a:prstGeom>
            <a:noFill/>
            <a:ln>
              <a:noFill/>
            </a:ln>
          </p:spPr>
          <p:txBody>
            <a:bodyPr lIns="91440" tIns="45720" rIns="91440" bIns="45720" anchor="ctr"/>
            <a:lstStyle>
              <a:defPPr>
                <a:defRPr lang="en-US"/>
              </a:defPPr>
              <a:lvl1pPr marL="0" indent="0" algn="l" defTabSz="228600" rtl="0" eaLnBrk="1" latinLnBrk="0" hangingPunct="1">
                <a:lnSpc>
                  <a:spcPct val="100000"/>
                </a:lnSpc>
                <a:spcBef>
                  <a:spcPts val="0"/>
                </a:spcBef>
                <a:spcAft>
                  <a:spcPts val="0"/>
                </a:spcAft>
                <a:buFont typeface="Amazon Ember"/>
                <a:buNone/>
                <a:defRPr sz="2000" kern="1200">
                  <a:solidFill>
                    <a:schemeClr val="tx2"/>
                  </a:solidFill>
                  <a:latin typeface="Amazon Ember"/>
                </a:defRPr>
              </a:lvl1pPr>
              <a:lvl2pPr marL="228600" indent="0" algn="l" defTabSz="228600" rtl="0" eaLnBrk="1" latinLnBrk="0" hangingPunct="1">
                <a:lnSpc>
                  <a:spcPct val="100000"/>
                </a:lnSpc>
                <a:spcBef>
                  <a:spcPts val="0"/>
                </a:spcBef>
                <a:spcAft>
                  <a:spcPts val="600"/>
                </a:spcAft>
                <a:buFont typeface="Amazon Ember"/>
                <a:buNone/>
                <a:defRPr sz="2400" kern="1200">
                  <a:solidFill>
                    <a:schemeClr val="tx2"/>
                  </a:solidFill>
                  <a:latin typeface="Amazon Ember"/>
                </a:defRPr>
              </a:lvl2pPr>
              <a:lvl3pPr marL="502920" indent="0" algn="l" defTabSz="228600" rtl="0" eaLnBrk="1" latinLnBrk="0" hangingPunct="1">
                <a:lnSpc>
                  <a:spcPct val="100000"/>
                </a:lnSpc>
                <a:spcBef>
                  <a:spcPts val="0"/>
                </a:spcBef>
                <a:spcAft>
                  <a:spcPts val="600"/>
                </a:spcAft>
                <a:buFont typeface="Amazon Ember"/>
                <a:buNone/>
                <a:defRPr sz="2000" kern="1200">
                  <a:solidFill>
                    <a:schemeClr val="tx2"/>
                  </a:solidFill>
                  <a:latin typeface="Amazon Ember"/>
                </a:defRPr>
              </a:lvl3pPr>
              <a:lvl4pPr marL="77724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4pPr>
              <a:lvl5pPr marL="105156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lvl="0">
                <a:defRPr/>
              </a:pPr>
              <a:r>
                <a:rPr lang="en-US" sz="1600" dirty="0">
                  <a:solidFill>
                    <a:srgbClr val="232F3E"/>
                  </a:solidFill>
                </a:rPr>
                <a:t>Create an AWS Identity and Access Management (IAM) policy in both accounts with the required EC2 and RDS permissions, and attach it to the Tester role.</a:t>
              </a:r>
            </a:p>
          </p:txBody>
        </p:sp>
        <p:sp>
          <p:nvSpPr>
            <p:cNvPr id="16" name="Third Resp #">
              <a:extLst>
                <a:ext uri="{FF2B5EF4-FFF2-40B4-BE49-F238E27FC236}">
                  <a16:creationId xmlns:a16="http://schemas.microsoft.com/office/drawing/2014/main" id="{39004392-792B-43BD-9CF8-E7CEB7C128B9}"/>
                </a:ext>
              </a:extLst>
            </p:cNvPr>
            <p:cNvSpPr txBox="1">
              <a:spLocks/>
            </p:cNvSpPr>
            <p:nvPr/>
          </p:nvSpPr>
          <p:spPr>
            <a:xfrm>
              <a:off x="2477" y="5619701"/>
              <a:ext cx="886968" cy="640080"/>
            </a:xfrm>
            <a:prstGeom prst="rect">
              <a:avLst/>
            </a:prstGeom>
            <a:noFill/>
            <a:ln>
              <a:noFill/>
            </a:ln>
          </p:spPr>
          <p:txBody>
            <a:bodyPr lIns="0" tIns="0" rIns="0" bIns="0" anchor="ctr"/>
            <a:lstStyle>
              <a:defPPr>
                <a:defRPr lang="en-US"/>
              </a:defPPr>
              <a:lvl1pPr marL="0" indent="0" algn="ctr" defTabSz="228600" rtl="0" eaLnBrk="1" latinLnBrk="0" hangingPunct="1">
                <a:lnSpc>
                  <a:spcPct val="100000"/>
                </a:lnSpc>
                <a:spcBef>
                  <a:spcPts val="0"/>
                </a:spcBef>
                <a:spcAft>
                  <a:spcPts val="0"/>
                </a:spcAft>
                <a:buFont typeface="Amazon Ember"/>
                <a:buNone/>
                <a:defRPr sz="2000" kern="1200">
                  <a:solidFill>
                    <a:schemeClr val="tx2"/>
                  </a:solidFill>
                  <a:latin typeface="+mj-lt"/>
                </a:defRPr>
              </a:lvl1pPr>
              <a:lvl2pPr marL="228600" indent="0" algn="l" defTabSz="228600" rtl="0" eaLnBrk="1" latinLnBrk="0" hangingPunct="1">
                <a:lnSpc>
                  <a:spcPct val="100000"/>
                </a:lnSpc>
                <a:spcBef>
                  <a:spcPts val="0"/>
                </a:spcBef>
                <a:spcAft>
                  <a:spcPts val="600"/>
                </a:spcAft>
                <a:buFont typeface="Amazon Ember"/>
                <a:buNone/>
                <a:defRPr sz="2400" kern="1200">
                  <a:solidFill>
                    <a:schemeClr val="tx2"/>
                  </a:solidFill>
                  <a:latin typeface="Amazon Ember"/>
                </a:defRPr>
              </a:lvl2pPr>
              <a:lvl3pPr marL="502920" indent="0" algn="l" defTabSz="228600" rtl="0" eaLnBrk="1" latinLnBrk="0" hangingPunct="1">
                <a:lnSpc>
                  <a:spcPct val="100000"/>
                </a:lnSpc>
                <a:spcBef>
                  <a:spcPts val="0"/>
                </a:spcBef>
                <a:spcAft>
                  <a:spcPts val="600"/>
                </a:spcAft>
                <a:buFont typeface="Amazon Ember"/>
                <a:buNone/>
                <a:defRPr sz="2000" kern="1200">
                  <a:solidFill>
                    <a:schemeClr val="tx2"/>
                  </a:solidFill>
                  <a:latin typeface="Amazon Ember"/>
                </a:defRPr>
              </a:lvl3pPr>
              <a:lvl4pPr marL="77724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4pPr>
              <a:lvl5pPr marL="105156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marL="0" marR="0" lvl="0" indent="0" algn="ctr" defTabSz="228600" rtl="0" eaLnBrk="1" fontAlgn="auto" latinLnBrk="0" hangingPunct="1">
                <a:lnSpc>
                  <a:spcPct val="100000"/>
                </a:lnSpc>
                <a:spcBef>
                  <a:spcPts val="0"/>
                </a:spcBef>
                <a:spcAft>
                  <a:spcPts val="0"/>
                </a:spcAft>
                <a:buClrTx/>
                <a:buSzTx/>
                <a:buFont typeface="Amazon Ember"/>
                <a:buNone/>
                <a:tabLst/>
                <a:defRPr/>
              </a:pPr>
              <a:r>
                <a:rPr kumimoji="0" lang="en-US" sz="1600" b="1" i="0" u="none" strike="noStrike" kern="1200" cap="none" spc="0" normalizeH="0" baseline="0" noProof="0" dirty="0">
                  <a:ln>
                    <a:noFill/>
                  </a:ln>
                  <a:solidFill>
                    <a:srgbClr val="232F3E"/>
                  </a:solidFill>
                  <a:effectLst/>
                  <a:uLnTx/>
                  <a:uFillTx/>
                  <a:latin typeface="+mn-lt"/>
                  <a:ea typeface="+mn-ea"/>
                  <a:cs typeface="+mn-cs"/>
                </a:rPr>
                <a:t>E</a:t>
              </a:r>
            </a:p>
          </p:txBody>
        </p:sp>
        <p:sp>
          <p:nvSpPr>
            <p:cNvPr id="18" name="Third Resp Text">
              <a:extLst>
                <a:ext uri="{FF2B5EF4-FFF2-40B4-BE49-F238E27FC236}">
                  <a16:creationId xmlns:a16="http://schemas.microsoft.com/office/drawing/2014/main" id="{3581FFAE-5E26-43E5-B852-49FFF961AB2C}"/>
                </a:ext>
              </a:extLst>
            </p:cNvPr>
            <p:cNvSpPr txBox="1">
              <a:spLocks/>
            </p:cNvSpPr>
            <p:nvPr/>
          </p:nvSpPr>
          <p:spPr>
            <a:xfrm>
              <a:off x="908304" y="5619701"/>
              <a:ext cx="11283696" cy="640080"/>
            </a:xfrm>
            <a:prstGeom prst="rect">
              <a:avLst/>
            </a:prstGeom>
            <a:noFill/>
            <a:ln>
              <a:noFill/>
            </a:ln>
          </p:spPr>
          <p:txBody>
            <a:bodyPr lIns="91440" tIns="45720" rIns="91440" bIns="45720" anchor="ctr"/>
            <a:lstStyle>
              <a:defPPr>
                <a:defRPr lang="en-US"/>
              </a:defPPr>
              <a:lvl1pPr marL="0" indent="0" algn="l" defTabSz="228600" rtl="0" eaLnBrk="1" latinLnBrk="0" hangingPunct="1">
                <a:lnSpc>
                  <a:spcPct val="100000"/>
                </a:lnSpc>
                <a:spcBef>
                  <a:spcPts val="0"/>
                </a:spcBef>
                <a:spcAft>
                  <a:spcPts val="0"/>
                </a:spcAft>
                <a:buFont typeface="Amazon Ember"/>
                <a:buNone/>
                <a:defRPr sz="2000" kern="1200">
                  <a:solidFill>
                    <a:schemeClr val="tx2"/>
                  </a:solidFill>
                  <a:latin typeface="Amazon Ember"/>
                </a:defRPr>
              </a:lvl1pPr>
              <a:lvl2pPr marL="228600" indent="0" algn="l" defTabSz="228600" rtl="0" eaLnBrk="1" latinLnBrk="0" hangingPunct="1">
                <a:lnSpc>
                  <a:spcPct val="100000"/>
                </a:lnSpc>
                <a:spcBef>
                  <a:spcPts val="0"/>
                </a:spcBef>
                <a:spcAft>
                  <a:spcPts val="600"/>
                </a:spcAft>
                <a:buFont typeface="Amazon Ember"/>
                <a:buNone/>
                <a:defRPr sz="2400" kern="1200">
                  <a:solidFill>
                    <a:schemeClr val="tx2"/>
                  </a:solidFill>
                  <a:latin typeface="Amazon Ember"/>
                </a:defRPr>
              </a:lvl2pPr>
              <a:lvl3pPr marL="502920" indent="0" algn="l" defTabSz="228600" rtl="0" eaLnBrk="1" latinLnBrk="0" hangingPunct="1">
                <a:lnSpc>
                  <a:spcPct val="100000"/>
                </a:lnSpc>
                <a:spcBef>
                  <a:spcPts val="0"/>
                </a:spcBef>
                <a:spcAft>
                  <a:spcPts val="600"/>
                </a:spcAft>
                <a:buFont typeface="Amazon Ember"/>
                <a:buNone/>
                <a:defRPr sz="2000" kern="1200">
                  <a:solidFill>
                    <a:schemeClr val="tx2"/>
                  </a:solidFill>
                  <a:latin typeface="Amazon Ember"/>
                </a:defRPr>
              </a:lvl3pPr>
              <a:lvl4pPr marL="77724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4pPr>
              <a:lvl5pPr marL="105156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lvl="0">
                <a:defRPr/>
              </a:pPr>
              <a:r>
                <a:rPr lang="en-US" sz="1600" dirty="0">
                  <a:solidFill>
                    <a:srgbClr val="232F3E"/>
                  </a:solidFill>
                </a:rPr>
                <a:t>Create a service control policy (SCP) in both accounts with the required EC2 and RDS permissions, and attach it to the Tester role.</a:t>
              </a:r>
            </a:p>
          </p:txBody>
        </p:sp>
      </p:grpSp>
    </p:spTree>
    <p:custDataLst>
      <p:tags r:id="rId1"/>
    </p:custDataLst>
    <p:extLst>
      <p:ext uri="{BB962C8B-B14F-4D97-AF65-F5344CB8AC3E}">
        <p14:creationId xmlns:p14="http://schemas.microsoft.com/office/powerpoint/2010/main" val="308753302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560C1596-F24F-4D09-B02B-BC63E00C7E5E}"/>
              </a:ext>
            </a:extLst>
          </p:cNvPr>
          <p:cNvSpPr>
            <a:spLocks noGrp="1"/>
          </p:cNvSpPr>
          <p:nvPr>
            <p:ph type="sldNum" idx="97"/>
          </p:nvPr>
        </p:nvSpPr>
        <p:spPr/>
        <p:txBody>
          <a:bodyPr/>
          <a:lstStyle/>
          <a:p>
            <a:fld id="{4037B1B0-0345-4E15-985A-6BECCDBE474F}" type="slidenum">
              <a:rPr lang="en-US" smtClean="0"/>
              <a:pPr/>
              <a:t>90</a:t>
            </a:fld>
            <a:endParaRPr lang="en-US" dirty="0"/>
          </a:p>
        </p:txBody>
      </p:sp>
      <p:sp>
        <p:nvSpPr>
          <p:cNvPr id="21" name="Title">
            <a:extLst>
              <a:ext uri="{FF2B5EF4-FFF2-40B4-BE49-F238E27FC236}">
                <a16:creationId xmlns:a16="http://schemas.microsoft.com/office/drawing/2014/main" id="{EDED5338-E1F6-4A13-90E6-0B24EB06EB47}"/>
              </a:ext>
            </a:extLst>
          </p:cNvPr>
          <p:cNvSpPr>
            <a:spLocks noGrp="1"/>
          </p:cNvSpPr>
          <p:nvPr>
            <p:ph type="title" idx="1"/>
          </p:nvPr>
        </p:nvSpPr>
        <p:spPr/>
        <p:txBody>
          <a:bodyPr/>
          <a:lstStyle/>
          <a:p>
            <a:r>
              <a:rPr lang="en-US" dirty="0"/>
              <a:t>Sample exam question: Answer</a:t>
            </a:r>
          </a:p>
        </p:txBody>
      </p:sp>
      <p:sp>
        <p:nvSpPr>
          <p:cNvPr id="22" name="Text Placeholder 21">
            <a:extLst>
              <a:ext uri="{FF2B5EF4-FFF2-40B4-BE49-F238E27FC236}">
                <a16:creationId xmlns:a16="http://schemas.microsoft.com/office/drawing/2014/main" id="{2F3936C1-AD6A-4B22-B005-DA7F2684F35E}"/>
              </a:ext>
            </a:extLst>
          </p:cNvPr>
          <p:cNvSpPr>
            <a:spLocks noGrp="1"/>
          </p:cNvSpPr>
          <p:nvPr>
            <p:ph type="body" sz="quarter" idx="98"/>
          </p:nvPr>
        </p:nvSpPr>
        <p:spPr/>
        <p:txBody>
          <a:bodyPr/>
          <a:lstStyle/>
          <a:p>
            <a:r>
              <a:rPr lang="en-US" dirty="0"/>
              <a:t>The correct answers are C and D.</a:t>
            </a:r>
          </a:p>
        </p:txBody>
      </p:sp>
      <p:sp>
        <p:nvSpPr>
          <p:cNvPr id="6" name="Choice Header">
            <a:extLst>
              <a:ext uri="{FF2B5EF4-FFF2-40B4-BE49-F238E27FC236}">
                <a16:creationId xmlns:a16="http://schemas.microsoft.com/office/drawing/2014/main" id="{3F996E5E-AAE7-4F03-97C6-34A28BC4975B}"/>
              </a:ext>
            </a:extLst>
          </p:cNvPr>
          <p:cNvSpPr txBox="1">
            <a:spLocks/>
          </p:cNvSpPr>
          <p:nvPr/>
        </p:nvSpPr>
        <p:spPr>
          <a:xfrm>
            <a:off x="2477" y="2247498"/>
            <a:ext cx="886968" cy="317500"/>
          </a:xfrm>
          <a:prstGeom prst="rect">
            <a:avLst/>
          </a:prstGeom>
          <a:solidFill>
            <a:schemeClr val="accent2"/>
          </a:solidFill>
          <a:ln>
            <a:noFill/>
          </a:ln>
        </p:spPr>
        <p:txBody>
          <a:bodyPr lIns="0" tIns="45720" rIns="0" bIns="45720" anchor="ctr">
            <a:noAutofit/>
          </a:bodyPr>
          <a:lstStyle>
            <a:defPPr>
              <a:defRPr lang="en-US"/>
            </a:defPPr>
            <a:lvl1pPr marL="0" indent="0" algn="ctr"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1pPr>
            <a:lvl2pPr marL="457200" indent="-230188" algn="l" defTabSz="228600" rtl="0" eaLnBrk="1" latinLnBrk="0" hangingPunct="1">
              <a:lnSpc>
                <a:spcPct val="100000"/>
              </a:lnSpc>
              <a:spcBef>
                <a:spcPts val="0"/>
              </a:spcBef>
              <a:spcAft>
                <a:spcPts val="600"/>
              </a:spcAft>
              <a:buFont typeface="Amazon Ember"/>
              <a:buChar char="•"/>
              <a:defRPr sz="2400" kern="1200">
                <a:solidFill>
                  <a:schemeClr val="tx2"/>
                </a:solidFill>
                <a:latin typeface="Amazon Ember"/>
              </a:defRPr>
            </a:lvl2pPr>
            <a:lvl3pPr marL="685800" indent="-230188" algn="l" defTabSz="228600" rtl="0" eaLnBrk="1" latinLnBrk="0" hangingPunct="1">
              <a:lnSpc>
                <a:spcPct val="100000"/>
              </a:lnSpc>
              <a:spcBef>
                <a:spcPts val="0"/>
              </a:spcBef>
              <a:spcAft>
                <a:spcPts val="600"/>
              </a:spcAft>
              <a:buFont typeface="Amazon Ember"/>
              <a:buChar char="•"/>
              <a:defRPr sz="2000" kern="1200">
                <a:solidFill>
                  <a:schemeClr val="tx2"/>
                </a:solidFill>
                <a:latin typeface="Amazon Ember"/>
              </a:defRPr>
            </a:lvl3pPr>
            <a:lvl4pPr marL="9144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4pPr>
            <a:lvl5pPr marL="11430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marL="0" marR="0" lvl="0" indent="0" algn="ctr" defTabSz="228600" rtl="0" eaLnBrk="1" fontAlgn="auto" latinLnBrk="0" hangingPunct="1">
              <a:lnSpc>
                <a:spcPct val="100000"/>
              </a:lnSpc>
              <a:spcBef>
                <a:spcPts val="0"/>
              </a:spcBef>
              <a:spcAft>
                <a:spcPts val="600"/>
              </a:spcAft>
              <a:buClrTx/>
              <a:buSzTx/>
              <a:buFont typeface="Amazon Ember"/>
              <a:buNone/>
              <a:tabLst/>
              <a:defRPr/>
            </a:pPr>
            <a:r>
              <a:rPr kumimoji="0" lang="en-US" sz="1600" b="1" i="0" u="none" strike="noStrike" kern="1200" cap="none" spc="0" normalizeH="0" baseline="0" noProof="0" dirty="0">
                <a:ln>
                  <a:noFill/>
                </a:ln>
                <a:solidFill>
                  <a:schemeClr val="bg1"/>
                </a:solidFill>
                <a:effectLst/>
                <a:uLnTx/>
                <a:uFillTx/>
                <a:latin typeface="+mn-lt"/>
                <a:ea typeface="+mn-ea"/>
                <a:cs typeface="+mn-cs"/>
              </a:rPr>
              <a:t>Choice</a:t>
            </a:r>
          </a:p>
        </p:txBody>
      </p:sp>
      <p:sp>
        <p:nvSpPr>
          <p:cNvPr id="7" name="Response Header">
            <a:extLst>
              <a:ext uri="{FF2B5EF4-FFF2-40B4-BE49-F238E27FC236}">
                <a16:creationId xmlns:a16="http://schemas.microsoft.com/office/drawing/2014/main" id="{D1E3B812-79B4-4414-9DF3-C3B4608F1E84}"/>
              </a:ext>
            </a:extLst>
          </p:cNvPr>
          <p:cNvSpPr txBox="1">
            <a:spLocks/>
          </p:cNvSpPr>
          <p:nvPr/>
        </p:nvSpPr>
        <p:spPr>
          <a:xfrm>
            <a:off x="907950" y="2247498"/>
            <a:ext cx="11284050" cy="317500"/>
          </a:xfrm>
          <a:prstGeom prst="rect">
            <a:avLst/>
          </a:prstGeom>
          <a:solidFill>
            <a:schemeClr val="accent2"/>
          </a:solidFill>
          <a:ln>
            <a:noFill/>
          </a:ln>
        </p:spPr>
        <p:txBody>
          <a:bodyPr lIns="91440" rIns="91440" anchor="ctr">
            <a:noAutofit/>
          </a:bodyPr>
          <a:lstStyle>
            <a:defPPr>
              <a:defRPr lang="en-US"/>
            </a:defPPr>
            <a:lvl1pPr marL="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1pPr>
            <a:lvl2pPr marL="457200" indent="-230188" algn="l" defTabSz="228600" rtl="0" eaLnBrk="1" latinLnBrk="0" hangingPunct="1">
              <a:lnSpc>
                <a:spcPct val="100000"/>
              </a:lnSpc>
              <a:spcBef>
                <a:spcPts val="0"/>
              </a:spcBef>
              <a:spcAft>
                <a:spcPts val="600"/>
              </a:spcAft>
              <a:buFont typeface="Amazon Ember"/>
              <a:buChar char="•"/>
              <a:defRPr sz="2400" kern="1200">
                <a:solidFill>
                  <a:schemeClr val="tx2"/>
                </a:solidFill>
                <a:latin typeface="Amazon Ember"/>
              </a:defRPr>
            </a:lvl2pPr>
            <a:lvl3pPr marL="685800" indent="-230188" algn="l" defTabSz="228600" rtl="0" eaLnBrk="1" latinLnBrk="0" hangingPunct="1">
              <a:lnSpc>
                <a:spcPct val="100000"/>
              </a:lnSpc>
              <a:spcBef>
                <a:spcPts val="0"/>
              </a:spcBef>
              <a:spcAft>
                <a:spcPts val="600"/>
              </a:spcAft>
              <a:buFont typeface="Amazon Ember"/>
              <a:buChar char="•"/>
              <a:defRPr sz="2000" kern="1200">
                <a:solidFill>
                  <a:schemeClr val="tx2"/>
                </a:solidFill>
                <a:latin typeface="Amazon Ember"/>
              </a:defRPr>
            </a:lvl3pPr>
            <a:lvl4pPr marL="9144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4pPr>
            <a:lvl5pPr marL="11430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marL="0" marR="0" lvl="0" indent="0" algn="l" defTabSz="228600" rtl="0" eaLnBrk="1" fontAlgn="auto" latinLnBrk="0" hangingPunct="1">
              <a:lnSpc>
                <a:spcPct val="100000"/>
              </a:lnSpc>
              <a:spcBef>
                <a:spcPts val="0"/>
              </a:spcBef>
              <a:spcAft>
                <a:spcPts val="600"/>
              </a:spcAft>
              <a:buClrTx/>
              <a:buSzTx/>
              <a:buFont typeface="Amazon Ember"/>
              <a:buNone/>
              <a:tabLst/>
              <a:defRPr/>
            </a:pPr>
            <a:r>
              <a:rPr kumimoji="0" lang="en-US" sz="1600" b="1" i="0" u="none" strike="noStrike" kern="1200" cap="none" spc="0" normalizeH="0" baseline="0" noProof="0" dirty="0">
                <a:ln>
                  <a:noFill/>
                </a:ln>
                <a:solidFill>
                  <a:schemeClr val="bg1"/>
                </a:solidFill>
                <a:effectLst/>
                <a:uLnTx/>
                <a:uFillTx/>
                <a:latin typeface="+mn-lt"/>
                <a:ea typeface="+mn-ea"/>
                <a:cs typeface="+mn-cs"/>
              </a:rPr>
              <a:t>Response</a:t>
            </a:r>
          </a:p>
        </p:txBody>
      </p:sp>
      <p:grpSp>
        <p:nvGrpSpPr>
          <p:cNvPr id="23" name="Group 22">
            <a:extLst>
              <a:ext uri="{FF2B5EF4-FFF2-40B4-BE49-F238E27FC236}">
                <a16:creationId xmlns:a16="http://schemas.microsoft.com/office/drawing/2014/main" id="{FB7FB152-EB9F-4868-A95D-1F3F58950B58}"/>
              </a:ext>
            </a:extLst>
          </p:cNvPr>
          <p:cNvGrpSpPr/>
          <p:nvPr/>
        </p:nvGrpSpPr>
        <p:grpSpPr>
          <a:xfrm>
            <a:off x="2477" y="3852851"/>
            <a:ext cx="12189169" cy="1284020"/>
            <a:chOff x="2477" y="4331821"/>
            <a:chExt cx="12189169" cy="1284020"/>
          </a:xfrm>
        </p:grpSpPr>
        <p:sp>
          <p:nvSpPr>
            <p:cNvPr id="12" name="Third Resp #">
              <a:extLst>
                <a:ext uri="{FF2B5EF4-FFF2-40B4-BE49-F238E27FC236}">
                  <a16:creationId xmlns:a16="http://schemas.microsoft.com/office/drawing/2014/main" id="{F001397A-F32C-4D56-B084-61BE01996E3F}"/>
                </a:ext>
              </a:extLst>
            </p:cNvPr>
            <p:cNvSpPr txBox="1">
              <a:spLocks/>
            </p:cNvSpPr>
            <p:nvPr/>
          </p:nvSpPr>
          <p:spPr>
            <a:xfrm>
              <a:off x="2477" y="4331821"/>
              <a:ext cx="886968" cy="640080"/>
            </a:xfrm>
            <a:prstGeom prst="rect">
              <a:avLst/>
            </a:prstGeom>
            <a:noFill/>
            <a:ln>
              <a:noFill/>
            </a:ln>
          </p:spPr>
          <p:txBody>
            <a:bodyPr lIns="0" tIns="0" rIns="0" bIns="0" anchor="ctr"/>
            <a:lstStyle>
              <a:defPPr>
                <a:defRPr lang="en-US"/>
              </a:defPPr>
              <a:lvl1pPr marL="0" indent="0" algn="ctr" defTabSz="228600" rtl="0" eaLnBrk="1" latinLnBrk="0" hangingPunct="1">
                <a:lnSpc>
                  <a:spcPct val="100000"/>
                </a:lnSpc>
                <a:spcBef>
                  <a:spcPts val="0"/>
                </a:spcBef>
                <a:spcAft>
                  <a:spcPts val="0"/>
                </a:spcAft>
                <a:buFont typeface="Amazon Ember"/>
                <a:buNone/>
                <a:defRPr sz="2000" kern="1200">
                  <a:solidFill>
                    <a:schemeClr val="tx2"/>
                  </a:solidFill>
                  <a:latin typeface="+mj-lt"/>
                </a:defRPr>
              </a:lvl1pPr>
              <a:lvl2pPr marL="228600" indent="0" algn="l" defTabSz="228600" rtl="0" eaLnBrk="1" latinLnBrk="0" hangingPunct="1">
                <a:lnSpc>
                  <a:spcPct val="100000"/>
                </a:lnSpc>
                <a:spcBef>
                  <a:spcPts val="0"/>
                </a:spcBef>
                <a:spcAft>
                  <a:spcPts val="600"/>
                </a:spcAft>
                <a:buFont typeface="Amazon Ember"/>
                <a:buNone/>
                <a:defRPr sz="2400" kern="1200">
                  <a:solidFill>
                    <a:schemeClr val="tx2"/>
                  </a:solidFill>
                  <a:latin typeface="Amazon Ember"/>
                </a:defRPr>
              </a:lvl2pPr>
              <a:lvl3pPr marL="502920" indent="0" algn="l" defTabSz="228600" rtl="0" eaLnBrk="1" latinLnBrk="0" hangingPunct="1">
                <a:lnSpc>
                  <a:spcPct val="100000"/>
                </a:lnSpc>
                <a:spcBef>
                  <a:spcPts val="0"/>
                </a:spcBef>
                <a:spcAft>
                  <a:spcPts val="600"/>
                </a:spcAft>
                <a:buFont typeface="Amazon Ember"/>
                <a:buNone/>
                <a:defRPr sz="2000" kern="1200">
                  <a:solidFill>
                    <a:schemeClr val="tx2"/>
                  </a:solidFill>
                  <a:latin typeface="Amazon Ember"/>
                </a:defRPr>
              </a:lvl3pPr>
              <a:lvl4pPr marL="77724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4pPr>
              <a:lvl5pPr marL="105156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marL="0" marR="0" lvl="0" indent="0" algn="ctr" defTabSz="228600" rtl="0" eaLnBrk="1" fontAlgn="auto" latinLnBrk="0" hangingPunct="1">
                <a:lnSpc>
                  <a:spcPct val="100000"/>
                </a:lnSpc>
                <a:spcBef>
                  <a:spcPts val="0"/>
                </a:spcBef>
                <a:spcAft>
                  <a:spcPts val="0"/>
                </a:spcAft>
                <a:buClrTx/>
                <a:buSzTx/>
                <a:buFont typeface="Amazon Ember"/>
                <a:buNone/>
                <a:tabLst/>
                <a:defRPr/>
              </a:pPr>
              <a:r>
                <a:rPr kumimoji="0" lang="en-US" sz="1600" b="1" i="0" u="none" strike="noStrike" kern="1200" cap="none" spc="0" normalizeH="0" baseline="0" noProof="0" dirty="0">
                  <a:ln>
                    <a:noFill/>
                  </a:ln>
                  <a:solidFill>
                    <a:srgbClr val="232F3E"/>
                  </a:solidFill>
                  <a:effectLst/>
                  <a:uLnTx/>
                  <a:uFillTx/>
                  <a:latin typeface="+mn-lt"/>
                  <a:ea typeface="+mn-ea"/>
                  <a:cs typeface="+mn-cs"/>
                </a:rPr>
                <a:t>C</a:t>
              </a:r>
            </a:p>
          </p:txBody>
        </p:sp>
        <p:sp>
          <p:nvSpPr>
            <p:cNvPr id="13" name="Third Resp Text">
              <a:extLst>
                <a:ext uri="{FF2B5EF4-FFF2-40B4-BE49-F238E27FC236}">
                  <a16:creationId xmlns:a16="http://schemas.microsoft.com/office/drawing/2014/main" id="{D390788A-E6DE-4219-B1A0-44AAA778A117}"/>
                </a:ext>
              </a:extLst>
            </p:cNvPr>
            <p:cNvSpPr txBox="1">
              <a:spLocks/>
            </p:cNvSpPr>
            <p:nvPr/>
          </p:nvSpPr>
          <p:spPr>
            <a:xfrm>
              <a:off x="907950" y="4331821"/>
              <a:ext cx="11283696" cy="640080"/>
            </a:xfrm>
            <a:prstGeom prst="rect">
              <a:avLst/>
            </a:prstGeom>
            <a:noFill/>
            <a:ln>
              <a:noFill/>
            </a:ln>
          </p:spPr>
          <p:txBody>
            <a:bodyPr lIns="91440" tIns="45720" rIns="91440" bIns="45720" anchor="ctr"/>
            <a:lstStyle>
              <a:defPPr>
                <a:defRPr lang="en-US"/>
              </a:defPPr>
              <a:lvl1pPr marL="0" indent="0" algn="l" defTabSz="228600" rtl="0" eaLnBrk="1" latinLnBrk="0" hangingPunct="1">
                <a:lnSpc>
                  <a:spcPct val="100000"/>
                </a:lnSpc>
                <a:spcBef>
                  <a:spcPts val="0"/>
                </a:spcBef>
                <a:spcAft>
                  <a:spcPts val="0"/>
                </a:spcAft>
                <a:buFont typeface="Amazon Ember"/>
                <a:buNone/>
                <a:defRPr sz="2000" kern="1200">
                  <a:solidFill>
                    <a:schemeClr val="tx2"/>
                  </a:solidFill>
                  <a:latin typeface="Amazon Ember"/>
                </a:defRPr>
              </a:lvl1pPr>
              <a:lvl2pPr marL="228600" indent="0" algn="l" defTabSz="228600" rtl="0" eaLnBrk="1" latinLnBrk="0" hangingPunct="1">
                <a:lnSpc>
                  <a:spcPct val="100000"/>
                </a:lnSpc>
                <a:spcBef>
                  <a:spcPts val="0"/>
                </a:spcBef>
                <a:spcAft>
                  <a:spcPts val="600"/>
                </a:spcAft>
                <a:buFont typeface="Amazon Ember"/>
                <a:buNone/>
                <a:defRPr sz="2400" kern="1200">
                  <a:solidFill>
                    <a:schemeClr val="tx2"/>
                  </a:solidFill>
                  <a:latin typeface="Amazon Ember"/>
                </a:defRPr>
              </a:lvl2pPr>
              <a:lvl3pPr marL="502920" indent="0" algn="l" defTabSz="228600" rtl="0" eaLnBrk="1" latinLnBrk="0" hangingPunct="1">
                <a:lnSpc>
                  <a:spcPct val="100000"/>
                </a:lnSpc>
                <a:spcBef>
                  <a:spcPts val="0"/>
                </a:spcBef>
                <a:spcAft>
                  <a:spcPts val="600"/>
                </a:spcAft>
                <a:buFont typeface="Amazon Ember"/>
                <a:buNone/>
                <a:defRPr sz="2000" kern="1200">
                  <a:solidFill>
                    <a:schemeClr val="tx2"/>
                  </a:solidFill>
                  <a:latin typeface="Amazon Ember"/>
                </a:defRPr>
              </a:lvl3pPr>
              <a:lvl4pPr marL="77724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4pPr>
              <a:lvl5pPr marL="105156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lvl="0">
                <a:defRPr/>
              </a:pPr>
              <a:r>
                <a:rPr lang="en-US" sz="1600" dirty="0">
                  <a:solidFill>
                    <a:srgbClr val="232F3E"/>
                  </a:solidFill>
                </a:rPr>
                <a:t>Create a service control policy (SCP) to deny all actions on all AWS services except for the Amazon EC2 and Amazon RDS services, and attach it to the organizational unit.</a:t>
              </a:r>
            </a:p>
          </p:txBody>
        </p:sp>
        <p:sp>
          <p:nvSpPr>
            <p:cNvPr id="14" name="Fourth Resp #">
              <a:extLst>
                <a:ext uri="{FF2B5EF4-FFF2-40B4-BE49-F238E27FC236}">
                  <a16:creationId xmlns:a16="http://schemas.microsoft.com/office/drawing/2014/main" id="{589FBE28-C515-472F-A537-587EFED24508}"/>
                </a:ext>
              </a:extLst>
            </p:cNvPr>
            <p:cNvSpPr txBox="1">
              <a:spLocks/>
            </p:cNvSpPr>
            <p:nvPr/>
          </p:nvSpPr>
          <p:spPr>
            <a:xfrm>
              <a:off x="2477" y="4975761"/>
              <a:ext cx="886968" cy="640080"/>
            </a:xfrm>
            <a:prstGeom prst="rect">
              <a:avLst/>
            </a:prstGeom>
            <a:noFill/>
            <a:ln>
              <a:noFill/>
            </a:ln>
          </p:spPr>
          <p:txBody>
            <a:bodyPr lIns="0" tIns="0" rIns="0" bIns="0" anchor="ctr"/>
            <a:lstStyle>
              <a:defPPr>
                <a:defRPr lang="en-US"/>
              </a:defPPr>
              <a:lvl1pPr marL="0" indent="0" algn="ctr" defTabSz="228600" rtl="0" eaLnBrk="1" latinLnBrk="0" hangingPunct="1">
                <a:lnSpc>
                  <a:spcPct val="100000"/>
                </a:lnSpc>
                <a:spcBef>
                  <a:spcPts val="0"/>
                </a:spcBef>
                <a:spcAft>
                  <a:spcPts val="0"/>
                </a:spcAft>
                <a:buFont typeface="Amazon Ember"/>
                <a:buNone/>
                <a:defRPr sz="2000" kern="1200">
                  <a:solidFill>
                    <a:schemeClr val="tx2"/>
                  </a:solidFill>
                  <a:latin typeface="+mj-lt"/>
                </a:defRPr>
              </a:lvl1pPr>
              <a:lvl2pPr marL="228600" indent="0" algn="l" defTabSz="228600" rtl="0" eaLnBrk="1" latinLnBrk="0" hangingPunct="1">
                <a:lnSpc>
                  <a:spcPct val="100000"/>
                </a:lnSpc>
                <a:spcBef>
                  <a:spcPts val="0"/>
                </a:spcBef>
                <a:spcAft>
                  <a:spcPts val="600"/>
                </a:spcAft>
                <a:buFont typeface="Amazon Ember"/>
                <a:buNone/>
                <a:defRPr sz="2400" kern="1200">
                  <a:solidFill>
                    <a:schemeClr val="tx2"/>
                  </a:solidFill>
                  <a:latin typeface="Amazon Ember"/>
                </a:defRPr>
              </a:lvl2pPr>
              <a:lvl3pPr marL="502920" indent="0" algn="l" defTabSz="228600" rtl="0" eaLnBrk="1" latinLnBrk="0" hangingPunct="1">
                <a:lnSpc>
                  <a:spcPct val="100000"/>
                </a:lnSpc>
                <a:spcBef>
                  <a:spcPts val="0"/>
                </a:spcBef>
                <a:spcAft>
                  <a:spcPts val="600"/>
                </a:spcAft>
                <a:buFont typeface="Amazon Ember"/>
                <a:buNone/>
                <a:defRPr sz="2000" kern="1200">
                  <a:solidFill>
                    <a:schemeClr val="tx2"/>
                  </a:solidFill>
                  <a:latin typeface="Amazon Ember"/>
                </a:defRPr>
              </a:lvl3pPr>
              <a:lvl4pPr marL="77724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4pPr>
              <a:lvl5pPr marL="105156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marL="0" marR="0" lvl="0" indent="0" algn="ctr" defTabSz="228600" rtl="0" eaLnBrk="1" fontAlgn="auto" latinLnBrk="0" hangingPunct="1">
                <a:lnSpc>
                  <a:spcPct val="100000"/>
                </a:lnSpc>
                <a:spcBef>
                  <a:spcPts val="0"/>
                </a:spcBef>
                <a:spcAft>
                  <a:spcPts val="0"/>
                </a:spcAft>
                <a:buClrTx/>
                <a:buSzTx/>
                <a:buFont typeface="Amazon Ember"/>
                <a:buNone/>
                <a:tabLst/>
                <a:defRPr/>
              </a:pPr>
              <a:r>
                <a:rPr kumimoji="0" lang="en-US" sz="1600" b="1" i="0" u="none" strike="noStrike" kern="1200" cap="none" spc="0" normalizeH="0" baseline="0" noProof="0" dirty="0">
                  <a:ln>
                    <a:noFill/>
                  </a:ln>
                  <a:solidFill>
                    <a:srgbClr val="232F3E"/>
                  </a:solidFill>
                  <a:effectLst/>
                  <a:uLnTx/>
                  <a:uFillTx/>
                  <a:latin typeface="+mn-lt"/>
                  <a:ea typeface="+mn-ea"/>
                  <a:cs typeface="+mn-cs"/>
                </a:rPr>
                <a:t>D</a:t>
              </a:r>
            </a:p>
          </p:txBody>
        </p:sp>
        <p:sp>
          <p:nvSpPr>
            <p:cNvPr id="15" name="Fourth Resp Text">
              <a:extLst>
                <a:ext uri="{FF2B5EF4-FFF2-40B4-BE49-F238E27FC236}">
                  <a16:creationId xmlns:a16="http://schemas.microsoft.com/office/drawing/2014/main" id="{92EE079D-FFFC-4920-B510-D249E5D1158E}"/>
                </a:ext>
              </a:extLst>
            </p:cNvPr>
            <p:cNvSpPr txBox="1">
              <a:spLocks/>
            </p:cNvSpPr>
            <p:nvPr/>
          </p:nvSpPr>
          <p:spPr>
            <a:xfrm>
              <a:off x="907950" y="4975761"/>
              <a:ext cx="11283696" cy="640080"/>
            </a:xfrm>
            <a:prstGeom prst="rect">
              <a:avLst/>
            </a:prstGeom>
            <a:noFill/>
            <a:ln>
              <a:noFill/>
            </a:ln>
          </p:spPr>
          <p:txBody>
            <a:bodyPr lIns="91440" tIns="45720" rIns="91440" bIns="45720" anchor="ctr"/>
            <a:lstStyle>
              <a:defPPr>
                <a:defRPr lang="en-US"/>
              </a:defPPr>
              <a:lvl1pPr marL="0" indent="0" algn="l" defTabSz="228600" rtl="0" eaLnBrk="1" latinLnBrk="0" hangingPunct="1">
                <a:lnSpc>
                  <a:spcPct val="100000"/>
                </a:lnSpc>
                <a:spcBef>
                  <a:spcPts val="0"/>
                </a:spcBef>
                <a:spcAft>
                  <a:spcPts val="0"/>
                </a:spcAft>
                <a:buFont typeface="Amazon Ember"/>
                <a:buNone/>
                <a:defRPr sz="2000" kern="1200">
                  <a:solidFill>
                    <a:schemeClr val="tx2"/>
                  </a:solidFill>
                  <a:latin typeface="Amazon Ember"/>
                </a:defRPr>
              </a:lvl1pPr>
              <a:lvl2pPr marL="228600" indent="0" algn="l" defTabSz="228600" rtl="0" eaLnBrk="1" latinLnBrk="0" hangingPunct="1">
                <a:lnSpc>
                  <a:spcPct val="100000"/>
                </a:lnSpc>
                <a:spcBef>
                  <a:spcPts val="0"/>
                </a:spcBef>
                <a:spcAft>
                  <a:spcPts val="600"/>
                </a:spcAft>
                <a:buFont typeface="Amazon Ember"/>
                <a:buNone/>
                <a:defRPr sz="2400" kern="1200">
                  <a:solidFill>
                    <a:schemeClr val="tx2"/>
                  </a:solidFill>
                  <a:latin typeface="Amazon Ember"/>
                </a:defRPr>
              </a:lvl2pPr>
              <a:lvl3pPr marL="502920" indent="0" algn="l" defTabSz="228600" rtl="0" eaLnBrk="1" latinLnBrk="0" hangingPunct="1">
                <a:lnSpc>
                  <a:spcPct val="100000"/>
                </a:lnSpc>
                <a:spcBef>
                  <a:spcPts val="0"/>
                </a:spcBef>
                <a:spcAft>
                  <a:spcPts val="600"/>
                </a:spcAft>
                <a:buFont typeface="Amazon Ember"/>
                <a:buNone/>
                <a:defRPr sz="2000" kern="1200">
                  <a:solidFill>
                    <a:schemeClr val="tx2"/>
                  </a:solidFill>
                  <a:latin typeface="Amazon Ember"/>
                </a:defRPr>
              </a:lvl3pPr>
              <a:lvl4pPr marL="77724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4pPr>
              <a:lvl5pPr marL="105156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lvl="0">
                <a:defRPr/>
              </a:pPr>
              <a:r>
                <a:rPr lang="en-US" sz="1600" dirty="0">
                  <a:solidFill>
                    <a:srgbClr val="232F3E"/>
                  </a:solidFill>
                </a:rPr>
                <a:t>Create an AWS Identity and Access Management (IAM) policy in both accounts with the required EC2 and RDS permissions, and attach it to the Tester role.</a:t>
              </a:r>
            </a:p>
          </p:txBody>
        </p:sp>
      </p:grpSp>
    </p:spTree>
    <p:custDataLst>
      <p:tags r:id="rId1"/>
    </p:custDataLst>
    <p:extLst>
      <p:ext uri="{BB962C8B-B14F-4D97-AF65-F5344CB8AC3E}">
        <p14:creationId xmlns:p14="http://schemas.microsoft.com/office/powerpoint/2010/main" val="414890499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a:extLst>
              <a:ext uri="{FF2B5EF4-FFF2-40B4-BE49-F238E27FC236}">
                <a16:creationId xmlns:a16="http://schemas.microsoft.com/office/drawing/2014/main" id="{FC7CDECE-42DD-444A-A391-59FC4FA195B0}"/>
              </a:ext>
            </a:extLst>
          </p:cNvPr>
          <p:cNvSpPr>
            <a:spLocks noGrp="1"/>
          </p:cNvSpPr>
          <p:nvPr>
            <p:ph type="sldNum" idx="97"/>
          </p:nvPr>
        </p:nvSpPr>
        <p:spPr/>
        <p:txBody>
          <a:bodyPr/>
          <a:lstStyle/>
          <a:p>
            <a:fld id="{4037B1B0-0345-4E15-985A-6BECCDBE474F}" type="slidenum">
              <a:rPr lang="en-US" smtClean="0"/>
              <a:pPr/>
              <a:t>91</a:t>
            </a:fld>
            <a:endParaRPr lang="en-US" dirty="0"/>
          </a:p>
        </p:txBody>
      </p:sp>
      <p:sp>
        <p:nvSpPr>
          <p:cNvPr id="3" name="Title">
            <a:extLst>
              <a:ext uri="{FF2B5EF4-FFF2-40B4-BE49-F238E27FC236}">
                <a16:creationId xmlns:a16="http://schemas.microsoft.com/office/drawing/2014/main" id="{86DE125D-EF16-4D55-911F-84B4B633C221}"/>
              </a:ext>
            </a:extLst>
          </p:cNvPr>
          <p:cNvSpPr>
            <a:spLocks noGrp="1"/>
          </p:cNvSpPr>
          <p:nvPr>
            <p:ph type="title" idx="1"/>
          </p:nvPr>
        </p:nvSpPr>
        <p:spPr/>
        <p:txBody>
          <a:bodyPr/>
          <a:lstStyle/>
          <a:p>
            <a:r>
              <a:rPr lang="en-US" dirty="0"/>
              <a:t>Thank you</a:t>
            </a:r>
          </a:p>
        </p:txBody>
      </p:sp>
      <p:sp>
        <p:nvSpPr>
          <p:cNvPr id="8" name="Text Placeholder 11">
            <a:extLst>
              <a:ext uri="{FF2B5EF4-FFF2-40B4-BE49-F238E27FC236}">
                <a16:creationId xmlns:a16="http://schemas.microsoft.com/office/drawing/2014/main" id="{42F1ACF1-06C6-4DA7-8E1C-319A1D6E0048}"/>
              </a:ext>
            </a:extLst>
          </p:cNvPr>
          <p:cNvSpPr>
            <a:spLocks noGrp="1"/>
          </p:cNvSpPr>
          <p:nvPr>
            <p:ph type="body" idx="2"/>
          </p:nvPr>
        </p:nvSpPr>
        <p:spPr/>
        <p:txBody>
          <a:bodyPr/>
          <a:lstStyle>
            <a:lvl1pPr marL="0" indent="0">
              <a:lnSpc>
                <a:spcPct val="100000"/>
              </a:lnSpc>
              <a:spcBef>
                <a:spcPts val="0"/>
              </a:spcBef>
              <a:spcAft>
                <a:spcPts val="0"/>
              </a:spcAft>
              <a:buClrTx/>
              <a:buSzTx/>
              <a:buFontTx/>
              <a:buNone/>
              <a:tabLst/>
              <a:defRPr sz="1800">
                <a:solidFill>
                  <a:schemeClr val="bg2"/>
                </a:solidFill>
              </a:defRPr>
            </a:lvl1pPr>
            <a:lvl2pPr marL="457200" indent="0">
              <a:buNone/>
              <a:defRPr sz="2000">
                <a:solidFill>
                  <a:schemeClr val="bg2"/>
                </a:solidFill>
              </a:defRPr>
            </a:lvl2pPr>
            <a:lvl3pPr marL="914400" indent="0">
              <a:buNone/>
              <a:defRPr sz="1800">
                <a:solidFill>
                  <a:schemeClr val="bg2"/>
                </a:solidFill>
              </a:defRPr>
            </a:lvl3pPr>
            <a:lvl4pPr marL="1371600" indent="0">
              <a:buNone/>
              <a:defRPr sz="1600">
                <a:solidFill>
                  <a:schemeClr val="bg2"/>
                </a:solidFill>
              </a:defRPr>
            </a:lvl4pPr>
            <a:lvl5pPr marL="1828800" indent="0">
              <a:buNone/>
              <a:defRPr sz="1600">
                <a:solidFill>
                  <a:schemeClr val="bg2"/>
                </a:solidFill>
              </a:defRPr>
            </a:lvl5pPr>
          </a:lstStyle>
          <a:p>
            <a:r>
              <a:rPr lang="en-US" dirty="0">
                <a:solidFill>
                  <a:schemeClr val="bg1"/>
                </a:solidFill>
              </a:rPr>
              <a:t>Corrections, feedback, or other questions?</a:t>
            </a:r>
          </a:p>
          <a:p>
            <a:r>
              <a:rPr lang="en-US" dirty="0">
                <a:solidFill>
                  <a:schemeClr val="bg1"/>
                </a:solidFill>
              </a:rPr>
              <a:t>Contact us at </a:t>
            </a:r>
            <a:r>
              <a:rPr lang="en-US" dirty="0">
                <a:solidFill>
                  <a:schemeClr val="bg1"/>
                </a:solidFill>
                <a:hlinkClick r:id="rId4">
                  <a:extLst>
                    <a:ext uri="{A12FA001-AC4F-418D-AE19-62706E023703}">
                      <ahyp:hlinkClr xmlns:ahyp="http://schemas.microsoft.com/office/drawing/2018/hyperlinkcolor" val="tx"/>
                    </a:ext>
                  </a:extLst>
                </a:hlinkClick>
              </a:rPr>
              <a:t>https://support.aws.amazon.com/#/contacts/aws-academy</a:t>
            </a:r>
            <a:r>
              <a:rPr lang="en-US" dirty="0">
                <a:solidFill>
                  <a:schemeClr val="bg1"/>
                </a:solidFill>
              </a:rPr>
              <a:t>.</a:t>
            </a:r>
          </a:p>
        </p:txBody>
      </p:sp>
    </p:spTree>
    <p:custDataLst>
      <p:tags r:id="rId1"/>
    </p:custDataLst>
    <p:extLst>
      <p:ext uri="{BB962C8B-B14F-4D97-AF65-F5344CB8AC3E}">
        <p14:creationId xmlns:p14="http://schemas.microsoft.com/office/powerpoint/2010/main" val="36189617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NEBRAND EVO (2022-Q4) COLORSET 3" val="4p0WaaB1"/>
  <p:tag name="ARTICULATE_DESIGN_ID_1_ONEBRAND EVO (2022-Q4) COLORSET 3" val="2eSUgGIG"/>
  <p:tag name="ARTICULATE_SLIDE_COUNT" val="9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neBrand EVO (2022-Q4) ColorSet 3">
  <a:themeElements>
    <a:clrScheme name="OneBrand Evo Set 3">
      <a:dk1>
        <a:sysClr val="windowText" lastClr="000000"/>
      </a:dk1>
      <a:lt1>
        <a:sysClr val="window" lastClr="FFFFFF"/>
      </a:lt1>
      <a:dk2>
        <a:srgbClr val="232F3E"/>
      </a:dk2>
      <a:lt2>
        <a:srgbClr val="F1F3F3"/>
      </a:lt2>
      <a:accent1>
        <a:srgbClr val="005276"/>
      </a:accent1>
      <a:accent2>
        <a:srgbClr val="007FAA"/>
      </a:accent2>
      <a:accent3>
        <a:srgbClr val="9FFCEA"/>
      </a:accent3>
      <a:accent4>
        <a:srgbClr val="38EF7D"/>
      </a:accent4>
      <a:accent5>
        <a:srgbClr val="19594E"/>
      </a:accent5>
      <a:accent6>
        <a:srgbClr val="197956"/>
      </a:accent6>
      <a:hlink>
        <a:srgbClr val="197956"/>
      </a:hlink>
      <a:folHlink>
        <a:srgbClr val="197956"/>
      </a:folHlink>
    </a:clrScheme>
    <a:fontScheme name="AWS One Brand Evo">
      <a:majorFont>
        <a:latin typeface="Amazon Ember Display Heavy"/>
        <a:ea typeface=""/>
        <a:cs typeface=""/>
      </a:majorFont>
      <a:minorFont>
        <a:latin typeface="Amazon Ember Display"/>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Elite">
      <a:srgbClr val="1A2F4C"/>
    </a:custClr>
    <a:custClr name="Anchor">
      <a:srgbClr val="003181"/>
    </a:custClr>
    <a:custClr name="Sea Blue">
      <a:srgbClr val="005276"/>
    </a:custClr>
    <a:custClr name="Sky">
      <a:srgbClr val="2074D5"/>
    </a:custClr>
    <a:custClr name="Aqua">
      <a:srgbClr val="007FAA"/>
    </a:custClr>
    <a:custClr name="Cyan">
      <a:srgbClr val="7CE8F4"/>
    </a:custClr>
    <a:custClr name="blank">
      <a:srgbClr val="FFFFFF"/>
    </a:custClr>
    <a:custClr name="blank">
      <a:srgbClr val="FFFFFF"/>
    </a:custClr>
    <a:custClr name="blank">
      <a:srgbClr val="FFFFFF"/>
    </a:custClr>
    <a:custClr name="blank">
      <a:srgbClr val="FFFFFF"/>
    </a:custClr>
    <a:custClr name="Galaxy">
      <a:srgbClr val="330066"/>
    </a:custClr>
    <a:custClr name="Dark Grape">
      <a:srgbClr val="563377"/>
    </a:custClr>
    <a:custClr name="Violet">
      <a:srgbClr val="7C5AED"/>
    </a:custClr>
    <a:custClr name="Bright Lilac">
      <a:srgbClr val="CC83EA"/>
    </a:custClr>
    <a:custClr name="Wine">
      <a:srgbClr val="8F1761"/>
    </a:custClr>
    <a:custClr name="Bloodthorn">
      <a:srgbClr val="B5335C"/>
    </a:custClr>
    <a:custClr name="Cosmos">
      <a:srgbClr val="DF2A5D"/>
    </a:custClr>
    <a:custClr name="Magenta">
      <a:srgbClr val="F46EBB"/>
    </a:custClr>
    <a:custClr name="blank">
      <a:srgbClr val="FFFFFF"/>
    </a:custClr>
    <a:custClr name="blank">
      <a:srgbClr val="FFFFFF"/>
    </a:custClr>
    <a:custClr name="Umber">
      <a:srgbClr val="BE4E2E"/>
    </a:custClr>
    <a:custClr name="Smile">
      <a:srgbClr val="FF9900"/>
    </a:custClr>
    <a:custClr name="Peach">
      <a:srgbClr val="FFAD97"/>
    </a:custClr>
    <a:custClr name="Rind">
      <a:srgbClr val="FBD8B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Evergreen">
      <a:srgbClr val="19594E"/>
    </a:custClr>
    <a:custClr name="Salem">
      <a:srgbClr val="197956"/>
    </a:custClr>
    <a:custClr name="Aloha">
      <a:srgbClr val="1DB893"/>
    </a:custClr>
    <a:custClr name="Mist">
      <a:srgbClr val="9FFCEA"/>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Dark Squid Ink">
      <a:srgbClr val="161E2D"/>
    </a:custClr>
    <a:custClr name="Squid Ink">
      <a:srgbClr val="232F3E"/>
    </a:custClr>
    <a:custClr name="Stone">
      <a:srgbClr val="D4DADA"/>
    </a:custClr>
    <a:custClr name="Paper">
      <a:srgbClr val="F1F3F3"/>
    </a:custClr>
    <a:custClr name="White">
      <a:srgbClr val="FFFFFF"/>
    </a:custClr>
  </a:custClrLst>
  <a:extLst>
    <a:ext uri="{05A4C25C-085E-4340-85A3-A5531E510DB2}">
      <thm15:themeFamily xmlns:thm15="http://schemas.microsoft.com/office/thememl/2012/main" name="TC Official Evolved ColorSet 4 (2022-Q4).potx" id="{CECD8FAD-F029-48AF-B3C8-C6C68F5F2640}" vid="{A1F5EB9E-5EAA-4239-ADDD-DA0BB31B8958}"/>
    </a:ext>
  </a:extLst>
</a:theme>
</file>

<file path=ppt/theme/theme2.xml><?xml version="1.0" encoding="utf-8"?>
<a:theme xmlns:a="http://schemas.openxmlformats.org/drawingml/2006/main" name="1_OneBrand EVO (2022-Q4) ColorSet 3">
  <a:themeElements>
    <a:clrScheme name="AWS Light 03">
      <a:dk1>
        <a:sysClr val="windowText" lastClr="000000"/>
      </a:dk1>
      <a:lt1>
        <a:sysClr val="window" lastClr="FFFFFF"/>
      </a:lt1>
      <a:dk2>
        <a:srgbClr val="232F3E"/>
      </a:dk2>
      <a:lt2>
        <a:srgbClr val="F1F3F3"/>
      </a:lt2>
      <a:accent1>
        <a:srgbClr val="005276"/>
      </a:accent1>
      <a:accent2>
        <a:srgbClr val="ADE422"/>
      </a:accent2>
      <a:accent3>
        <a:srgbClr val="F1F3F3"/>
      </a:accent3>
      <a:accent4>
        <a:srgbClr val="D4DADA"/>
      </a:accent4>
      <a:accent5>
        <a:srgbClr val="29208A"/>
      </a:accent5>
      <a:accent6>
        <a:srgbClr val="008296"/>
      </a:accent6>
      <a:hlink>
        <a:srgbClr val="008296"/>
      </a:hlink>
      <a:folHlink>
        <a:srgbClr val="008296"/>
      </a:folHlink>
    </a:clrScheme>
    <a:fontScheme name="AWS One Brand Evo">
      <a:majorFont>
        <a:latin typeface="Amazon Ember Display Heavy"/>
        <a:ea typeface=""/>
        <a:cs typeface=""/>
      </a:majorFont>
      <a:minorFont>
        <a:latin typeface="Amazon Ember Display"/>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Elite">
      <a:srgbClr val="1A2F4C"/>
    </a:custClr>
    <a:custClr name="Anchor">
      <a:srgbClr val="003181"/>
    </a:custClr>
    <a:custClr name="Sea Blue">
      <a:srgbClr val="005276"/>
    </a:custClr>
    <a:custClr name="Sky">
      <a:srgbClr val="2074D5"/>
    </a:custClr>
    <a:custClr name="Aqua">
      <a:srgbClr val="007FAA"/>
    </a:custClr>
    <a:custClr name="Cyan">
      <a:srgbClr val="7CE8F4"/>
    </a:custClr>
    <a:custClr name="blank">
      <a:srgbClr val="FFFFFF"/>
    </a:custClr>
    <a:custClr name="blank">
      <a:srgbClr val="FFFFFF"/>
    </a:custClr>
    <a:custClr name="blank">
      <a:srgbClr val="FFFFFF"/>
    </a:custClr>
    <a:custClr name="blank">
      <a:srgbClr val="FFFFFF"/>
    </a:custClr>
    <a:custClr name="Galaxy">
      <a:srgbClr val="330066"/>
    </a:custClr>
    <a:custClr name="Dark Grape">
      <a:srgbClr val="563377"/>
    </a:custClr>
    <a:custClr name="Violet">
      <a:srgbClr val="7C5AED"/>
    </a:custClr>
    <a:custClr name="Bright Lilac">
      <a:srgbClr val="CC83EA"/>
    </a:custClr>
    <a:custClr name="Wine">
      <a:srgbClr val="8F1761"/>
    </a:custClr>
    <a:custClr name="Bloodthorn">
      <a:srgbClr val="B5335C"/>
    </a:custClr>
    <a:custClr name="Cosmos">
      <a:srgbClr val="DF2A5D"/>
    </a:custClr>
    <a:custClr name="Magenta">
      <a:srgbClr val="F46EBB"/>
    </a:custClr>
    <a:custClr name="blank">
      <a:srgbClr val="FFFFFF"/>
    </a:custClr>
    <a:custClr name="blank">
      <a:srgbClr val="FFFFFF"/>
    </a:custClr>
    <a:custClr name="Umber">
      <a:srgbClr val="BE4E2E"/>
    </a:custClr>
    <a:custClr name="Smile">
      <a:srgbClr val="FF9900"/>
    </a:custClr>
    <a:custClr name="Peach">
      <a:srgbClr val="FFAD97"/>
    </a:custClr>
    <a:custClr name="Rind">
      <a:srgbClr val="FBD8B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Evergreen">
      <a:srgbClr val="19594E"/>
    </a:custClr>
    <a:custClr name="Salem">
      <a:srgbClr val="197956"/>
    </a:custClr>
    <a:custClr name="Aloha">
      <a:srgbClr val="1DB893"/>
    </a:custClr>
    <a:custClr name="Mist">
      <a:srgbClr val="9FFCEA"/>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Dark Squid Ink">
      <a:srgbClr val="161E2D"/>
    </a:custClr>
    <a:custClr name="Squid Ink">
      <a:srgbClr val="232F3E"/>
    </a:custClr>
    <a:custClr name="Stone">
      <a:srgbClr val="D4DADA"/>
    </a:custClr>
    <a:custClr name="Paper">
      <a:srgbClr val="F1F3F3"/>
    </a:custClr>
    <a:custClr name="White">
      <a:srgbClr val="FFFFFF"/>
    </a:custClr>
  </a:custClrLst>
  <a:extLst>
    <a:ext uri="{05A4C25C-085E-4340-85A3-A5531E510DB2}">
      <thm15:themeFamily xmlns:thm15="http://schemas.microsoft.com/office/thememl/2012/main" name="TC Official Evolved ColorSet 4 (2022-Q4).potx" id="{CECD8FAD-F029-48AF-B3C8-C6C68F5F2640}" vid="{A1F5EB9E-5EAA-4239-ADDD-DA0BB31B8958}"/>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TC Official Evolved ColorSet 3 (2022-Q4)</Template>
  <TotalTime>0</TotalTime>
  <Words>21816</Words>
  <Application>Microsoft Office PowerPoint</Application>
  <PresentationFormat>Widescreen</PresentationFormat>
  <Paragraphs>1935</Paragraphs>
  <Slides>91</Slides>
  <Notes>91</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91</vt:i4>
      </vt:variant>
    </vt:vector>
  </HeadingPairs>
  <TitlesOfParts>
    <vt:vector size="102" baseType="lpstr">
      <vt:lpstr>Amazon Ember Display</vt:lpstr>
      <vt:lpstr>Amazon Ember Display</vt:lpstr>
      <vt:lpstr>Amazon Ember</vt:lpstr>
      <vt:lpstr>Calibri</vt:lpstr>
      <vt:lpstr>Amazon Ember Heavy</vt:lpstr>
      <vt:lpstr>Arial</vt:lpstr>
      <vt:lpstr>Lucida Console</vt:lpstr>
      <vt:lpstr>Amazon Ember Light</vt:lpstr>
      <vt:lpstr>Amazon Ember Display Heavy</vt:lpstr>
      <vt:lpstr>OneBrand EVO (2022-Q4) ColorSet 3</vt:lpstr>
      <vt:lpstr>1_OneBrand EVO (2022-Q4) ColorSet 3</vt:lpstr>
      <vt:lpstr>Securing User, Application,  and Data Access</vt:lpstr>
      <vt:lpstr>Introduction</vt:lpstr>
      <vt:lpstr>Module objectives</vt:lpstr>
      <vt:lpstr>Module overview</vt:lpstr>
      <vt:lpstr>Hands-on labs in this module</vt:lpstr>
      <vt:lpstr>As a cloud architect designing for application security</vt:lpstr>
      <vt:lpstr>Managing permissions</vt:lpstr>
      <vt:lpstr>Challenge of managing permissions</vt:lpstr>
      <vt:lpstr>Use IAM groups to attach permissions to multiple users</vt:lpstr>
      <vt:lpstr>Example: Using IAM groups to reflect job role</vt:lpstr>
      <vt:lpstr>Example: Using a user policy and group policy together</vt:lpstr>
      <vt:lpstr>Example: Resulting permissions</vt:lpstr>
      <vt:lpstr>Challenges of scaling with role-based access control (RBAC)</vt:lpstr>
      <vt:lpstr>Using attribute-based access control (ABAC) </vt:lpstr>
      <vt:lpstr>Tagging in AWS</vt:lpstr>
      <vt:lpstr>Example: Using ABAC to grant permissions in one policy</vt:lpstr>
      <vt:lpstr>Key takeaways: Managing permissions</vt:lpstr>
      <vt:lpstr>Federating users</vt:lpstr>
      <vt:lpstr>Identity federation</vt:lpstr>
      <vt:lpstr>AWS services that support identity federation</vt:lpstr>
      <vt:lpstr>Workforce identity federation</vt:lpstr>
      <vt:lpstr>AWS IAM Identity Center</vt:lpstr>
      <vt:lpstr>AWS Security Token Service (AWS STS)</vt:lpstr>
      <vt:lpstr>Identity federation to AWS with an identity broker</vt:lpstr>
      <vt:lpstr>Example: Identity federation for AWS Management Console access</vt:lpstr>
      <vt:lpstr>Example: Identity federation for AWS Management Console using SAML</vt:lpstr>
      <vt:lpstr>Amazon Cognito</vt:lpstr>
      <vt:lpstr>Application access identity federation</vt:lpstr>
      <vt:lpstr>Amazon Cognito example  </vt:lpstr>
      <vt:lpstr>Amazon Cognito user pools</vt:lpstr>
      <vt:lpstr>Amazon Cognito user pools features</vt:lpstr>
      <vt:lpstr>Key takeaways: Federating users</vt:lpstr>
      <vt:lpstr>Guided lab: Securing Applications by Using Amazon Cognito (Amazon Cognito lab)</vt:lpstr>
      <vt:lpstr>Lab introduction: Amazon Cognito lab</vt:lpstr>
      <vt:lpstr>Debrief: Amazon Cognito lab</vt:lpstr>
      <vt:lpstr>Managing access to multiple accounts</vt:lpstr>
      <vt:lpstr>Two common patterns for separating resource access</vt:lpstr>
      <vt:lpstr>Advantages and challenges of multiple accounts</vt:lpstr>
      <vt:lpstr>AWS Organizations</vt:lpstr>
      <vt:lpstr>AWS Organizations: Create organizational units</vt:lpstr>
      <vt:lpstr>AWS Organizations: Assign accounts</vt:lpstr>
      <vt:lpstr>AWS Organizations: Define SCPs</vt:lpstr>
      <vt:lpstr>Organizations SCPs </vt:lpstr>
      <vt:lpstr>Examples of scenarios defined in SCPs</vt:lpstr>
      <vt:lpstr>Example SCP</vt:lpstr>
      <vt:lpstr>AWS Organizations: Attach SCPs</vt:lpstr>
      <vt:lpstr>Combining SCPs with IAM identity-based policies </vt:lpstr>
      <vt:lpstr>Permissions boundaries set limits on IAM entities</vt:lpstr>
      <vt:lpstr>Permissions must be allowed by both policy types</vt:lpstr>
      <vt:lpstr>How multiple policy types impact permissions</vt:lpstr>
      <vt:lpstr>Comparing permission boundaries and SCPs</vt:lpstr>
      <vt:lpstr>AWS Control Tower</vt:lpstr>
      <vt:lpstr>Key takeaways: Managing access to multiple accounts</vt:lpstr>
      <vt:lpstr>Encrypting data at rest</vt:lpstr>
      <vt:lpstr>Why protect data at rest?</vt:lpstr>
      <vt:lpstr>What is data encryption?</vt:lpstr>
      <vt:lpstr>Symmetric encryption</vt:lpstr>
      <vt:lpstr>When to use symmetric encryption</vt:lpstr>
      <vt:lpstr>Asymmetric encryption</vt:lpstr>
      <vt:lpstr>When to use asymmetric encryption</vt:lpstr>
      <vt:lpstr>Applying envelope encryption</vt:lpstr>
      <vt:lpstr>Methods of applying encryption to data at rest</vt:lpstr>
      <vt:lpstr>Client-side encryption example</vt:lpstr>
      <vt:lpstr>Server-side encryption example</vt:lpstr>
      <vt:lpstr>AWS Key Management Service (AWS KMS)</vt:lpstr>
      <vt:lpstr>AWS KMS features</vt:lpstr>
      <vt:lpstr>AWS KMS integration with other AWS services</vt:lpstr>
      <vt:lpstr>AWS KMS encryption example with Amazon S3</vt:lpstr>
      <vt:lpstr>AWS KMS decryption example with Amazon S3 </vt:lpstr>
      <vt:lpstr>AWS KMS example with Amazon EBS</vt:lpstr>
      <vt:lpstr>Key takeaways: Encrypting data at rest</vt:lpstr>
      <vt:lpstr>Guided lab: Encrypting Data at Rest by Using AWS Encryption Options (AWS KMS lab)</vt:lpstr>
      <vt:lpstr>Lab introduction: AWS KMS lab</vt:lpstr>
      <vt:lpstr>Debrief: AWS KMS lab</vt:lpstr>
      <vt:lpstr>AWS security services for securing user, application, and data access</vt:lpstr>
      <vt:lpstr>AWS Services for Security, Identity, and Compliance</vt:lpstr>
      <vt:lpstr>Examples: AWS security services for defense in depth</vt:lpstr>
      <vt:lpstr>AWS WAF</vt:lpstr>
      <vt:lpstr>Amazon Macie</vt:lpstr>
      <vt:lpstr>Amazon Inspector</vt:lpstr>
      <vt:lpstr>Amazon Detective</vt:lpstr>
      <vt:lpstr>AWS Security Hub</vt:lpstr>
      <vt:lpstr>Using AWS Security Hub with AWS Trusted Advisor</vt:lpstr>
      <vt:lpstr>Key takeaways: AWS security services</vt:lpstr>
      <vt:lpstr>Module wrap-up</vt:lpstr>
      <vt:lpstr>Module summary</vt:lpstr>
      <vt:lpstr>Module knowledge check</vt:lpstr>
      <vt:lpstr>Sample exam question</vt:lpstr>
      <vt:lpstr>Sample exam question: Response choices</vt:lpstr>
      <vt:lpstr>Sample exam question: Answer</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2024-02-28T20:55:17Z</dcterms:created>
  <dcterms:modified xsi:type="dcterms:W3CDTF">2024-02-28T20:55:25Z</dcterms:modified>
</cp:coreProperties>
</file>